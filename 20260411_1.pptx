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45" r:id="rId9"/>
    <p:sldId id="546" r:id="rId10"/>
    <p:sldId id="547" r:id="rId11"/>
    <p:sldId id="549" r:id="rId12"/>
    <p:sldId id="550" r:id="rId13"/>
    <p:sldId id="551" r:id="rId14"/>
    <p:sldId id="552" r:id="rId15"/>
    <p:sldId id="553" r:id="rId16"/>
    <p:sldId id="554" r:id="rId17"/>
    <p:sldId id="555" r:id="rId18"/>
    <p:sldId id="556" r:id="rId19"/>
    <p:sldId id="557" r:id="rId20"/>
    <p:sldId id="558" r:id="rId21"/>
    <p:sldId id="559" r:id="rId22"/>
    <p:sldId id="560" r:id="rId23"/>
    <p:sldId id="561" r:id="rId24"/>
    <p:sldId id="562" r:id="rId25"/>
    <p:sldId id="563" r:id="rId26"/>
    <p:sldId id="564" r:id="rId27"/>
    <p:sldId id="565" r:id="rId28"/>
    <p:sldId id="566" r:id="rId29"/>
    <p:sldId id="567" r:id="rId30"/>
    <p:sldId id="568" r:id="rId31"/>
    <p:sldId id="569" r:id="rId32"/>
    <p:sldId id="570" r:id="rId33"/>
    <p:sldId id="581" r:id="rId34"/>
    <p:sldId id="582" r:id="rId35"/>
    <p:sldId id="583" r:id="rId36"/>
    <p:sldId id="584" r:id="rId37"/>
    <p:sldId id="592" r:id="rId38"/>
    <p:sldId id="598" r:id="rId39"/>
    <p:sldId id="599" r:id="rId40"/>
    <p:sldId id="595" r:id="rId41"/>
    <p:sldId id="596" r:id="rId42"/>
    <p:sldId id="600" r:id="rId43"/>
    <p:sldId id="601" r:id="rId44"/>
    <p:sldId id="597" r:id="rId45"/>
    <p:sldId id="602" r:id="rId46"/>
    <p:sldId id="603" r:id="rId47"/>
    <p:sldId id="604" r:id="rId48"/>
    <p:sldId id="605" r:id="rId49"/>
    <p:sldId id="606" r:id="rId50"/>
    <p:sldId id="607" r:id="rId51"/>
    <p:sldId id="608" r:id="rId52"/>
    <p:sldId id="609" r:id="rId53"/>
    <p:sldId id="610" r:id="rId54"/>
    <p:sldId id="611" r:id="rId55"/>
    <p:sldId id="612" r:id="rId56"/>
    <p:sldId id="613" r:id="rId57"/>
    <p:sldId id="614" r:id="rId58"/>
    <p:sldId id="615" r:id="rId59"/>
    <p:sldId id="616" r:id="rId60"/>
    <p:sldId id="617" r:id="rId61"/>
    <p:sldId id="594" r:id="rId62"/>
    <p:sldId id="257" r:id="rId63"/>
    <p:sldId id="256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08"/>
    <p:restoredTop sz="94607"/>
  </p:normalViewPr>
  <p:slideViewPr>
    <p:cSldViewPr snapToGrid="0">
      <p:cViewPr varScale="1">
        <p:scale>
          <a:sx n="163" d="100"/>
          <a:sy n="163" d="100"/>
        </p:scale>
        <p:origin x="176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ECE81-CE86-FD56-0413-2CEFDF79B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43DB4A-AD3C-0BF5-8B52-7417DB59D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80438F-6327-3A02-23BB-C09739E22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268B7-75F0-8E6A-1D8B-A4AB56947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902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5B663-8A82-E24B-817D-E335F31BA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B63FBC-881E-03EC-1718-B13288B9A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9D5300-4E7E-B276-6039-C0C6DDEBA2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91814-D396-1B41-3914-37CAFF6E34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647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5D3F5-DB0E-7468-88E8-289544F4B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249862-0C21-B6D2-28A7-C9D52EBE9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542797-7DCA-8AD3-0AEE-9C7A88122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4C1A7-97E0-AA37-F68D-699655772A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732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3E807-CF4D-2D19-85DB-AE52BBF01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A2886D-2ADB-7E1E-D005-FC961D8F06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7B5BE5-E49B-881B-033F-E411F9BA2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9AE54-7F85-886C-A014-8B5994136A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00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EB8D0-CEBF-4690-4C34-532EC41A1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3B46D4-96EF-57C6-9FC0-2BB88E789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C93DB-BB30-486B-315E-3A478EEB57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22B77-8B3E-473F-8F47-138E614CBA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6703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06818-C220-62C4-5A5F-B1DB91BCA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C6FCC6-07A1-8634-61B6-AD0973B9D0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97300E-1012-E45E-215E-C51D44A2F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5200C-72E9-36C2-52D8-936151F4F0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633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61BAC-BFD0-333F-483F-A4A1E2787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B2C0B-0C47-41C7-046D-6F2B3DA2D1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343A-B20E-2117-CB32-2736DBD11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FBDAB-0F09-A3A0-D24E-BCC98D53FF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5238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8572A-55CE-3B5E-53A8-F8EFB2320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70CB8D-7F1F-45FE-58F3-C2DA0D5266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FF2759-15F8-5205-5D9E-0E64BD694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F2C32-8096-6EDD-192C-7DBBD5ADEA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882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19D78-3612-B727-D764-419E3B80A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BAE56-372D-13B5-402A-9F94BD913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B95113-1C2D-F08F-6BF1-D709E8997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DC345-B73F-2C60-2767-FBB779468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372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FB804-0589-F018-46D5-90F79D47C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1F0C9B-591D-AD79-724D-7F102DCEEE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6A2A88-FA4A-ACFF-8595-03729F767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DA566-6456-561A-0C21-4F28AFE21E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3082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3C05A-6168-BA40-EC0F-956E804E9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7F7D0C-1551-D2F3-9819-46DC4AE31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2BD68D-970B-243A-906B-ABDD3D6073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28A30-7F6C-965D-DA62-9E2510BDE1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3388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D4225-D684-EBD7-A130-082CDABB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81DFD7-F18D-99D6-9E11-D0C288E48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BE7104-567E-3915-9FF5-6B5C99B74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39F6D-3CAA-C101-287D-88ED7E64F7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4634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43682-A6D0-5D30-3662-ED466BC7A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C6F64F-F71A-4E5D-71A8-1070D4CE7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56667F-134F-E46B-90AA-47C6E9182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C8F4B-EB4B-2E40-F429-2F08CF179A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241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1BDFC-A703-4831-E7C7-CA140CD84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488157-FE56-E009-9FFC-52F40F51A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3C64D0-9B91-457D-E98E-D9E269536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83C76-1B77-17B9-4BA5-861D5B9131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576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C2296-06FC-FD2C-8A5C-59B684B58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4EAF77-B1E4-A358-A089-2EE18C428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1536F6-2CF6-F9AE-ABBC-4D20F7830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52D81-2277-276B-57AA-EF9995AF56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368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352BB-4E41-2E38-9B0D-F2086FE6C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CE8702-87DE-30C8-B376-5CB7836B4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6241E7-3AE0-5E75-E07A-8C312648B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1175B-7B6C-0F1D-FED2-3FC176C81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466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22D7E-69DB-5ED1-B8F5-848C13B57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0B8141-24D3-99EE-7D33-B484BC9CF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53C46-F338-62BE-8926-3E6462F1B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7C3F1-79B1-CBFB-7768-D9C6BC85A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3501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79431-9ECA-174D-759D-9E9318E7B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756333-9F9F-4B17-4C18-20C808084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EBE943-5831-0F39-5C2E-96FDF75C9E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CBCAF-EAE4-0B16-E27B-9A3892827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8255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E9C48-7E14-2567-7DBC-67752BADB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82294-58B5-C13C-A66D-8E01D4FA73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366151-8D33-3FEE-8B77-DC526C1BD2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EC4DA-2AED-1227-C435-3B7981B82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809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95B2B-9470-4E60-49B1-8931CC7F7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3FF5A-AA76-CBF8-C4CB-A87F2C7DA7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E21A12-F095-9C16-9CAA-8197BA77F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FF537-918A-618E-3A85-F46716ACD7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441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C0455-1110-3532-A08C-333105EAC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1B3493-4DA2-3223-8149-B156562CE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E896E-9BB8-BC91-C177-7831C5A31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83F83-3583-DAA9-BB57-BC94EB1D8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5573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093F6-F6DC-4DDE-C666-8CAB70E27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B5E2E6-BA72-6A9E-26EA-AF210DD96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ED4707-7FA0-F21F-F574-9EF4781D5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2A2B5-CE13-FC63-499C-598B2BB595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3645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E5344-48C4-6BDD-23BA-C90138262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92AD8C-7A6C-642E-1D0D-97F6A0D42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4DE35B-1EC3-8908-EAF7-BF5340520D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D9FC3-B5B1-09E1-4B2D-0329612057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884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C233C-226F-6A66-0BDA-F6E401C5E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EE7BDA-7B95-6940-70A4-2A69290E9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99B7D0-D49E-EC4A-A22B-85FF3F1BB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7B514-B299-2543-861D-CFA2BF9ED8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7518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767D6-A82E-5322-B473-1E5587BB1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4EE56E-99B9-E2B4-C5C1-21376D03F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4545FF-8FE7-8C51-0D93-E677D3F39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09092-B903-C484-0578-1137A87588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785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D6980-E9E0-BD17-B7B4-4B1FE271F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660D9-F783-0C1A-26FD-460D7E2307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3C0C78-1AB8-88CB-A695-DB9963D00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E903B-F3C5-9240-F852-A71F58E2AC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980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336DB-3437-231D-3EC4-9F310E963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77BA3B-D38F-C069-10EE-66940A612C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13964F-68F9-8DEC-5DEA-CF751E58B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C3783-B448-14A3-D161-B98AF8FD2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7986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17DCD-7CF0-A185-56E3-658A9DAD8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145C4E-D89E-284E-71E8-AA8BB9B36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8C2A6C-4B18-D7BA-42E3-E0D2936BB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F13C7-2094-3AF8-D3FD-96F70269B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257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4E1A7-1D46-6BE1-0A07-87F0F9B1C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66B3F0-01B5-5F17-D8B2-CF23288E9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DBC59D-EB08-C0FE-4C1D-FF22FD0BD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758C7-05F7-BBDA-7A01-EF2F4EC16E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865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26F19-D338-7C7B-57B1-7FABF3E34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91757-4E28-CBF3-2B70-3DB37CFD5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3A40EF-644A-8697-01AB-72ADF22C4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DAA38-497F-1F6B-A8B3-50F1B238BC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369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43B6C-53D6-0B4F-71CA-ABDED9558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71559D-77C9-F163-013E-3A2361E9B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CB3A7E-BAD3-00BD-396F-EFC41894F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55066-F874-C920-B524-38C2B50843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2739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16EC-29F8-BFCC-0028-6EAC10C4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C4588F-DFA5-5D2A-99BD-2E7D799F6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CAB46-8754-E441-F9A8-257B91CD7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A341D-AD50-2DF6-734F-9D8C821662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799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76BB7-C4D3-33D0-A23D-4BC4B7505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FA4E92-E4F4-7341-3DBC-72B9FA15D1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1DE376-A195-B039-8FAC-9B43EC0F15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9DE10-2F1D-7698-F7E6-465C154E4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5160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38DFA-E81D-CB84-4E9C-802C84ABB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62321-8BC5-E931-1E8E-4F6A958E5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220119-F8B3-4AC3-F602-2E1770BCC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0DF12-5B6B-CF2A-C65C-2FEFDCAC1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5665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662CB-3115-FA93-16A8-CF2220647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048392-0A8E-8595-1DEF-AF978A229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61BEA6-643A-F9AB-DDA5-AF5D790E1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90302-3B71-ADBB-30FC-C1FB9EF26C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6903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8159E-D1BE-1A07-2254-C2F563FEA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F3D3D1-AD0E-D50C-7E6F-D8A0DE5E4F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557483-DD17-E583-B476-5AB83BAC6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92EB9-17A7-805B-3AB9-D2565BB1F1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708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D6726-2366-E4E0-E207-2792D47ED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C23AE-39B5-6892-0127-8DFA5512D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6C5D27-C5B1-5276-D7AA-54BB4ABA6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F9B96-1486-187F-CA2B-5BC961071E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139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3F5FE-A55F-FBB5-A1B4-9A0B553CF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28FC99-FD03-DBA0-D48B-BF37CF395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F69598-9EC7-CD39-DFC2-2AB924C7E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90440-5D88-CEDC-5D92-1885FEF83F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4930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1B0C1-5636-101B-DAC3-9803CFAA5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4C8379-6B41-7EA1-F62C-06B42A1AC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B161B1-2B41-3A1A-BAAC-27745D414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B273-5AC7-E030-C4B7-2DB6DB29AE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16069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AEEC8-BB47-A03C-6E17-279483D19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FEEF9-E8FE-CC23-7F5C-316D156DA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8D06F7-7B7C-0D38-5505-0BAE9CE0A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AE21B-E1D5-54D9-48CA-839FA53CA2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1870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A28BA-8942-B55F-684A-E0A74C150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99E5C2-63A6-F832-F784-57FEFC135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AE842C-EFDC-F72B-9604-255E0D87C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671E6-8962-000E-7824-94A4A256A4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35593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4A97C-C430-9A1E-98C2-821C6FFE8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9BCA0F-4D81-6618-B42C-F4E2F11DD6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4AAC73-B046-3FE0-D2CF-BB29AB30D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2B354-BB75-E7FC-350A-ADDA907DC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1021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94579-C119-4DA5-CD56-9D639FDA6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A58728-D3D5-6E53-1C81-1186F1990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196828-ABBC-3C95-109C-E2F4EA1C95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9680C-84E1-8FD2-1A5D-B83399EE7A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74903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F15C4-A22A-F78C-3817-EAD3E6B8F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6383A-AA4F-1D16-D65E-240FAA211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C08663-D054-89CE-B332-43EC3E8E6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167EF-4FA8-78AD-7961-906AD4A9C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71488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B76CD-C2FE-F732-07C1-4C8221285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653E21-3803-B8BF-A266-0F9EEE0A0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BF89D8-D2D6-195C-147D-EAB90645B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9D6AE-4F82-8414-B231-D4A420FFB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2623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3AC7E-1AD5-ED9F-1986-22F2CBE2C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8FD91-325F-7C37-914B-44E6A0B1D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BA4964-DCF1-C788-7CAC-BCF2D7488D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6EAE0-1437-4679-E03C-26F5E4A43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4599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A89A8-90F6-72FA-00FD-4F9C0C9BA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2E17D2-4FC5-0864-BC8A-EB2FE1DF5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E8A7FC-7995-A830-843A-D65E55CC9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923E5-F4E8-4EDA-0CC7-B4FF912EAE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54429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72E55-F53C-0C78-2F6D-416B18543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F4779E-085D-D111-A17C-16E094937E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78E56A-F539-E910-8067-2323F9CFB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525C5-9171-A8B4-84CB-E983C38B0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33051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9D180-D080-057A-21A7-089BC5B72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01623-758B-8395-231E-1EFB0986B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F9A461-DDEF-6E6E-F090-F8FB1D64E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C1633-1C40-1B56-E8BD-85354202D1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22927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8EF78-174E-6FCC-7451-900C5F1F4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1A010D-2507-D653-F45D-7157D594E1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DECAB5-E590-7DA3-9360-CEB0B9CE8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B0E7D-A8AA-3670-9468-CAE0389EEE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8718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56228-15FF-25AF-F89F-3776CD56D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9FE8F7-3260-6DB9-BD33-6FBAA9296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79809F-33FA-99DB-9F75-0E02DD8D0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AED76-7E58-298F-0DC2-978128F6BE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3599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CCF28-605A-49ED-459E-DFADE316A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A63B75-C759-3440-6B8C-26EE85BF0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4D102C-E5D0-08ED-AD67-DB19D5043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5772B-7050-3758-955C-5C0A2686AC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92287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B2D6F-8EBE-E743-01D9-D031678E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9E7525-036D-F969-4303-9E12831E6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B01E37-E9D2-93AB-9B0F-002A8AC09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4E196-DBF7-D13C-A715-F92520418E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52920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819FB-EF33-1A11-452C-577C4DA89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7E809D-58AA-D902-6EFE-035DF0F51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B91D50-45DD-D894-8FF3-A9DC3862E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B0A4E-1300-BB55-85E0-FA0C4E7D3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94927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D24FC-7EE9-4097-27B3-E1FE54288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45F980-1F6B-3D9B-A925-77B8993EE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302F5A-AB37-5A52-3ED8-3BA9DA4D2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53C58-5EF7-384F-CC06-9312C2215A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8199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0585B-FE80-40E3-86E3-FA67A85F8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51DC79-DDAB-C3B4-DBEE-082A6BFDDD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F3C054-72BB-D82C-EE25-2BC171337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EDD72-C3A6-E7AF-FF2E-E9A4E91A0C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4205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EBBE6-A54A-E87F-178B-FBB57E9EC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EB8D9-07E8-83F2-407F-533C83EE4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EC1D74-027F-AEA9-382F-806F4D9BD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68731-A79B-B67E-72A7-0E7AF1BAFB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9381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63FEA-D67B-FC10-93E0-E08D12605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888CDB-33A0-F697-EFDE-406DDC3EF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CD5197-5FFB-92C5-D631-0C38DF991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C816C-2A2D-B592-E2BD-59EF5602AB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6717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8E0B2-5838-1CD5-3980-B7D1A3D56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CC2C2-53F5-B829-BBE6-252E40C33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976923-4FD9-C054-FABA-AA01028D3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0D9AB-BFDB-6C4E-F13F-7A014F137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414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902C04-961D-7B96-18EE-2ACAA45938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105748"/>
            <a:ext cx="4543224" cy="519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BA028-9592-60DD-0F9C-260218DD5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7294D9-3437-1F9F-4CDE-86DD6747C3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cages that we can.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D919BCA-7A2E-3E23-F313-AEF0A62D9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603F503-5826-2A37-431C-AFDCC1508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1EFFCBD-D1F0-245E-1D97-E83F1AAF2F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4C04353-CED7-B9D8-AD96-432584C00C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B1A0DB-65DC-0452-D9C7-9D5ADC39921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040991-4EF0-2A13-28F0-0AF0F02C5EC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2E9DDE-9C48-9BBD-FBA5-9227870BEE0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03134F-A982-1D01-4D63-8AC2102EC9D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C1C424-F048-32C1-9C21-5A6CB88E558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C825F6-EB31-9B9F-7EBC-CD6ABA8F063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DBE16D-5C00-3CEA-C60D-AB9DB2DAFF0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9285B1-784E-415E-FFC6-67EF9D25600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0BD3CC-11F1-35A4-FAEB-611CBDD4B97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839974-82A0-CF20-F4B5-1CF58CE8C15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85B662-630C-FDB8-9793-BD65E5D003C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A433F9-9D09-EED9-081A-D306ECB850E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F1F006-3E29-6066-DD16-426CEB74427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E6E0D2-5AD9-7BF6-F642-1D6296E2B9A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EC5EF4-F857-9FF9-500A-63DE3A0EF03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EE130C-3C17-5B48-450B-F3100868D4F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FE50EF-6AAC-DF1F-E900-49A7E04FC49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EE00D1-E8C9-9487-808A-51FEE3B7B77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F76BD6-1507-CAED-4904-D2FA76D3D93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4D1243-FE0B-2FA4-C652-B89CD0E1E99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7C3356-D4AE-6458-8F70-E0DD107ECBB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147A2D-F0F7-616F-2DCE-C58D2A6F187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B026CF-9683-602E-423E-99230F5E35E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233FD-75F7-7B7F-9C91-041EEAB8A3A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D6E93E-15CF-2B7E-7687-4D258211F75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7366D0-8929-B26C-A240-87B8607E25B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34FE05-32E9-F492-05EE-515930EFF86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430C5B-3D5F-CEFC-4BB6-ED0ACC6F0D8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169F18-DEA1-BB9C-87C1-84358FF0ED8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</p:spTree>
    <p:extLst>
      <p:ext uri="{BB962C8B-B14F-4D97-AF65-F5344CB8AC3E}">
        <p14:creationId xmlns:p14="http://schemas.microsoft.com/office/powerpoint/2010/main" val="3337675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143F7-9583-604C-EC38-62C714060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558D2B-6B6D-A07E-0151-8D43D3A546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[8 in 3] must contain a 1. The pair of [8 in 3]’s must place 1’s in both Columns 1 and 2. This is the last place a 1 might appear in the lower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C6A62F8-00C2-F6CB-1EF1-563DD36A5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F327C6C-EF9C-6971-8101-CE97004008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564A0F4-2C0C-81AB-7086-13875E9274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62F4F9A-AEAA-0826-1571-C5532145EF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DD7202-45FF-EE27-E4A8-A9A595D02CA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C2D7CB-3164-EB6E-62E0-AC5E3D0026E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63B10B-C57D-011F-9273-E2EFC021391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D7D2DB-08AD-7AD1-398C-73B8A96CA84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92C029-057E-B2E9-57CD-44D64A7A2C9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495443-B4A7-6AE5-4348-E1CC889B7F3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B488CC-419E-A78F-09C1-3AC182445DD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55972D-2A56-9608-8744-A77CB2B6F59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FDA87E-2FAF-5050-11A3-B93D35C12E0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928967-5B42-CAE6-DD82-E14BEE257BA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ADB271-D718-40B4-2473-E522294540E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622285-F79A-B069-0B6F-674976672DA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501B78-12B0-7798-E8CA-863B65FA641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AF3DE7-198D-B556-D57D-AE94C0485E2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259D15-E9F5-625F-8955-3DD1FBAAE7A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A97234-408E-129A-7393-01F7B07B92C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B7FD64-0519-BB7E-8AC8-7F41DD80453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631255-6C3F-7B2A-872D-3345EF3F6F4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FAC6AE-53AF-CE85-B29E-58353F61AC0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521F31-82D5-F44C-2CE2-3038755502C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9F7AAC-0489-803D-2C80-26A0973FDA8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453E48-E392-8CDA-970B-E9D6E9E0A58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0F0B81-EEAF-A221-4EB2-554C5C18E26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625BAC-1CA7-7938-106D-3BDE1EE5AC3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19C514-6ED9-6859-ADD7-17D02DC8670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75B22E-8C90-7AD3-50DF-0EB459B1625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131EFB-2837-E5BF-C779-B139FCD44F9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FD8196-FACE-4FA9-A462-77A669683FC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C658AE-17B9-18DE-8C11-C9F7BA885A1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50559E-1DE1-9412-D993-C01018EFC35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89528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54F31-9594-76E5-3F58-B7F40C7D5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D0C857-B4E5-2D84-35E2-8D3D55D797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42AB0D4-F1D3-D6CD-550B-205B90133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FB55D04-9907-1C3D-7635-F33D74259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483A204-3A38-A56D-08F8-AE6512E97B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64FFFA2-4458-BBEA-2428-9FB03A14A4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8C7C13-6261-5904-19EE-D34381D0805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0688E3-7428-1C5A-EA89-74390233826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677851-DDD5-6D0B-3D22-FA22AD52A8E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E3AD91-E50F-DC87-8767-8E32153846F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6F11CF-B3C3-6A86-7E0D-B093D8C6B71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F2D54D-9C1E-CC09-4E55-A6DA1D93ACD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5530D2-BE51-7076-41AB-D88A2B4780C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598EF8-3494-ADD7-32E0-08618F17872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437C9E-F90A-DF65-2182-14FBB47E3D8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6334EC-6807-947A-08CC-1097B5EFD49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5778DE-3A07-B7DE-3711-E5E7BED59CE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FF0E9D-C45B-ED18-D695-D6AF5604617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BDC8E7-F8F2-DA64-63BB-2104C6161E9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9A66A3-C811-21A4-E1F8-7AA9C803764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5A1AF3-CED4-0EED-4A46-75E610F8938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739C92-CEEA-F86E-91E0-EA68D0156B9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510C80-97DD-B751-A2C5-78A73176FFD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7EE431-8842-2906-C19F-5BF00C4EDE7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21D5F-E12C-B899-8065-4AFD0FC301B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C8297A-C1C9-306A-9E43-4BC365ED49D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88FFC5-989E-37DE-7BEE-CCB5CA8ACC1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B77C14-FDA7-808E-AD4A-6C67AD146A4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73156C-DB52-5E41-4896-904438942BC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34A0BE-C04B-A430-FAA0-36BA702499B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6DA398-896B-1765-8E2D-092382816BF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5EBD0C-3344-7FFB-A2A1-AAB509A0E29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50DB3B-E87B-08D1-F997-07B0D828D0E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9423C2-60C3-1536-7AE7-B5B561A69A0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7E4485-8B9C-6087-F8D4-BE1F9B6BD27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472956-6744-370A-2CD2-09AD7936EF9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0514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EF355-D2E8-839F-1F80-1E8FDDE15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DEED1A-9C39-28E7-6123-1F9A91F9FA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[10 in 3, no 1] is uniquely 235.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DB2142A-9075-1B0C-7613-32A430D89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E8697F0-7054-46F8-F625-6DA7AEEB1E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D5F9DF3-7B98-844F-7C93-A4A801292A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7094DF3-FD43-0256-0628-FB2F5D567A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98498B-3782-CC0C-A2DC-D5736CD8537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1E9E88-1244-C615-41B3-075CE00B970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25718E-8E51-CA69-49DA-0C823D3C843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34DCD1-7B20-DB00-248A-E7FDFFBC62B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0F28E4-862C-9AD8-63D7-99E802E4FD3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165E4B-348A-138A-E1CA-5BE61178613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F18520-8B0F-1629-DE54-28E56164E66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38D3EC-BB72-9B1B-61D1-83C561B0DCE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B89C81-0C17-AD08-3E1A-87166A008E0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6F6E57-3FB8-BC66-DC7F-96988056018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FF8288-CC3E-5A64-FDAE-9A19D96876D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1ECBA7-EF6D-1EE2-6B38-1082131377F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FAF67A-95E2-4479-ADEF-D9B89111A45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2589F0-F112-4359-ED79-27471D9A852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C016C6-22E6-D081-A5CA-78374050FF9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65769D-ABD4-1AD9-9ED5-BFA3237E2DB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BEFDDF-5322-FBD9-8B0E-ADE36AEC25B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4AD413-5D9C-F348-4152-B00614A704B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438508-097F-5149-E1DB-2E01C6B53AB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B361D0-6639-1492-7A52-8F3875B65A1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579524-8B58-7A3A-F9F6-A991BDC5738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7FE331-D076-6C69-5D87-4CB9EF93FDF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746D72-B1C4-6E87-C8A7-459DD9B5533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14DFE8-F7D3-C39E-4E5C-1C4E93CF92C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322BB4-9BD7-2D32-1657-041F8416662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D84412-F3AB-E181-CDF1-688E7C26105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6294EF-BB05-0F2F-E80D-35369126A5D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752220-75EA-3AA2-3FF0-9D01D797745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CD66A8-69A8-4B20-C501-B6F4F4DCFDC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563A52-0420-C990-566D-687544377AB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8A4D44-BCDF-6AD0-4114-E49A7FF9209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8764C1-7558-B203-A836-74E655EED77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7B3EFF4-983E-65F0-F41A-D8CE843B570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</p:spTree>
    <p:extLst>
      <p:ext uri="{BB962C8B-B14F-4D97-AF65-F5344CB8AC3E}">
        <p14:creationId xmlns:p14="http://schemas.microsoft.com/office/powerpoint/2010/main" val="1495632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DDEF3-4665-4CB6-9AE8-223602C08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9EDF86-EEBB-8719-3E4E-5D59C0FD88B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5845B84-CADB-113C-0598-0AE1DBEBA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F975E24-CE9E-57D3-C750-7D8E0ACEE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55231BF-F065-58F2-DCA9-EE855FCC94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D76B1EC-91F4-CA4F-EC71-A431CA2081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F3FDAA-52B3-1A26-3467-AB3B5B51125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017A76-8687-5152-4D78-C8C010FF5C8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BA05C-8B0E-480B-93A3-7BB22926E12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AD9560-32AE-BD6E-D9BB-321B8B5D2B7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0BD475-92CC-D9D7-B7C0-B590282E80E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5DBC90-D6BA-DD67-D216-5CF5219D54D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552229-EF8F-BC5A-82C4-7314DB24B42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10ED34-ED09-3FCB-7782-C084800B398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C10D10-A4AA-B6A6-3746-D73C081B70C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C7E5F8-F09E-0820-C4C3-66308C614E5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D2C12-84B6-04DC-897B-1019BDAFA80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968CD3-C6B4-5016-586E-752B5738F77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D06E6E-B945-D82B-9B84-6A8897D8E4A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F63703-23AE-C4C2-EA48-65C68581B5C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BD4B07-CA8B-6FE4-5555-0395F4D8894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A28E3A-FA4A-D888-1230-BC3789FFB5A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D30BAB-3791-3543-A2AE-994DFCCEC65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323DF0-690B-F959-9F1D-4749298A27D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357D1B-5ADD-7CAB-2628-64211AB1C35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D936B9-A28C-9EC1-AC3F-3E640309B68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5A3A22-5B2D-0C67-3FAE-BEA6ABC220F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622716-BEDA-55C3-78E2-CF409A2D865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CCED66-AFAE-8914-BC98-AD417423C94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19F537-8451-9DE5-D00D-15FC08A84C8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D98227-35DE-7057-85A9-B69D563A957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C50DE8-2BE9-6501-7C6A-108E55F071F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7F5683-11D3-82D9-F832-E1B2F8A5FBC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5D2A8F-22EB-03CA-5E4E-2A4944F6F5D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5EA006-A5C6-9EBB-EBC8-3C7E847E5BA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B1BF58-36EE-FBFC-36CB-54F0B219483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288B0F-7307-BD9D-63BC-40FF0F063FC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CE963A-E03C-241B-5B6C-CA731C6D316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87C962-CD46-4ECB-3CC0-56D13625942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</p:spTree>
    <p:extLst>
      <p:ext uri="{BB962C8B-B14F-4D97-AF65-F5344CB8AC3E}">
        <p14:creationId xmlns:p14="http://schemas.microsoft.com/office/powerpoint/2010/main" val="842394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52855-AFD1-201C-1A0B-A764C8B70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D6F181-8FC9-1BA8-95DF-9BDF4AE2B5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left center block, there are five cells constrained to be in the range 1–5. There can’t be any more.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DAF84E0-3ACD-69FB-36E8-45559A89D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DE3602A-D6AC-FE53-345E-48EDD441B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782306D-39DB-0B6D-C711-54E4E39E14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44882B2-A530-13E7-11DA-CD638E39BB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36F71A-CF43-3F15-D976-4D9DEDE2688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AFA6A6-2D60-2581-94B7-84C46F8B451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248EE9-62AD-C41F-317C-CF1EE3F75BE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345D00-2471-361D-FC11-A481D0DA0B2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83970F-23D2-681F-CC07-FA670D4FAA7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F49C12-55DE-AB4C-3313-5212F301D64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34E5C7-32E2-4178-B02F-E780800454C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09F0A2-48CF-74B3-C42F-3A6A65A2F1A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512766-0661-DBD9-0DC0-67DBC671F34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EC0995-8F21-908A-91F3-A0EC2FD3C73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70D2EB-9BD6-B3FB-ABAF-183B6ED4DE4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E741D3-1416-DD5C-D8A6-08B88738A6C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0D062A-73CF-BD40-0F7C-CFCCC03719B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F707F7-619F-81BD-5F40-7F7A7054048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32A52D-D963-7EEB-0FD4-6F771D8E799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6ED97A-8A91-E4EA-A08E-43443AC8FB7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411350-9BEE-4E5B-A29F-3F64528D075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425396-817B-9C8C-B3B1-05FEA05E077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36FE12-6207-2927-8149-8D5727077A4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346E9B-EAC3-E34C-DF68-31C4C91A28A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5635FD-B7F1-C7B5-E6C1-D10275464D1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15E26B-4289-9252-F6CD-18F0DA7E499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864AF6-CC81-CCF9-9C8E-8F17090A62F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5664F1-0D03-C938-009D-487B7414F17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0BF093-CB3C-5757-B42A-9A32F1693DC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2BF2EE-7708-2317-068D-E76C3A2FB6D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405ABC-E752-597F-0540-F83D8A15F32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B92B4A-0D84-B77B-618C-6F956755E30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68F643-CEDB-A630-1897-2CB2238EF2B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06ACA2-98B6-DFB7-736B-1BB73562293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913DA9-EDAD-FDDD-30A9-0027CFFE352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A1D5BE-F3A5-424C-A45E-4254FEB7A02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CADCAC9-5D8D-04BA-3F6F-716DBBA1D06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BFE4CE-6422-6242-9AD1-8CD668D9869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771010-F556-0A56-0C05-DF2FD77F295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1185224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DC05C-F571-146F-6DB3-CEA83FF3F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7CBC23-8CDA-72CD-4907-27B18776C4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Between the two [8 in 3], one must be 125 and the other 134. (Both can’t be the same because in one of them the two non-1 digits will both be in Column 1.) The one in the left center block must be 134, because there is nowhere else to place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ABB5B01-4831-F969-4420-492A70BDD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08ECB45-B562-738C-6FD8-4A42CA616A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B29CB11-AFDC-8963-08C3-A9FF28013B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E232951-962B-D036-5B60-EA1CB7FDA3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C0C84B-322C-38BA-4590-9A9F5990969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BADFD7-6E8D-28C7-A247-8801014B02D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8B44FF-0830-CA12-2BE7-E57E0D84AA2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DD4DBB-6A06-826C-C85F-E8448C802B4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A41F13-951F-53FC-4022-9FB0739F03D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4B0FB2-0FE1-43CB-582F-C3674BAC675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14D399-6DED-39D4-B4EA-8B0C9EA1BAF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914242-E06D-00B4-338E-38AB0F6E6DB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253976-58C1-BFF5-6149-BD0C9218122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AC883B-372A-3116-06A6-3A702CC4EC1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BEB9BC-58FA-D667-4542-16E32824B3F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FD2EEA-D093-7B95-49DD-65A8A041F22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9C3563-9909-FA37-F476-0D663CBE52E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A5FFE0-6906-D525-D4D7-9CC2E721ABF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BEE6BE-1AD0-48A1-EC4E-B41CD3C976E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D352A8-238B-9401-E34B-1818ADF32CF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8BA52B-CD8F-EDEA-459E-1D64E0D505E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791EAF-A2B5-42A5-5C1C-D05AA67E97C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E2D73A-98FD-C73D-CA4C-533ECE404EB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17BD48-B2B4-4894-5E8F-D30DC3C4A4E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6D0214-1805-40BD-27DF-3B6E60AE3E8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3807A8-45A8-67DD-C5A6-2B0D46DB4AD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0DDF1F-6AAC-7B09-AEF9-39C24B145CE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FF8215-6C56-862A-B43B-0DFA8C0177E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B43130-BFD1-EFA5-890F-D98E32DD1DA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72D4AE-E525-0B82-D76F-6AC3EE8B6B3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452506-A89F-FFEF-4191-6E6A3DC40DF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76BD92C-8D6E-DFE3-2E1D-C3830495A62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73F479-9B01-1184-7FBB-7B367EC019D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6270C6-680D-4047-D72C-A1203B8183C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5A078D-A4AD-3175-5BF1-1F8FD69F2FA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A442487-26D1-7611-4F51-A155731A4F0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756E40-3604-9213-EFA0-93353AA068E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986B2B-42DC-2892-9C76-2297F1255D8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7519E8-11E5-569B-4B05-E14F4BB3DA3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1940660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9C83D-08A3-527A-3320-0020E5EAD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AED9EC-A413-3060-2980-F9166FF1F7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D3631EC-82FB-D087-EF69-AAC3FD571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3467011-9DE9-4A6C-1CE7-B12A0395C2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217D70C-EFD3-C5D7-F38B-A652C70A3D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A806238-BF63-9DF8-10B9-83349DCB8B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A35E1C-526B-9A9D-6262-EC4BB477C81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B73571-9950-5943-80DE-DEB3B048610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3B4723-11DE-53B4-0553-DE5D73ACBDC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CB0CE4-C2DB-D801-B57B-7A45710A056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0F7C65-7A15-90BB-8540-824D2123E96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5B3B55-92B8-EA9C-58B2-C7D1D36EC55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0CAB4A-ECFF-1826-0680-2832647375C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8AF83A-82BC-5FBD-7C8E-57A45F58670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7E7BBC-35C9-67DE-A8DE-0E1C4BE5284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10C205-4898-F487-E6BC-AC064AD89F4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96215D-B3ED-4D72-5CBA-38375542246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859347-8235-F79E-85BE-F1E0A8EB474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DA38AE-A5DC-F80F-CD52-A64B549DF40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F8A794-7E30-BA5E-9D44-A5B895E80BF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5EC62F-6ECA-496C-716F-83C73C75E77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69EE65-E1B2-2A65-0DE2-FBA1FEC9F6A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1A61C5-CCF2-0FD7-2090-49A46C51627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9AD1AE-7057-6802-B5EB-1A7D0CF7138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6FAB76-5037-1176-1F27-9B3230D4519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77AA5B-9CFD-87F5-DEA3-B828528D940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F814C3-2679-1A68-C912-4B19A6D4504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C66204-79C6-8DA7-FB5A-6F1BC7BCFC4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ECA47B-6144-7AFB-FD84-58652ADC34A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09F6F7-56D7-7C65-59EE-09347DF631B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420AA3-23E0-1B99-FA0C-4FDD75F8218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E1DFFB-179E-744B-D0F1-3741836D056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0E1BD1-EBC3-F32C-6942-6C94D936BD3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3BB15E-6954-71E1-CBB0-C05C3C46808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2C305E-29EE-AA8E-7EDB-83E69379EDA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C253AA-FC75-1236-97A1-9F7E2758BC7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F480B6-908D-523C-AEB8-D27B240FDB4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C474A1-E376-A536-C342-E0A6F7A4BDD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28E99DB-29B1-0693-1993-3C7B2578CCA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A6B1AF-AFEF-1DB0-9746-65F7945355C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EF466C-2983-FFAB-573C-ACF8C759785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27889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25390-F8D4-7490-99C0-0F9788229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504562-8B3A-BAA2-28E2-8659D0EA61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DD3094B-E363-1760-135C-1992C0CA6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A72194C-9674-A348-D907-9710EB9988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74EECD5-27A3-F0D3-EDE5-33D2DF6770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7554B58-F90B-733D-BA98-61A1A86342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2ACBD9-867F-5B4B-1467-73C433B46DE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936639-C3A5-5356-E7D6-938BF3F6D7D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2B9445-6A8C-BD70-2CAF-3FBECECD7B5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05A5C1-0847-8D0D-64F3-3C1881F3D04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249027-BA28-11D6-FBED-748EBF823B8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05D9DF-2424-4D44-1C32-C01D6398459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82BD75-2DCD-1EC4-1C5C-B7A92098549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869A99-1CBA-0294-891C-D1067BD7090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DCE909-0A4C-1BCE-F089-EA613D5BFF3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02DBE6-F16F-3421-0BB5-6BB670CC8CE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C60869-AE80-9380-71C5-50A27438761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FE4D6D-7554-7617-80BD-F8DEC3587ED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D54156-CE1A-DC9B-4891-6D407D41EC3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DC6E2E-E28A-7092-DF40-F1B3F65A843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A3EFFD-458E-FEAC-89CF-3306053D517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E758D5-C064-3131-6458-9CDD3B522C6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2DA6E6-7D51-FE16-F309-418D75CCA62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8296F2-0D95-2E63-B609-27BFC2DA933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1CC40E-909E-E290-7D48-F6AB8F077C9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A9A07F-D956-D771-2ADB-279EDD66D02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31CEBF-E31F-2820-C75E-C6706B465D3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C899FD-39B5-128C-FD3B-67744A8C077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A5A200-8701-3EE2-DC25-029B24003D7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3FE8DF-C69B-68FA-8DC3-6A5303EEBF5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B0C415-F15F-6377-11ED-1604ABBA1BE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6CD775-5BF1-3144-651E-2925A31C724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A1EBE42-C693-C939-8461-A1D04DCD560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70A571-C766-5DB8-C730-F60B7FF5D82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76E896-15D2-90B3-325A-4D7958F50F4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4EA8B3-63D7-147C-A0F1-528B8F9D54B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BBCE58-57B7-92A3-B738-242AD9C0047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058CC9-4217-74B7-0391-AEC9C466EF4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EEAFA01-4BAF-E02A-4FD7-57BC958CFED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32CA30-8798-BEF5-DD84-74EFDF93AC7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DA7B4A5-CD94-041E-C451-E4CEBD9AFF0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83226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6FD1A-9257-94E4-C6C6-E05CC430D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8C208F-894C-EF5C-93F4-7038989A92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[12 in 3] contains no 1, because both the [8 in 3] and [4 in 2] must contain 1’s. It also contains no 3. 246 is the unique solution in this case The 2 fits in only one cell. Then, the 6 fits in only one cell.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E8074E1-6F96-1351-F163-434884917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4B2B11E-85CF-641B-3C5D-A2293029F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8894B2D-957F-3C29-E3FC-7833F2F767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8746FD5-CA0D-EA67-4C21-57147796A9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7B83B4-778D-B53F-E8B2-33A90E14A0A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73DD02-2353-1AA3-D743-BC6231C70E8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3530D1-CE8F-BFC8-829F-606CF6D9A45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3DA612-636B-BF5E-9137-11F58A6E5F5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EB4B25-339B-29BA-B6EB-A35656AC436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D83409-E1C6-8702-9083-327F89EAFE6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0FC55B-2B98-C84C-DC31-B7A67F1841C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EB8DEF-45AC-2BF6-5F4E-DE9BDD1A381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1470FD-687A-4FCD-A903-0ED94AA48D3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5E3A20-6B48-3388-B38D-16BEF69E907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7D8F9E-A003-8B80-A68B-9A9B59077AE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FCC30D-DD09-9A5D-6494-69994A2AC7C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9C6181-70B5-F8BC-02EA-C3A907850A4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EB8CEB-8AED-4D78-CDAF-CB334B7F4E5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71C389-F5C2-2B35-2A85-41917916092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D5844E-76B6-2F1A-8B59-29A0719E4C7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AC36F2-6398-965B-A08A-81E633EAE6F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4F1716-E62E-5AA4-B47D-2242729A2B1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005210-EDC4-1AE8-1CAE-1B49C0805F4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E79C2B-B485-E856-081E-A47E128C566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7385BB-46AC-EFC8-C351-96B4AC393B0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496F49-256D-94F8-B10B-3A0E6D0DFEC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10FF26-5942-A91B-0519-91D02A82A91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527718-BA31-45DE-5FE5-BC4152B7B38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B2B5C2-1819-D212-99D0-21A1D36BECD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3A6EE2-D17E-DC95-EC9A-2B814B692F1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C1A150-E615-F93E-EDBF-7BC31CE5559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1A1F21-1D29-50B9-5E85-AE73743312F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44826B-3D3B-65F7-7ECB-0ED945C7EEF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3FBC93-29CD-D955-E43A-3843121ECC0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EE51DE-AAB5-C5C4-75DA-0A30162CA24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C1502E-9BEF-6C39-47C8-5743FF42659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1F27A6-3013-084B-29D9-1E0CBEC380D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003D079-04E4-8F79-552D-D5F3F953B81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DCF8CB2-20B1-28CC-5E55-B63EA276557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22C1E3-3AE6-7110-F3C9-54E611AE0D3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4012063-EBED-9F07-C208-932363620C7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FD82E3C-9086-62BE-B8DE-6292A901218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67521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29C27-0821-59B9-5C64-15CDA4A73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4F52A4-49B8-6FA1-ECB7-25FD2559ED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43B3E5B-4123-8DA6-69D4-2FD324BF8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9B95675-1C08-5F45-E73B-7313C9576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B3F9B1E-F159-4246-5163-7FE77A99D7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4543C23-320C-C014-4685-09CBC3662D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140D63-7726-A7C1-DD9D-6B56696CA68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EFE91B-C791-1139-52E3-FB6B86E7197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7D56FC-EF44-2904-EBFE-6AD3709EB19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4A9FE1-2EBA-255A-0B5C-46888575F35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777F0F-6E13-E1EC-A6F3-157231D5E06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3E0E8F-CA74-A52E-58FE-898EBD411A7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C3D0F9-DC5B-79C6-DE46-499DB73BBAD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19B2E6-9FD8-0FC3-D89B-DEA0BD07956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A0925A-4B28-6279-1BCE-B5C5D0CFD2E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A341E0-DE43-E8DB-3DEC-3B5A3093391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D7440D-35BC-9227-9539-21C5F6EB291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883ED6-6257-8116-5CF6-74D3610B0D9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BCB2AB-889E-07C8-EBD1-917305B3DDA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D38E1C-ABC9-BE9D-0EE7-17B821762C7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D13D33-11D8-1F71-CFE4-F77F498E5EB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DAC64A-EF77-6601-9AF1-0DF801C3248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172EB2-1506-1EC0-D124-07C6FFA530D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274FFD-177C-E9BF-0A6A-EEC22B9F5DE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220AB1-4CAA-85D6-6FEB-8ECC4B31871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27FAD5-A472-04DC-61D3-6CF6DCFED29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1045A9-BE2A-594B-3427-B06CBBE5EFE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0D9029-2260-9354-A0B9-EDECC883C2B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A66A0C-C895-6AB5-2233-38EB81E6771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F14F8B-AD5A-E379-3549-34B431B78A8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DB2440-1618-9B49-A0DF-96CBA1A9142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F684DD-8A82-87A2-61E2-C8FEBDBCEC1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6C8303-4CAD-D337-3DDD-8EBD48959A9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7439B0-27CA-9DCE-4DF8-A0FD0433384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DB2718-3B45-7589-402A-0482FCAE6C1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5BE80D-3A08-E612-EE40-A6D7D6F0314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BF3179-25C2-6253-6FAF-F53E010C62B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577DCB-BCAB-F631-DFB3-DB98C067003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5AF9B6-D679-5B89-0970-79CEC33B426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5BD271-2E03-CBED-1183-4194155D990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AB0783E-2582-1456-389F-6C621703D98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301E5A-A9B7-3E21-5CD9-AE59DEB6C69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B5CDB9D-397A-D61F-3578-1540D91C539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D9A428-46DC-A870-D120-1C4BF7D55C9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27409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93A83-2F3A-8E9F-2EDA-A14C94D57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8EAB65-2260-A9DE-1CDA-4F29B62D0B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upper left block.</a:t>
            </a:r>
          </a:p>
          <a:p>
            <a:r>
              <a:rPr lang="en-US" dirty="0"/>
              <a:t>Then, complete Columns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4ED014C-8E87-1BE7-0B12-70AE2AF32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3DD1C27-255F-29F0-52EC-95CD5A406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8A8D5DC-4CED-CC2F-0EA2-B698C1FAE9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0884990-94B7-4960-E7CB-C580B0622D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20388C-32F4-1398-5ABE-FC916208DA6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3E8A8C-AB97-2639-148A-005D741B9D7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4CB97B-9403-0B1A-0E56-B13C67A9A68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2B109F-8934-BD1E-D95E-166C6CE2345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A482E2-268E-8DCF-392A-91F8716DE4F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F084ED-95E3-B795-C54D-8C18CD3FFE5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4E78F1-C824-DC00-9526-4FEB0DECCD0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3D9200-EF87-0FA7-3BF8-A442516EB9E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31C3FB-472E-0991-EAEB-2191BBF1D9B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D51884-7FCD-2DCF-41B9-E4EF6B5F4AA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9C8236-938C-370C-6EE7-4698687BDEA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F4D88D-54FA-0D06-0DF6-121E3197468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67D54D-35A5-F3AF-191A-853F7F0805E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92DB78-618A-3A8C-53A7-DCA752E928F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BF25ED-4493-250C-B194-F1559295F56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F700C0-C0F0-2E9E-F34D-6EAB1971AFF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2AF802-5B94-9AE7-F8F1-69B4B576ACE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FACACC-BC21-A15C-D4A1-7B8DD8BCF4A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E4D4E3-04E2-B61C-D269-79E812B8151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39E9E1-ED38-3099-C58F-B7992C8DF36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912CB9-AC11-F0C7-FD5D-C881F0C5627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B659FF-ADA8-E09C-19F3-00AA50DFBFA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0CDAA6-620A-533D-7120-D7D2F369E29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D531A7-8D42-A6D5-233E-033B46931A8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987A3C-92C6-E5CD-5772-FEA5A2BF3D2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A7DD18-F5F8-78C9-9C27-91D0C9C3C92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280E45-BB4B-D69E-8B70-B525C4C5A21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03E483-E106-215F-B5D1-8BB552705C9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00D396-3EFD-24AB-B10A-CDAEF8B5C76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31C0A2-C301-59C6-B884-D193CE9E30D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1FD11C-56B5-F466-BAD6-9D68C52761A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81E5DA-C43B-9F85-949C-100021F1FE8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DEB38C-576A-4171-D843-0AA82D798E1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894A20-566B-5A01-5837-843B9BADA4F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689589-015B-F459-2FF4-54BC3884750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B9A377-13EC-2EB3-BC4F-49CE03385B1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E697DA-E456-7245-06D6-C22A0082D1F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9F8625-7277-F265-A6BB-99EF6C7F02D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CB1B96-8651-6EEF-44C5-C105FD63284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CF8547-9EFA-886B-1CC9-ACCD506A97F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C9A2B51-559D-D7E5-CD47-39DB6C1AF5E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96D22FF-257E-B1A6-A3B7-E84ABFE4A62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0CF910F-575E-D2E6-390C-E47B325E3B0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479A8B1-33FB-155F-ABE1-F8EB2CE0327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23579</a:t>
            </a:r>
          </a:p>
        </p:txBody>
      </p:sp>
    </p:spTree>
    <p:extLst>
      <p:ext uri="{BB962C8B-B14F-4D97-AF65-F5344CB8AC3E}">
        <p14:creationId xmlns:p14="http://schemas.microsoft.com/office/powerpoint/2010/main" val="3085608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981EE-4F69-86A3-9F36-8D4ED2E16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2544BB-B6D3-C538-55D7-1A2AAA4A56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bottom left block, the 4 must be in Column 3—and the [28 in 4].</a:t>
            </a:r>
          </a:p>
          <a:p>
            <a:r>
              <a:rPr lang="en-US" dirty="0"/>
              <a:t>That constrains the [28 in 4] to be 4789.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390B5E6-082A-F08B-E1C0-1381BB1CF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5138EE8-ED16-13CD-11F8-3F3EFDDF9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081F4D1-E346-43B1-173D-210C50DA7C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CA9AB4A-255D-243A-43F5-EC56649E35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87B3BE-7550-990D-6350-5898C401906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963AE8-98D9-67DD-DFED-DD77075B08A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5044F5-AC65-7475-21D5-06D8D5EFDEE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037B5E-083D-87CD-3EB0-8BFF67790B6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F96C91-EF6D-7009-25CB-031DB9192D9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7A7A62-972C-8382-FC66-5458B2EA52A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FC0677-DE9A-D74F-63FB-EF2DBCED705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9CE762-4E50-DE0A-2778-858B7E8C5CB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3F99E8-7801-7A1A-6B70-5202DBAC35A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C31EF5-193A-2362-6800-0909AC03A9C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28BDED-210E-5CF7-10DE-5EB28F7BA8C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D8AC95-590C-1DD1-1543-AC2622A6A8A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A671FF-5E2F-6184-4CBF-C58F5B2A9D2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EA888C-6B61-6E1D-5309-28814902742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A64AE6-03A0-6118-CBA6-0A30168E91F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1D30F4-54E2-45BF-AE18-9DDC9234C7B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6F3291-E127-90AA-49D5-D389B320182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1596FC-12D8-D9CC-4000-A2194AF4D09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FC7513-057F-4884-642F-DC4DCF65957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29BBD4-8934-8F6C-3869-A50DD6A9A9F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C3A251-1AC1-2263-31A2-8EB8B3399B4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898643-9E96-0E28-6BEF-832BB06BE2E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9C9896-4041-CD98-DBFD-8F6F0D14D1C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11CE34-CF13-1404-BBC9-FCF716862C4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7848EB-D11C-7012-335B-3B33FB52391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8D15E2-DE9C-37DF-E6A7-DFB5A1A2804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41198F-5761-8B2C-FD43-FF5FDF31869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3885A3-236E-598F-C2DC-26F3FD6977F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D69A35-AC96-3AA5-EACC-AC32570D29E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7A1E6C-86E3-4E9F-7D9D-70D6FD83606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945C23-F76D-4196-D7A5-BBE24FBC433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F1969B-345E-042A-0794-C8E45E2AD3A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D05A7F-A3FD-8783-58AA-BF700C283B2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2DBEFD-BBE4-8428-5567-E846317D301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A04CA5-0344-1A9C-0B03-54CE85BB264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E5AEEF-087E-B56B-0BD6-065AB0C780B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EDC260-E167-EBC0-8294-28E2D772A41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A41D431-794D-2D08-E95F-3A3CE61808E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664C73-C2FA-0DEB-E7E6-089BBB7D52C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75A6F9-52D2-229C-71FB-F656FF81396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F95715-DEA6-971E-4C21-EB8697001C8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2670BD-DCEB-6A8A-67B8-2A2E550E018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23232E5-6DDC-3884-549A-15DAC85D108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7B03EA-E3C7-99F7-A71E-544C85CEB83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23579</a:t>
            </a:r>
          </a:p>
        </p:txBody>
      </p:sp>
    </p:spTree>
    <p:extLst>
      <p:ext uri="{BB962C8B-B14F-4D97-AF65-F5344CB8AC3E}">
        <p14:creationId xmlns:p14="http://schemas.microsoft.com/office/powerpoint/2010/main" val="1884133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3B71E-09F4-0EE3-0917-4348CDDA3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4ACBC8-7B2D-D349-7839-5986323217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7, the [12 in 2] must contain a 7, 8, or 9. Together with the two 789 cells, no other cells in the row may contain a 7, 8, or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39BE501-E089-02F7-2A76-7E7FE178F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FBE2F01-0A21-6FEC-A574-EF1DE68EF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4B8C606-6B71-79EB-03E0-DEEC1CF7AA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E40DB5E-32A5-26EF-AF92-BB7A957865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D1311B-A673-46E6-9D3F-A1CE455CBCD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4315DE-0645-B0B9-BB11-A42D0AF9209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0C4ECF-82C1-76A8-90CB-C188DD2E8A6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8D7DDE-ABF1-BAC2-796D-5BA5928274B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95C67E-04C8-9911-3DC4-6E0960D5108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C2E450-7A18-4A88-343B-4AFC57827BC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AF9D24-8487-8D87-C68C-E47AC65448C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714EEC-C532-1C36-2504-FD22B5C2FEB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6623E3-8DAA-3573-6443-1204F87909F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F721B5-890B-2240-8EEE-BE0FE30378C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0F3D2F-90F3-0532-BD07-7D059BEA486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E9CBE2-6526-737A-E979-3A872C52DBF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B9568C-2EBB-C297-E410-F8C6BA461DA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25C604-3A34-C092-C2E2-91EB65E3BED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95894C-2EE5-7813-48A6-750E7B1B370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B9B073-BCEA-DE34-4A06-A8AF5DBA0C6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4860B1-334E-6951-176C-D8BFEE99640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6E9AE8-6E81-7159-C35D-01EAA97452D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AC038F-302C-B8FC-DEAB-DA5A0179BDF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B07101-B07F-B531-476E-03D735E1614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996574-D813-A04D-E417-4820E4C4252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F0F375-C13F-0DED-8CAD-291FE888B63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3C85FE-6E78-4E6E-BFD3-C38F84039E8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FBFE4F7-FB59-200A-D229-98BE377E183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F6E87E-2A9B-C05C-3A2A-39BEA6B50B3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44BE42-4B4F-336E-4EAE-5DE85E3FEB7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147478-B89E-114B-14EA-79C2A716121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BCFC93-EEBD-ACCA-A8E3-56C47DEB3E6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C6AEB9-65BE-8210-83B2-8F49F87F6DB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34C892-C192-B533-2D8D-AB1322AE07F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8207DA-CB03-9658-AD9C-6D7777FA516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8A4194A-9A80-9453-C43B-22007E32F3E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09705A-7377-1D0A-9B47-CCEC4596A37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DFF133-9A20-BE68-F431-B469E386450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F74E69-92A1-DC00-5C5C-F245CDE3754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0C536E7-9135-0C61-C445-2AFF0A4B41B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4B8276-0441-D857-1155-E05AE9CC815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6D30AD-C84F-8494-C4CE-7E9FD2EC828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34C87B5-87D7-3711-C983-E31F8F1E2F3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008D98-648C-83BB-876F-CB845FCB7B0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D828D2-08FA-CA35-047C-91C97AB6594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EAE622C-CC95-97B4-3E44-B5DEA55B260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C59300-35F6-8A85-D834-44F5EE72F95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8ECE129-9252-BD2E-CC94-F98CAFDC738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93FF6D5-091C-ECF0-6EDF-1EA77C2871C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9612C7A-CA78-F0D6-FA8A-A8876B0B57A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F06D2E7-487C-B67E-0646-BA40785B987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</p:spTree>
    <p:extLst>
      <p:ext uri="{BB962C8B-B14F-4D97-AF65-F5344CB8AC3E}">
        <p14:creationId xmlns:p14="http://schemas.microsoft.com/office/powerpoint/2010/main" val="1143243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D400D-802C-A87C-8BEF-E2B2C1FC1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79B365-5919-E268-9395-1A85AB3D21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AC99622-142E-6B41-871A-39DFC8016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2FE514D-FA19-16A9-80C4-F702FBF49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3912CB9-23DA-3ACC-A35C-7469ED932E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B2CFA9B-0734-32A8-7A2E-E8EC4BD15C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C9E046-3A79-9D4B-FAB9-3FBEE41A3D9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BBA455-30F5-E191-CA87-89EF6CDA762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6072EC-FA79-BFCB-6BA2-CB4575614F3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5BEDEB-CFFC-1E55-2D02-D660BAE8218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3A5092-F3BA-AB43-ABBE-E24865587C2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F56F36-3C83-2B6B-2D8D-516604E0E2B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68E1B5-82D3-667B-ADCC-E32857D6CBC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38D4AD-55A3-F877-9831-7FE3A2B9DDE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D57611-DD76-BA0B-4ED2-C84FF56C663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D1666E-A0C5-9AC3-E6BC-B6AC857D438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31B24B-A26B-55A9-2CDC-89B4A193B12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A7D8B3-C29E-3C7E-56C0-A339ADF1542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AD1357-3469-D7C5-F961-3A355CC265C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A88DBE-DB08-C487-5C71-9EC319E108A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1850CE-C168-9ED1-1B80-768340E8E9A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83A0DC-1F67-B765-FAB5-3A8126DDB82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8884C8-4C07-814D-EBD8-AAF1822FE7F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F36C2B-1F50-5DE9-BA12-D6AFB43CB74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8A9780-871D-89FE-FB5B-86BDA050A6C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945118-E5C8-6683-1FDB-F53C2875BAB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9753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DDF066-F5C8-9E47-A9E7-37260408BEB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A79D43-2371-8221-D548-E8E0E4F146A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D30310-F777-65EF-EC91-28464383327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D30634-75FA-4D3B-0F94-026D7168E03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750AD0-40CF-1342-6D32-BA18B788BA0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6F57DD-6E97-2F31-A870-35E9193C10B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83B47FB-786D-4D65-EDD2-D2CB733E96F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71D9D0-CAF0-D570-EDA2-06FB01D381C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4F1B31-F760-2AE2-8AFD-BDCDB93CD2A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B9A7E8-EAF4-B71D-5D39-A15852BD7E3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877ECB-4863-E037-8584-A6F94046ABC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FF3854-A65B-C3E7-FADA-48151C81130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71B19F-7536-FE55-FB8E-38D1FEAFD63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41D039-0734-79E2-1B86-0B7977F46D2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524D8C-7F0E-FB55-CD08-3A81C41831D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143989F-B148-FC88-B393-743A59ED631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F2D14-91C8-16F3-D86D-0A0511D13C4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3BF89E-056F-AA50-C4E1-CB937551525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C0F685C-887B-71E8-82CB-2C5EBFCD187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8951B24-22D0-FF77-5257-68F5D7A5B24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94D7920-21A8-A577-8B6D-5EB6E9D040A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34D4C0C-A8F1-5205-5C0C-42DB16D25C6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16D28B-5D53-6452-8CE1-0FD2B0FB555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6D3501D-4EE7-9421-8493-8249FF23FEB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469348-23E7-27B0-69A4-B41CE0C7F05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84E16B9-94CD-2FA2-325F-E2320BBFCF4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13162C1-B8FD-0349-4D88-C535BD767D0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</p:spTree>
    <p:extLst>
      <p:ext uri="{BB962C8B-B14F-4D97-AF65-F5344CB8AC3E}">
        <p14:creationId xmlns:p14="http://schemas.microsoft.com/office/powerpoint/2010/main" val="740074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90AC0-8C62-86CB-DD35-6A1AD5173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A6E093-B4D2-867D-ADDA-096D3E5573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7, the 8 must be in the [28 in 4].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E4D7B4F-40C0-B631-8CE1-EB0039761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C089A4A-170D-83C6-6A38-A12B547A69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BAAD34B-A32D-83BF-AD3C-6866586E6C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385DCAF-B6D2-2C41-10A6-643F231694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0CE69A-C456-871D-2CD9-B5CC440F154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2B4FE7-9F9B-44D7-A32D-92A2500FB15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EA7919-CDEA-B4A7-7ADD-D39A44306AA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A27E09-31E8-ACCF-9531-3DDDD11C40D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80B0CD-7E3D-E33B-1D00-77D549DFEC2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B14859-89A7-C7CA-126B-D6930E7F3C0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789450-EAD3-61ED-77B4-E11F1F4BE9B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87027B-BBDF-B9AE-1638-323EC0AF902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43EF38-BE4F-85C5-2454-F180C827024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681811-BC00-EFF7-E46E-B79DD2501EC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B93FE5-419A-AB63-1263-CCCD886E33D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5A1623-400F-18E3-4280-5FE054121A7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5279F3-D18D-347E-2C91-BB0CA8E4536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296772-0B5A-FEAC-F8B6-1C9E44F57F0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E69A86-7289-7349-F8A2-3A1C4E72F6D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5EB269-7F7D-0EA8-4B4C-7D717312945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7943D3-253F-218F-EB1C-62B5C08260F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911FE3-7411-EE10-19D5-FEE6D6561A2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5B8F1B-8344-2F90-3D0D-E4BA12CC9FA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969619-CBF3-2293-C66C-D8197D0991E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9753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0F8D25-9639-D4FD-6194-817239AAB4F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6147B9-720A-A8A0-FAB4-C4FC359D5A9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91BDB7-0633-C805-FFBF-00406FD20C1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BE07C7-8AB3-2B1E-1ADB-662B606DA8B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FE4E55-55F9-CDB7-6D23-4005CB9CA98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07B1D3-6D2A-58F0-7004-CD17D960A3C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02C947-8C6A-2B22-2FEF-0965F838403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E500C0-4851-F8AB-3BFD-B1B3E6ABC13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E00352-CE06-1790-1407-9ECD7153FEE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658EFD-190C-A3F2-5A81-5C62C5320FA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27AF8D-F2B3-F3DA-8D9C-FAE3CA80914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0DBE65-65D1-AA59-D9F6-0750581E25A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823509-FFB9-E84C-AA2B-73DE7B9F6DE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6E7B233-553B-C30F-D60D-6D9119E6337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0DF794-769B-031A-8D3E-6FC9857B122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30C96E-EA8A-D00B-689A-FC44D85EC2B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34B0AE0-E932-F977-38E0-018A5806F7C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08BFE3F-B6E2-8F87-3D0F-F8DAC948CD9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8FF841-6610-6B26-58DD-0617F29C80D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89FCD8D-B742-93AE-F470-39A71AAAB89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9B7A204-E669-B97E-53C4-6B2416E7A9E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5F6F74-94C4-6F25-5C71-4CAA7AD9201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4B12C77-0108-17E9-FCE9-8C304EFD21B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7E573F-6DAD-0A15-B6BE-57414651EEA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8FDC15-F53C-24A2-C654-EF272EF4BC6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F2EBC36-457F-5DA7-3485-BA5163F52FB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F8F183A-ABBA-27EA-E6E4-9BF6DAECC68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</p:spTree>
    <p:extLst>
      <p:ext uri="{BB962C8B-B14F-4D97-AF65-F5344CB8AC3E}">
        <p14:creationId xmlns:p14="http://schemas.microsoft.com/office/powerpoint/2010/main" val="2366381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9D6B4-6DAD-60C6-8C30-14209E2CE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FD0C70-BC13-BA33-4510-EEB418EC4F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0B32426-74E6-EBE0-335F-EA90208F3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FFE6369-4A45-4AE5-3BFF-49CBEC470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99EB7EC-C7EB-3668-DE78-1BFB4F35E3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0B542CB-67C2-25EF-3283-FA4A3B42B5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F8416B-8C0E-C889-E4F2-38F31D5D2CE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75B77A-1DF7-7D10-4DEE-9167E0908E4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ECC7F1-D5C2-064A-32F6-EA8F2B4B5AC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7E1DB9-B88D-F934-86A6-B96FBB27BBA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36E717-7060-9C4E-2C65-EBFBA30AD23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C4D4AC-260D-0E85-60E3-58A9C5B6155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03BCE8-7FCA-65F4-D4A1-9996D0F48F5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B155A8-9591-CEBC-EFF8-4D467EF826B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841454-40F5-071B-85BE-16A8B8C0508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293D0B-8ADB-C3AA-DC7B-D008ABE5984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F8CA39-C0CB-DCED-ECA3-7FB2C5E7183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C4625A-14D9-33B1-F463-FCF292C367E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6B2996-9F89-A5E7-2E17-E5962F58B15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46E31A-37D8-F955-715C-807C194B200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95FE39-5B2E-1D2F-8A26-AF14BE2E22D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E96BE0-E596-FB14-B7E4-D87E7297DE8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0399C3-3368-F86C-605D-0778AD40AFE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6B5FE3-0387-8091-9515-1FA34DDBEC4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193B83-027B-7F4F-641B-8664C5A92CD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A408B9-A2E3-1657-D66B-A24CC60FC57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9753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75B9AA-71D6-EFF2-8FD0-C9743DB49BD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DBC91E-E090-C5E0-8A91-4999EDE26CC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B054DD-7345-AC1B-A74E-50980F6074C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484273-BAD6-931E-B8D0-35578087FA3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AF773E-8C29-55C8-D056-82D8D18165C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090262-B127-738B-DA41-191AD564DA1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BBD8C1-5975-0294-B43F-09C557BF8E9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77C70F-3F3D-ED18-0C6A-3AAC86F0845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45CAFE-50FD-1086-AD69-21B551413DC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C5E84E-E970-0CCA-9498-ACAFC6BDC18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3EA8B3-C28E-942F-53ED-FBD4B9EC183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EC17A0-2BD2-EDD8-B2E2-77DE98172DB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C17D7F3-D3E7-4A78-DB58-3EAE62FC900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17F675-57BC-8739-8390-227200F876F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02991D-4B2C-4EFC-1413-44171100014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C2A208F-0EF7-8328-9C5D-C83D9EBA2D0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495058-93A1-1923-EB51-114C1C40519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798374-A0D7-B690-FBA3-86B3929B07F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0A2971-1C70-9659-47CB-015193E9ECB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9F5630F-F3F4-5F27-96E2-F48E1BB735B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78CCBB-7349-6A2C-BA2B-8A952F743AF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7741850-CE4B-A853-9E99-3507A318CBC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32BC29-4F22-7A39-A0D3-89405F58239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1415F5-D382-C880-9FB4-9F1EEC9D23E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0C1832-1F78-810B-4FCC-CFC8F024A0E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D35303-9285-A7C7-9E02-A2896490D77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ABEC12-3CD5-E26A-7CBC-1DFB992BBE8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726751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87D26-3299-2545-94ED-6E44B1CBF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F35AD7-03AF-A2E3-A8BB-E85C2C890D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4BADBDC-F8F6-0F99-7FC8-29AFB1789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3BA980A-A7C6-AB77-0F27-FAAE84366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2F90C71-476E-989A-5B02-1AC04F13AE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215E5CF-3972-06DC-FA8A-2F0C337FB4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83E2D9-CC5D-21E2-36D3-1ACE325645D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23851A-6EB6-116E-13DF-1B741263942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1498EE-B576-1F9B-5502-B2B0A7E9B24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301B6C-8C60-E20B-DBF4-1789A192435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D3E797-952E-A4F1-47E1-82B8F5837AA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8C65BB-C998-1577-467A-B31AFDADB32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AE4B45-FC34-867B-86E7-6C88E4DB4F2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BDFC12-774F-615E-5795-DB8D25F2360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0273A4-339F-4ED7-B890-433DFC73A74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4CFEC3-98EB-FE86-E0F7-65B3CDFE2C8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E72DF9-3160-515E-2BC6-E30F5D3DC28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F99CAB-FDE3-56EC-23AE-51EC235B560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49852E-B027-1FF9-49F1-F8C50D1BC15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E79293-FEFE-AAC2-F841-6BAC68051CE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6C78E4-EA19-9C94-6645-8824687D8D1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D6716F-54F2-35C8-3D3C-FBC3FA51AD9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16E341-DFC9-1326-8058-C37CD8C8764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E534FA-7354-CA8D-2F90-077C6A43EAB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851660-248D-46B8-26DC-45CEC7777E0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EB207A-A498-7733-943E-0BBA42B16C4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9753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20DC38-E183-7A57-CCF3-77981F9B966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58DA7D-8375-07D6-1DF0-9D77EBB4C13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4CC932-C681-9380-329F-7BDE2928D4A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1B6504-E682-5CF5-5B68-07358AD1A1A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7D2F2D-1EE2-C3B3-B413-BC29C3FAA77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A323D0-05A8-2EFB-6F53-87F7F9E83C5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467822-6C6B-EA93-E5FC-ECC08432B6C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C636FC-67C2-87E7-7D38-2677E7DE6A3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63B4EA-DCD5-90A5-53AF-86467863059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227ACD6-676A-FBD9-A010-66BC635941E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DA0F6E-83B4-0588-FDC5-BD75C8C30E4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8E2C168-AC40-23E8-369C-2E0A8C35083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68FDBBB-422B-8432-B091-F4FC3B9C7D1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BE24257-7B12-F62D-EA58-015AA35A0EC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B4D232C-6EEA-A198-31B5-BA5ABD4153B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93B4B9-74E3-1755-E8FB-2479BAB317E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8C0AB3-4E72-B672-B310-A030C15C934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21457D-2767-3A31-94B6-E7107A62AC6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06AB59-3E4B-807A-A948-AEC97681103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21A1C7-1BCF-AC31-0EC2-0802C6486BE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9395ADB-D6F2-5377-B52F-889F8B8F6F4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800D1C9-6A4A-7A62-9675-47AD2E4F97B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B802FA-75DD-103E-7006-000862F368F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31D5C1-6F27-D3F0-25DE-91ED5CE4A66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105F31-ECD5-73E2-E1EF-DCBC6555A0F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BB3009A-B5DD-3BD8-4BC7-53A1BDC0408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350479-C8AF-09C8-F21A-B51C5F2B54F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26631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71A0C-47F4-6F1A-472B-6E35B4601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567688-BCF3-FD59-F540-1FFE704A82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79143B6-7D9D-2DCF-C0F7-34C564C17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0708263-C21B-AEBE-347E-C9DB25F04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CA7EC46-A34B-1A57-262E-AD85ECB35C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D92602A-C187-B565-069D-5E60CA8382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78190E-6C3E-08CB-F8BC-F0672DE4CD0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653BC8-AAE8-5E2F-2446-46A71D5E662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58D1F9-5ACE-D8BC-50C8-D18DF50A006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33525E-981B-CE64-D547-15C29D0D69D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E7A6DD-4B86-E245-59E3-D01408F998E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5E1E64-D74D-CFD4-AD74-5F7D2D779EC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A7581C-5105-E9D7-3B05-0FE2D641DB2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CB725C-F2B7-AA91-1FBB-CAE73D1B91C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792739-CF58-41AF-BFC7-37A7A03344A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FC0565-3751-702E-8203-D24757C2AFB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F135C4-02F2-CF7D-1025-032AED6C05F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E7500F-3905-6B30-2FD8-69E3908A9C2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F7E323-CA3C-8D05-C421-3D0CD439877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5BE26D-15FB-62B7-F3C3-1245F5D0D3B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275622-FC34-BBA0-370C-10F5DED8DBA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FD78ED-209A-5633-C52F-68A0D718D9A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504D63-357F-4FE8-2AA8-8D578DFD5C2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A9BB1B-4E9E-E486-17D1-382487F0725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19D322-9196-04C0-27A7-EB13E5D7D90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EA2E56-F067-C8B5-422B-D547539FFB2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9753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284034-5AC4-7F17-7CA4-BD667B2AC23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FA8603-5CEB-B2A7-54D6-2B1D2FF8E30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5FFBCB-874D-FBE5-2E93-2012874B66E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25E956-97E4-4B0E-D349-B073E9A583A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4BFC67-2E6E-227B-EFD1-BE6C6BEBE19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A771F4-1138-2C04-7C9C-22CBFACC1BB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DF2067-9A7B-E630-5197-AED428F7586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C397C7-7324-A2A7-FCB4-5B75135C898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20BAB8-F9DD-3D87-128F-01A6D41947B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54BCEE-DD16-C9B9-EBF0-54535F91B0A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889F87-D3BF-2BB0-B837-0524EB7AD42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2FA8CD-EEB0-8E74-700B-31E15FB4ACE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D4A7775-E26B-62A5-19D3-E5CA9DAFC67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904709-61A2-F095-9290-7FE3D985D50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7F9818-4D35-93A2-A49F-2F5061F82BF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664A42-DDDE-785F-DE0D-13C1F4D18D6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3A3A33-BE65-3045-E8F0-D7D92751923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21998A-888A-8AB3-2B43-1E6CB0FD008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7DED59-6091-5735-AEA0-189A828CF6C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5B575C0-BCB6-75F8-5308-1368EEDD7EC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CE45F84-61F4-0613-AAB6-3B93E658480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963634-A736-AE36-665F-8D755EAED90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646AB25-5240-FC09-7213-F162818925D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380F75F-4E60-1EEC-F954-70D674B3737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E93EA98-BD9E-58AB-63C5-3EC89E4B95B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5538B2-D3FB-4706-4F4C-06D1714ADF5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12D798-83FA-AA9F-E7A3-620AF579CCF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563560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9E829-9557-E1D6-D88D-F03A45BA7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5E5077-0DD3-1C58-722A-8B1138884D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AD30397-AD14-1C2F-FAE8-E35AC4A00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3FB778A-68DF-64AA-CF96-67C188085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8DD14EB-40EE-D2BD-14AE-DE11AD2B49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211E05B-D5E6-2AE5-03E1-80634450D7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DF168D-CBF1-BD2E-EF90-1B9A6D794C4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7E35B8-88B3-DE5B-916B-761DC554321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D8305A-DEC4-A8CC-C2F1-32795FDB9DA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3E0BBC-5768-BAF9-3685-16DE6AA3F4D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A566D4-653F-DE88-1993-4E925702C54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D7E41E-CC54-BCA6-8A63-F699809C201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B3F0AD-D1D4-DB31-3492-79D94825AB8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E9FFE0-CAB5-7721-3526-B356DEE2036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15F7AD-AE89-FA32-56CC-DD5A19CDF6B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8814AA-8506-24EC-9E8E-5C6AAB68C58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1B17CA-5226-01EB-9A64-3FE0FE1C375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3444CA-7CF2-5805-74E0-B42312943BF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97DB05-073D-5AEB-BBA3-10B7F2BDAF2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B65374-E04E-BC64-5926-B16ADB7D175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38BBEA-91E4-5EB4-EB41-16E147ACB9C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4C30B5-B595-E19E-3D6D-AE3F610B961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091CCF-F9D2-658E-C72B-9C8555B1E16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4A6A09-7331-3DAA-C9EC-A406FEF6B7A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A21A1D-B432-10F8-E530-FA750E27337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54B174-6CDB-55E0-F054-2C3CB40AF65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9753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03CC94-12E1-33D0-8048-62F4468CEB9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94D3C9-555B-FCAE-7CAD-60713F61AF9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231527-64D5-1AF9-CE39-0CCEDE2FC67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63BCE0-A545-3061-38D7-3CCB4FE91E9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67B0C8-966E-FA89-1D43-2E2EDAE21D2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6D023F-3FBA-6164-FC2D-3C5EC06DDC7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394F60-E1AD-C204-88D2-DF1D4D4A85B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353BB9-3612-7512-F8A7-9CA82F57BD9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17C61-29C5-3D6F-8B26-5E5D35C5551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94AA80-F840-B878-CBCD-58C5CD5D2BE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74FED53-4C1A-9EBA-3FDD-F532DA62F0B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0F1111-81A8-E44E-FDE9-96939888031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02C665-B76B-A652-D75B-32AB24E370E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F9C48D3-B509-6983-B5A3-8590710D513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69C2B1A-114F-AE67-77F4-87C1E2F04F1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FDF8608-A2AD-2DD6-B460-028DE2497CC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D0E107-E3FE-745B-A68F-726537CD2F8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F70673-0101-E7C9-4694-04E12D63188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F9B678-1823-4F31-0D3E-37072545ECA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4AE3C96-7AA1-9E88-D1BF-4F2A1DF1A1F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3DE98A6-B191-1465-2991-042BB98AA45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7762A4-8080-FF06-9415-AE866473606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990622F-14D2-50CB-FCD6-290B72BB0D2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7BB20B4-CD74-34C4-A07C-418F78D6FBA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2D87E58-2610-F5DD-5F6D-3F672DAB5F8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2535433-14FD-A53B-42CB-BF43393F0C7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446B17-8D93-BB5E-0EFD-7396FB5ED0A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A75ACC-712F-97C3-4E45-B71AA2B1A5C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9560CF-9A34-1BE1-08ED-17F32C61152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</a:t>
            </a:r>
          </a:p>
        </p:txBody>
      </p:sp>
    </p:spTree>
    <p:extLst>
      <p:ext uri="{BB962C8B-B14F-4D97-AF65-F5344CB8AC3E}">
        <p14:creationId xmlns:p14="http://schemas.microsoft.com/office/powerpoint/2010/main" val="14000235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874AC-7F20-FC05-B5A2-C35F702A8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78563D-D894-BC0B-D606-D631D3014F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[20 in 4] could be 2369, 2378, or 2567. In any case, it contains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AD234DA-6A23-AC99-79B3-CCEF0FAD4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59CC51A-CEAB-A4D4-4188-8AA4BEA932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F37F9D8-B5F3-6642-55E2-F0DB7B711C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EFE4289-9CF4-B6AF-5DBA-69E05C9FDA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FDEE99-DA2B-4446-51C5-4B1B00DAFF0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B41284-8CD1-4654-D52D-AC48C9B7D19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4321C8-17C8-F23B-82E7-EA2F2937F73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EDB84D-F1A7-76EB-4AAD-5D085AEB3E6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D56AB7-4E43-7ED1-A3D8-318BFA474FE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70F3C3-FD96-8F55-BD92-2F85330949A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3B1E23-7DD0-4694-65DC-3314466B43F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BABBE1-FD7E-8DE5-9F89-161EC9806BB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B232E1-12ED-6F29-A632-5C3CE124BC4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A96B86-FF8F-0C9C-8934-820773B93F5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4CDE5D-A872-550B-1C39-410118A17BD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21B6D3-1FFE-4428-C221-08ECED16B72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822F36-5BEC-CFF2-E000-97F4B8F7D6F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EF9928-7E1C-E97B-36D4-C1EEE0DF3DB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D5C320-09D2-64A1-8E6E-B084CF6152F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C0734B-CD99-7BF5-5A95-9C0F63C81E9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AAF430-B9B4-A8F2-7568-8387D52509A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B29AEC-EC8B-AD6F-331E-8738C2CCD03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9CC559-B0D6-E117-C021-F004198C64C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0C3E7E-CFCC-1972-1423-66FD276C11F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9753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757012-74C8-720F-3BB6-C85ABDDEDFE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DFC49F-45A5-868D-7012-D64C7E6FD22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89CBAE-3A95-A0A9-2C7F-BD8EC1B36D9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FEC733-361D-645F-6014-30E1162CCAD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DA3E8D-C822-B46C-8900-6E0A253A14E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C20EF6-6B3F-9301-1FB4-03CF625D879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A4F17F-8C05-D9A9-6C05-849E1F2082C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62001B-2358-D294-5694-315871D1CDE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247DBD-AB6A-848F-24E9-1600150D9A6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FD343F-BD01-2427-47E4-FCF4E4391C8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8E6D20-931B-D879-AE8A-915F2B8F607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649F16A-5751-3EF5-BD2C-715277480D7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D32B237-FF35-200D-F13E-53D5F72C3AF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099F64-45F1-7434-40B1-1247C91B23E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66A2FD-D257-3C96-0B0B-226BED449D7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C29A38-ED22-129A-0A74-78F0A007A5A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7B65978-EBB2-14FD-DCC2-E05A7431BBA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4B56CB-9BB1-A496-6A57-2B50F726AE9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06D911-D656-27EA-9BBF-23A7B0C5621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C088855-218A-221F-DB84-748B0C71623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630DB59-1E8D-AEA2-84BD-EC5CC861C77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381BFF6-F614-33B6-2241-4ED3B6437AC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21CFD8-404C-668F-2AB0-3EE8F6D66F5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6EB79C9-3903-B58C-E7D0-4476C0EE9B8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DE6E328-2BB5-0E63-8371-D014C83E6B2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5635C23-1D76-4319-F275-5ADA3DDA92D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0A202B-31B4-A1F6-8400-11DE6E93915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1FF038-63B8-4D70-A9AF-B70ED03E998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C7F901-4F0F-55BF-FB99-584B1D4278B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</a:t>
            </a:r>
          </a:p>
        </p:txBody>
      </p:sp>
    </p:spTree>
    <p:extLst>
      <p:ext uri="{BB962C8B-B14F-4D97-AF65-F5344CB8AC3E}">
        <p14:creationId xmlns:p14="http://schemas.microsoft.com/office/powerpoint/2010/main" val="8351490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3BD7A-A33B-94B9-F8DC-905E76147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F3ADBC-4BE1-F86D-409E-A339C2E662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9CC1727-28D7-FF43-F530-7C36E715C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CF0CE50-4751-6DB3-DE5D-A2B3D57CF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E548F96-540F-9221-6BB5-6D68BC03CB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BE3CCB9-6289-5015-70A7-BE2B038F85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5D0CEA-9E0A-D771-C58F-A6DA762F4E2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D39C70-8A52-98E7-9A1C-020279920C5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E74E9F-8E4D-2F1C-F2D4-E9771565E93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B7F207-608C-FA47-71DD-65E83F1C6B4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64757C-9FD3-A832-A1F3-6248C65584B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09CEFA-8F59-BC15-6FF1-77953667400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B38878-1ADC-6055-F61A-3279739D187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03BC17-5EAB-D02D-B65B-264CA2F3AE3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1890BF-A46B-9E23-CEB9-012FD7F7D34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7C1D4B-5F65-8030-7CF8-13A8C4BFD42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7AFE6B-97BF-7596-AAAD-C42B46AAD3B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1E99EF-9E8F-B94C-DB0F-3E2E18402CD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38B502-C1C2-8AE3-257F-22CC6204EB1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0C406C-C262-6C6A-B4B7-6E1A8E066CB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8BB7A7-2A0B-39CA-4534-E73A0DF2F44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FDE2AC-BCFE-088A-1F8F-2179C52249C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3EC7DB-B69E-BB39-97D3-84B33ECD4E3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CCEA00-D9D9-5C4A-5E36-BFDF3387B50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DF5A32-AAC5-8743-E703-545F59DD8B3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9C0A1A-4915-9AF2-4866-EDB5D1E81AD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9753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3B2892-352F-0F30-1894-B0CBC52E141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6B2E17-4FF4-7CD4-3D89-8F2F52A6B85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FE2887-A272-E363-AEBE-CF6E4BB24FC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7083D2-C1C3-EB75-17F3-EF95CE90C11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0972DD-5D23-5BEE-2641-A21F35F3A19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4829FF-B6C5-CE2F-07B8-99415F92B8F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87E56A-8750-B25C-1E93-EF238D66FDF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7D87FD-BCF5-DA35-DDA1-508B9B660A5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F8F149-CB3A-775D-8C24-F95028FD410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A27D5C-928B-084B-E03E-787A09A86F0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681A40-1F89-C847-5500-897154EFF2B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052835-9ED7-4EE4-0492-358174B1629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EDBDD5-F1BF-FBA4-682B-D58B5D13494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19F9CF6-90B1-3FBB-D39C-438EB2D8607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0019408-8DF9-7623-D669-29AE6B8EB57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A26E47-BD6F-83B1-01E5-8365A709B51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C371D95-3F90-9CE9-70E5-5429009F85D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35DA80-0124-37E9-CDEB-C90143F0711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0195079-4B49-9FA3-BA3C-AFAB0BFE58B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F208D4-50BB-8D54-4F33-CB0D28411FE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028FBC9-F669-6FEE-68A0-24EFA943FEB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81EB99C-B693-8696-4166-8E82A126F2A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7043593-1555-0536-F38B-649449270B9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545A98-45F7-E24D-1BE9-849680DEA18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5D5AF0-DA28-49D0-859C-45440D72568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AABDEC0-1495-1C68-76D3-B17BDEC5ECD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258479-3828-F10A-4DE3-5000A1DEBF7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4B9A52-0E45-89CD-33FE-D65ACDC9AA4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C0FBFEB-FD1F-D21F-B623-7597F3465D0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</a:t>
            </a:r>
          </a:p>
        </p:txBody>
      </p:sp>
    </p:spTree>
    <p:extLst>
      <p:ext uri="{BB962C8B-B14F-4D97-AF65-F5344CB8AC3E}">
        <p14:creationId xmlns:p14="http://schemas.microsoft.com/office/powerpoint/2010/main" val="3076332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B4435-D051-9143-41F8-8235CD26F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BEB020-D986-E48B-91D6-E2C15C06DE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6 in Row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C5C8813-2623-1EA4-239D-1C2101FFB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8C91486-2C19-C9AD-84B2-EB62918F5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1DD41AA-EF4A-C73D-FF9F-A4D61E2279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EA462A5-F6CE-5E21-52CF-8EA4390AF5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75C2D6-82E3-1BC5-4238-F6E189525E4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4AD2C9-FED0-AA3E-D9BA-A7B07E77530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92B0E1-76E5-9DFE-2001-C39E4A6BCAF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60828E-6D18-404E-9121-614CBCA12DA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EE2E78-ADC5-2507-E0C4-BCCBEC1D792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431D19-5B2E-F95D-11E7-76AA6475475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81B4B4-25F1-BE44-9839-24B8F3D025F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499442-5DF8-21DE-E0E1-5AAD75041FF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3BFAE0-364C-7A38-78A4-E43272B3082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D25DBD-8B42-455F-D612-0DAB6A3309C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8EBB45-2642-B9FF-A278-139C436DB9A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DF140A-E385-1772-ED67-F2118576D61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468B4B-4FEE-436B-7FE8-3568BC2572F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03790F-424A-E97A-D435-F7D3849FAFE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A494DA-36D8-B327-DFF7-E19C19AC29E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19A051-F60D-33F7-27EE-384AE275AFF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77BC31-D270-78C8-9A55-92552F0E616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82E250-1DAE-80D0-9316-B23DE7167DF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B73194-70B6-3A87-93F0-BC9CDC3C67D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36059F-A533-32C6-5FCC-31E27F76409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9753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7EEA38-CF4A-4648-EE93-4918AC4C2A4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D17C04-D630-F7D4-6CC3-0464890B2D2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2A0B0D-5EF1-0598-5A0E-7A34A382ED9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CBDED6-404D-4C80-9901-667B31E61B5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BE1D07-66C9-5253-3796-1736D761EB6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500EE11-5A74-37EF-81F8-D3DBCAB027E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167593-C834-82D0-6E64-6B3E5DC2B2B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A7E693-FCFD-BE18-FFD0-54C9D58D21B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8E1CAC-8FDD-429E-F96E-C842E31EF19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D037AA-4648-7527-013B-210DAF075D8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0D8CBA-1C7B-AFCC-911F-CF82462BE21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0C693B3-255B-89BF-652B-9EFCCEF485E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EA236B0-9991-530C-B0A8-F9A6EF2D253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46E168-5142-C69A-5422-6EAC51EADA0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A00D47-AAFA-D925-0C3D-849D207E980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B4DBAA1-17A0-4951-E60E-5CF856D34AA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E31712-C070-9228-DEEA-B958613D6DF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C526B8-DCAF-45FB-959F-68AE0BCB8D3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206E66-F235-02FF-46CE-30F87B32148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83BFA7-959F-C871-FFFB-482857A750E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176DD9E-B4C1-0893-22F7-E6F1BF2582B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AC7B055-781B-91E4-5E5A-634891E5ADD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D87A3F5-55CB-5A58-8608-7C1E6708AC9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05FDAB-7784-4DF5-CB85-9B9636ADE51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82CBF5-FB2F-88DE-9E48-C828C6012DA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7B1704-4664-0A99-C0B2-5897A98677C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5A0EA4A-3948-1C01-7702-9BC8CBB480A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C6E1D58-F7E7-3675-EF88-8C9B9638691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9CD385-5D19-AD81-2B05-E32FDF3AEF7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17377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9272E-5984-776E-7967-6AE5B2A4A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58CFFD-1045-B66C-7E63-FFCD022F56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This reduces the possibilities for [20 in 4] to 2378.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F81B835-19F5-34EA-094A-C61A7D4EB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1B34A7B-6903-FEC3-763F-1E88368AA8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6CDCBE8-F772-20FE-2BB6-6EFFC127E7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A7140FE-FCE3-9719-6BE7-27F55D2FC6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829225-03AD-6A29-B484-DBBE8A461DC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566B6A-48C7-15BA-F153-E09BF9FE1DD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640852-8F15-458B-982D-63131683E99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B34B81-27ED-D5A6-480E-BE75962DF81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A68007-D3BB-8D41-2367-30A8497E62F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06D5C-4BA6-B27D-090D-73FA8AE8118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C50870-DDC7-9FBB-2700-5B34B140DD4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A66534-4971-32A6-4130-28B205A3860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EBA815-9E7A-B2E8-470D-76650CC23D0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14F00B-6890-6B83-1C99-F9348E0A17C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C307E1-9AD2-B569-6BE9-3F5E0252D04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30F9EF-79C1-3E10-39B1-6A357D41A87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5E575E-2B03-0D19-EE26-B7153BC9DB4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B85ADB-4712-F814-6BEA-29419A138A4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FB9712-E771-1AEC-1A63-34ACE5CF76B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D777C6-B064-E2B0-221E-26C06BE6A86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48DBAE-51D7-1BB6-ECDA-B15A42933EE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92CD49-AB0E-68F2-EF1E-D09A5540B9E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2C7434-D500-3AF7-77E4-8AC39882C16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05B607-7253-25F7-2730-A53C56A5180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9753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176323-0DE0-4162-2291-C4B6956723D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534B83-71A5-21F8-8FDD-08E5EFD4ABD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6254DC-8440-C575-9908-1C4FD1B0092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671B49-8605-3703-8088-7A9D04B49F8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B02B89-898E-12EA-5A77-D33BAD72D43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1FC310-6636-3BDD-1537-D449CB7DB52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879562-C801-15A3-5934-576945932E5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BEA631-DB9D-8A25-7BAE-4AABBA082D8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8DD6CC-1887-9EB9-FD60-6AD905BA07C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10D47C-F86D-0947-C1FD-6B2E381D32A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C83182-4445-8909-92AB-B7B3165094B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2FCD955-633F-99A9-A108-7592ABCE280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F47032-2165-C6C4-1E08-0893D4689B5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0ED1DC-6C1F-2CBB-0043-6DF22EBB4DB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C90E0E-EE59-53D5-D256-AB77FB2EC55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27B19E6-65B9-B4F5-84C5-2508ACE347D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7D3449-5376-2659-0495-EA30CAE3A56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5DFACF2-7566-68BA-57B1-CCD849CB712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2A7249-6442-E3D8-BC3B-B60FE74AFD0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EFC001F-40C4-0F9C-8D27-C34F6946BB5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F9531A1-834D-3BA4-23D1-79FEBD5DC5B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1389CE-07CA-DD92-3DF2-E20DDB44C54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4DE760-3339-3302-AD26-9F40767DEF3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77659EC-E28C-2CEB-53E0-8B488BA5D27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A53F671-07F8-00AE-9258-072FE3E67FB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AB8798-3F95-20AC-3FCE-5698E8CE6B6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6E37C0-7DC0-E1E7-08E3-A28A606743F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ACBB18-93F3-3F1D-5F96-D59C869EE2D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E9294A7-FB5A-98B4-4034-7D2B98AA45E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832916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F31EA-277A-EF1D-CBEB-DBB115429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500D10-627C-6F40-E843-33160A5E46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9560E8F-ECA0-EB91-0FF4-98822D2DB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66A853F-A94A-296B-B311-666815C22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DE3E05F-8579-F893-2DFD-1322DFA1F6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C7BFB2D-4560-C87C-0A04-723E7927A7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484355-C5F7-B583-A1D0-1C2690E1B47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46B064-8592-29D6-4C8D-062D5679AF7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0B64CE-773C-E0AB-1176-DDF33C704C4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EFB26F-E7F7-3096-4620-A1A443E475A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727982-5C3B-F025-5BD6-A2CDD40F47D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75341D-CB98-361C-EF58-DB14FB4CC21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375367-6120-F6BB-C2A3-2E1825F227E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14B100-0A62-89B1-A251-DEF2F850E73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100844-1C18-CE26-FEDA-2DB40E6D534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64AC8A-7F59-6B56-70F9-5A39F5AE3E0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E7C85A-809B-3194-50DE-3982A86E4BE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44B4B5-A74C-210D-AFA2-51473E217A5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2A69F6-A62B-C6B9-42D5-5022123EC02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181711-56F9-57EF-CA9B-2F1A8482359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171FE0-9B4B-9841-4A2C-8EC00F6F06C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7EF5E3-695B-DC92-352F-66EA475A83A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3A5F03-D6A3-29A2-529F-87CB4C1C217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DC95F4-0344-F57E-C87D-7EB4CADFE36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EF6DAB-D115-2947-AF47-FE0321BB457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478018-29B0-C7E9-4B75-F6E71BD2333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9753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337F5E-BD00-B040-5213-83A55A463B9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D5AE86-D22B-0174-0E0C-B66335F74F9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4CCCFB-6FCE-CE58-F246-BFBEDBCBB36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AABE45-7E81-5689-3951-78F226AE2C5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36079E-3C18-3C5D-004F-C4ED316C4D4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275F64-C88A-4BBB-035C-D5E412FD57D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9A6F4E1-687C-01C2-410A-041AE24F449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A578051-EFFA-BFA0-C352-D5BCF5ABAA1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FFD585D-1440-55F4-9B9C-2A4F027F604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75C032-4DFC-800A-A7FC-834AD66EE34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BAC735-DF9D-FBD3-D047-67D47FECA6E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C73B80-2A94-E8F0-D4A1-BDBDC95DD7F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E9442ED-12B3-60DC-B2A6-21E16C83F08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31589BC-E825-5BB3-1AE7-E9DE8809760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EEE4E13-1469-E3E1-9D0C-B496703DCE6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E4F67B-BC9E-E52C-D3A8-7CFB2BFD051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0235DAB-1C25-5313-FBB0-8B64206E13D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189B8BA-4736-2909-8016-AC28C2DFCFE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FEE6FC2-75E7-CD40-BCD7-1BA7D2D0280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C51B33-45B5-A60B-FAA5-D264DEA489C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AFF5498-4290-10EF-2ABF-BEE418E0E00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3CBCF86-F7AF-6778-1FC9-7386DA693AF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593E01-99D3-5568-C7C3-2846C6B2845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E47E380-9F1B-C8C6-C6CC-5DD360DB221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F19FA4B-AB5A-9B73-092B-812703451FC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E8D35F9-D0E3-5CAA-B43E-97CF75EFC43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0382BFF-84AC-0CEC-6D9E-EC5B7DBA43F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7BD30B-4A22-410E-256E-C2D8C061BF3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84F327D-170C-F8B3-BF60-97B32FBD35A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356612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1DE4D-5E32-61AF-909E-A173C7FDF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F62E84-45DB-ED32-5354-3B74C641C8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9D962EA-9ADB-0DC9-E6FD-9FDC421A4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5336A2C-29D0-3DA9-A788-6F3771D62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62573EB-CCDE-88A2-E2E8-9F97442E1D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E487782-862C-C424-96C4-BE10AFE50C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BDF84D-9085-E461-2198-5B6D54A9EE5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1148D0-A0E2-732C-F2DF-B1B5A018311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F1F667-6EA7-39F0-7E64-C0B697BDF17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B9FD8E-F6E8-C334-7E6B-02253DA20B5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FA058E-5B57-0F29-C0F0-CC6506E82BA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ACF502-6227-7ED6-2969-5185290184C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A774A8-8E23-EF34-0131-E7B54B17FCE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879ADA-8985-8FFC-5110-E6DCC504317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C1A233-8778-A034-83EE-92CCB44661B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41DD08-3B22-17C0-D886-24943189088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B0410A-528F-A0DA-3F81-BC320189A3B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67C718-D43D-88D0-40A5-A5EE3F2FB53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F1973D-3DA1-416D-1077-9A3B42CE73E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666B79-9188-DCD2-4F49-9174412B9A1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B667FA-D690-629D-0418-3350C2D4125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AE849F-F326-A354-8995-8AB4165A74C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8D20C8-1346-FE72-52C2-0B9ADCD23D1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D4A98A-1D80-E49C-DC36-FD58E846444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6D788D-5283-2F4B-7201-DBBFD9DC2AD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4A3BB1-B281-39F8-7DA2-F1C75898946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975227-C2DA-A899-20FB-1CA7586A4D4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23883F-0B4B-3099-39F5-43E7AF562DA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F1745F-09AF-7CE6-122E-B0F18C4FD40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F259D1-A8BA-8D52-7864-145B8C07349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CAB1F0-FCBE-CB52-7F99-FD23E3EC773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6BBC16-214E-33D2-16D5-F579FFC622B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1E26E1-CADE-B460-EFCF-630B3CB09C4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E0EA20-067F-4ABA-E441-FD7A781F65A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C0972E-82D6-0BFA-16BF-13C9519438F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427AE1-821B-AE11-1FED-EAC1C804458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46BB146-D186-74C8-3433-727D4DEF23C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36D3C6-70CF-8999-54B2-02760E43880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AD5740-DC2F-C268-AC32-48C61A83A35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8DCA02-F420-9842-3B23-2540B0DB9BD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88CF66-51B7-BC11-9164-D29A7CDD0FE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72602D7-51A0-E5CA-C8D2-EBB2E660534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E6B9F67-A354-877C-D290-7DAF01C7D54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1FFE4F-4C8B-5FE2-7DE7-F566C130F1E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F9CBA60-418D-7116-3568-CE63A636099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A48FDF-386C-55F0-F503-D061557FEB9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F621A3-211C-2545-C082-B544676E1F9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975FDD-85FE-AED1-F0FE-1161D469F8A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ADFAC4-99D9-1E81-C374-0436CFBBE4F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68179B6-72DF-DACE-9EF5-7693F0961E8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A6174E-E5F7-EB46-3C81-BF838E0E892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93AF315-A0F6-14A3-F6E5-6E4D5F61C9E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5F519F9-E8F8-6E39-4AFD-7B297190521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51025B9-D6DA-A8E7-D8EF-ED4174E6623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B654A13-3416-8722-0CBF-D337F8EC4DE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446954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B0829-0307-5372-135C-51AC3AC25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B331C9-7748-E0B5-B327-CBF65AD110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27B3948-4A6E-50AD-8026-37D6955B3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0A01ECC-D28C-44CB-DB4C-C4BEB92CE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12F1B20-DBFF-D342-ABA5-89067966C0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ECF32D8-1A9D-E98E-CE39-7E87DF62DA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00AE86-855C-00D2-3934-99D11F796A0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530D47-1572-35C3-377E-F06B690EC0E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A47324-71A5-776B-1D11-7FE2A48C8EC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41E82D-00F0-2B3F-EA7B-C87A970C442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F2B49D-DCFB-8D64-CEDE-B20A87D8DA3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105550-52E7-42DC-45DF-8849AE74F9D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29B401-F39D-5200-2BC0-0288F32EEC1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89D32B-E591-BEBA-799D-1AC9751E8B5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BE7EEB-BA64-CDBE-90FE-752A694672F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2D68E6-5A20-29AA-05B2-1A90DA037CD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BD5F0F-5968-53EA-8330-142B2F00B90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7B9A51-A1F7-AC71-9CF0-EBC942EF535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812537-8D08-4924-5A07-37860898CC9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E77637-3DD6-5510-CB5B-3523E16C8DB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8600E1-40E1-B7DF-2EEE-123101C1619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6D1D75-2CF9-DC08-1484-BCAF42C9018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FC3D0D-5191-3F77-41EE-0238EAC8137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EE1ED0-41D8-A052-13CA-E5A7A8C674B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65D0FB-A740-63C4-892D-0FF0FBCF27F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58C4AC-7366-BEE6-A756-A76DAE2CCED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293169-AB58-F2BB-9A14-78B05A3C261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3610A0-C83A-E11A-6715-4D2A3A7776C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5339C0-75C8-F9ED-6158-D956EB5D831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B52D92-104B-A5EE-DD51-E1D367F63F6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239D88-F73F-8109-7642-4A2B1E80164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5CEF7F-31DE-1063-3E20-21E65639E55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AFEDCE-AF10-D78E-96C6-39FC0C327EE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3E067AA-1ECB-82BC-9DF7-424DF3BFD6F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AE9B35A-2BC3-9B11-B434-BC84E8ADCDB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0BF1C5-6976-253B-CB46-A1FA2F446D3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A60D1A-5A37-D810-1EDA-267DD8387FB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404419-4F7B-FB1B-1204-42CB5D45374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1C525E-3128-BBC7-609B-8E34E1EB463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5AD438F-69A1-B3E0-6539-126D259E47D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DD037E3-245D-82F6-B3FB-BA3DC1BC029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88C346F-FA57-6C68-1F54-C902B336352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CC6AD2B-3341-0797-599C-0C63FA7E7C1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EE8F3E-B200-7481-4BEB-17F5236939C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222A6E4-CAF3-2A00-7838-69111E6853B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CA03829-C7AB-036D-9A72-CA227B244FD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497C2E9-0813-8526-265E-F1664D23112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52141E4-656F-29AB-6606-F98CD82AE65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2DE0E81-B70B-A7BA-8BA6-74B26347458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A066335-23B7-7904-2AA4-E3D4A570B80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1F2A500-E6E9-AF4E-9C43-8E18A13428D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ED4812-42DA-CA0A-40BB-FDB08A4B939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FC408E-30EA-691A-A1A2-F32B2A8312A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4D9522-462A-F147-08A9-2BABF21DD4F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286DAD-E830-CDD9-C353-D61E054B16C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735238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74F46-87EC-8B2F-77DF-B7C911029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A0C4E0-F3B6-5C9F-77AD-1C1F7E23CB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FAE5B97-8B1D-189D-8454-1AB912251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DA56213-D1A8-BE77-2C27-16F890E12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A171E6D-8D71-8122-86FA-CA5FD1BF9B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95D8155-053F-08DB-2602-9819AF36CB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5FF826-896B-D16F-7F5B-52AEBA288ED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E8BBCA-63C2-B4CA-5434-863A2013FAA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E862C9-7895-9469-A487-64C2E63BE60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AB5B66-9C92-D92E-D2A8-F156A5415B7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840D16-2AD5-247C-796A-CF6B62439B3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4DE2A3-C9B3-45D6-A664-00949F2E836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18B8A8-1311-8348-AE3A-41036676280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F0AFC7-BF80-1AEC-DCF3-429202370B8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2B6875-F774-CE24-2508-D17F4002BF3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88529B-00FD-1B27-76EC-B78D25DAF7D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AAA388-69AE-3FD1-3990-A451427EC11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82BFB4-4E1E-8C3E-AB2E-F1D557FDA9D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95498F-40E4-5F9A-B3B0-771C3A4EF1C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789FD8-4844-7636-6785-66E520CDB79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C02CE7-980B-0771-64B7-27B011B0AFF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936931-5546-90EE-261D-C168DFD00DB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306542-B1E5-9462-A648-CB0358B0D1D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9295D2-2AC7-D736-3A5A-258769A9E69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A492DB-1822-4D67-529E-C7647B05F14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A4A5D7-D433-D2AD-E265-13CFA69F7E1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3476AD-7F16-BA1C-36E6-F28B4C64778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D73236-C622-0949-A757-76CD6D54097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011CDC-D46B-F445-7FDF-4C788FBD2C9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AF8FD1-3625-FF47-2657-FD11CE92431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E3D2C4-D5D6-5AFA-81C5-593CA9F9398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9993F1C-0DDA-33B1-3EAF-48A67137665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52BB51-95DD-7BD8-8DBE-BE0B93C2170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D2B8EB-23D4-953A-A8C0-D6440C8E5E2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635AFB-8BBD-29DE-39C1-1AD14F7FF28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6C87FE-E484-B76D-DD3A-0B6A5F5FFEC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1BA2A7-AED0-EDB2-5DD4-A2486E8664E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5244B3-9C8E-C7F0-CCF8-770F4AF1137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9DB6710-666C-EE0C-A8EE-1D68D69970C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8B0473E-643D-8B33-D2C1-0F1A4B50D9D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224554D-3BD4-559F-33C6-2822C3BD48A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FF1076-5E7E-81FC-F27B-4AA1918C189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E086143-4C8D-3E98-451C-3DDC9AF6C3F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5F140A4-67E5-C3D1-AF64-EFBED1ECD5D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A29E4CD-625F-A735-E315-F8BED1C4E58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3768BFB-FD4F-67C0-BF78-0048ACEDD87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6717A9-DFB8-84EB-272A-CC76E36518C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6E9281-C410-6CBE-B089-C37373EB4B8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CFE0D6F-CF81-6238-0775-128634877A0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2BE1BAF-78B3-0F4B-E0F6-9BC58015493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D6057F7-14D0-F50A-7576-C9FD903E1D4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1B944B-6DDA-F05F-B0F8-8D282B63E35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843DE39-0382-8652-313B-CCE45CC9662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819124-66CB-E0D7-B168-9C6862A0F4E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62B020-3C76-0978-3880-526A08402B0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346762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E4489-ECBC-0133-02BD-86D64DAE0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AC61A4-8695-CDA0-63F6-33F63E8D6D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7D2C755-A90E-B88C-6EA7-F32D010DD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921A17F-E57B-A1D2-5A51-13EF7C1F2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41F8628-0610-0A4A-3768-890B10C177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2F888DB-0596-77B0-A98A-D64EDFC3DD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647024-F6A7-3678-BEEB-54A14FC2D32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9AFF5C-C578-EB24-7FB7-39A22412432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57A2FA-E4A5-F2CE-2167-469D3DBB65C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67AB0D-4C83-7081-BA3D-B7627648387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7D1AAC-56C0-0028-0667-FA1C9272509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7CCC0E-A640-D09E-C9CF-8A8E675E95E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A98F0A-8ACD-0BB8-82F7-C1FEC82D780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58B6E3-491B-2726-63D9-C8B99EAC74A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DA7581-23AF-5718-B7B4-C0CCF924077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C9C9BE-B06F-C2B3-0074-346B25DF07C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0DA0A9-D483-664F-7BF9-F91D84E972F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C0594E-6438-F16B-9C1F-5A2CF941250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96CC7C-F812-6DAD-E401-D16744189C2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0772C6-BFA7-8648-7F48-2B1A048F917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70A47B-8647-7017-40C6-280F3FC6655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B2F29E-CF21-7214-51AB-55F47DEC009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67A3F0-889B-B379-AF64-B7E21EDB4E9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98E45A-397B-13D5-6596-15D5B327558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BB2296-6889-7F93-FAB6-C72313401A7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9BE202-137A-4261-D10E-7A292B0855B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10D01F-8E98-FB45-D3B2-8B8F1E27641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CF391B-1247-0F5D-4D48-0A97D2F505A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BAAC2F-46A3-55CC-3540-4086F71C7DC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D40BD11-B048-B8C7-CAAB-9087187BB12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82EB79-2EEF-2010-F226-6BEC7992735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BA0252-495D-E065-2E75-D21234C70FB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1EFFBB-EC23-0510-D346-6DAC1AB023A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012FA2-BFB8-C3CB-4660-F009BCBD2FB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7676986-4B1C-7068-DEFA-1511C8B26E4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6FA322-4888-90BF-174D-EFA10DE5EBE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D3D258-D9D3-B898-994F-FFF71BE40A0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E23834-79F9-3E0B-D6B6-964EE166D04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07E5A6-148E-72A0-486C-32AB47AEE1C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952B9BD-C891-63A5-7EAD-8DF80797762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C011472-CA15-BF54-F9DF-C0919433620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27604B-2A2A-6FDE-F9FF-063B924050E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B45BEB-C752-8AC0-10D7-AF2E468E364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F597CA9-5AAF-D687-E8DF-BFDDE6CC385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BE02E6B-0523-D87A-295A-93A3576AC0A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2E13595-54CF-D7A5-F5C0-A8436C0FB6D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E3FC2B2-C17C-A814-0000-B44BA67F6CF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9C954B5-7EB7-348E-1AD3-C1BF17F5B95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3242CA9-B4EF-5363-DE4C-EF5D57A7D93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E48683-E6BB-39EE-D152-72A1B44FCC9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329B94C-F119-6446-B6A1-AC0456922B4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063FC2-F998-EEB6-27AB-CEE0B8973C4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F9214A-862A-55B4-8F5F-77A127279B0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BFA7D2-536B-E370-2F5C-012079B4BC4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25C427-95AA-2486-0A91-37BD4E0EBE4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790518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01B9E-71C6-96CE-93C9-62E60ABC3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6A4FE6-B72F-6D35-C036-B4F072B5E2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Rows 8 and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9509795-1616-E357-FBBD-DC4BC6F67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AAAADAE-06EA-F23F-022D-242B20684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62465AC-F976-5951-A8A6-25A6EAD390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0C41707-6A88-64B1-7255-002D2EB80B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DAA31A-1C6B-1EDD-B575-E4BB1B3549E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8298A2-08AE-DA1C-61E0-F440BCA20D2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C5D487-D03C-03BE-23CE-9787F47EE88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53DA27-220E-F5AE-6DF7-23C388B6A23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9A28C6-6F9B-5293-71B8-A7D4F87F83F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D7E05F-1274-0A06-82CC-A45EBAD8E01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841A29-E9DA-D6F6-13EA-655B156814D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2E9FB8-2356-9C36-5092-BD6BD26B88D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2C8E8A-EAB7-45F6-9C53-9D25EEDAA8B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42211A-D18A-5BB2-7A1F-73A20DC3934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5D9F3D-A49E-948D-395A-B17A3B01352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40EE04-ADE1-6B5F-5025-B1999918423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E49464-2DDF-46F3-2ED1-CF01F42A990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AFE3BC-E154-91D6-CE64-04F3F9138B6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8CF6F6-A1C8-9BF2-BCED-A51A9B4AC29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4D74E7-1C58-7017-E7C9-FD3DC5AB2DF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7E3382-A153-B0ED-0CF1-477FA4A64FA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629821-2B86-84FE-1864-0EF1BC70918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A8C01F-0FBA-CF37-0054-1CE2D044944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98A44D-9409-84F8-CE98-B96AC839DFB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9EFE95-04CB-8D56-0056-40D61ABEEEC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1DA0AD-B334-4217-F65C-AEB5B1224EC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F35C2C-49CC-AFC4-6A7D-EF33183CE2E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F393FF-1F9D-1C92-DDE8-2FF201AD98F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CDA203-79DC-309A-3F6E-23D87AB2CC9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D9C3B8-F27F-6C41-78A0-19D68000CF4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B24E7D-45F5-A062-0EBC-C5A3F469FAD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DF1694-1690-086F-C70B-3BCC6E8C428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34DBEF-C2DA-21F2-D34E-7B2C6BE6FB1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123A93-8E67-172B-53F9-C7A1DD55F92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D9FB15-2BDD-9918-D6B2-066526CC222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6D3AD16-87BB-B10E-FD88-6E89AE1BB32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A20526-65E0-6C14-6E42-E892B03474F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620DB3-3AF2-80F1-5CC3-97B547DFD9F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DA090D-8D5D-FDF8-9295-B09D9B391FC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52DD91-BC54-6B2E-2658-A274C9B02FD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532A4CF-C74A-0B40-ECD7-2063DCB8A2A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0DAA60D-6A78-68EC-E626-E8449F1AC6C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226EB28-BE7B-F8FF-B45A-AA04AE3B23F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F510A7B-4D41-EAFB-F1F7-2958AEF3A4B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CFFC34C-4663-2980-5988-1C644CD03A9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B1DA2A2-1EBC-3239-E2E7-329F18B5591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A4E645A-AA09-264B-1ED4-F05FB0F7070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7647137-5B74-0FFA-C012-EB84AD842EA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B9CCB6-D1A6-8ACA-D5F6-F62E2951967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B689B0-B241-128D-50C7-E5933090448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5FC97F1-984B-35F1-2035-E8644FC0993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D5E6C7-9F91-1900-4A09-89DEB6CC7A0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875CE8-506B-92E2-4D0E-A2D36899357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EA42B-65C5-291D-8B54-8B7A09704BB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17D6FE-F3B4-F899-9111-5CD7E59AF49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C51BA73-6A66-B7A1-3EFD-7A26986C56C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21FCC1A-D41E-6DC6-DCF5-1FC93C449EB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43A9B83-6DFF-4C11-37F4-63C7BCEE67D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196B5DD-48B5-1963-1731-0EBB129AC1B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5ED1C52-08EA-A041-3699-5F6A4FE25A8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498A3A8-3A04-6FC5-8C7E-30B920C41DC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</p:spTree>
    <p:extLst>
      <p:ext uri="{BB962C8B-B14F-4D97-AF65-F5344CB8AC3E}">
        <p14:creationId xmlns:p14="http://schemas.microsoft.com/office/powerpoint/2010/main" val="316700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59FD2-EE48-C5E9-36C8-8F8A5099A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48EEF1-8A4F-EBE2-9CAE-B8D7FA9F0E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[13 in 3, no 1, 4] could be 238 or 256. 238 is precluded by the 238 cell, so it’s 256.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7615142-CCE4-3D0F-DE02-B70B0646D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E23346E-0597-0D88-2A17-064595CD44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85FC237-14FF-FE1C-C521-69801FDE0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0FE736F-F898-8A6B-EF2C-31571CB116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544852-E477-A882-B85F-9CFFE26D315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2FC8B-8D50-4ADC-1632-9BC05005A5D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D3B8E0-952A-940D-C630-E15F61C7248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F4D60D-CD51-BAEF-C3B3-6A715DE6DAE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829BC7-9756-1639-7D63-B975561124A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E22804-4804-81A0-8830-B618E78B137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B5FA52-6832-01F0-6543-A0789B14C0D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C3C853-00AD-8E11-30F7-50EFEC12F06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AA9D8C-D3AE-1169-8494-FBB49F856F6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E1FC2C-FC0A-DC41-3A5E-8871FAB0E31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737C76-4390-D5EC-B1B7-2AA02A1BE48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311386-C35B-73AE-4B52-DD7FDA57C6C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943555-48C9-7C42-8340-CB73AE07EEE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6E2349-A723-CBEC-66CA-84D0C3B8841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4D379-1433-6B03-7E58-7CF8D228E22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A52C37-9128-CEEA-90AB-17DF762B20D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D9C3C6-16F1-41CD-5BF5-335FDA8497C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C91143-0D61-5778-5E7E-D731801EF9E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670655-2F1C-81DD-BFA7-2ABE153BAB3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EE99C2-DD16-0FD1-749E-550634AA6FE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4FCCD3-7EAB-5780-BE6C-6860B7199D1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C4A004-5E1B-549D-B748-C7D9E08F3F9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708CB8-CB74-15FF-ADA7-D63C944C128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7AEAE9-4CB2-4444-111E-FDEE670588B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097533-8D50-AD9C-7982-6BDF91A379B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89A90E-6105-79F5-187B-849F610939E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1714EB-9B23-9F22-52F9-D61DBA8EF91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B99D0E-C13E-E14D-651F-0FBF5732D0E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640FFF-2E44-6030-2362-8C1AD53A93E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9CD05C-C262-E9EF-E066-4F7743B8264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042F347-3733-A41E-36BF-90DF34535C1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5CD0425-1AF1-DFFE-2797-43803F8D7EF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59F5D-9395-E8D4-B7FA-521F278E32A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A24EF42-7F00-E268-C438-BDD6D44E903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6AD8F3-4A31-8F9F-BCF0-075C12B3D63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494825-A0A8-79AF-32AF-EAB3B254485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B81899-1427-226B-39B5-1E08B6848B3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4E2DB6-8CA9-E949-E707-D7960A5F076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EEF42B-3345-BF8E-21C3-D9CF0433835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1ABDB04-2E75-4E08-2956-688562AEB70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EAE006-0814-0B9F-F26B-96B18A6349D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3C616D3-2A48-1020-94AF-1CA381E417D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36694DC-ABCB-3829-D582-35627D28FD2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0D2C23-FED5-7FE7-22E5-2919F20DA08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6F77A3F-25AD-CFBD-2CDF-0CF2310F838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19498A-7B58-AB7A-0568-1CB772EAAD8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DCB4DED-6225-11AA-64CC-E2BB762F301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0A5E3EE-7505-C700-621D-C6EF7708C52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9AC90C-EB71-721E-0659-B9D7361E9B6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F2DA61-0C35-94BA-A7AC-35C538D27A6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8DBEFB-70D7-AC70-4A87-D09DFC73EBD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8220840-CECE-34C2-3C2D-7FA6DB3973A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0B7851D-F591-94AD-3D9A-F07A0EA8E8C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9DA817B-E62F-C8C4-6DC7-72DA8F91B62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76F8961-F16B-E328-67C1-1206BBEA309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97A9705-35C2-DFE6-3754-ADED35F8D4B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E456324-3C08-2166-E6DF-749783D7568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9939663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137CD-B7A9-AC53-57DD-4E5B316B0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1F5DA0-B0DF-E088-53A7-635F97EB73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0ACBFFD-99CF-366D-DA49-01DE5D5A7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CA0A14B-32C6-63B1-E4BC-17D0BA822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13A98FD-F9DE-E351-EBEB-5A08459B3A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228D2F2-470B-E07E-20EC-202126F378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EDCBD6-DBFA-B86C-28A8-361D636CE34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D8F536-1736-6DF4-B8F2-0295F3CB61D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5186FE-8488-FFB2-342A-C7E77ED16A1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39A560-84D0-DC9B-6EC0-3ED792973B1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DA0CBF-E9BF-91C2-5BE2-EE3538D6004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BB7A17-1912-5809-4095-3A9F065F731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B94A6D-6E1B-C664-688B-E6665369748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2AD08C-7DC8-54A8-5AEF-B217C3FBA8C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8A21A1-6200-F340-E98F-AC510740038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05462A-AF2F-DCCC-B534-5112981D5C7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733D6C-0859-8213-A408-A359165334B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8350C9-4289-69CD-B1F6-8C7A20D266A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3A187B-108C-9B80-9BCB-47DC902DC1A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B99E44-316D-F76C-F463-C1E37F006CF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0C62E6-B163-988E-6EF7-4D306538F7C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34C80D-25A9-D636-4127-DB863297DEF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9FFB84-BB5C-C9A8-5B7F-E9ECB692875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A46458-9517-F5CD-C5DF-53C9C7F6645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FF6E73-71FA-34A3-1FAA-190488D0DFE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726BD9-FA93-0DB7-9EB4-E5D8BC896A9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495980-D497-6671-4E3F-C1187CA6930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001E97-CA9B-AA9E-9AEB-46FC8617BD0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DF936F-2873-EF47-0ACF-B7F2FF7B562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0298F3-F744-8DCD-29B1-D9C86338A1F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9877C3-214F-081A-93E3-7E7C56B4EFF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8FAC37-ADE5-AC70-B796-CEFD50B6AD6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54A69C-0496-927B-000D-807C2555B11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EBA7FA-7365-ED94-3F93-EB785381D22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D95086-BB29-DCAB-B36A-6C7E28F6381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58DD975-97FE-0F30-4C23-F658C2131A2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9DDBB91-5058-3CD8-519C-EACF8FDB548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055F7DE-E344-9F60-A046-26CCA518751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6441899-1F03-4DF6-3E3F-EC0F0085B7F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4FA870E-3475-57FB-A798-E04DE089C7F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1E363A0-9FBC-1162-BB4E-DE926C79ACF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99E74F-266E-8EE4-43CB-D4378647CAD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F90040-2679-C2EB-E0E6-E43CF2F449F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1AC9C49-E5D4-8BFC-7CB9-BB2C33CA6CB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559D2B1-FB25-1FBB-6A90-0F465738473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597E94-27FA-261D-C092-0E8AA9DCB22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36DA4A-CAB7-BD7D-CA25-C9AC335669A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16F60C8-71D9-CD58-6587-5C3AD0775E0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02C0CF8-B195-E9C4-A9AE-30F646FB691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4E8B2E6-593A-234D-A817-FA4301C2E7D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9D5DD04-4D2F-03BA-60EF-CC0EE2FFBDD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7ADD92-C8C1-339D-84E3-72B9D3AA928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F705930-5520-52AD-AE8B-B3B35971D73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EA7A19-E15C-D870-7B45-FD48AE6B767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BB46F3-371F-F212-69BB-67F372DA435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858F3D-FFD0-9447-527D-3C9DE38CAE4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0DD4699-5658-5569-927A-939677700FB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1111A0A-098D-D863-F39B-FE58B7E18FB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8A74586-5E63-04F9-067B-6F191869B38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794F18-3F0F-31F1-FE17-998EFE5B0E8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0F09327-333A-14A9-DEEC-58F40D34DF5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E413A1F-AF57-6411-3B21-B30861BF996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1850B17-55A4-79E9-3860-427AA120A5C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7883001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AA025-7D7A-D5C0-6198-D63FF0396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309402-203C-2636-6B57-B235038356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E81CF2C-BBD4-1E99-9C18-B6C738C84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8DC32FA-30BC-1842-8A76-67A75495B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3BE80A3-82E1-103E-D297-ACDBA74326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214239D-1F76-D917-7A65-DA9ADADF63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AB0EED-4A33-BDA6-29F3-7199EBC3D4F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DF28FC-1CDE-7A08-AA4B-0BC2DEFA297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7C66B1-5665-470D-3195-0B2371C1931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20F3A9-85AA-C8D9-A1A2-63D365BA9FE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430972-C428-E933-1EDD-0098F8A22F7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DD6DB8-A700-B397-C8A1-3C318F67BE6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1AEE15-58CF-A33C-A748-9B8DA05B145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97E92B-A4E5-1547-2E51-FCE8379AF13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F9D834-A32C-A26E-D815-D2BF5AB9934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D4E1B7-C209-5F95-8B1D-38B02922B48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A8A817-3C62-2DCD-D671-BA79D770436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060749-23A1-8BFE-7D51-098D37E5DEE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D904A6-3D9B-EFBE-CB96-11D940F0233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9E35D7-F8F5-5E2B-ABE5-C0AFE103F31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E82635-EED9-A008-CF66-E1A021453BE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CCE4AC-193A-A93A-9DA2-27378F7188F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B5BAA1-D502-6D9D-009E-9F0DAFD01E7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061776-1F27-12B0-5873-F6848169786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CDDB4C-DB92-50CB-A127-A983D29634C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6B136F-3129-7E72-9F88-4983FEFDFB8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2FA196-6442-EDAB-89FA-6369EE525A2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E35CDD-D1EB-DBAA-48DC-ADEA95D8C0F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034794-06AA-1027-6D0B-9E0C6CF47B5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2C0301-5CBD-18B8-974D-BCC28BC1916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F78DBD-2F02-7688-3010-34EC2DAD4E5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DCC4D5-D8DE-7C46-226C-D2A8C639947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8559B0-35FE-4D39-9D5C-C13B07330BF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5FA81A-BC1A-2576-A355-5C77D4A90AB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0BB2341-1877-E306-58E4-3574FF8810C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B7A254D-2B8E-F03C-9956-E0D019B7F53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D770C8-F872-C1D9-B8E0-49CC7D27DD0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867BA8-21D6-276B-9065-2DBAB0284BB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84A3B3A-0298-ACEA-3149-79B24EC3F77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78DAD95-1174-C5D0-EAD9-E868ED8EF9C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E625BF6-1A6A-2F4D-4F6A-7EA6763F616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E070A0-8BCA-0E0E-65C7-0DBC067DC00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AF5701-C134-B648-A8C9-10C683E82FB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ACC399-D596-4B16-A003-9DDFBD6F89D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04499F9-F887-6CDB-F119-9F73703E98B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1DC225-939F-DAF1-6FA0-22302D88A30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3A2DEF8-18F3-D952-0E0A-035DCD8C222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80AD73F-8E14-2EFC-66AE-E862DD9F2EE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A60E591-7BF5-F2A1-CE91-EDD30DABCD7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6CC0CA4-BE35-231A-6320-0B83CBB77FC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E1AB3DC-499E-7AE6-2EC6-7F4361EE4DA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12E0A3-9B14-5AF0-DA49-2678F278B54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DB345AE-E6F2-75F6-5293-A26019BB473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A290B7-92B9-3A98-EDCC-120D3C3F30C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69B278-9B19-3FA5-8931-A9E73C738FF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174E9F-452F-5DA8-D97E-D99A236D231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C2FBCF-1101-86C1-120E-4C7EB1AED5C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53FD684-075A-74FB-3E3B-8ACF30158E3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153150C-0C1C-324C-203B-BB17CA11BAD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7B61F80-BB4B-956B-EAB7-B24A9BFC615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78AFBF7-D426-B6D1-CFF6-6F677B36EF9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87424E5-8BA3-5068-3EC9-DE1360E235C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278CB3E-9B5D-F6BC-F8C5-8E2F9E0B3A6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5659781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F9460-769F-E44D-0C73-09E29195E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76DD87-18C4-3C83-4B89-F0D88142A9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(Note 456/45/65 triplet in Row 8.)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1A7BB46-2769-FF1A-AA5D-3F4E618DF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F4DBFE8-68EE-65D5-1A8D-DD23ACAF6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CCF3497-F30E-9984-AE5F-E03E9226E0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E6E3EF5-B7EE-64C6-FC66-80CFF319BC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CF9115-118B-9EA2-44DE-E561050DE34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E33FA5-4BC3-BDF7-3912-B5E251073A5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568450-01E3-ED9F-1855-E3BECAAB1D3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D0CB14-88EA-0C2F-5D2E-8158C8EDB14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8E6A8D-3FD4-01E3-0AE6-D9D6BEE519C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7917FC-D9FD-C43E-20A2-B61989EC611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1F3B61-96A3-F38F-2916-F578585DD30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9168C5-B740-C18E-D1C8-A74E4927E83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F97BE8-4B6B-B2D4-0504-81E40C104B3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6C8D35-5898-1D60-B123-C6D3F9B6C74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EE3E4D-E05D-1C08-F702-BFB9E03EFFB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2BDC53-121D-B66A-CA25-17B58335422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A9653C-B347-D911-800F-938D684603A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7C7347-3460-5991-2719-BDC89855737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28B12E-5A35-C9D6-2A59-CC464869E63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8A0776-1615-D9A6-7954-CAB557AA48B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870BFC-7AB9-619B-939C-7B27B06C9DB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952143-A40A-A861-20FA-538CDA09E4C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82E61E-9E62-9A28-0361-24266478575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311084-FDC5-A85D-6C80-1EB458483A6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06FA23-F2BD-5AA9-9588-03DEE3D147C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D10B04-5D1A-FB39-62D8-38ED4C47954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ABD27C8-F2DA-E40C-C1AB-127585FA63B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671579-AB38-96CD-4B48-12FE3D7510C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02380B-AFF4-2253-5608-0DB1406C247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2040CF-5170-EE27-A74D-9070EAE8E09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302AF7-93A2-C093-BC9B-6871D14C129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563788-33AC-E330-0FAC-CB40C830B98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D54B086-97A0-9ADA-3772-66F5AAAC472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94EEF4-EC00-C944-32BE-791F59BC0FE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29DE72F-6DE1-6D09-0612-BFD92FE3A66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487C2F-7672-322A-81C9-35F7F3FF1A0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92F5FC5-8B6A-07C3-2E6A-5A4C57E2A11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61ADD96-805E-707E-6067-9013B7F1974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47FBC85-65E9-4A3C-6452-8062FAD408E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9B26C6-795C-50FB-6E5D-89A0133E2EE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FCD9EE-01C1-2C75-168C-C0666483997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40F7AD-9943-5604-8179-5D2B0570E9D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E728CBD-5F3D-9E26-260C-829C6CE74E7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1256795-115C-FE49-EE30-DA641B7AD31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98173AE-F12E-0292-8FE9-525AF6346C5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F40FDC-FAB4-3B6C-AA9E-055028135E6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6491FE3-4BEA-A63A-80D8-ACE8B335D1D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3ECA462-AAFC-202E-654A-67511CF2F1B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82E5A94-20A1-EA3C-B411-A9909A91C3E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C41A9D-A88C-A297-73E0-45CFA26DFAF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01AB8EF-4E74-B7A5-4108-910524E5187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C067C5-DB0E-E513-82B2-B3C79623B83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124F93-898E-08A8-2620-7B0AFB9BEBE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981500-13F1-DE47-13B7-D6E87B2FE16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7AECDE8-6F2F-64DA-459B-B9A65A3EDE1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F660D45-7B1D-694D-5B63-DF2ED6400C9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A87A19C-903E-6806-239B-DCD4601968A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F5EFAE6-51E2-F2D8-CBC9-961DA188990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2542423-1FE4-C9E9-3EAF-838CE977260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04F8731-85F7-0AB1-08A5-2737068E49B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8F23FEA-5405-F2D9-7A98-A1BA8CC8D0B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908019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18759-DACB-F135-82BA-988B5C53D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102D87-3141-63B9-D637-CA46076AC2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375B171-EA79-96D5-72D8-8A6EA9146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B1BD7F7-58C5-D98C-228F-A81432B43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58CCB92-83B3-5739-58DC-0A113048E4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328ACFE-B056-8405-AC97-3FE42C42EC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54F39F-E501-1724-1E6F-D1D1D56CCAC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931FE3-3A3B-0875-316D-B74F97AF0AC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F62DE6-6AE7-24E7-FC03-43CAD90D574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D1B66F-DA73-C0CF-7CEC-B54E2CB887A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E59F5E-035A-8810-79AC-191C688DAFE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76E05D-B45B-888F-3654-92F6CC268AC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E8C5F9-961D-4BDB-F861-6D92815AE63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C89C69-789B-16EB-5AE0-8561122322A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4EDB02-B1E4-D243-207D-C5C6C156F0C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EF1873-2B45-4440-DAC8-57E40CF7BC6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97B9B3-3B0C-924F-22B8-F0FD0978C23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B47415-F678-74A3-4A81-E2C5CAF73F6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85B678-8C14-6AC3-8589-D231644A2FA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7A7313-BF1F-BD9B-AA47-4BC27253EC0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A0B3AD-E2D3-2C57-BC1E-D8343D5F2A9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D26B77-5081-86C1-9836-3BEB44FDD77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11A56F-2249-F946-B034-A3EE5E651F2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0B0442-5752-E02E-2CCB-1B6C66DE570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1CDC31-B683-C111-3C18-89CD28DD3F9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D6C6AC-6961-220F-9A2F-2ACDA31A8AB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633612-FF79-9EA9-0DEB-316C4ACEA5C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605D25-EBEB-549E-3CEE-E1C6AB2AE1B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FE12F0-0B96-7762-D9ED-C269ABD5ECC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630391-7D36-55B8-B6BF-3FC49B6E5E1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321C842-9714-590C-9388-E72A86FD173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F82146-7A5B-FE1C-55A6-36B95D72596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DC2E1F6-C817-8629-AFE6-7533F4E08F8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8669C4-A832-3541-BBF0-AC3F2F568D8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CE80D9-9C55-E082-7295-274E7730FDB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2A0FB9-EF88-043E-B108-187BA55591F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C4F924B-305E-A310-9E11-D0641BDAC09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53F1D6-2B74-CA0B-2B62-DA4B2BACB06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7845F9B-097E-4584-FC8E-7F83A6EC92B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F77C366-FCBD-2231-7BAA-9CEE51D6691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5ED4A7B-5AFF-CA58-7A04-8536BFAC419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5ACF43-8BBF-1130-D196-965D5BE6C49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1367ED7-D435-2E30-3CFA-874F0CDDFAC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416BAAD-0109-7E89-7956-17F56F541D9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92E26C-80C6-3252-4BA6-72C3A13CC1D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F63042D-711C-8BA7-6E89-3A6E6D4AB79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15069F-F3CE-6872-7E0E-028383C8E3A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73D80BA-08A9-3E4F-F297-DBFAA70B070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4F3BEAA-2C84-D8A4-AFD2-6C47718C5F8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6BBE196-0C40-FBDC-2546-13DBC15514C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1F98C8F-9187-06AE-479D-A0069626370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1CD881-9213-1971-058E-0F11F2CD74B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0C93DB-1BFE-FC5B-21AE-D44E7124C85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FD5F6D3-25E2-73B5-4192-8C72E246CDD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4D01C8-DBAF-DFA9-8AD3-CB6F809CE15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A30B1D-4EA9-F7C0-F7C3-F806CF85495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E3F132-B4A3-6392-08A8-B9B90F4DE58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931027A-4FAB-D40A-6436-53C9C4CB0FD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79D2897-1EC4-D802-1740-6F2F80DB309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3CA2922-75D2-0491-D0D9-339CADF2ADD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3458AC-1F0C-7A99-29CB-6F650158985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EE46478-1B6C-82EE-0395-5EDEF43782E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553BC46-29A2-517C-A237-86E970835E2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143264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E6D0B-60F3-EE2D-35ED-A67CB70B9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F163B0-C8EB-99A8-550F-E5C5419E5D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3 in Column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DACFC48-641D-146E-DA82-8F8E4F6ED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34C0AD0-E6C7-D9A7-B0F7-FE9AD351C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CF624E3-0B8C-4416-0D7F-FA7B9E16D4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882BFDA-3889-3C65-9DAE-C797F5889F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7D81DD-7ADB-483B-BE4B-79B205BC6FF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D725DA-C0DC-964D-F232-9B236808432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60ABE3-7483-352D-4C33-EEB17522EE4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8DE3DB-2503-AF75-8F0F-3D845B60C71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54432F-F528-A203-C167-6FADC7B7D2E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BB0D58-7364-D533-C68E-70A799F5B22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924297-DC20-DC48-0738-4D0E4FC91DD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0E99B9-EA72-47D0-1385-82C34F12CC2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2F719C-127F-54E4-E74F-104696B97B6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DB547E-91CC-6942-7CF3-633359EEDC4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3CC481-9D45-BCF3-B612-426FFCFE2E3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737130-CC2E-A33C-FDE2-DA3B80E142F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914BD4-1104-DCAD-F1B8-48D0392271B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234CB9-0AA4-C2E1-8EDF-96814BFB6DE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161E5E-3CD0-5E8A-184B-CD2073E9DA1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445029-C954-3E50-834E-D05124D08FA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22975E-8F05-29D3-0E1B-E8447E878A3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625C52-A9ED-DEA7-C053-9DC72B8FC93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D5D1E0-9974-E21E-633E-F93F2F0B325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A03089-C91C-71E5-AF44-1E72F195DFE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2DEA10-CBD9-8A76-3494-56D80DA7399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14DF1D-5D6E-E31C-F1B7-24801AD659F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8685B7-DE79-F077-A474-0924B68E180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AE7F8F-780E-0BDB-BD83-8C4CBD3BD7B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3EF6DE-7505-4AFE-6520-9FC03A920B4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B78105-7F6C-C38C-912F-2053243B671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9B6743-7BF5-624B-89B5-4064F12DBAD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756CEF-98BF-A7B6-0591-3F51E3F0FCD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C84749-65DC-A765-581C-AEF7C04A869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DA9E28-0401-6505-6797-23D5CAB7586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E90846D-2C71-89D2-43C4-32F76C8301B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D8C60E-0015-404B-0B56-27F9DF0A25E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4E6E45-B0DC-906C-C01A-D3BF3F72B5E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655F56-4D16-48E0-E828-5F709D2E13F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2059E69-A77F-8CE8-6AA0-F7D96175913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EE5229-5947-CF27-285F-B930DEC54BC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81FA88-259A-7CCE-B8E1-0E162CED532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3DF320-5308-46FC-3F51-35013ADA2F7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2C06548-1B13-F64C-D589-8A59219E3E7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9A2DEB-65B6-15DA-22D2-A3A7E7F76DC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93944E1-1143-85BC-3BA2-EFA7CFB7547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CA7E857-F163-F321-4A8F-0F86C44E605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9556FE-DF09-25CB-1B9B-7A65902DF7A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37BD3E4-B2F0-48C1-F5B7-75AC9300A1B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C0AC417-8AD4-567C-FD64-96EAF6239D6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C84F7A-5FCE-0A65-8F9E-7B3C2E9C714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20ED670-027B-5344-E699-339D1FB542B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FFBBB5-8D31-83E9-4BA7-8F022616147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358531-15D8-46AE-615A-D963EA7E8B3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97BF27-AA40-6C33-3975-8EBD5C8FEFD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497EA6-BAD2-09E5-580B-C50F99F68E5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9F26D4-6D8C-5F0D-58F9-55832A978D8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D1CE87-2AD7-16B3-570D-4CA1F760A80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E52C19C-B70B-7F12-6CAA-C228302E3DA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EF74FB1-88D4-6322-9FF1-4ABD3CAEC91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53A6E80-8548-0BC9-E318-AFE6E6656A2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49A99A-D3E5-673C-107F-FAF682FEE16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25238B-0295-D9A1-4D45-4D29F377BF9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70738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1307D-67BD-A4FA-B263-B3AFED7B7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762D92-635E-B8F5-7A91-755FDFE96B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2 in Row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A8C2C70-801E-78AD-4BD0-86B052ED6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2A78DBF-08BB-1527-EB71-9ECB04D03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123CFAE-C262-94A5-9096-935589140B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94CC6AF-2C45-144F-3EEB-3DD8F74704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6AC427-8EDB-EFDA-ABF8-B93D64D3264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AC7624-0337-B918-7731-47009201667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1C47C2-1B75-74D3-BFEA-A15FDD9062D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6B37FF-DB9D-E1AE-E8C6-17A4F7C40BD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CCF86E-505A-9F7B-DF57-07707E229D5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4A84F9-974A-CEA1-8F78-68F83666E35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B270EA-235A-AF3D-DD87-A34E1042611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C01948-3C4F-3F32-E293-5C99440E6E4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B0985C-E64F-96FB-1FE5-6C2B28271A0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9F8430-4FB4-0DC2-25D9-D2A85F7DC88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C28B7B-4513-F6B0-9D02-D18000D6E4B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91D094-C3FC-9F92-80C0-ADE1F0CED99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464F56-3B72-1ED9-428D-0B9E853CC43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633545-7803-C707-435A-ADAD977EBE6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9CEFAE-DAE7-76AE-85ED-C1730BF4BF0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9D1076-A7C4-0615-BF68-5ED0A2070F0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28068B-633B-1528-6F5A-B067777004D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7CD68A-3AD2-8DDC-4153-0ECAEDA02FA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EAEC8A-319D-E4E6-A189-21B69615175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A61FB4-9B8A-5D7B-BFB1-D4A496FFE62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2D86B8-6175-3601-3B75-62B95E1C7A2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564266-B9E0-123E-ABC2-7341C3197A9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509CA0-B320-27F9-AC6A-A330BE343AE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6F966B-30BC-B0D5-F5D0-4A45D31B01B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65C923-9505-611A-F84D-FA7150CB7E9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347158-DB36-C024-13B4-2B755089C49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008EB8-363D-CE9D-87AF-EF5DEA5919E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960551-47E2-1589-4EFF-566BE8312C5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EC3904F-6062-CA10-0577-17ADABC3584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3661E2-3211-3792-43CF-BA5625DFD44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7DC2D1-6C00-149B-5F4D-52B753A4D6D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E7D4D7-771B-D55E-59B8-B449998E21A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45EDB48-EC17-40DC-DBFA-44D2BE5C061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C9C18B7-11FD-D5EA-0239-3F83903DEA4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91EDDB-EC7D-37E1-4DAE-141C411F25A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5FE0F1-112A-675D-4386-155F7708EEF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35A7F7-590D-7DC6-A1C5-09E8341EFB4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78D1977-4BAD-8792-B304-10FB82A08C2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BEC24EC-F1E2-3A4C-AB80-13E183860F6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32F3AFF-1029-E7C3-E670-E2220AEF042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D7CF0C7-2F17-7D15-7249-6307C0BF815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004E503-A69F-AE20-DEAE-72CE266C97B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187F6B-62E0-B342-38F9-7B2FE196CD0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26E2457-04A4-9378-6C3A-5E8FED20562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CE2097F-E6A9-C903-CFD0-3747676A5A4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32AF23-6094-B2EE-F12F-DACBE0EF67D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A9EEFCE-715A-2CED-E140-AE79FB70FF0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22D150-1BC5-4578-329F-09D431BB357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A50B1D-AC50-337D-0C0B-330AA94F086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AD2E47-42ED-9042-40A7-071CC037265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2A07BAB-9D6A-0BEC-CD34-9406649B8C7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FBFA69D-2B6D-E4CB-A637-560E0D0FA97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C4BD65D-86B5-0360-3D97-EDE900A293B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7847C31-D757-1325-AFAF-61E9165D3AB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C62411D-9EF1-B701-B5EF-7BD58122005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4FB627D-B8E1-F9DC-4873-1995F75B1AF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FC8FAA-BAA0-B25B-48EF-03C77F4EC41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68FA22-8B39-B683-84F2-C5C2311EC88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A74A536-71E0-20BC-88CC-EEA57F27342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49920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4901A-A507-E5D8-9259-41AE83C53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E2F156-3702-F4E6-40F9-4F4536AABC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D268850-D709-BD4A-298E-FDAAA5827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00841CD-DBC9-CAF4-9B13-6B2D46AFA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A4DF2FC-EFBB-0B89-258B-8672BB9433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4228850-00F6-7040-C365-C7A9F3D0A1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E123BE-2F23-9565-A73B-0CC693FA65A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E09268-B255-5290-3442-419CBCF7384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5200BF-1C75-7AC7-924C-5C6B12CD583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25F66A-F3C7-865B-C667-B060AF1FCDB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93DA01-B4C4-0252-AEE6-0CAF96611EF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F2581D-38AE-E318-B26C-8D72D3C92C7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02B499-8DBB-1186-9346-28E5CA8FE28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31CFA7-A337-CEE8-26C2-5F0C4B1F131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CF449A-98B9-6019-C4B8-E32C22AD5E0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B66A08-FB1F-6E40-F4B6-479DFEBF90D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9704E1-DFBA-F215-F36E-DD2944B30C6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AE0BC2-5484-91F8-D8FA-D0A837B7231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1F15D2-E8C9-E2BE-9ACE-394B13F75FC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5C768E-7453-B9FC-5829-1893E10F18D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D3133B-05E8-B904-C502-A53814FE7B0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BFC91B-D0E9-BBB2-283F-A8D6556A14E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F48C5-2078-BB54-C1F5-DD3A40D9AD6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029522-FB6F-039E-AFF3-1AC67B64ABA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EC0F76-C293-3A73-E5D5-4A16BF6059B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6FB1AD-7CCF-F2BB-7401-5B81A537EB2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94F4CF-316F-6339-73A5-D9F38E9A32C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EB2223-64AE-0537-96E7-8D527213925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43F5F1-CECE-24A5-C932-E44E91CECFC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62017B-FAB4-FFB3-F018-FB1782789EB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EEFDFD-D14B-9E56-51BB-A71FEE3CCFD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EDBB53-95C8-CF7A-D722-B60B218B78F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95FA90-CCF5-79B0-E9E6-AA588167B11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A27117-1CCC-1B00-F1BB-146E41F5F7F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93C8BE-8218-4B12-D37F-3DC74241839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26570DB-5E2A-8ABE-703A-670425517C7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3E7560-95E8-1DFF-BACD-D9FED640984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7E8761-DDE8-EFAE-26A5-449CA241D57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432AE61-DE89-5A7F-EC29-D80E7A90478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86BBD3-F191-9C1C-8603-8D56141940A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764B763-3053-6B75-DC46-7CB7C8E1229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74CAE1-4EED-84A2-50F5-C492D3649F6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80D3293-5135-09CF-EB25-D6C109D021D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5460E9C-265E-9C5E-61C9-6FAF48C2786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71892A2-B017-3470-5C81-C7A4453199D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E77DA0-A932-A679-59B0-85C53613BEB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8374847-3EF0-42A4-CBBB-72480CEFA07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5D712C-C50B-512A-23FA-14AEFEFEE68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569D26F-B011-54A1-02C8-9B369AAEAA5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2C1D2AC-9F50-7745-A020-B0C1499EFF1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BC681E-1D4D-54A5-FFE0-EA5F50902F1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9E2E79-D9F6-6D18-C0AD-4BC139354EC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F816197-1001-DE20-78C0-47EECB2B455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607C38-BFC5-0B38-D96A-BE71E59E88B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F1FD03-E338-B9C5-5D53-0B616CA2917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4A537C-BA20-3632-0BAA-82EAE473349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17218C5-9188-011D-36C9-D78E409D4BE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F4F1044-0C32-A10C-4388-E848B03F595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24ABFA-576A-77F1-9610-C7402B159E8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BE9D3DB-1E3E-7989-7B3C-44F394B041F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A60148A-C8BC-542F-FC3B-15EBAA19599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1C7244D-2099-23C5-9089-BF5C272106B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032320C-5A6B-ECEC-B129-A263E3DD521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F99FC1-24DA-93DA-BA99-CB0185F193D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0777B2F-70EC-6168-E765-72798CB783F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286729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269EE-5807-8F7A-9E26-4815DB262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46442E-53C1-FD6D-D0A9-0A458FF85E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[21 in 3] could be 489, 579, or 678. 678 is precluded by the 87 cell, below. So, it must contain 9, which fits in only one place. And it can’t contain a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36DA79F-B268-D91C-8CCB-0AEA5B1E2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CCADA06-6526-22DD-A2BD-870E2217EB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BAEB673-4976-5C4A-880E-C40E58C8C0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E6D7CE4-C3AD-7EDF-BD3D-2F73720C67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2ADB33-68AC-FCA8-822E-23BA27A8904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438768-5E77-46E7-E358-FC2E4212F79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1AB7D1-14DD-7306-B0A0-24FF837AC47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F2216C-BBDE-97AE-2BB7-E16AEE7B158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2AFD20-E450-9DE6-C7EC-5C10171B7D7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1D3DC4-E878-C0AD-BCE9-46B67229015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405E2D-0EAE-5997-AA11-C6F0459E060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BAE251-F722-9477-466E-C0BC531EDB4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8A524F-0BBF-449F-032F-8EF0738982B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009238-51FC-C999-B8A0-FC7B17D80C6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FF878A-4C3A-5034-FD35-1AEE0BE6AD9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891E35-EDA2-3A7A-210C-F6550D4EFB7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06DD9F-BDAC-1DE9-1107-9C0B9E0DFA5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89BDD3-B68B-A3AA-62BE-7AABB38D866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079CD0-0E0D-38CB-541B-5561E60DD7F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638372-9126-0F02-ADF2-07605486D17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D71DB9-6CAF-E365-1A35-5A5CCA75C71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75602B-6A19-8C8C-CC7C-0739C5EA839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C61BDA-0EDC-A084-2108-CE1C190397F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86ECF5-557B-F004-1B90-A667F6B5A38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0477BC-2C93-2C8E-C2AE-E6976EF395F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613CC7-3AC4-FF10-CEC4-173FDC0A7F7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52F25E-0C7A-92A8-C4A3-1D177721956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E9D00D-0CEF-56E1-3113-771354D479E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616902-C109-A5D0-580E-20A5DD0576C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C7E1CD-C9C7-36F9-BD7F-A1DC1843800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20FC25-3998-EF58-BD51-4C9FAAB87C7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E6CF79-1033-051D-42B1-249945D2967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96C2D5-30EE-6477-B667-A10AF2C3ABB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D8651F-7D78-7294-088B-8AEBF5849FD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F2898E5-E807-EDDB-5DBB-0B32B886E19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83D38D-512B-D995-7B12-F9EA4EFC872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B5885B-C7E2-94C0-6FD2-49EC0266968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6499C53-56C6-6C98-C246-8968AFC373D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F11D37-3C43-8830-7EBA-53A3284EE7C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744E4AE-A4AB-D22A-06D9-9DAB9499493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AB2345E-1828-A1B7-C164-1FC6715C8B5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E17711C-C255-944C-07EA-82826A4C963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488872-E83A-44C1-6371-2A396778F69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DFC48AF-4A35-C40C-CCC8-78400C2019C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14B8355-5297-4EE6-FEB7-5B5FEB75E7B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1AE386-BF08-1A1D-24F2-3FAF5A35244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AA9D514-9DE3-5BA2-1606-BF55F71BE4F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1B355F4-68F6-CB26-AC77-DC3D63FB275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0E750C-D414-3431-7F7A-B55A9E66549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2D304F-8064-B19E-5B7A-49791B6ED58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C8384C-5401-1BBB-B59E-C579EC40462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DB226E-C5D9-2AE5-4878-605890F9808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00412B-F64B-51B4-020C-6B7D0F9BDEC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9B4301D-C051-3CA8-19E6-232974A1063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5D9837-128A-32F7-1643-1EE4F925BBB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06810F4-9CBB-9521-582A-B1D3E89B6D4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3F5EBB0-ACCB-5B1F-9C5F-246B55AD1ED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149FB02-B2DE-CEB1-3EC4-A3EEAF370C1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4EEB3AA-3BAB-8EEF-676A-181B9197AA1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51905B4-363D-C644-9C75-3AF04625C8B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BF521C6-D773-FED8-2742-CE33B3E2E41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4286B02-F5E1-71E7-85E3-BB85925796B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48CFCB1-272B-08D1-2AEE-DDF58796F7D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983514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40696-07E3-5FE6-DD37-683C84EBE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993C25-A25C-7306-797B-892538E040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C5D48BD-B9F1-19AC-4B42-42ADE982B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5DB886E-6E17-CC0B-2996-EA7BBDA05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195571F-C5F1-6010-0E36-F4C1597118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89A5AA1-52B7-D26B-BB56-9AA1862B4E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87CA65-FF7C-8C68-A592-624E0906330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5450B7-0D88-3B25-7F34-23E81E9F727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AABEE0-10F1-BA95-D9A8-A02CED5A858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D82711-737F-4240-9585-89C3F826E72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3C7CA4-6EAD-DCC1-9823-B6A4A77ED75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6EC2E0-E170-EA24-D9DC-786ABD681DD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746BFD-F1FE-5E1D-7F3B-A80110F776C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A893FC-F904-9DFA-92D4-DD3CF9C3D91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BCAF7D-52F1-BB03-2F0B-7B8C6C56C78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9D0C86-586D-E644-1D3A-E8AE2C78A1D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BD7D56-5152-D979-2701-00E61115C72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257C20-02FB-1FEB-C3BB-7A8240F54C1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D0A9FE-8411-5642-096D-9CEDBFBCEE0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B38C7B-3E1F-4103-709A-C5F34099E87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80306D-853D-83A7-670C-9C7EDEB943D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971486-B640-2CCA-F145-6947A593EE5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EF6FC6-E0AE-51F6-F147-5FB0F16FA6D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A5E335-3A0D-E5F0-EF01-71C2343DF6C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A53C57-14F4-B665-05BD-64B613926A5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D6E0AC-CD88-A356-F9BF-FB7870BDF32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D1B67F-D309-1359-3489-B6B79EE1F34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938B08-027B-E98A-7705-A5585EDA0CB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6B31D4-EF4A-BBA0-8300-866CEEE49FF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CA9A4BF-E7C9-9832-0C33-96968388024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F77BF7-DFF9-455B-A2CA-EDE1DDBD1BA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CE012B-3D32-660B-AA3F-3AC58E4C88E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45CB2C-22D1-ABFA-7FC5-F73023850F8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F551FF-74B4-4F44-21F8-EE5BF3C7ADC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D43FF1-ED46-2218-04AC-2A51E8A55C7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494373D-205A-F366-4C97-DB8D0AD410C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F29408E-76F5-3AE7-77F8-45A8A92AEE6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2B7E6D-F0F5-6BDC-6FE3-C7B17444445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7BEA14-AD5C-D3DA-663F-2EE260CE67C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C7AE5B-E015-8A3D-AD05-A34A4FA6A8B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48E63D6-6EB2-9A2E-BB59-5AA33F9AFAF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A488D21-3CA2-30D3-1F1D-EF63CDD986E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1CFB20-14E1-0B89-E812-5FD6EE1CB90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AC59A0-A11E-1266-E47B-65AB4F52C80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035295A-4995-AA04-7EF5-D0D7C7E94C5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116125E-CBFB-B45F-D5D4-5EC62AF3D60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C87ED7B-AED7-EB75-AF53-57763F59E72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6EE6247-C379-FE62-288C-449388C1374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19B34E-572F-6803-84A5-35B7E4BAA44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5F10AA-A6A4-57DD-F4E9-244E05B3D32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AD2C72-D703-2C9D-D883-BD972AD9014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F6A0FC-203B-B782-14E1-C74E73FF1A7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F50DDF-6113-5F7A-6815-85A3B24A486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EA99376-12A7-A3B5-C51B-9047016666C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E85D90E-601E-ED87-963A-9F652926E17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1BACCC6-A3E1-7125-7AAC-E7FBAE9F718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FF5B06E-06C5-55D8-1976-0ABB50039A7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CCA9946-CEF3-3C83-A9FE-FB405375F9F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7C4F50B-5AC2-2CAE-FBE3-97A1D95A441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66D3ABC-BFA0-0125-E209-765E9D2ACDF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8987A8-5ABD-6758-E48E-958C5384EB1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8C0D0A3-D57F-B757-AA78-B7B19884165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E86470-BF66-D9E4-16AC-D32068EE1AC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6A51845-017F-979C-B09A-D926519298F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C5DD11C-9FCF-60D6-98AF-7D3473E653A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077013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E9368-7329-B069-C2CA-2F25E0C5E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67E44B-FE7A-187A-2D51-7AFDD1AEEC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Since [9 in 2] cannot contain a 9, this is the last possible 9 in Column 7.</a:t>
            </a:r>
          </a:p>
          <a:p>
            <a:r>
              <a:rPr lang="en-US" dirty="0"/>
              <a:t>Also, last possible 9 in upper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7F5AC60-C616-D475-34F5-C60936774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8EE28C8-34F9-88F7-314E-DDDC963B16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B165A50-35A1-843A-9875-065C07AD3B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819C640-A3AC-B4A8-A02C-5EA864D370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26E100-1234-3E15-0FB2-D3AF1A58625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92BEE0-A340-5B39-59A8-543B84CCB9F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43C8C8-535F-CAC7-CDA3-55B51872CE4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049B03-C6F4-0994-2C46-E5A0419CDC6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657DF0-D705-C885-213B-9F13EC61204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C9BF13-627D-B67A-BC91-1949E199775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8F10C7-0BDE-7C9F-2955-A58A3846F40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0C41D6-F37F-527C-6BB5-1E93F48BFF8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DE21B5-476C-9065-7A66-E4B15F1882F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F48A8C-B030-BD06-6C94-A965C1EEEE4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2A983C-F63F-6389-C0B4-D506B184D75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E0856F-9B4A-00B3-582C-2C40EAD5AD1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3D0EF3-34B2-E47B-F9BE-393B0E54BFF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49D0EC-F15F-A1E2-1515-5A37501BB4C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3CF56D-A6BD-D5B3-E327-F6534E4889F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641530-1DD8-73B5-9AF0-E7EBB425478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EA355E-26E0-1972-0256-3BB79B51FFC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D12708-1852-13A9-2F56-2CC37AE2F4A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12B33D-E718-59DD-5B5F-6AEA7D04505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0F467E-92F4-F576-EA0F-CD4A79636C6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39528F-A4E8-A08A-6141-7C074FDAFA2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5CDE29-CE73-98AC-445F-F6D57806F35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57925B-EE2E-BB5F-A106-601F019B22E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AED9AE-C2CF-AEE7-4F27-DEA99BCC8D3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B988D6-1E91-3AB9-C287-B62CF4B272A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F223E9-BC2C-54B9-AC45-5BF5ACCDA8B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420CDE-9576-41AD-3D3D-49D0F8CAAFC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63403F-50A8-0899-8AEF-599E75FF2F9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ED96A0-B7BD-0E98-4ADB-4F4C0C89AE9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BFC5505-C1BF-8157-C9ED-8441CCCC994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3978AEE-A089-F0A5-FEA4-08CC0321F35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F8504EB-C44E-E767-F168-69826612B19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C9D361-EC94-6C6F-4041-4BCE440009C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9E0BC57-E13A-62EF-37DF-556B9DB11BC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C383AD9-B385-E0E1-20C7-6E623296FCA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5A21857-99A9-32D2-801B-B9A9281973C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0B43F08-ADC2-CDD5-282D-D8A47D330D8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2535A40-E356-0A02-C985-DFC43239387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7C1654E-C9B9-C107-EB04-449B434E9F1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D10E403-7AF7-EA09-3C3C-B1FD5C53BB8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CAFE2C3-FBF3-7839-06F1-D3F25DCA96D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1451E21-FAC5-7B26-E319-84774AC1A6B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6F0882-6A2A-7BBE-6465-1BCF68472BD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72CDC9-8F5C-A4CE-6936-5A76780E3AD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FFA273-4C57-D801-30FD-038F8C967ED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6DD006-C35C-5CB7-4554-E30BD620BEA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1195BC-4E4C-9D16-A107-649BAED0168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BEA5597-C280-ED31-1E91-D18E93E177B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43DD13E-1221-2132-D05C-A58BF77F93D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497383C-81BE-D7B8-46D4-763DA7A2301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1310D3F-628C-E2F3-EA5D-0E34098BCAD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4BAE9BB-FBC7-6948-9FB0-C0F9FD83199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6EE351A-DA4E-0968-1C88-7B5C7F344ED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63176A-E813-A76F-D7C4-F424EB2914C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A58D445-BE1C-9F6E-B19B-857D449715E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9332C37-1EF7-0CD9-2DEC-4B15A8AB28E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7E6FF7-9AAC-7A85-01C6-4CC94A3D826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C83FEFF-790B-51A3-AB48-8215515A055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0627A3F-2683-65FC-619A-28EA6CCD4B3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FAB316-CAF2-2E5B-2D97-2964435ED11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DDDD4B-498B-832F-1637-24E2BA004CA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90391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FB55D-E514-49F7-341D-615ACC50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9E144D-67F7-39DD-F6A9-9A125B253F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9 in Column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4A6CDD5-C094-9794-D7C4-168347F65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83B42A3-E674-6D19-9991-43ED35338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3D8CCDD-DB14-90FE-4CB9-AE38BFDA80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39C7C9B-F4C9-F3C9-9302-92E5AD69E8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1F7AB6-6745-F993-C51F-DCD8C36FD80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846278-36C5-7FD9-DAC0-ABDBAEC22A6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6AB8D9-7893-BF65-E108-440DBD45A8A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066DA2-0F24-DCA1-982A-613C9C056BD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E0F864-2761-074E-BACF-19E40E5A7E6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DEFFE3-F7C3-9545-5BE2-59B4F5759E7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1163E5-D1BB-0031-24E6-D838CC1619E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C7A82F-DE3A-60E4-2203-B5E92A1CAEB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0EC0AA-B5DE-0C48-379E-854D4E3A19F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A462FB-9837-CE49-EAE5-EFD8155F72A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BDDFA1-E17A-C4A6-2472-54EBC1DF1BA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8DDE53-0171-CB14-0E27-E8753A4699C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F84B87-F832-6EF2-ED67-6F6DFF2DFA7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20FB33-50C2-0EE4-DC3C-248F0B97EEB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BAAC6D-3B10-B4F0-5409-8541AC4F8F5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9D8E4A-E4D1-7647-482C-67F5FA44B76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ABDDEC-FA1A-F5E3-F158-38641A3EB96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C2B2BD-45A3-7A4D-CCD1-CE5D3401A4D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E5D088-90B5-D677-1D77-3877DB0633D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F0E936-D031-C5EA-7BD6-E91855C3AF7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C42EFD-C303-E5CE-D85A-1D28EB0119A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FFB693-E347-8D4D-0CC7-83B1DF8B990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3694CA-798B-2D46-AC19-32AAB002B3B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902CEC-61FF-AE64-6C9C-52C09FF7A11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F02C76-4BF2-8BF5-3E46-05F0AED0508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B9DF8D-FC98-36F4-17E4-AFCC6BC24D7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248479-47B4-ED3A-D3B2-254A67253FB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E9A4BC-7F4C-BEA2-95DF-2213CE4EDF7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45ACD9C-78BD-7331-0757-81B369522D8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FEA0FC-CFA1-A578-EE15-B6E1195F942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671263-BE89-29C2-E624-F14E739978D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855CC1-FAAF-3C97-42EE-97AA5F9F6FF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D1F71A-4843-5D40-D385-B625FBC9542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9C3C825-CA05-1797-8541-9F49139A1B7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A285ABB-28EA-E6D4-C341-7B7952DC245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12ECA7E-AE0C-F215-9AD3-3F9A9268EA0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51853D-DE0B-BF5F-4F09-27960487FFF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6C32DF5-B6FD-C19D-2485-E6F55D61046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95E91C5-1A1A-EA5A-203F-E0C6F9C7950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40C5BCC-93C0-2B88-8C84-583F0F6181D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9924FA3-31A7-79B7-EF6B-08C908BF895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C6958F0-B6BD-B105-E025-85E9F5C119E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29A39C-D74D-80DE-1E91-3488B7A6166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C0AB30-888D-F0C1-4EB0-BEC0D999A2B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22DBFC-252A-C2BE-CA0D-8D344E56E08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AAACC7-5F32-4200-30A3-74AA6197886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FAEB68-2504-51DA-D271-BAF07187B8E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DE66499-F3E3-EF86-DC95-015D8F11869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F87D35-B153-519B-34FD-3E0BF5340AA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89E7343-07B4-5848-796C-ED13DF73182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775AE14-B21A-8152-DB84-A9465B1B377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C07FE77-1DDE-63BF-92E1-5901784F46A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A7FADD8-0DBA-DC5A-C33D-615DFF4193E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837A02-726D-A296-4FD0-70CF15DBC8A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7696FF-B352-5911-EDCA-6B63CC73359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48BF734-4C64-EDEC-7BEF-EF8AC78030E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7BA9E7-DADD-334C-F6D5-D1D4357DD39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CCAC299-206B-FBD6-D7AA-3AB47FA44EF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68E8E01-69EF-0F69-7F64-2C76BD365AE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AFE1A3-81B5-0181-F600-2A77E62A157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C716EC-87E5-635F-09FF-68C5049C870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225498E-EEEE-A9BB-4643-BD04F3E8971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210892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FC936-539B-9EAD-2C48-C31210C4C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17B530-FF47-23F0-16A7-A6CABFB2C0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9, [21 in 3] contains a 7 or an 8. Combined with the 87 cell, no other cells in the column can contain a 7 or an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AF8044E-6C46-7626-3A34-6EABA8269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C00576B-B20C-2B19-2AAE-980CB18E35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0388585-8F7D-0738-7589-7924BB6400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2B349A3-3FD2-641A-0F43-4221A18B1B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925674-9B16-B907-5A3F-C3264D3B19C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0974E5-24B4-C486-3C0D-D2E7012FF20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2F662A-1115-DEE7-0266-4513E916F99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E121A9-C53C-54FC-1195-B9AF54A62FB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B12C8B-3E1D-32F8-2396-C55D82D7A00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17B397-C549-F2A3-0145-B81B0DC8782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083A83-6678-8503-0E34-4253AC787C8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DB47D1-A002-E6BB-32A4-3A904D46D5A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F3B865-5A9C-8B9D-C95B-4BBC95EE807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0F7FFB-BD4E-D044-A773-5D6783FC3C6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AF7D6A-9C68-65BC-8E5C-2214A223BC8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0A4DB7-7C7A-7CD5-A20E-E55530B99A8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A5FE20-E7E0-3F8B-960C-85E27C53101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761F93-F851-9159-4AFD-E1FD51FD1E4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6BB095-54B4-18F2-F43E-F47C0F102C2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FF5D3F-0298-7139-2CD9-8FD83F6B1C7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0F6CA1-1F52-B2FE-6549-E8A6A3327F5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E9C59E-475C-FE20-6C2B-8D00F0E488E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D63E55-A338-DF04-7CE5-4AA34911E01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A53CC6-D4C2-2370-80B7-570862E3AE9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0123B6-8436-0DC7-930C-CC24DB5C4B8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8FCB38-BE46-C875-62DF-C25074F69E9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7CD235-918A-A6C3-A077-E7166EDF134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842B0-666D-DD7E-15E4-9D0EE86308F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D1E478-1C6B-992E-17A1-B8D52623273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2F64FD-6D1F-3DA6-4B03-5B31F0DAC3A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1FB207-5ACF-19AB-DD8A-6AEDDA14B0B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107D13-8CE9-D9C3-C1B5-FC24CD8F864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07FA3D-0DE8-A227-13F6-26822DAEFD8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8047B8E-1E18-500C-C8A8-C86FF6C9371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6370D7-7922-9022-B55D-FEAAB24E9BC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ACF1A55-6675-607D-D41E-E21BA29AF46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D97A55-B51C-D9E9-3B07-7F1ACFAC497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15CB799-2869-C8B5-80DA-CC283107F02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AE44C05-2347-F263-3BC6-C95F21497CF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291F838-40C2-4392-13CA-E339481AE9B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00C50C-82F9-9DE1-4B10-24988D539D9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97F9E91-F13F-BFB1-A9D3-C9688651DAF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B378CF2-F85D-CA6D-4B4C-77C11DD5A07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CDEE337-0E2A-8A29-AD21-1F047C687CD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4893A00-378B-355A-D974-0D1B18CAD49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2869749-64FB-00EE-8644-A438DF49492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2FF488-2327-DB0E-F2B6-D2945A44CCD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9B22A7-F858-5791-BC49-FF3730F0CD9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6B8752-1BAF-84BD-3475-44BF43BAC43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F84948-4D1E-D08D-B245-E64356C7C20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10FC3E9-49D7-B6E7-9273-1ED2DFF7109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93486D-E4F7-9B10-0405-88098E17EBE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B689A26-BD6E-6603-E1E2-431B3BDE31A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FE660A-0425-0D69-C92D-41721439FA4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5BA6D95-1449-5777-7E3D-18099086F41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F920CC6-4B52-BFD5-DCCF-B5F60029C03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669B6AA-DB2C-C27B-506E-17A1893D430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53F960D-DAED-BE01-5C63-4CFDA856D82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44186C-8FC1-4379-555D-8A7D2715F06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C61470B-CEB6-2A4B-F500-3A8E033B728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240526-D9A7-7BB3-A748-E97AD459A9E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F27CF25-72DB-72AD-9B05-5E138F8631B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113832-6F3E-CF0D-67BA-86C2BD28CD9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B1B6A7-8411-1477-BEE3-843765CD171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77180A-CC4E-D2C0-1BA2-8776ACC9B4A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F826E65-76D6-F9D8-0514-0AC39B41EC3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26F873-2A49-FDEE-5802-B8ED684B63C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7AF0A3-2506-5FE1-7965-00BE345654B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51703CF-4E76-1252-CECB-FCC18A76628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0966057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9A0AD-BA70-3B98-CA01-A8EC53CEC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AF652-C165-11B4-49B7-76C705C43A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9B13447-2105-7349-D535-010712D2A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6708985-C0E6-31E9-A64D-E55079048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0A9F96F-9281-7C30-AF1E-DA35470517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A0A7C30-A67D-22AE-0B51-4090EC13AF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49265B-D763-BD96-3FD9-71BEA949319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251029-A204-800A-8B02-B5B2E949D03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8891CD-48A9-A8BD-B7DB-C8AD89AFC3A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C90765-B480-8053-B996-1EB74ACB4F0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2D71E1-29AB-9193-9880-18ADE8CE83E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FAF25A-D75B-0389-FA48-6E6CA64A6F4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7F7E4F-E980-91FA-20F3-EAF457EAA04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8E16DB-769E-C70A-639E-49BF2090C8D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7DB853-3DBE-5292-B581-F073AC82A27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57EEDA-B3C3-DCEF-02ED-236F2A68F7B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2265CD-ED55-3507-17A4-107060EC33B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C1CEBC-B22B-3133-4F58-7F3042FD481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B2ED10-539D-C1D6-C99F-567BCF6FEEC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F895E3-B869-FC97-1F13-9C78DBF6BD6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30B731-EE07-7CC0-3899-0FD05C62700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F6FB8E-86DE-DDDA-00ED-DE160DB67D8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ADE13A-9645-6F50-4FF3-46FC2A9D51A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6943AF-F17C-E4C7-7996-86F45384FF4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7BAD8D-5840-AB26-70C2-1D632534210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3DEB8E-E55A-D2EA-7F15-E65ED580C9E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BF8B3B-0EA5-455B-620E-7B175CC4278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8A9E22-BFFD-6584-CE90-BD1A2105F31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683F09-717B-B0B2-77D8-11D6C17D670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B4805E-B87E-B663-D37D-3A1E6C4F516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3953A1-99D6-C246-BC12-8E7F6D05A6A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6A899DB-F63F-DDAD-3227-0C27C962DC6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5FF62B-8677-8BCC-F29E-6A3CB130A71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21F8302-5678-7B37-0769-E193164A91F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3811180-B4D5-BC12-CD37-BFD447EA839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E756FA-11DF-0E98-FC77-22916418C5B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E9CA27E-5AF3-F1F1-EA8B-BB18F373709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2F478FF-A21E-EA2A-1AA5-FC09114490F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0F9445-264B-95FE-5C5D-A56C11144BD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2654008-AC35-EF9A-6C6B-84984C22F86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529F38-E4B3-8550-95EC-EC692A48687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322C36B-69BC-D8E2-40C1-A7EAA05918E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DC78392-02EC-3F88-4CC2-C347E82CFD5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305950-BA10-FADD-DF2C-C7229AE4635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EEE4B92-C954-2F09-8CF7-5442DABC73D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5C9B42-9BB5-D471-CF77-F1CF5999C11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5B4DB94-903B-0460-C13A-7FCEAADCD54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BE9E062-A179-015F-AEB8-DC68778CF38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C08092-BE90-0BDB-4FD0-6864ADC31A9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379FEF-5E7D-EA0E-817D-5ECB49964FA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F47A29-778F-3826-FBD8-A223B8958AD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4E482E-D49D-4C8A-7115-C970E1B1BF7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8DDC75-0CD4-D0B8-C621-9A8D67CC7F4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9B37EE-A90A-2A38-FB81-BAF05118980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D066A7-5EA9-2DFB-8E53-8EC27FFC03D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B71CB0-0A5D-1EBB-27E4-04C71EC03A6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AB55368-22E1-55D3-6492-3B1943BFE3E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8D5C659-718A-46F1-EA04-D1B6242A953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BB35EA6-7DBA-3387-C171-1CE75D527A3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5033DC-8F6E-6267-BF83-AC2A0B9F13C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A9A1D0A-F947-641F-33D8-17BD518D548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FED1198-CACB-3534-2136-0FC0D31BDAD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4DD0463-3A41-04C7-67FE-997B4F3F644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B71B38A-E514-2F5B-250C-94C989898D8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EB7A79-2857-8A2C-F8D4-728E1862112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038EC0-CF26-0464-38D9-1CEB5F0011D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84F0EDE-2D55-D558-4082-C1A53863B52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1CD9805-AD16-41CC-8CBE-B9F17E8EA6E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A0798E1-3D84-4E65-F28A-F91D9795710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BD3D4E1-940D-3B60-8CCA-DB22FCC114A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F2466C9-DFE5-A8C1-9322-1D55634BA59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A44EB06-D2AE-F02B-BD33-466F73E02F5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DD72C32-CDDA-D046-5498-3892836D2F6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A446AB1-F231-4F67-3E5A-68322EFA263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</p:spTree>
    <p:extLst>
      <p:ext uri="{BB962C8B-B14F-4D97-AF65-F5344CB8AC3E}">
        <p14:creationId xmlns:p14="http://schemas.microsoft.com/office/powerpoint/2010/main" val="29590462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D32E4-FD29-9128-E92B-9BB67AFFE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B09BAB-B620-6167-9778-3DF9BA1EC0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last cage (reduced [9 in 2]).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E44119F-1AF0-1EAC-DD06-B47728AD9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610EBA9-FB8C-3D08-154D-D5D1B18E5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1A01F32-B69D-FD09-7DB4-FCAF9CEAC6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242F8C9-F200-076E-E326-152DA9DF62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6E2BC8-3511-883A-9C34-E513836A3E1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E07DCB-D8E2-DAFA-A162-E39119CB3B9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B5612A-DE98-7C4E-3C16-084A44744AA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6679E8-3E4C-70D6-DF7F-77147437C23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749443-4C16-1330-E87D-4BEDC09629D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94C0CF-D69E-CB94-09D9-3386B905D57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E93980-E590-C0EF-DBAB-84F06FFCB23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6F23FB-8700-1D8C-674A-1DC33554CB1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781F59-A9F9-D050-543A-E41A894477E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2ECDD1-4F58-D62D-F882-5C2EC442D35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197201-238D-F584-D563-1620B2E6B42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EA8501-642C-4FCB-6F11-2EE217600EE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91D029-E5BC-AB7B-AC19-40961D6BE18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0CE36F-6BAB-B6A3-90C4-70CC55A3AA5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C30A67-0335-1B2B-82C9-0317FB5D199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54CC4C-59D8-F0BF-8320-7AD438A88A5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8BE254-2BF1-3197-8C2A-0AE10896D97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FE6E9A-8CE3-87DB-CBE6-930F8E1FC2F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CE07DB-8539-3641-7F2B-5BE370398DB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D7E860-9391-A0E3-64E1-3B95CD08B96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222F2C-01D4-64D4-F962-958B88F93DF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F63D91-2AC9-2B4E-5568-AFAA42358D5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433105-FD6B-68C3-9CC2-6CA3A5684D0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C08607-483A-85AC-215E-BA79ED4D725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9A9540-A2EE-1E1D-2050-D1985D8E510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C9A95F-FFD6-D5D1-D846-95EFB59C4AF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D3ED32-6C48-D74C-92A1-0DB380D01CA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1E55D5-5715-C262-3CD1-FBED8B11E8D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9BAA77-F531-EEB3-E4FA-E82F2C637CC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33B89A-1EA0-1737-DBB6-ABA8E9B0A6D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63CF069-5739-35F5-0AF7-4C7D12A47A3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AF7F21-7778-4A09-4CF0-F9F6D38B376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425B91-A5E3-30F1-7B26-7CE014B5E82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44C576-CFE7-5D84-1BDD-54686938554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76E77D-B967-AC42-CAC4-3A92858EBAB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C3CB24E-460D-D7B1-9FC6-C93E326CFA1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C816A9-5008-30FE-C2A9-D5A60B9BB92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267AE7-371C-1A78-8106-818D222D74F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B4D64F8-4504-C79D-78AB-D486B6169C2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66A8E43-9629-0D00-C649-4CCACF21B2B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FC13700-4336-8F33-9693-C7691B1757E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BC7C6D-6285-5800-2111-1C10ECE7B7A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C9C756-19E4-5891-75DB-B2D8F156532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65DDF0-0B1B-715F-D155-5B98C2DDC87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7E5FBB-C87C-70E7-5440-EC6B4E2BCF6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EC0087-8B44-8C76-854E-EDB39FDDE4F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5BD3592-0BA7-C6A9-982D-4C8F7A092E8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E2C8460-1793-82DD-2541-A1467681E95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CA735CD-C5B5-1977-3C8C-4BD57113697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137F421-993D-E9AA-53B0-EA44460A725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C840508-8186-E01B-AFCA-7235D61E2CA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176AF96-7D93-7E49-FA33-B953A95FC5D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B303401-4D1A-DB6B-B05B-8FDF3330F6D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450713A-114B-FE61-7D47-BA4EC15E53D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14ABEA-4B38-67D6-19E0-AE6685367D1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04D143-8534-CFFA-427A-620BCBACF40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A38206-DF8D-4673-C6A5-BCD07A0E034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A5F2ED2-53EE-9F7B-E133-570040FEF8F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5FDDF8-8C41-EB6E-18FB-B7550E12152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5A7D70-1204-927C-57CA-500074295C9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923E48B-487F-E8F8-974C-13A1936FA26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1F90ED-98CB-21D9-E289-92D2BAD89A2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EB55DDF-1AAB-D227-3F83-D25EAAEAF50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46EDFA8-943E-B379-9640-AC7E596949B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5B68E84-D830-2662-0C9D-0C866BCC080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8AF7CE4-A761-59EC-E200-B6222C58055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6E55094-AEE3-CCC3-4CA2-BC318711188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2B8D72E-3EE8-EED7-6EEB-EF61DE63D89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525D210-6C7E-63F0-FD09-FC680398A0D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95613B1-53AD-D3B3-DB28-44A8A8A0448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8653</a:t>
            </a:r>
          </a:p>
        </p:txBody>
      </p:sp>
    </p:spTree>
    <p:extLst>
      <p:ext uri="{BB962C8B-B14F-4D97-AF65-F5344CB8AC3E}">
        <p14:creationId xmlns:p14="http://schemas.microsoft.com/office/powerpoint/2010/main" val="5727117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DFA26-C9C0-2C88-D86C-F84FF5CDB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63F750-9332-D0C0-4B06-985DAB317F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4, [8 in 2] contains 1 or 3. Together with the 13 cell, no other cell in Row 4 may contain or 1 or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B2918A6-9CA2-E320-DE9E-EDCEBD181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4A38FEE-6FF6-DCDF-5290-FD82A4746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9B73A8B-BF31-6535-285B-D479A730AF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D13B67D-D42E-C4CC-F6BB-19CD77C76B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C88203-AB3F-0F3C-B34B-E6D036B3DF6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0EE143-003B-5E81-81D2-AEAB8EA06DE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1756BD-2DF2-F3F2-D104-BE3FD0C47BA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D8E0CF-18BB-1A5E-5D6D-4C80ECB2443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BA969C-A963-5172-0A7E-15995DCA321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DB255F-B0F9-96A0-3B38-9ED09BC08CE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F21CE8-B6C5-6EB1-72A1-A3836A59736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1483C5-A9A7-F4F0-697E-19CD2290B2E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13B6C5-16F6-9F02-612C-B843D0D7EA0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94597C-C2FD-30EF-8DD7-34F2F730346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A8EA8F-4322-5F62-671D-D60167083AC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73ED1E-72B4-E068-2885-016D6134469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9EF0DD-EA1C-CD01-55E2-DD3D104BCA9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032AB0-0316-B71C-66D6-CCCE0B12323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0C358F-FC22-B3AC-61FB-944B5B16E4C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374B29-B79E-C7DE-02B2-227A949BCE1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E29891-49AF-DC1D-D020-8B737D908B8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85EEFB-1389-FF56-8EFE-DFFB6CCFBD6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7739E3-9BE1-EF89-99EC-981CAEE3FBD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55665A-813B-6C43-FE92-D72EB39F2C1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963F03-5D37-A002-F316-9BD550AC62B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EE40D5-2325-5CF0-6118-07B4ECF369C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75F42A-725F-4E9A-98B8-E791EA0F8BF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82136F-1660-E63D-555A-35768D6F4BC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661B8C-12FB-7E14-5E32-70E80EBEB6B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409254-C2BE-F01F-4AE1-34FE85D11BB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CD5858-D346-99C9-662D-2DE57E256B5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765B9E-0615-70FB-8555-A67CF25ED62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7C9FCE6-F8EC-A0FF-7039-A08A981D2AC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E4C774E-CC0A-0B75-9801-3A44A57D827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CEBCF77-A861-06B2-D14B-753B2C155C5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57F0C1-F53D-813D-B883-9BCCDF180FC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2C5015-B96D-D7DB-E01A-4C3BBF1B885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642B82-DC4B-C8AF-A186-CC5879C7DE5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F22AC6-4573-59E7-10D0-D1A9F9DB1A8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FCC77E7-CAAF-1ABE-9C08-8B09744738C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925EF8-9F25-7D90-EF36-08AC0DCCB42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4E1F31C-1235-73CC-EA2F-23139EEF204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910D333-BA33-26B4-C0F4-0A7E0118310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A1F2E8E-1915-2777-6115-E0656ABAA3F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3B0B1F3-235D-5056-047C-64319FC70EE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B647C23-33C7-C54D-6671-3FF0EA4EF81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BB65CC-8583-4E70-3CE9-7143E829F32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3D4F398-C13F-8F1F-FFAC-0E93D6D633B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F810E8-D328-03BD-D5E3-EED5D48A1C5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F2986A-3079-FA90-39E8-217012F430F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5BDEF89-2D3E-B52F-02EA-2F75C5C511D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BA6842-BB78-D7E2-F046-57E6EFF3234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2A2D34E-7386-9DD1-5077-CA931A99601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73D97D-580E-0595-F8C9-2CC3173FECE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1939038-B1E0-CE78-A7CC-15F06A646E8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7BB50FD-D827-40B1-7665-5929C380F26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274EF49-30AA-C254-43A7-124207C5317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49B302-2466-B538-2678-2B56713BC23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229F55-9393-540E-F0D2-9CBCF8C7516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333149A-7B48-6E9B-08B2-04CFADFDF5B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B676CE-C78E-7757-8540-86F5E48147C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8DF5B61-DFD7-E376-CA59-0294ED34E11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3E1A79-C189-AECC-B649-66BA4393392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EFAF20-4B1A-DAD2-285F-E9DDBBDFA75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0B0F9DD-4989-394B-0F92-8A558C737F8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E384290-FCFD-5EFC-3DDE-3902A22E552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8CE126B-7FD4-EB0C-8E9A-6313D6192B4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C85EFD8-D8A4-C897-2E4F-B25F0B26A1B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B46155E-F807-DF42-6841-E087793EC1E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2A00951-DE14-FDF1-C66A-A4CDEF915C1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9432105-6AD6-FFEC-C272-C52D68E2AEA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FDA5498-E94D-4FA2-4F2A-7BC73671DE9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D2055AF-9FDD-3E44-72EE-9B2BA1B42CE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700EA1D-325E-35BE-5D08-25CDA378FB6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7127D6D-9029-F8C6-70D3-9EB8DEACF03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AD4CF66-47BC-9040-1306-AB071DE5488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</p:spTree>
    <p:extLst>
      <p:ext uri="{BB962C8B-B14F-4D97-AF65-F5344CB8AC3E}">
        <p14:creationId xmlns:p14="http://schemas.microsoft.com/office/powerpoint/2010/main" val="15418951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9510A-39C5-3624-B611-7511EFF49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6231C9-5258-BE75-FDCA-F48C332B09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5, [9 in 2] contains 1, 3, or 4. Together with the 134 and 13 cells, no other cell in Row 4 may contain or 1, 3, or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9EB32D8-5A19-704C-44CB-A1CA80DAF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444859A-E522-2B18-9E9A-FBA32E865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20D9379-5DC7-9182-3466-018D6960A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C8847CA-C572-D6EB-9089-676DCC6355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EBC6E7-EC9D-8D7B-1400-25D9690FC44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599958-A0AB-5C4B-28CA-57D90E322E9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76A3CF-93B2-75B6-6DA2-C1CDE323EEF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B452D2-A65B-C689-41CE-EAA13DA439C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3D366B-12A0-9ED1-9BDA-80DC2F239BA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A806F0-5E03-9857-A385-E7F76FAB0FF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31E375-0F32-5373-B63E-B54FC86ACEF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55FD10-F0D1-6284-B0FD-E3B162F3E52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C02990-DED7-1F03-D7B0-AB742E92AAB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8E0760-E0E7-8784-1455-E8F994751CC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88B81F-39A3-5E72-7A04-C5A09A51E07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B9D168-1A95-D5EE-626E-15EEF1A8D90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D04182-D559-0AB4-250F-D6FD653F1D2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8DB89C-B250-3393-7870-79787D8F0FE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517120-7B66-76CC-3870-850B09F23D5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B83E13-D537-3129-80DD-BE05182C42F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8A0382-4C2F-E361-E0B3-D24BD7B1440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34AE6E-F2BB-C57B-FB14-D28C174FA70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ACC760-CAB5-10B7-14B0-6A841724A06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AB9A38-44E7-CE4D-216A-8F707BC611A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52A498-F00D-AA47-1314-C4FF826D556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07D73AE-58EC-359F-1820-FC7A4C21A84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52B612-9822-08CF-C932-501AB75A774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467683-5386-9733-8353-6AFBC4982B5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5895E5-495D-BF59-7001-0509542EEBC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0721D7E-B51D-326D-54D2-1555AEE4A49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708F30-4429-FE33-A45B-1F19D17D967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FC6033-2D63-1852-AEBD-86B654F421F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5B846CE-37D3-415D-6FE7-8DEEA1023B3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4124D6-CD08-40C7-2051-197309F067E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1C2AB5A-302C-E0C6-296D-F66389FA484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B8B830F-531A-A017-7406-E0BD62FBB53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A40A75-17BF-778B-49AC-2B6FF7D9F2B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9FC7F6-7F9A-5A96-B903-CEA3E9A00F0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63371DC-42EA-9B42-FA7C-077DD120022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CA4B45F-B409-FC99-8B85-1443ABACF1D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4BB8C14-E8CC-7750-B20D-E84977FDECF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F05615C-56EB-63EF-3545-FA994F32627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78D9BCD-1020-AC20-1614-8CE849E6DBA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19A2489-9B5C-028A-243B-18BDD1243AB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6DAB048-FBAE-710C-7F26-1316BD88AA9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6EF37C9-0EF2-F409-D547-0063A0DD0A5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260DDE-4D1A-C5E6-5888-734F804250F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1377576-D6DB-A6CC-97D2-50B470ACB4A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DB0001-DA1B-7B04-E523-D369929B1D6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5E9803-7620-C8B7-0024-E076FEDF869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683FFF-D4DA-FA64-BDE3-C2DDEACF648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9D97CA8-6E9C-3D9E-5395-5A486A1FDB4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FA3393-B973-EDC2-8584-306FA8D0362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4872C14-28A2-D7C5-3C3C-AF9C3707522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E5E9193-FFFC-1E78-1F30-2D80C5164C4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3B18B77-0F5F-FBD4-831B-194E4A292BB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90B2365-765F-B99F-837D-5F80C3F865A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2E04081-1E53-1DC8-8D46-A0FF96886E4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6558CFB-97B4-55E5-6EC4-92CF9CEDD2C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8BA7014-6531-9FC0-0C23-B97F7C06707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7F059A-4FCB-193F-D2A3-E85662D9B43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93FDF80-FA87-98FF-E1C0-27EF8706473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3BDD07-32A9-0A0F-F582-6837EE00B83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16CBA4-171D-739D-B11A-ACC96A50A08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7C5A04A-BD4A-36AC-E9F7-C7B00B70469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B341A54-C934-79FE-959B-A0E60FCCE54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0584867-AE4A-9261-B818-B33BBD54166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9E51BFB-1C63-9179-C639-5B79154D930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E85C67D-F7AD-BEA4-53F1-F1CE9250FDA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1A76448-F792-05ED-40D0-4503B75C0B6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B936085-5718-1B5C-851A-11B6175DC3B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D063475-ABB4-7617-34A1-3702D71982B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753276C-9802-E131-2E5D-ADCD6DB9134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7926029-0616-535A-4C3B-4E7E579316E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AB71D9D-CC5A-E887-33B6-599560CB4B5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D6B1F65-7FEB-6D55-0BD7-84D3183C6B4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6B2E260-714E-9785-FCF4-6CCF717B2BB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</p:spTree>
    <p:extLst>
      <p:ext uri="{BB962C8B-B14F-4D97-AF65-F5344CB8AC3E}">
        <p14:creationId xmlns:p14="http://schemas.microsoft.com/office/powerpoint/2010/main" val="41038284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39DB2-8F54-1045-E907-A0635553D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1E6E0F-6BB1-DE3F-56CE-854551B5C0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7 in Row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4611487-B3DE-F86C-B1DF-ED084A0D8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B8EACF3-83F8-4A4D-4B3B-A8EE2A8D0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07A9AE7-F94F-4E02-DA73-ADC3098E4F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9F2AC8A-7DC2-5B4E-93B2-A0FA4818DC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9D8DD1-6846-F5E5-577B-AEF6CE49E71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82A454-2E0B-E7E6-CEA1-E999381D6F2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4E40BF-6E13-4A95-847F-4DC0ABD26A3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09C873-7ED5-4DAB-D37B-6B9D571E1FA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1FF0BC-69AC-75CE-AEED-CEA5C951B2F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F6B731-A27A-7E5F-C64A-65BFEB94234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97DBCC-3E74-7B7A-618C-3FE3BFF85C0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1AD857-D4FE-3616-EC91-849A3037393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FBE742-0818-5AF1-A8F2-F45E0308DC6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AFC19A-5A4D-F053-7333-36D0CA25D1C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CF1BD3-BACF-0DBC-A41B-3639933AAC4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60F688-0659-0CE0-944A-60D3931ABCD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BB0876-9EAB-362D-69DF-32A127BC8C0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A184EC-EA1E-D455-35A4-B80D4F9FD47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7EE9D7-DA8B-BB19-5111-E43DA3EBB46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C57E46-2C0F-8E6B-8D40-8C2F0DFAF91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166345-9267-ECC8-44B5-06DA3C05891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8486A3-21D7-FC32-E5BC-89ED0BE5380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D1A93B-331F-327F-1344-BD37E209FDC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A474A9-AE41-7CDE-3C38-E3D366CADD1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97F49C-07BB-428E-0D1B-0B6262A6A89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3F7EC6-B67F-20CB-4895-BE39FF74270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777869C-5B24-CFE4-8C4B-225FC8FC8F8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3D6249-30FB-D4EE-87A6-A7E0B229CFC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D52785-8D91-1BD7-FD17-00AE12B712E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2B50C1-8179-D172-7D93-7134535FD37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4797B8-3DFE-F60D-8D6A-D05CE12D775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AF1FDA-2B01-C4E4-34AA-41F80C873E6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71C581-BFA4-D72E-1E3E-54785F23C3A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7D58BE7-31A2-D72B-FE85-DE90D3A6EA4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F7341AF-59C7-263F-2316-901659818F9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25686E-B324-D80B-F30A-65C33371B22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857587-3586-CDF5-E32E-9A09A36A6CA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460728-D4E0-CD84-D775-6D545B11137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4BF479C-8E63-5E73-529A-0324E3DFA21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2EB994D-7367-450D-7E2A-7B7BB34335F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A7C266C-BF17-6DBC-E22E-6A84BF41E85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87D1FDF-B7C1-A602-C2AB-CE3B0B8488C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378AFBD-5721-BC09-F6FC-EB43F29A8C5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6FB14B0-9BBA-C47D-BCCD-B1135344B2E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FA7DDBB-9FC9-FD1E-D80A-29C1B460C67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232FA54-322E-778E-2D13-6EB2C168985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0D0350-0B8B-5E03-D4C0-45C57403314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95483A-9A08-293D-757C-E25E46813DA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C80065-5937-61F7-D77E-D170F46F88D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585031-FAAF-40E0-6326-244DCD38491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F9580D2-C78C-B7EC-CCED-102C90C5182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71E6E4-41CA-6216-9644-6F30D5FA21D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8E04AD2-74AB-E488-6DE2-851E68B7727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D55866E-D256-59A2-16FA-A2990AD875B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24D2F26-15CD-022B-502A-9C96B875DAF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38598B0-2E17-21FB-C16F-13F94F0491D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0AD401F-F201-9C1C-056E-AF148D2D679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3F2C4C6-C860-EB0B-CC0B-7B7DB0F4953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52F5E06-E561-71E4-BC03-D17BB8E6128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0E37983-3AC1-1BAA-8D4B-E80C7EA9EEF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517201-12B3-EF10-DFA6-F69DBC0A2EC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1EAC20A-CA9D-B228-B2CE-4022A07BE7B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E167E2-4EA0-9EA2-079D-E85D0EF0E21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C31A70-4ABE-702B-5C65-9AF6860ACDF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D93B97B-ADBD-33CE-4552-58BBA384678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7D4CF7-BA3D-548A-3C30-D0560C57986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6C90E4C-39E9-5161-F2E7-EE8A6BC0C13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BA7AB12-FE05-6FAE-4DA6-F4778F55A59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3E4666B-DDA0-CC3C-3242-C3AC50D1D78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35E2519-179C-4110-A8D8-AF2067CDF3C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B56AA64-F3C8-18B0-8407-113F4F30EDF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920E88F-FF07-29BD-091B-4112C8C8550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8C04139-1BD4-BDB4-D6BE-3C436CBB19B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7BECB1C-8C56-A895-F105-DDF6CFC5121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886911F-5DF2-663B-B75D-1F0CDE57FFF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20CDF12-24EC-CF9F-1139-B89A6620463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43EB320-8523-83FE-7398-F20881A51EF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101220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36315-E6A5-C1E2-ABBC-F6D36334A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BAE534-C2BB-9603-FE06-E96526D6EF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9062C39-3A2C-666F-C951-6E3AFD6F3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52C5E4C-D3D0-E633-4EF9-6FA2854730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1388DA0-517C-BCC3-AA78-7E581CBB75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F3611B7-6938-94A1-5BD3-E748609288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2A897F-1010-31AD-5E7C-8639FCD5245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0329EB-16C2-D53F-C123-B6E637E4E12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36429-454F-DFE7-E72E-5B282D7786B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41FE51-C3A5-710C-EB25-0868679F266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2AEA0B-D8F2-FCA2-A769-EEE153FBFA4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AEDA34-AB59-B996-9F40-60D348DE9A6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7E18BF-0C4D-9CFE-B083-5E92B413412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CC47FB-606F-1538-FEEB-1311751B6AA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C90E58-027E-4115-8D8B-4D2770DBEC2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EB027D-9A76-F12A-C5CE-DAB4BED3FCC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12AF79-BAC9-0616-6BFE-A593E3AA2E9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A318CB-498A-473A-9944-05A624B0B3A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865E6F-657E-21B9-2DD6-FF3B5A46D63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E6797F-7BA2-C66A-0E63-DDE036D5376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C520E0-FFFF-C7EE-E735-4FD100387DC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1220CA-D43F-9E8F-B121-AB8E83E16FA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2E1046-6A3C-D893-E1D4-DE686D9A17C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2734D1-54F2-8532-117A-DC8640CB9B2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152458-D8B8-03D5-D00E-4C8134A3967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7576A4-EC3D-70C6-7C51-D49F48E2C14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61B709-CA08-4D86-9C03-55870800F9D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5250B6-3D7C-67C9-AE23-F8B01DAB5BA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AC76B2-5F28-8871-AFA1-C857AAB5E1A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C65281-1FC5-BEB1-5FC5-3466DA777B4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AC7F8C-D7F5-65B5-1912-F45ABAB317E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0A03D9-7700-3886-7E81-121C78155F2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A05B83-EB4B-72C0-8CD8-5B2E904EF10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8399A47-E96C-CDA1-4B07-6B604AD2A83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B62270D-DCFF-923E-D6B1-CCDAAC1033E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0B4501-BF04-FF3A-CAD5-9A0A42E3B45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F3469A-F098-EC2B-8614-8BB1686106D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30F2862-3D07-68DF-5488-FBA385FCA6D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D8C7EE-AF45-2F20-ADAC-B76B2149BB9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57361E-15EE-BBE5-790F-3F0A07252C4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C40F212-AA32-1C86-81D8-AE0105740D1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463E916-4833-079F-15B5-1DFB4D542D6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70596A8-ED2F-65B5-0C11-91220F218F8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A53E9B6-4CA6-35C2-76B4-8E1CD600465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7330A1E-2A36-3347-B2B5-ED3FD1043E3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6881E8E-F80E-0183-73AF-1BF14C58E51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E30BB8-CA04-EACD-4298-56CD1E3629F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DA4218-B66A-7DDF-D687-7B65DF1F586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9BF2DB-F91C-7BDC-FDE7-BDDBB0D4B11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E545A4-6700-FFEC-AB31-2CCBC9CB523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2C5A46-EDC5-0590-D31A-560163FF9F3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57920C-A150-3AF3-E568-9C783958FF9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020F64-26C7-2457-0511-1BA599877FE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A8D9015-01C1-A4C2-AE20-72E766A0027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4344242-7636-7394-503C-38805883D42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8B6F9F5-7ACE-5A6E-E0E7-B5E2D77E9D2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A11721D-9C40-B8B5-CA96-0EE46596E95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600DC0E-8E59-F1EE-899B-25AC9C9421D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5CE91E7-DC5B-A5FF-6A90-E2B0970B726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6BE6962-705E-369B-3482-18BFC1EB760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2DAC16-D4D1-2ABF-C2EA-FA490FA79A3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1D44576-CCB3-C387-1464-B377EA547EE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BDE572-2187-A7C4-A357-6CD96A7F765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A2B1F0-95F9-7F0D-C611-43FED9ACE0C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61DB31A-047C-C671-7032-658955248FE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C470B96-5759-11F1-F6FB-D5FB135D512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90A249-ACEB-E26C-ADFE-1B62BF6B9EE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C1F82F5-9D35-AB87-4B8E-E109132F856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E143BFF-1898-3ACE-528C-0939C1B2DD1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2E9A7B7-FB9E-9606-5C65-C8029D81CAB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C954679-BF4D-4384-1DF1-3FBF9232BF4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16A9FE7-E732-FF07-A936-2EE5740E33E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BE2DC09-940B-7632-BFDD-E763BF2F34D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46FA033-53B4-27DE-3257-DA327705826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832DEC7-9451-EB06-0B4F-AAD21042EA9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40896B6-9317-9BD0-83FC-5E1078C036B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A4B361F-04D6-18C6-FC29-D0A4BE9894F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5219809-ACA7-DA30-DB45-09A1C72EA84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084CF2-DAC7-1A83-916E-E0ECDA07FE9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423294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47F8A-593A-B6C8-F171-F19655C98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3C1A39-F495-F8BD-393F-8B30DBBEDB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last possible 7 in Column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4CC03F3-D47E-72A0-DFD2-D4125CE67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CEB46CB-011D-CB21-DA64-0DEBBAF69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C1D9A7C-FD33-F039-51E5-D649913BC9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A750055-8F84-789E-ADEB-DBAD18F385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5E320F-87E3-F35D-823F-5D6D7423276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5154B1-E114-EC70-5882-EAB9DD57460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DF1C3B-8A2E-C1CB-A331-19DCEB5EE0A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3FB35B-F7CB-F5A8-5AC6-B2C31353AC8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232868-4129-97D0-C327-219260B0B3D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B9ABB8-98AF-8B8D-63E2-070529E8153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AB613D-C4A4-72F4-669E-CF1CBE8F9A9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5F242A-2DD8-7BD5-E142-F4F8FB921C1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5A178A-0FE7-A80E-1B98-0B4BAC0CE76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DCB886-D6D7-BC08-81F5-7B21F4A99DC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E27265-1738-944A-2126-A4421233ED5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A80306-3E68-44B9-1DF2-D9DA7703809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4AD3A0-466B-33C9-E844-7AC7E18A32F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771467-B8AB-AA62-2DF8-4CC86E1A50C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BBE145-2207-D887-0E16-6E47F435C61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3095F6-908A-EAF6-BA82-82B191A8FC2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0FC915-4D2B-6D5C-DD94-F458B98418B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2F8A1FA-A3CA-4A81-1B91-A0494C62008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A8CED0-E5CD-695F-396B-28BA8927D6F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FAAEBE-5A0D-E868-D93D-1D87A720834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D6DA7D-8F22-6A4B-D951-9BE2992D002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01DDB1B-9671-B2A9-ECC2-829F4D2F252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0A9353-CCC2-1A3A-9708-D972B79F566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ABC1DA2-C18A-456A-C58F-DA4329827AE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551DB6-2397-BC7A-96DF-DDFF2FE95FE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3F352AD-C821-65F0-A6D7-F2E81658DC4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510F80F-5264-168B-6007-50B905E9317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5E758F9-BC41-00DF-5D66-E299616403A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189E04-C9C2-40B5-417B-8B878099A74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DEAAB56-9617-804D-E124-034F58DAB43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72F9D6-FA58-3B9A-F9C3-80ABDD2B7F9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EB253CC-665E-C43F-6364-E5D4A8D8B8E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994E24-E06C-2ECB-0EB9-B63CB164D8A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56E65E5-B3D7-CA82-25FD-E268CB6AE4D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DE69614-CE63-DD4E-F366-00E7E236DDA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41716B-1586-F824-8370-2957083B1B8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504E34D-6251-F706-449D-AA8588210F3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5FEC5FE-994D-7993-9442-4EF484DCAB7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F7D086-21F2-DF29-2C44-683FDF0381F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943A82-F34B-C622-4B15-2B0C8ADD900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E82F9F-5CE9-72FD-ED0C-C0B39A10EAC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A28D0E-DA79-E81D-5279-BFA4D5F90D6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94CABAD-36A4-552D-F09D-6B54C8624FA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036742D-043B-F2A8-8942-A831E3C41A3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CDC2012-E17B-2537-1110-47BEA79C64B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E05DF7-647E-53E9-121F-D8A4A73700F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200F3D8-5083-EDBD-E426-67F8B5CBD32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D530D4B-BB71-98B4-6EE4-A2F005E5B9B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D85F507-5321-1E2A-5992-DEADABDE5D8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F53C9F5-5A71-9A04-8981-A7AB72549CA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E8C0376-61D6-C9A6-EBAB-0FB930F13AF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FAE5DE7-48A4-93F8-B9D9-3FB884814EA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9375F1-0250-C1C8-F6C5-1DE1B63FB05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7AABB9D-EBF2-FDC3-A681-1A20C0DF8E2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AF679E-807A-890B-BDB3-2599D918CCD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1510E6-E643-41A4-730E-2B5E1F1349A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75EDDC6-6917-996C-C65B-EB1DD92C956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C4B39C2-6B0E-2895-E7E4-CE165A43875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095DA0A-074B-238B-DBFF-7443FBDCC69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EA32EFD-F701-EA0C-80CD-09420EC78E5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B104D23-4042-5A47-B862-98B415B684A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44AD1B1-7461-FC49-8AD1-B9C88353493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73BDAAA-7522-05DC-C9F9-267D17C5C70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6DD8391-0CA8-511F-1B3B-8E92364E947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2B89CE-C99D-E1E9-995A-CFB86079054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FD72F7-08A8-5096-88C0-22F78D935D7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D35E647-6659-75CE-2C10-23DAA4A9F33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3E0BCAB-45C5-5338-64C1-53DC8A10084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258CC10-8C53-3124-4F31-0F4F19F7214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A455BE7-D975-0BC9-041A-D5D21DA2F86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623CBE7-0266-0EAB-8184-43E0CEC1A1B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A2A003-CAC5-68ED-940F-584D2C88272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9BABD9-9D59-424D-B70D-DAAD1FA4344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643151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FB5B5-5D86-993C-5193-DDD7DA7AA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AD9FD4-3E0D-C480-0C19-5C2ECD38BA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7C76396-21EA-1DF7-053F-52BBCE3C7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FE6F1FA-352A-2741-99F0-6CE35182AD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78C44D6-794B-982F-D731-1A9F9B5886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70EACDA-BAD5-406F-3DA7-D2A2A44522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4D4180-FE74-0D0B-FFE1-060582D2B40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5A10A0-3803-9B48-0EBA-4DBC4262DE9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14B72C-5EDA-0F86-6E8A-AE9145DD425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F1D009-6230-AB86-6187-338D020AAF5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1252DE-D565-6ED4-D2A9-5A431680977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7027B2-C892-3E08-7D9A-BE0DD596DD0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E484EF-CA46-2DF1-4B88-C0550AEB26B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0A4DB9-6983-FFCD-B1B7-7032C5BF9F1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50C5B6-6210-3D19-942A-31F3D93EE49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D3A677-C54E-07F0-BB89-D05B74A5C0F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DEC49A-07F3-D9F9-C523-87BA0F3EAB1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948779-05BC-FDA1-9CD7-74AAE6CC9A5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A957E5-F242-CF32-8184-516968B5E43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5D3672-362F-FA8B-7D39-5131F875B1C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46336E-81C9-635E-9AF5-E8D32A1E034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F65B348-D593-D88A-7F2F-01D12CC8CF4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CB1E5D-B0B1-1105-8873-64277ECDECC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A34D45-DFC8-908E-16C4-1236B0272C4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F5258A-BE26-1C32-FD9B-552184D076A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3AFDCE-9AB9-A567-BF3D-EFB1AC84384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19D8A3-8FB7-F65C-DCF5-56907B77638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D907F52-6D3E-8B8A-729E-955667E7C12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AF42A47-AEE2-EEE1-1B3F-CF1B730379C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6E1F921-2560-3D0E-557D-AD664ED8C6C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7C78E8-DC2F-3F7D-9FDF-64153AA8A25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2DE5070-CDCC-805F-ACCD-E02219636AF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944FC7-655D-5BAC-DCDD-3C659F792CE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4C218ED-800D-DB6E-DFF5-757CAAAEF01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D4B8324-60AD-8110-BD91-239E09096F4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ED9A20B-A371-84FF-94F7-757D4DC7FF8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4B35B27-85C0-9479-0056-0938A310112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76BEC68-2661-5027-069D-7D363AE2DFE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55446E3-0FDF-38A5-BDD7-7F30E4CC800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06A46D0-A50E-287A-E009-1704764FD5C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5B0F12F-B540-0F9C-25E6-E88E559DDA8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827E657-6208-9F54-7B87-3D6D9F0DF21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17532C-BFA4-3742-003D-1A2AB7890A9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51C5A4-774A-40B6-892A-180666F4B7D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4D9ECF-E313-03E0-65E3-B9A3C8F09BD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1686E0-2817-D369-A19A-C59B2A52270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73F100-79CC-D4C6-11EE-820FAC0C920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CB20B16-6362-832D-8412-F1D74DF1F75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6513ADF-7927-6290-7DFA-0D104B16A0E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0970C45-89D3-DBEB-7B03-C4FF45F4938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D7C3F87-A42E-B031-BE14-64EAF9F6019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96BDB32-BDA2-C91B-26A6-3E9B711327A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303CBF8-21B7-007B-735D-8BA48790030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757CA3-F349-CB57-BAA6-33B2BBB2583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943D221-C607-7814-D33A-DBDCADDDA88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8FF80E2-9F64-1B89-4791-6121AEFF9B9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39E8AA-7CB3-537F-1EB0-B29F8CD4DE4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D11DE39-1B3B-0FCB-6600-5FF0678D207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365189-17F8-2DA1-5663-714A0B109D0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1D2FDC-1E31-6807-7BA3-0F06A3BCC1F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01495F8-0186-0530-8308-B019135DBF8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F4CB27C-B6B1-9670-64B8-E0629AC4DDA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B962FE2-287F-4F5F-A635-480BD24847E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71F1D98-2636-2C6F-E333-50CB1728EC6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50B3B6F-55DB-6E70-D124-56361C94286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962C7C5-8FA2-B471-5E1D-AEB495DCE21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608CC3F-DB4C-6AD3-4AA8-4366E5D40F8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14D8D6B-E88D-763B-9690-A27F2E51576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F1F4710-EF94-0325-93B5-A975ABE9E98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DCCDAD4-F66B-A9D1-60FD-E2BB14A6C01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31982E7-7B5A-E0AA-55C5-DF8BC7B7DCB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4D4B240-F891-5743-C59E-343BF27640D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03836FB-4248-B679-DECD-66A30C2840D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64A8F84-89A4-D1D0-DEEC-F2A8569DDE8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4B6524F-AE42-8444-4D50-E33907A6F16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798642-A72D-04DC-0B7B-F754DE9EBD5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A22B35-D92A-7838-0704-F6AB288F420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869019-13CD-2199-73EF-9D13C088DE9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8A7E27-F8C7-739D-19DB-EFDFAAFA5D1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704561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B92B2-D709-EFE6-03E8-6AF3E53C8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E4EE0E-1CD7-2B61-A179-F9817B9982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4515A26-1EB6-BADA-8D08-E0A8463DB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74E1FD6-990E-A74A-2114-EF6247340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B127293-7604-1973-ED9F-B59A12BB8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1AC4442-957F-80FB-8293-8DCBEE725D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88CE01-136C-C6BC-BC52-A980A97A989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6A1CB0-D7BF-B96A-BADC-8E8810C1C83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2FCAB9-B2ED-F171-36C2-41106E7A097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ED02BB-9614-360D-F0FB-9910AA4D9E3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D7E26C-07E2-4707-1369-68941B1E565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3AF0A2-1D65-1792-F6BC-F7CED626C27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F57C55-C1FC-33CE-B041-D4D335192B9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186831-A0B8-46D6-BEAF-5D4DF13CA96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880153-5FE5-D340-FBA7-B290EB15194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98BA8D-F99A-11CE-5A6C-1D4F401EC23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A1A316-5A4B-6B5F-177D-D79998949F8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1BA00C-F1A1-B01C-F704-77063E75922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7AAAA8-1131-46FF-D72F-73A18406DF5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87EBD0-469C-DDD2-7A48-F3C7ADBD5BD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82C84C-81F7-4E21-CD14-F9ECE7D826E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3A17C0-03D2-ECBE-323C-7E6B52247A6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971CAC-03BA-917C-2B81-64398BD11E7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DF9B730-2805-A462-5268-0BEFF6435E1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7C33A8-ACFD-4C1F-87F2-A09CA81238E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005BE74-73D1-7D83-1776-0EBB228D4A3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2D703E0-AA7B-121B-23EF-66986EB91EF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308DE7A-46F4-2435-AB24-CD76932F4CA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C867DF-BB90-C980-7CF7-CF7311B1417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820CCC-4A96-BFB2-5A86-076C38C1B63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8684BB-E09A-7398-A472-4E7626D83D1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B00BDE-987A-CFE3-B34C-D802F7E5FFF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447D398-8B3B-4581-D874-69FDCDFF696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EC3C54A-2594-FD57-0CD1-439DFF22E68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159CBA-C567-2527-7579-A52E3F2E6B4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4B030EA-02F9-A431-2742-FA517C97A42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1B7ED05-52E2-B03C-6E20-CE8F03499B8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42AABCE-37AA-C137-AB70-6E00C1C89BA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EAF8596-675B-6BE4-0364-B0A1C8FD318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99566E6-4116-274C-3D2F-35A35198D0E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6A20D3-2F72-4CF3-A0C1-38AC7295DA0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EC6451-66EC-184F-3463-8A49E817806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9CE255-04E1-97CD-BEBF-D2DD70C3346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41E7D8-7B11-AF33-DE40-E8394E3BD42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10BA73-D391-EEB7-31BB-979C976B9BC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A4454BB-68DF-6D30-7B3D-3FA84C47D4B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8CA6B2A-A888-9117-197C-C0FFB564078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A713696-F3C7-571B-5676-F589D9001C6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7F9FD5A-1AA6-59A9-1BA8-65041AF47AB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E187FD4-D6DE-19AC-1A7B-60372D5E0E8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AB17856-5CBE-F5CB-4C3F-FE2DEF7872D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CFD2FF9-3731-28E0-966E-6DA646449E6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9E3741-A74C-6108-C459-F61AACEBDE1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5BFEE94-CE3A-DC61-ED2F-82022503B08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CB1849-F7AE-8F54-6CB2-70A1CEC1CAF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B62BE2-71A9-4D8F-0C2E-3CEDEEFB7F5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FD16B18-A2C6-AE1B-3131-5936B67F0D1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E6F8431-634B-9445-2B09-A8777585BE1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9C91E17-E622-2728-F476-84268A513B4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D61262D-5627-D38F-24F8-E5B0F75FE3D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35BAE43-DF54-3D36-EB9A-C52F510122C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C47E102-B7C0-BED0-D84D-5F2B7575087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1DE94A2-E388-FBDC-B7C2-85061A600D6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44504DA-FA3B-0C05-5168-DA3EA91CE90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662AB65-5B46-1D8C-96CE-21FF9309D52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A9DB180-5156-EC86-EC7C-5968533A833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64DDB50-75D8-0E41-2943-5835B02012A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A1CF22F-DA29-C57A-8E13-8E4516A996E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B251AC7-D364-5E1B-4817-34423811E29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DC2395B-634F-C2BB-1DA2-B758C830D10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B0F8FA0-2A85-A859-5A75-0A9F80C6805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E78025-3264-24D9-49C1-033C271C843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EDD8FF-CBFC-C140-F3BB-AE777A386C5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607195-16B2-345B-2C50-A0D4FDB6D5D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67B71A-2003-DD3B-1B8C-6A97C850686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8029A0-B07F-8DBF-1CE2-0C37E55568A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AD0D79-9C2B-C6EC-A20A-70F75F096CE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5C83EC8-9A7F-E518-B35C-627EA273D81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C8533B2-2C1E-B8B2-42D7-50369497E8E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376587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753C4-A4CE-F8F3-801E-EE8CD7189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435B8C-27A4-1B63-AF99-1FB6B6DC2C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66C911E-C3CF-982C-E11F-4962556D7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7AE495B-FC47-C199-969B-1DB1A1C5EE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245DF72-E66E-09E1-C66B-633C8D96D1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D387601-5E3F-ACE0-3EBA-138958BA7C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741CD2-D9D6-E027-7BB7-7671C3E8C56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6A522E-6D5D-F79A-B6D9-5227E2DC7B8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1303DC-4B3E-1A5F-E368-8596BB7A11F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0E267E-B4D9-3833-713F-52B7F7BABBE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CF29DA-D249-595E-9A6E-504CD014201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10A151-CE9B-46A4-4B9D-9653DB4DED9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2B9A1D-61CD-9308-6FB4-29AA08BCD8D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DCA1DE-0FB0-98F7-B5F5-434C0A31F8A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79F4E4-0E36-580F-60F4-CEB0712FBD0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53F8DE-F383-681D-5C59-A8689982CB9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F47E0F-0539-1841-4840-ABE816FBA4B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02349C-F7CD-D579-3255-A31F9E7565C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F05A18-2765-E07F-806C-8DE896FAA0A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91557E-0923-88BC-F901-F28A1CEF5D2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0AECC3-EC21-10D6-3887-2B2BE76CCF8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32A884A-2258-4B95-ED64-FAC4BFEF647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BB4E85-0E00-366C-36BC-EBA1CDE9B8A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4B7F7A3-DC01-DC05-1105-5FD2E74AA79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D105E07-1532-DC9B-78B0-6FB3AA67ECF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C4B321E-ABC4-7075-BACB-AD8719A7DF2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624D98-9948-83D0-234D-BD8830091EC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049FFF5-FC46-9F49-E190-896CF1FA5AC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ED418AD-7270-9552-34E1-EA4C5D566EC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C3FCDCF-B693-9133-A2AF-D7312816862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D71187-2C27-89F9-A6CE-FD7437F3702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2320982-A89A-6B51-0D79-62D63429460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F26EB72-81E9-6E6F-5972-77A4109B0CD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5BE526-4FD7-9AEA-A897-D866E32F947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C53197E-2722-6466-E44F-873FAC10D29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AD4B50-A567-34D3-346E-AD95734A5FB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E2A26B-D12B-9B33-3184-861A1686364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0952F65-1787-F36F-BAF9-4B9B857BABF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85F5B61-CD9B-604C-5746-CCDC3892C32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0FC1DB2-4D5E-1833-EE5A-ECB5E82F996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55F08AB-A911-D572-2DD7-2D3374C9F32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CA6F09-4036-9604-0E4F-89378319369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010E28B-9FAA-082D-7D88-F60C0C01275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6B22B5-FAA1-3E9C-8657-2C2537CCC27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B9501A-A787-FA5B-60EB-35A9C6D03D5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9EBB3AB-70EB-B454-8171-25C02492A2E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7DC32E7-8692-20FE-F584-1D73179E1A6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05C656A-9FCB-867C-4AD3-B189CEDADD5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5068745-DFE0-9E0D-201E-0E7C8C1D546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F75EFD6-412B-E51D-3FB4-9F1F5B750C2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2C7420F-383A-50C0-80E9-54365ECD644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D30034C-77D3-D40E-EFE5-6FEFC20B0F0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CA5D0A7-E4A8-473E-7C9E-E23B084F43A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6665423-503B-0BCF-8E45-EB6D1606402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1630EA7-616B-2188-A263-95A6FDDE819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9484440-BA47-15C3-0445-AC7FE5BD931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A72EA6D-7541-5DFE-475C-801288C3688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9111181-75D8-85CF-999D-D890DD9B2CB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AAA8AC-6FE8-D90E-8909-CD99DD278CC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F90757-1F6F-9D6D-E72A-70662978BCE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61A69E-D092-AB65-6A03-33B919FDAAE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356EDE-CE23-9B0A-16FC-A751F7A4F36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100B48-BD1C-96E6-2ECD-6A9B021992E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C80CED-64DA-22A5-F87A-5E84A04E938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0791ED5-6002-E63C-C5D1-A4EF5C39E94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513BA1A-9CA2-8E58-79A8-5EA38C121FB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A026B1-D470-937A-5A01-AB1CC4D974E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A65540-0FD8-84EF-D6C7-BBBE95A6F36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B96486F-2EB9-D4B2-9F8F-01223AA7B27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29B8708-D1F8-2725-5E42-0AF6B32982E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82FE4E0-24C9-5F52-651F-9D27BBEA27E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00C15A1-B74C-50B9-DF1C-BFB4D338412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9763584-39FF-8110-02F0-15C9348A7B2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FC80989-A4CA-9006-8D26-8ED3D5E7121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9110D0E-301B-185F-CBF4-488F90E16BA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EFD8953-18E4-7987-8AA4-627E7171069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7410CDB-B766-B450-0861-4E543E2820E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8DB3E49-C139-2796-7E59-BCB1374FB75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6EC9C88-8FD9-2D0D-21D4-6353BC9C58D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028200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D9477-1B92-6AAD-693D-A26F2F0ED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58513F-4D3C-403B-00B3-3589E4CD91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7E51509-D380-0F13-AA24-DE8844462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B752502-7D30-E8CA-18BA-FB70A7C2EC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F4CD006-0F54-B6E5-DAF5-60825B909F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844FC22-ED7E-2653-AC38-206605E96B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CC4C4F-1EE6-86CA-C71B-93587C383AD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F867B1-9D82-42F3-A99F-57BD9838D36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D65EA2-09BA-B9C2-B0BE-149753FBD75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10AD24-B720-DD0E-6A6B-967AEA586DD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F1AB43-8623-BFB1-0B31-BF0835EF27F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EDEC67-4A58-4ADB-0D49-1B730D2CD03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4BEE6A-44B1-B13B-D4E1-9D79C12F20D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3966F4-5FEB-9261-BFFE-909DD21392B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43B6BF-1D05-4DEA-E424-D14BE53F9FA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1993149-4FBA-537F-FC1F-2B68F0394F4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91149E-4C1D-FB56-D869-7EE017F213E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5D14E7-D16F-41B6-0EA5-397B91A0B60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A9DC95-C349-A2BA-0448-EFBD448ACEF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36C6BAF-F152-FCC3-CA9A-9D078ABB2E6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9F29CF-1BB5-267E-9DE3-4029B22AB46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7EF2640-173C-9DFB-704B-A6940BF0049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7EE8496-97C6-FE83-B6E0-2BA1949E58F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7DE5DA7-9EF1-2C7C-4230-3F550E98DE0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9347A7B-6020-BA09-67B9-1AB262F1DE4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403B32E-1ECB-DEFA-B332-06F89CB9B1E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8F00EF-C400-33E1-D47C-32516B90A1F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2462941-1323-785A-3F54-E27E2147187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513A9C-8E4F-2225-61EE-4E992909DDE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996B84-7C66-D417-8B65-B1D92185D99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966466-36D6-D6DF-B685-B648C5BC211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539B4F1-315D-AB20-B4B6-2DC65BFC017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C9E1CCD-53C5-9C93-A33C-890823D79DA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E3F4475-FB0A-7927-35A0-6713D8EE8CA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17770BD-5252-C6C9-9ABC-CA7AAF0F030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79E022-BBB0-E767-93DD-094885F0D8B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1F8C874-543B-2782-FA6E-4451BC30B8C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E57314D-65C0-7F9F-0C73-2918F1EF14E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74FCFA-196B-82D5-C63F-7614BDE09DE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FBAE92-1300-B095-943A-620667B11BC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2F5326D-3CAB-C11E-30EA-EFD64CC9442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BF8383D-301A-DA0F-27BA-65A8E44F0A5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8AB9D96-B833-C7C5-BED2-B4746BB7FC2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CC0E1B1-C999-5FB1-F931-5FCB01EEC4E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7A42A70-CC45-7A5A-0B7A-12B1CBBD033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0BBD0A1-EF9B-21C2-DACA-F9ADFF1A51C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CD6E75B-F835-94D4-6C9E-7CD55167271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DC54FA8-16C7-2BD9-D04B-6D4A7DD47B5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F83BF8-DC19-5E5D-233A-6265F35AB90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C4885DD-0A7A-FA8D-224E-F5D1F36B57E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CBF7067-4AA3-8856-1457-42BB2E2CE9B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4FDFDDA-50E7-68AC-05D6-39BF54CDD58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B6221D-97BB-0207-136C-881B9894224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0099C0-F1C5-AF83-D6A8-A39D1B91943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6B5A2F-450F-C4F6-C0A9-1DFF5CA8BBD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F019DA-1035-9FDE-C0F7-9D6CB186B88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BCE909-F26B-A75A-CCB3-47F535C6C53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93147C-530F-12C9-7B35-C0E2DDE5E3E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1E49FCB-4707-C0A0-3C7F-BDFC9D5B696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DB445D3-0684-7823-4C7C-415094A314C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4A0F8B-327F-9E57-CD67-D4750A924CD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4813DE-E63C-8C1F-3B8F-95FB99E1238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44E721-C2EF-67AB-3DE0-56A2135199A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F495612-B849-579F-2D7A-8061A10F3B5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5260D62-410D-248A-97BA-E919C464462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5BED53E-1944-42B8-F55B-9A906FA51B2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F173908-9E9E-9817-BF75-3D3E4FA2106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44F7D27-92E8-23C2-D830-67AF846BF75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66FCB21-1434-0429-4E7C-24D6A0F1A89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C9858B-0131-EAF9-C092-7EDEA888EEA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C951E4-1703-48DC-D029-095F1BCCD70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913423-A795-8491-71F6-8589A0C1A54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A5993B-BEC8-6128-0D04-9706C06CF91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474C688-CDC5-4C48-4FBF-8D29DBF4AFA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320E41F-E5DB-67AB-B8C6-7B2B6D039ED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D1E0F3-92B9-6DC1-C9B1-060562B0BF4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0504F6-19CC-018B-2394-AE47D7D90D3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B5A1416-42D8-60B3-8473-7C185FAA284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83CDD57-B7D2-CC09-C21B-E15A97AA5CA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958534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384F8-BB9F-8C59-28BD-6028300BC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51BFB7-FF12-E859-07DB-DBE365C8F6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C2DA188-49AC-3937-D450-1E5B28A66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4A3C4BE-C2E6-5D18-7DAF-1BCC35A0E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E5D2D54-93F6-70DB-0F94-F32C41654E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97BF95A-830B-7D9A-EBEE-C0B42AC742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FFE1D1-2A00-25E5-A95D-E98B9157048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598F70-7056-6846-D3DE-AAED2FD43F4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D9FEF7-1728-C142-70DB-BCD0D2CFE75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955C9A-7DAA-5236-DBCF-6D15ED34A94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5E8E06-3999-9B53-E2F2-DDA9AB3F35B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E43E714-6EB1-F2AB-BB2E-575A5C80AB2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529B6D-24EF-C11F-2AB0-3EB52D698A4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0EFD550-7F0F-7167-3C40-4D20D8CD94F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9A3321-2625-452B-6307-978B64337CF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21E249-2A05-3D16-1910-2A3785D2C4F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40DF5E2-8FB5-147C-DB17-CBC191760E1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ABD73B1-25BC-9ABB-289C-FB3EF49AFB8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875F4F2-BD57-DD6C-D310-EE1A7B7AFDA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AFFCF73-1ED7-05A4-3BCD-AD125C88C7C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4C8A7A-E5AF-6B64-BB59-EE283F48ECF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EF19BBB-75F7-F22D-F035-AF930226D3F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9BAABB-A82D-03D1-67D0-96339254000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A2674B-7C86-64C3-6E76-117DBEAC544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68A5AB-CF71-08C6-8A15-3423880049F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877F12-16F3-8202-478F-244FB14CED4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24C61E-1ACB-ECCA-8411-29A74E36134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5597E1D-594E-01BE-BA91-A5C8A66360A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6000D3F-8110-FBF2-D1BB-BB0A791D5EC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0159E93-5875-2944-6C97-306C56EACEF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7FCE3C9-AB42-DFED-2B72-82BE65DDB85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D02F3E-F8CE-A64C-A8D7-D1D118D1BED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8851D6-F068-6283-68FC-CA1D682AB76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F947965-EE0B-B0C7-C74B-94760518F3B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A99E28-E7FA-2FE9-E9CC-0D7A9179DB5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B0C971D-9575-CF68-921E-A401C559EA9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803195D-9915-18F7-5CAF-A191C5CA6DE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25CEDCD-27D1-A086-61DF-ABF11F6F123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AA7059A-6817-5291-DCB1-DF672FE183B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9EAE31A-13C0-8AF5-9F7E-A364A16D4BD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77E1811-96A5-B3D2-DB60-0DDEFB6546D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EB9FDEC-ECB4-4F9C-3F2F-03FF495C790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9178805-31F5-F193-0C32-AB306C299ED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1BE4FCD-9C76-68C0-DEF9-4DB93836EC7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0277736-A18E-0054-965D-9678148EE34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00605C7-F894-3104-1628-76E0D90174E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48C1F5-6C14-4FD5-1D89-3AF64402B23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E2B4BB-1391-D114-9521-B2BDFB8AFDC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E2ABA5-4873-F572-0A9D-00D6A7D1744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A94E4E-27EE-6943-BB50-C0EA62E41AA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D66BB8-6837-28AD-6FAC-91E036DB660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777DA5-80D0-E443-AF45-5513EBC7581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AC3579C-0F0A-7519-C662-39E808EBCCA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F89A991-FE78-F6AD-C729-09E5101887E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425408-B031-481A-E4B4-F54A4A1C4AD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17C438-0C11-8450-1A26-BE564428DEF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820406F-853B-4639-DC02-32532CADBA6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7D33860-DCF8-9E3A-B8B4-D3D00499929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2B8D3BA-E14D-3F34-CC59-2604BE79DED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5CD6178-A27E-8967-7FA8-27B4F41661D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41395DA-4FB1-C44C-2F90-D8F541AC5FF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3E1C923-2159-4E85-2EFD-7634E983ECE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51C3726-6515-C635-6AF0-2B53E890FAD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0EDFF6-65E9-A971-8BF0-17DA015C95F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1F0414-B10F-1501-3F48-F57E1CFB9D2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372720-9D85-70D4-E3F7-9124427A8BB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D642E2-4438-DFDE-9BF6-241D8F56174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EC6220-6021-FBD2-D566-1AAAA60F196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866ACE-003D-3016-2F11-12101614C48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0BAC268-8295-8233-B452-863FF98941A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1C23429-D84E-CEDD-04AB-7E184A47EC2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E1BD219-F877-0A22-AFEF-6C21B4AC767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30ACB7C-D9B9-4B45-7FAC-7A2CE5862DA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E58E466-F10D-C781-2F4A-08C62B38276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09DA6B0-3438-78F2-E149-B923D5DC938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BA53F40-C7EE-1E90-0A37-33089CB5415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AB1EDE3-132E-2319-A161-78C9795DC25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E1F337E-161F-E193-5484-6BD33F42D12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F525FC0-A584-04F6-38FB-F75F17E7AE4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998465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FD15E-DCB9-62A0-4720-982078098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E2308D-7596-12AB-2482-45CD07CF9B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0842090-D182-D094-B2FB-5C771D5BA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2EFF23E-53E7-1A37-231E-22B77A90F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AE20664-D207-93FD-80A5-DF5607CB02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288375F-9AF9-9DE1-A153-B4E345E0E9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88F3B4-8A84-D19F-F863-7F571F1E1A3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CBC751-22F1-CC5A-BD03-00926B4C6F9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362733-E1A6-7942-58C4-DCD1C05B2FD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FAEE830-E62A-0595-7BD3-8517CB03771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82EA2F-D389-3712-7089-9FD80ADEE2A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CAEB2A-79D5-D373-B94E-BCDEE9961A2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84F1B2E-E1A9-F593-2544-FEEF26620CB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BBD9947-F590-BD57-F423-4FD7A35F06E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1E17A8-4403-2608-CBF8-157C0AFD784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CE9CCF-B2B8-D800-87AD-09306AFFB3A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AC67E1-A893-EF8E-94E3-74BFE594D5B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E147410-BCB0-CB05-A71D-A98329E4CA9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3967286-2D62-AD01-F4F8-DD864FEFD15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C1350E8-5816-5600-1B73-5423B3B4B13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11793BA-6E79-9D4F-4793-A9152C3EEAE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1EB85DD-8450-6CAE-5207-37526708FA1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1B342C-587A-40A8-1489-4DD46D66945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E8B191-0C0B-ECA2-2450-A2FD57E8AB6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D1312D-D140-F534-70DC-37FD873B535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85B357-11DC-5D01-7BF4-49C0E0F4731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6839445-0E27-68C4-444B-415B40DD0DE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FA6A92E-08FC-D166-8935-97342F08183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2EBBDB-0046-BEB3-7844-A8C82FD5AF4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1B1D886-F690-BF15-8A68-EA083A7BF18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0D1D7C-9186-FB6F-80DF-9D0BC8382A8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6294B3-C0E6-79F5-0A27-90A7D1B892A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391BF8-9741-772E-E52A-4E50A6157AB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CEE9532-8405-5D17-A5AB-0054C0574A1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9AC251B-EE18-BFCA-E142-0DA5BF724DB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6A7A75F-9781-EB22-6563-A4CB779A072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74A6464-D548-8CD6-3F4D-7935A100278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DEEAF6A-134A-2979-70F1-55AD65221F7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9328AF3-935D-7759-37D7-BDACF1035D9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04F4ADB-C12B-98F1-0D87-2D9769D0819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60B777-2448-AC5E-2C82-A5B658086A4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68BE95-5D99-2B66-DC21-8BAB507BFAC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887226-5EFE-A3BB-0903-1E262445572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38EDB3-4A5C-D7C3-DD66-8D7932C271D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2388FB-BDBD-9945-8DA7-376C4509ED7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18AC76-2BBE-5AD8-C7D1-22E7E18D9EF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7603493-41E6-80F2-8A7D-4720FBA6403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0B70F56-F8CB-F302-D1B5-A4D4C1E27A6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FE3A5E-CD7F-C2E4-79EB-A5C48C3C2C4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A4E048-BEA0-41E5-50D2-C73B6864A3D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58325CC-D3F5-49B5-1CDB-D15D47CC27E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858D3A0-F75F-3A70-ADFA-F61B8A9CD93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1598B29-D68D-DC6D-336F-88628A62685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E369208-DDE9-2461-379E-22C5BD0C272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9148CFC-5811-86BA-4F94-54D8F3B1437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88CE8AF-A7E0-24F6-CF1B-718B6A69173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236F669-7672-F1AD-48EB-7D2C0779122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9CEA71-0D20-ABF6-789C-220DEFAB386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4D5747-FE0E-3C2A-A03B-B40F7CE4F0F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79A3B6-6C0B-7032-BFD4-2BE35C91050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8508B1-E3B5-9851-13BC-19FFF5DCD82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8394A5-E2FE-2F5E-70C5-D5A1C386284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A36917-FBE4-1267-A7CC-8C31E6076F3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81180F-92DD-BD39-EE48-63E669BFD11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4ECDA43-F6C4-7AF4-20A5-9D15D98E10E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6CFC154-1FCA-BE7D-D53C-DE70C3315D5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22434CE-C3D9-E62C-CBC0-BF9A202236B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AC0C98-F1C2-982F-852C-F73B1B16EB8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381D65-5F6F-7A1B-66EF-131B3E1FB55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50D096-59D4-39A1-27AD-C1B5BA3FD4A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CA2F83-2AC4-239A-B6E5-5206701C8FE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788236-F06F-37FE-875B-E421851E78A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3B15FF-60B0-737D-097D-43EABA36337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BC0B3F-ECA0-C349-2E93-5046C82A0C6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12FA301-6E6B-8EF2-7D29-4B08ED139EE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FB5CF05-24F1-B4E0-2CAD-74F8922179C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BB4C2CA-5E29-3480-3E91-8E3501253F0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86F36B1-75D5-9E8A-C469-CEDDA992472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BF576A5-0950-CF59-147F-7A1B1B42447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289613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EFD7F-F6C5-F66A-1120-3353035EB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F4C402-8133-5411-DFE2-F482C0733D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30383D-EA75-AFF6-48D6-F5FC4DFC3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F84C1CE-FBD2-275C-7111-707C83CB1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9D5AB26-C5E4-4FF4-0C90-C7921FB425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8814015-EAD1-64FC-B5B8-1385D2F9BF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944C7A0-E160-414C-2D21-5A16540FEEB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646B0B-B562-DB89-F13C-F95F6D6B25F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F68CCF-F689-CA39-E0BA-30DDB7CB191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026F48-13C8-A38D-9F01-FF65CC95D3E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9907DA-CADD-1E2E-B127-B5C41383526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58B4B0B-8F87-57ED-D552-0A44A0AB634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141071-2A69-D7DC-C242-2F684542546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ECB5CE3-3F98-A6A6-EB54-97727287D73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4F390A-2C05-950C-F728-6920852EEFE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9FC9535-1CD9-C602-934E-1284A85ACFD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D0BC362-04AF-6D88-FF31-FFBD6EFA370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CA00BEE-630A-F768-7B15-266B79DD73D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CB2F330-88E3-2D25-D1AA-44AFF5B64F7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0EC48E6-27AE-49ED-14EB-52C8579644A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038EA4-2AA4-6073-1FD2-0BC0F207CDC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75BAF9-21F9-D744-1B33-0009A121892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D0354A-4074-061A-81EC-9B3A4BB5D84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EFD559-D45E-BC1F-4AFA-58443C31856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2451CE-A025-D320-BC3B-B45DA215D48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488B45E-9C76-11C5-95EC-CDFC491A1A3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B7626A-B89B-EA90-2162-CB0B7F07ECC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9066955-D71C-2621-4A82-666581BE14C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849CC7-5782-9259-2FBE-58DD13FFCDA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0A433FC-9879-4C5D-D0D0-8893AFE30CE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9F4EE5E-FD99-482E-B08B-4248CBD4F6B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948E8C4-3E03-013F-5933-46314599D32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060094F-7DBE-A81A-CE1D-B65A578B441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6E52C4F-B2F3-834C-3DEB-8B0C62974F9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BDB97F3-F9CB-233E-657E-4B84473506E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1113988-96EE-1E7F-1A86-B27B2A2D031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D22B721-974D-E6CD-7AB2-FB26AF2B26B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445B56-019E-51CF-4BDB-A448F14697D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7482B5-A372-FBC6-0AFA-837298A31B8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9DA7DF-6C1B-4F85-FDD9-D5A5A7D8AA4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77F958-0661-87D8-C11C-DF6C3EABC0C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AF4468-4305-AADD-8100-1D62303273E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8BE7F2-CC63-D0C5-BAA5-199C4CE87D1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D0771FF-674C-3C05-6512-182B44E7C2A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B3A8FE1-217E-AFD5-E263-97D1B2707D8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96EEF5-6877-0CFC-D21E-8B5E06C301E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091512-D1A0-5E34-0A88-FA7EB1F7A48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3BBD0F8-2881-08A1-10CA-64A8AE10ED5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C73FB62-A956-1CEA-E990-34312B37200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D939482-651B-C9D1-70F7-E2DF877882B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70D1AD8-033C-FD86-7E0B-6041AA5CE46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47C5CF0-5CCE-E461-AE54-574C7C09020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BFA46FF-67D6-CBCC-7218-2D5CA393F75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4BA6C3A-C088-FBA4-1A00-E0E62F2D317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4E9DA-609D-4D2A-AD69-016E8AF33D6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49821E-117D-DEBB-23BE-6BF5BFE8484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6908CA-7383-3E5A-0D24-69AAC6C541F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D637E6-C75E-527F-B8F9-1079AC09148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F4B32A-E015-731A-923D-F3BD8C2FC3C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18DFF2-515B-5DA4-2FC9-F255F55EB39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5CFAD6-26C8-082F-B1FF-DA67AE1E5CC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F9210C-4675-EA07-9AC9-77A96CA3A1D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1799FA8-66B2-A63B-42FF-0CA10C0A295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500AEFC-B51D-FA75-2240-979D6EDA6DF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9AE774-E60D-F789-3930-C865C004146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D079A2-6017-181E-CE50-0CAE8868810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2B95CD-9D09-B9E3-9A81-16866AEE2D1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1BF4CB-5B5C-32AB-A1F9-A1D096E6BB2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8D9217-A22B-D16D-804E-ECCFFF5FFB6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CD618C-3F32-58AF-AEA2-0627F9A62B1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3412E8-A5D1-5095-A7F4-3A2FABD3082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06F947-9787-4957-2514-0D00586C961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D3D8C0-E93C-5FA0-393B-DB33F2831B1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FA6960-902D-E125-3B66-A36B3901412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D7D8F5D-4EFD-A09A-1B38-A43D0151C3A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08350D1-3E68-9C28-EEF4-82D6C20E12D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E470BDC-FA8F-FAE5-612A-C6DB3744FE9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6A0B567-C4C8-5237-B587-8CBC63927D3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E61F9ED-B1FA-FF84-3521-2857297DA4B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210703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69242-02C0-4C43-E37A-CB956EEE7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DD65CF-811E-331C-80C5-CF4703B4479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right center block.</a:t>
            </a:r>
          </a:p>
          <a:p>
            <a:r>
              <a:rPr lang="en-US" dirty="0"/>
              <a:t>Then, complete center block. The 6 and 8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200F552-E234-50EF-941C-3D3DAEC0A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FA76CD2-8664-8769-E9B1-1EE9669B2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C73C234-0D35-DF91-FAD1-A6A9CDBD67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156DF49-4294-229C-5763-62ED18EDD9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864C80F-D483-5936-EA38-07F772B883B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A18ECB-ECF5-64EB-5AE1-7348FBD37C3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958F21-ECCF-10C6-39D1-EA1FE37BA3B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9976FBE-6C97-7E60-03FE-CE4FE44B98F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2363E49-41EF-A421-B8DC-A645462E788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84C006-EED5-DCB2-10EF-40B7484E292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850DAB-E5CF-82B3-747A-CD9E8DABD12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701E858-BBDB-8B27-7986-A7DBEB3D0B7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AEDBF65-B1CA-CE48-E7B9-15247A8D11E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6046F14-FC2E-5F2E-67DD-9DEBEB9E743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C1BD8F5-32A9-C32A-27A7-CB934F72D08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D307BFA-0DB6-4C31-5407-E18A2F1E98D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C2B643A-07F3-0EFF-B646-7B7523DCB75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D4994D7-2CEA-199F-FC28-7202B2B75F4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B604BB-FF5E-23DA-0FB0-BB741FFCE4F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10990B-4998-C5F4-BBF7-28371A833CD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9DFB11-967F-C0AD-4A38-6201A19D573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7E4139-9304-1CC0-EB23-2375AAA6EB6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6A3D345-ADFF-30EF-2269-1070CE4E0C2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195D15F-CFB5-F883-B8A4-B605301EB28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F0C0538-69CC-A6C1-EED5-93A01EFE213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D31E9B5-D77E-CEC9-B0CA-FFE36EE23AE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BA1774-0778-2EFF-85ED-19F24165B83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3181853-A317-7B24-ABF1-311F65A9095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17E44C1-B358-5F76-1B0C-BCADD8FD68E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6B3FE68-EA6B-BF36-D9AC-7C729505637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85DE43F-B40C-3457-898F-AD53C590E8D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E831C2C-239F-24DC-2953-5C0658CDB13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8D4094D-D66E-1A6A-4E36-80138B641C8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21262B9-3B29-C936-546F-C3952024700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88AE0AA-C85B-C5AA-3186-904E2D0AA2A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BA6659-9512-8660-15EE-8D8A813DA2E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555385-8329-4C9F-2ECC-F499D15E080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2930F3-72E2-1292-CF6E-58EDF06CFA2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21AC2F-57FB-246A-1555-F60ED9641B5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7F88D3-18EE-F6AE-A457-A6D5175EC7F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7ABAB7-BF1C-297F-B755-F9216B9845D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D302986-6341-5800-8152-74A11EB4865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922E3A-0E6B-4033-2EE4-CB938FE9707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06C0EF-0A86-C897-5338-FEDB89D63ED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B75CB6-EB51-E4F5-9F43-5FFF153B622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0E083BB-9557-7FFF-68FF-9A343E48124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C9D1B8C-A8CC-ACEB-9DCB-49DB160E78D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390F6E7-4A3F-29B7-C507-421057F88AA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0741A1B-FD79-BEEB-2F0F-E3FF3D2BEB8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9B64334-9CE5-A604-F27B-FCC5D1EE113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9D77F67-E560-C746-A633-7B5ABBB39A4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918944C-2C31-1C5F-E0FB-66917094EEE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F88861-42E5-600F-3062-0560E2459B9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CACC0B-181B-2C0D-4A7E-64D6DD6A3AC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6EA0BD-37EB-7FD2-334B-5AFA735809D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0E6406-8F53-5C53-F37A-322C15D993C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DDDB23-0DCB-9C48-6D7A-2289F014484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7D828C6-C2DF-2379-89EA-5BDEBD323EF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417D43C-5C00-9605-51F7-FD7EA329B9F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C3BF3C1-8EDF-5588-AB92-E8CB18A2157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18B2831-B093-D15B-F702-A269811FC04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E1793DD-1C99-A0C3-09A7-2EBEC09EA39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629E2A-7052-47F0-FB7B-B539DA45512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9232C3-2A3C-B719-0344-107362C6F2C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C7E2C1-1E69-F3E1-C22B-35A33078E71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17F3EA-2B49-BC81-C632-4B7D2A52F53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DE5EAB-E86A-6264-25B0-17771D186FD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DB8C7C-971A-8034-BFB0-56AF403FC0C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8CA943-A704-9BDA-0E31-76541CBF0F4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D24310-23BE-B345-3079-8BB9295DF83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76A242-7315-665A-47A7-5B7CEDB0BF3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034BDA-B6D1-2F70-3439-4F420CDA630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33B1F57-4C5D-1C39-5A29-6BE30EDFDA7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569A5E5-B282-CC87-3CA2-F1A84956373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3254604-B504-4AE5-1643-66C9EDBF17E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5540878-1674-CD12-EC38-F46389A9698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74D2DA9-1160-BF56-A76F-0AD6594BB4D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9A3678-53C0-BEBE-2037-9CA5A21C3FB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121867-F72E-80C4-9798-8D4161B29DD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D14241-CBE8-2B9B-E473-82BC52B0755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403012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D4654-8614-2F9C-6823-6396666F2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280480-CEC9-C9F6-4DB4-F2CF8203EC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7. Then, Row 1. Then, Column 8.</a:t>
            </a:r>
          </a:p>
          <a:p>
            <a:r>
              <a:rPr lang="en-US" dirty="0"/>
              <a:t>Then complete Rows 2 and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FA12099-AA7F-F034-201D-CD2892D20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BE02FED-17AE-792B-FCBE-37558C39F4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4EF6E1C-76BA-0A63-292D-BC10065A98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3C0B964-FBB0-16F8-FD62-00131403FE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CBDF734A-D9A1-96B9-C875-77E136FC859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23A7D1-5A56-F923-DF9F-0624F955F19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2B00D85-DA2D-5ED2-D5A1-FDB5C8E66E5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147E5F8-B0A2-BC38-4254-D6E5AA7FBAA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150A5F9-048A-2BFD-2013-B4553B1FC6B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D614ED-CEE0-3BBF-568E-F1753676304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B5CDA2-F5A1-F269-48C3-F803CE64E94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8712586-F55C-3A67-8C90-E33D4A651F0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AE52ECF-A54E-3EF3-D36D-43C0AC6DB35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47B26A-0E6B-F401-44F8-54761C82740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73B3480-A485-1CE1-0197-D2B335102B9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3D90257-56F6-B3D1-3FAB-FEF2D3D22ED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4A494A4-AB56-0187-6DC4-8769A46CE7D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B0DA7DA-163C-54A9-6727-79379D091D2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3C01FA-D996-2160-B3C0-48AC72A0D77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46CF23-D613-A3E2-43FF-4CF5117A7B1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6C7E8F-C504-76EF-41F1-7BD2A4DE516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F05977-76A2-4C31-9DC9-61378E9616E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DB1ECF2-6C0D-AA81-03B3-6868F802FD1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13518D6-35F9-08FE-FD39-79F7960DA78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B74274-95B5-7B14-6217-71D0FA4DEEF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77E11C0-8F61-CAD5-B5BF-32613E65C05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A67041-01E3-1041-61DA-738E511B308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2B7B332-62CA-1B05-D20E-BCB756004FC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03E577A-4DC9-8349-66C1-EAF239CB459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6B0DC4F-CBEB-1C0A-7F1D-E2E66129F94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25A896C-C999-4509-F53A-F963F06FE90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88349DB-3C05-3476-EC73-65EE54C5E4B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BC42DD6-C921-8F1E-7CA0-6BB5D6ABD20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233E67E-FC4C-6867-B9EF-CC00B465F00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8436EB6-A8FB-D38F-662D-2EAF10E55F8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B20B90-81DA-4283-E380-E0E8E0AEEB3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C10DFB-3B50-2AA5-ECDF-0FE61AE8A75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CDF843-4532-3E83-3613-1759A658304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A9F28E-2CAA-9CBD-C82E-960F3757D95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A476B1-60A2-24E0-AEC5-B10B4F9F41F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89006E-A60F-3CDB-4A37-E8605F70BAC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7C64BA5-30C1-78FA-7740-10003EDB8E7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2FAE2FC-8E0B-43AB-9789-9C2C710E7FB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F8A243-3314-0906-9F81-7BD15E8FB29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8D414A-B971-DB52-62C1-BEA6B520E51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86AC015-502C-94E8-5542-7CD0E2A01AC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23F8215-6684-0699-572F-650B594AB10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8C51649-BE4E-91A6-77DB-9ED90064235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84B2F72-68F6-3EF1-B5B3-1FEB40F7C3A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2610402-F91B-8175-F94F-239FC7C1F19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FDEAA8E-8C3B-F684-025D-83BB2CC7DBE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8A6CC45-4AAC-5C8A-BC8A-82BBF4EFE08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B83C8C-BF11-E4D4-D554-605A67BBBC9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CAD973-3088-8890-3040-B4E112C18E1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5CB23B-C991-4037-1515-C27FED4BC70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714E59-CBA8-9673-6213-3B9E51BF7F8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0BD1321-840B-6E34-4A1D-E304727B158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85E146-3B8E-778E-F5EA-A37EE1C7535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0F683A2-75EE-DE42-C495-D688E8771E6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68E35DE-F3B9-1BB7-537A-81A200B9237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4FF979A-A714-A5EE-9F9C-3B06CF5FF45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789B3E1-B246-703F-8F80-9AA754D3414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924D17-C071-342F-2EAB-2CE192A1DC4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845B17-8D13-447E-0616-83F68E987C7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E30ACE-14C6-7E9F-48C0-302C3F84219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BBB358-5D46-0B2C-252A-434E468A460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F98828-A7CE-0B0E-1A06-FD09F7D0E79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8B1890-CFEE-93E8-FE8D-7A7D6F2D942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5A4267-1D31-B0D6-27AB-FA7BDA7D059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87AB7A-5CCC-9EF2-B23B-429AAEA7FC2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F338D9-E0AD-D900-1BA6-65077C854BB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D8BD26-6867-9A4C-F72B-F3E1BB2DC89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9DF1A1B-5CD0-A2CD-187D-52067544C51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0C76E17-D9DF-A5D6-4EA8-23C35B0207A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F0BF019-A7BC-8C02-4942-51EE2BAE4F3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096EC1D-B65C-1482-37F0-BA9E558967F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9C53DA5-1715-CF1C-7B28-04F2760D77F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8DE9D4-EB16-68D9-55C6-BAAD62B20B7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EEED2A-C4FD-3252-6D06-BD8C1A986C3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12D446-FC41-A8AF-2757-F072CE56EB1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8BD838-09CD-49D0-A176-1C32B68931D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AA82945-568B-504F-86F5-6F63F7CC468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2FA99A-E7E9-B419-EF7A-03F38053698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40742EA-76B8-8F2E-C281-8623733EC14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B12A4B0-1095-3502-9451-2AE59CABB68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682394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CEA002-023A-343B-E90B-9E50006FB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0482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3D7EA2-9D0B-0F8A-5F8D-FAC88757C8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5F530-01C0-8F2D-2647-E7CDD2A7F8F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E0DB11-79AF-5889-2ACA-5ED711A7245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A6A9F2-023B-EE13-2AB7-67189BD912E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24E1A-E8BF-0C4E-2CD5-C07B794BAC6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586AF8-3B01-7D52-5D31-2C4E546D112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DD7D98-7B6F-F7EB-1963-2DD72923449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5A51F9-18BC-9695-9691-38716A5CEBD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1C0538-23C4-F643-E005-AF0FBFAC7CA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5B7721-00C4-F6F9-D2E5-1C1A1FFC7E0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E145A9-AC46-07E4-A6C0-59ED454080C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18098D-D15B-BB4F-20F9-FE49F18B4E0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39E079-7972-8424-05C9-E3BF920EA93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6C0B9F-0EF4-3087-4A92-A46D40330CF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8C3F92-9238-221D-AD0E-EFD5BAD062F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71BBF3-4EDB-428B-FEEE-11FDD9F7FEF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0D9B5B-E54C-776D-E032-6C06B9A8623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C6D261-0273-A3EC-962D-0CC15FBBB45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077096-8A83-D387-D695-B38D3EE3C67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0FA921-C9B8-9A3E-E302-4E73F4C2850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5E837A-EF8C-912D-CF33-DC322ACCDF7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6842E1-E53F-5E12-03DC-DD938863A20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ED3893-D236-1B53-BCB2-4356F7CB21C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6E1EE3-2AB9-1EE8-ABF2-45939F23CB2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C636C3-F4C1-7206-C902-91DA657474B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077B04-F90B-A0CC-9ACD-FC227BF4E86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42D92D-0411-86FD-FD42-E076D9EE110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374C64D-7C1A-926D-1DC1-6A6414FDBA2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45EE08-A98D-01FA-2171-AC26286AAED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750C40-5D09-BF2D-F68E-81566136605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EA972C-0DA0-4103-57DF-7C9A7F9B06F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CA2BF3-7C64-8FFC-493A-CD5FA047483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9DC838-6EA7-2D9B-C352-B2C84D16ED4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51584D-1439-EC66-CB5E-C86A2E97F44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A50FB8-CE35-4761-A6B0-BE16819394E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505374-5116-C2E6-9C18-87B5537E1B8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198AF0-1895-C0DD-EC92-CDAB9B09043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2803FD-DA48-9709-45DB-33484C41E74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1C0C67-CA29-B06E-396E-7A36969B8E7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FD75AC8-9E2D-D9CA-F432-E1EF5969261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BB1DFA-2C92-38A8-8D03-7A08226FBE0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F83141-CD08-5B31-4F44-5DE0A22A0EC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BD09B68-5DCD-1930-6026-8DEC57FB555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72594FE-277C-5973-94EE-AA3BE44A34F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2833383-2619-8AE1-E22E-EFFB76B969D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99D6A1-CC8E-6CC2-B3F7-4326B230021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2900A5E-6D76-587C-2DFD-92EFA48157D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E234C15-D43D-7905-5E6D-8AB06EB3925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B2701EA-E576-BD64-46C7-6B254099F3E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41FDD4-FA46-9AC6-95A6-FDFC78139B7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4F08D5B-239E-1FF0-4FCC-7AC6DEF18DF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C510B19-3198-6775-4DB8-2969F74BB93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63EBB7-8DEA-A035-671B-095EFE94FBD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7A408D1-2795-2A51-8BEF-F3518493AC5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A778707-033E-7FA2-42DF-480BFEF412A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B1692B-0E77-4376-C7FF-6BEDD63BF2D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053752-9030-C29D-9833-883262A5168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37147F7-AE3B-012E-53BB-889E5E744C0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AD2CEC6-2C4F-D2FE-6FE4-CFE4011CB0B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80537B0-8323-1A64-DF09-39FB32AAC48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8D6592A-F37B-D23D-AD44-F04E1DAAF64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2C1DE1F-157A-4870-A897-AD5741D3D06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2B2FA07-D551-8692-E1B6-CE27DBF0E8C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DBF17E8-18BD-C042-E6F2-603E8EE78A3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9053E0A-1A09-D426-1081-D848E9FE376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BFA6531-FBE6-5D53-5C12-5684C04762A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53DA081-0DE0-137F-7136-8DADDE0F2CA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367410F-ADD1-8006-218E-1093B4ED303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71A5C86-5ECE-083E-5505-4004ED2BCCE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C34CEAD-D4FB-A94A-B119-4E470D0323A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18432DD-6D87-FFE3-332E-6C529044D63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034B78B-C7C1-C652-6232-B07315E13A3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AA7508F-BC5C-BD63-FE35-CF0C611C8C7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7441B13-F709-9820-92EB-A0AEF4B46CA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6CD92CE-63A8-D4B6-DDCC-0CA41368B0E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AF486AD-8C07-4391-8BC5-1CF73DB284C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0D8D130-CB07-06CB-9DF3-77ABEFBEB74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342847E-040E-264F-0ED3-75738365A16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DD8AEEE-6363-1C8A-6CDF-CD7FCF7D5FD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FA86441-FB97-7C14-B21D-EFB4F3D80E6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375B3B4-6CBC-7F70-1236-9F1B5FE11D8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7CBCBB2-88D7-BCE3-7916-11F0F236BF4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364193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B454D7-CEE4-838B-D109-D776E2EA1C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F60C56B-03A8-4A01-C370-4161AC79EB3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F9BFDB4-9AD7-FA30-A0F2-18859BAA297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640DD29-1195-EF1F-8B16-EF9A84420D3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E2A5CBA-3D0B-3A96-9C98-B514696923E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1FC491A-E2DD-10AD-68CE-6D3EEEB4EF9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0609A37-C41C-8535-9A55-84CA0EE83E4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5A078A7-AA12-A695-6E1C-F4ADCC0563A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E91BCC9-7513-6620-4D5A-3AF70159AAD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E04531A-D14B-3018-AA2E-66D8F2ECA70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A3750D2-4D6A-C174-AB75-74C97E3EEC1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D3B98C3-B2F4-A745-E9FE-7302EBAADA1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3D9B785-7EEC-3C3E-D9D3-00ADFA3FA1B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FB47043-5E04-FAB4-05BF-0CC87CA5EDF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938E445-20DD-4F66-5EA3-45A33BAAC00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6226C55-846A-2224-F06C-4C411BC8143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AAA4F56-A9E2-9990-B932-EE4C5C4BB33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DA1384E-A2DB-85D7-DAF7-C45E7EA0BC9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A36C789-DA72-4617-34D7-CC915BF2F28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20473C0-11CD-45EB-4B77-C4D593C934E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59BC938-D3FB-69C9-58B2-FBFF7673D16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3281FCE-CA0D-882E-1770-68B5DDD6277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4D09948-1B45-CE41-35EA-332C0AB89FD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ABA7E41-188E-7074-BD6B-4A804753155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2621310-1D87-C359-D210-913EB69A2EE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3098FE2-EA54-5D61-2C32-CBE3755DCF0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E14006A6-26D4-D65B-E5E2-AE741EE5E69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D6ACA82-4B0E-6FF8-BE11-0CF8C041C6B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98BE1F8-A8A1-B970-06DB-7B5C6C9890B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086882C-989E-3F24-421F-95B5067DE38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49099AA-E57F-1DF2-3785-1A001BB1C70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C6495DA-918C-4230-9D51-E7479351102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7E7D0D1-94B5-DEDF-0E2F-C3DD2654636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7324CDE-A25D-D9AB-9F51-93CD86EE075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6B144A0-6A62-2178-F93B-F1E912D7E91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1C64677-8826-3E39-7AF4-21CB0CCF578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588FC59-0908-97A5-21AB-5F6F09BAE72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86C48C3-3F20-4B17-FA41-C4741506D5B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36E54B7-6F97-FEF2-F03B-7AAAC01D3E2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7C25FD9-9D4C-557E-C6E5-AE3416E50F8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4BDD1AE-DB4B-3CA5-431D-DA60E23D2FD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06A23A5-E07D-6AD3-A25E-E208CD6EA38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2D20885-59F5-D5EF-192A-38A4DDB2A2F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0E2FA26F-0294-745E-AC34-3565C142AA5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B15544F-BE52-A2FE-4074-37906CE3AEB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0FDCC57-DE1D-E76B-839F-85D9E51752F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7E407FD-7F9A-2A98-FC1F-6A88834BE97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2B603FB-9593-8853-522A-B1FD932C7C5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9173C26-DABF-28BB-EBE2-D16BF5CA43E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75A6AEB-6650-CFA4-9CEA-2023F1ADBC5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6574ACB-29E9-A27A-5747-5085F358A12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E4C414D4-8A91-C39B-9BA6-73BB7F2CBE6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704EC94-AE00-8414-53CA-BCBBEF23DD5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CA0350D-563D-6630-7304-097E019173D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7336222-6EA2-349F-6352-AD6A1D55883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9829D046-E18D-DB3D-78CE-D4D546B417E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190BB7A-527D-5AC8-9CAD-4789CA2E551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0B4627CC-56EB-967A-C511-2FBE82171B6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F178DE4-AF7E-3303-A825-0C6D7E36391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010D4D1-FB85-E67C-79E4-FE89CFF4AD6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714B53DC-0572-2585-B837-63D13EA4143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CC99F2D-20FD-91BB-AFCF-1BDAA2C7CAC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681B4FA-13DF-E7EA-AEDD-539F1C5A686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F4E1726-459B-BA4F-257C-46D897E29F4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8CFC7CE-FA28-1A2E-31D2-BBAEDC468CC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E476A475-2835-A999-0397-DC5453A255A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1DFBA62-EDF5-5E66-D6C2-CEFB9B6EB6F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CDAE45F-FE33-B2CA-5F56-FB8074081DF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347E677D-6A96-11F9-1CC6-6869D0DB190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07B0AC8A-C41D-56EC-5EF0-754BBB160E7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90BEB1FD-B867-9020-CDAC-CA451823349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4FDCDC74-3BE5-350D-3561-28BD95A47BF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F11623A-5281-10E1-02C5-67D61644E2E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682B44B-DA2F-482D-8445-E24A812F6CA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A8894DEB-CF9E-546B-EB23-999174D037F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9256DDD0-CB71-FF08-1010-15DEE7B70F2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424EA77B-D2FD-45E3-204C-60FB3D79A46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1E16BB3C-AC1E-82D8-06AE-1D6C2284F52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C5623CD4-A44B-2A55-FCF5-2A5B925F2A8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1D89E19F-9755-F643-1830-EB37CAECB7C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14D70CDE-B490-E358-E7D2-A1A45E2D290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335508B5-6B0F-5193-AF19-4B3C12FA697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2598633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10149</TotalTime>
  <Words>4183</Words>
  <Application>Microsoft Macintosh PowerPoint</Application>
  <PresentationFormat>Widescreen</PresentationFormat>
  <Paragraphs>3513</Paragraphs>
  <Slides>63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396</cp:revision>
  <cp:lastPrinted>2025-12-02T00:08:17Z</cp:lastPrinted>
  <dcterms:created xsi:type="dcterms:W3CDTF">2024-03-19T02:13:08Z</dcterms:created>
  <dcterms:modified xsi:type="dcterms:W3CDTF">2026-04-12T23:57:22Z</dcterms:modified>
</cp:coreProperties>
</file>