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9"/>
  </p:notesMasterIdLst>
  <p:sldIdLst>
    <p:sldId id="457" r:id="rId2"/>
    <p:sldId id="531" r:id="rId3"/>
    <p:sldId id="534" r:id="rId4"/>
    <p:sldId id="535" r:id="rId5"/>
    <p:sldId id="537" r:id="rId6"/>
    <p:sldId id="536" r:id="rId7"/>
    <p:sldId id="538" r:id="rId8"/>
    <p:sldId id="539" r:id="rId9"/>
    <p:sldId id="541" r:id="rId10"/>
    <p:sldId id="540" r:id="rId11"/>
    <p:sldId id="542" r:id="rId12"/>
    <p:sldId id="543" r:id="rId13"/>
    <p:sldId id="548" r:id="rId14"/>
    <p:sldId id="549" r:id="rId15"/>
    <p:sldId id="550" r:id="rId16"/>
    <p:sldId id="551" r:id="rId17"/>
    <p:sldId id="552" r:id="rId18"/>
    <p:sldId id="553" r:id="rId19"/>
    <p:sldId id="554" r:id="rId20"/>
    <p:sldId id="564" r:id="rId21"/>
    <p:sldId id="555" r:id="rId22"/>
    <p:sldId id="556" r:id="rId23"/>
    <p:sldId id="558" r:id="rId24"/>
    <p:sldId id="559" r:id="rId25"/>
    <p:sldId id="566" r:id="rId26"/>
    <p:sldId id="567" r:id="rId27"/>
    <p:sldId id="568" r:id="rId28"/>
    <p:sldId id="569" r:id="rId29"/>
    <p:sldId id="570" r:id="rId30"/>
    <p:sldId id="571" r:id="rId31"/>
    <p:sldId id="572" r:id="rId32"/>
    <p:sldId id="579" r:id="rId33"/>
    <p:sldId id="580" r:id="rId34"/>
    <p:sldId id="573" r:id="rId35"/>
    <p:sldId id="574" r:id="rId36"/>
    <p:sldId id="575" r:id="rId37"/>
    <p:sldId id="576" r:id="rId38"/>
    <p:sldId id="577" r:id="rId39"/>
    <p:sldId id="578" r:id="rId40"/>
    <p:sldId id="581" r:id="rId41"/>
    <p:sldId id="582" r:id="rId42"/>
    <p:sldId id="583" r:id="rId43"/>
    <p:sldId id="584" r:id="rId44"/>
    <p:sldId id="585" r:id="rId45"/>
    <p:sldId id="586" r:id="rId46"/>
    <p:sldId id="587" r:id="rId47"/>
    <p:sldId id="588"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708"/>
    <p:restoredTop sz="94670"/>
  </p:normalViewPr>
  <p:slideViewPr>
    <p:cSldViewPr snapToGrid="0">
      <p:cViewPr varScale="1">
        <p:scale>
          <a:sx n="113" d="100"/>
          <a:sy n="113" d="100"/>
        </p:scale>
        <p:origin x="1536"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CCFB1C-7F6E-CC48-8B12-2D5A9AE1C913}" type="datetimeFigureOut">
              <a:rPr lang="en-US" smtClean="0"/>
              <a:t>5/8/26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E9560A-78B4-504A-9396-2AE516B1349B}" type="slidenum">
              <a:rPr lang="en-US" smtClean="0"/>
              <a:t>‹#›</a:t>
            </a:fld>
            <a:endParaRPr lang="en-US"/>
          </a:p>
        </p:txBody>
      </p:sp>
    </p:spTree>
    <p:extLst>
      <p:ext uri="{BB962C8B-B14F-4D97-AF65-F5344CB8AC3E}">
        <p14:creationId xmlns:p14="http://schemas.microsoft.com/office/powerpoint/2010/main" val="3059927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4D157-A7E6-0CD3-8266-DE0939AE43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26FDA5-ABD9-E89C-43FB-F19D8441B2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8E2E9E-AD91-B134-310C-59487A42F7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F40DBF-0F4C-781C-F266-8D63105C1D0C}"/>
              </a:ext>
            </a:extLst>
          </p:cNvPr>
          <p:cNvSpPr>
            <a:spLocks noGrp="1"/>
          </p:cNvSpPr>
          <p:nvPr>
            <p:ph type="sldNum" sz="quarter" idx="5"/>
          </p:nvPr>
        </p:nvSpPr>
        <p:spPr/>
        <p:txBody>
          <a:bodyPr/>
          <a:lstStyle/>
          <a:p>
            <a:fld id="{C0E9560A-78B4-504A-9396-2AE516B1349B}" type="slidenum">
              <a:rPr lang="en-US" smtClean="0"/>
              <a:t>1</a:t>
            </a:fld>
            <a:endParaRPr lang="en-US"/>
          </a:p>
        </p:txBody>
      </p:sp>
    </p:spTree>
    <p:extLst>
      <p:ext uri="{BB962C8B-B14F-4D97-AF65-F5344CB8AC3E}">
        <p14:creationId xmlns:p14="http://schemas.microsoft.com/office/powerpoint/2010/main" val="17955788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F4E57-EAA8-300A-E3A9-9A2EFFFC78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6810D0-0BA8-FB93-40F4-EFCE5E4118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BFED77-C8AA-D370-735F-08F29A3DEA9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668F8F-E704-6058-49FE-F8BBE15EEB4E}"/>
              </a:ext>
            </a:extLst>
          </p:cNvPr>
          <p:cNvSpPr>
            <a:spLocks noGrp="1"/>
          </p:cNvSpPr>
          <p:nvPr>
            <p:ph type="sldNum" sz="quarter" idx="5"/>
          </p:nvPr>
        </p:nvSpPr>
        <p:spPr/>
        <p:txBody>
          <a:bodyPr/>
          <a:lstStyle/>
          <a:p>
            <a:fld id="{C0E9560A-78B4-504A-9396-2AE516B1349B}" type="slidenum">
              <a:rPr lang="en-US" smtClean="0"/>
              <a:t>2</a:t>
            </a:fld>
            <a:endParaRPr lang="en-US"/>
          </a:p>
        </p:txBody>
      </p:sp>
    </p:spTree>
    <p:extLst>
      <p:ext uri="{BB962C8B-B14F-4D97-AF65-F5344CB8AC3E}">
        <p14:creationId xmlns:p14="http://schemas.microsoft.com/office/powerpoint/2010/main" val="4312850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90F00-D774-EB7A-626E-94CCE9EAE9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E0F962-3F8D-5057-8940-D278A3F981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EF6DBD-98E2-92F8-87F9-4B77BE8AAC8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83C9729-8D6D-790F-C440-782E2E33356D}"/>
              </a:ext>
            </a:extLst>
          </p:cNvPr>
          <p:cNvSpPr>
            <a:spLocks noGrp="1"/>
          </p:cNvSpPr>
          <p:nvPr>
            <p:ph type="sldNum" sz="quarter" idx="5"/>
          </p:nvPr>
        </p:nvSpPr>
        <p:spPr/>
        <p:txBody>
          <a:bodyPr/>
          <a:lstStyle/>
          <a:p>
            <a:fld id="{C0E9560A-78B4-504A-9396-2AE516B1349B}" type="slidenum">
              <a:rPr lang="en-US" smtClean="0"/>
              <a:t>3</a:t>
            </a:fld>
            <a:endParaRPr lang="en-US"/>
          </a:p>
        </p:txBody>
      </p:sp>
    </p:spTree>
    <p:extLst>
      <p:ext uri="{BB962C8B-B14F-4D97-AF65-F5344CB8AC3E}">
        <p14:creationId xmlns:p14="http://schemas.microsoft.com/office/powerpoint/2010/main" val="28940365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CB454-7284-9B14-EB8E-15BC655AB4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C5CFB2-3E49-4BB1-8E3E-0B3344E4B1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3EFABA-1191-BFAB-0B8B-3CD13DF325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8CF03F-5E7D-2041-6DF4-B19FB7C01643}"/>
              </a:ext>
            </a:extLst>
          </p:cNvPr>
          <p:cNvSpPr>
            <a:spLocks noGrp="1"/>
          </p:cNvSpPr>
          <p:nvPr>
            <p:ph type="sldNum" sz="quarter" idx="5"/>
          </p:nvPr>
        </p:nvSpPr>
        <p:spPr/>
        <p:txBody>
          <a:bodyPr/>
          <a:lstStyle/>
          <a:p>
            <a:fld id="{C0E9560A-78B4-504A-9396-2AE516B1349B}" type="slidenum">
              <a:rPr lang="en-US" smtClean="0"/>
              <a:t>4</a:t>
            </a:fld>
            <a:endParaRPr lang="en-US"/>
          </a:p>
        </p:txBody>
      </p:sp>
    </p:spTree>
    <p:extLst>
      <p:ext uri="{BB962C8B-B14F-4D97-AF65-F5344CB8AC3E}">
        <p14:creationId xmlns:p14="http://schemas.microsoft.com/office/powerpoint/2010/main" val="25287527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E7759-B0AF-905B-01EF-A3B0BEB36D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54E69-656D-3E0D-A7E0-D8FA88B593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66319E-DB2C-C189-6109-645C31341B4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73671DC-778E-FF46-FA3E-533CA1F5E61F}"/>
              </a:ext>
            </a:extLst>
          </p:cNvPr>
          <p:cNvSpPr>
            <a:spLocks noGrp="1"/>
          </p:cNvSpPr>
          <p:nvPr>
            <p:ph type="sldNum" sz="quarter" idx="5"/>
          </p:nvPr>
        </p:nvSpPr>
        <p:spPr/>
        <p:txBody>
          <a:bodyPr/>
          <a:lstStyle/>
          <a:p>
            <a:fld id="{C0E9560A-78B4-504A-9396-2AE516B1349B}" type="slidenum">
              <a:rPr lang="en-US" smtClean="0"/>
              <a:t>5</a:t>
            </a:fld>
            <a:endParaRPr lang="en-US"/>
          </a:p>
        </p:txBody>
      </p:sp>
    </p:spTree>
    <p:extLst>
      <p:ext uri="{BB962C8B-B14F-4D97-AF65-F5344CB8AC3E}">
        <p14:creationId xmlns:p14="http://schemas.microsoft.com/office/powerpoint/2010/main" val="2294575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8E2DAE-0519-BBFD-E061-5D73638E69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F12BFD-B98F-91BD-8B67-CDEA99C743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79D70B-CC71-4824-14B9-A4AD9690F09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28E1D6A-E998-F9B9-CC73-2B5C4FD8FE8A}"/>
              </a:ext>
            </a:extLst>
          </p:cNvPr>
          <p:cNvSpPr>
            <a:spLocks noGrp="1"/>
          </p:cNvSpPr>
          <p:nvPr>
            <p:ph type="sldNum" sz="quarter" idx="5"/>
          </p:nvPr>
        </p:nvSpPr>
        <p:spPr/>
        <p:txBody>
          <a:bodyPr/>
          <a:lstStyle/>
          <a:p>
            <a:fld id="{C0E9560A-78B4-504A-9396-2AE516B1349B}" type="slidenum">
              <a:rPr lang="en-US" smtClean="0"/>
              <a:t>6</a:t>
            </a:fld>
            <a:endParaRPr lang="en-US"/>
          </a:p>
        </p:txBody>
      </p:sp>
    </p:spTree>
    <p:extLst>
      <p:ext uri="{BB962C8B-B14F-4D97-AF65-F5344CB8AC3E}">
        <p14:creationId xmlns:p14="http://schemas.microsoft.com/office/powerpoint/2010/main" val="9321457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5C84B-D46A-635C-654E-46B4FEDE02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833213-943F-64BE-C775-9ACC277FF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057CFE-6E7C-FE51-5970-CC60FF15CFE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33A543C-EB5F-E413-2FAD-B2DBF123D33C}"/>
              </a:ext>
            </a:extLst>
          </p:cNvPr>
          <p:cNvSpPr>
            <a:spLocks noGrp="1"/>
          </p:cNvSpPr>
          <p:nvPr>
            <p:ph type="sldNum" sz="quarter" idx="5"/>
          </p:nvPr>
        </p:nvSpPr>
        <p:spPr/>
        <p:txBody>
          <a:bodyPr/>
          <a:lstStyle/>
          <a:p>
            <a:fld id="{C0E9560A-78B4-504A-9396-2AE516B1349B}" type="slidenum">
              <a:rPr lang="en-US" smtClean="0"/>
              <a:t>7</a:t>
            </a:fld>
            <a:endParaRPr lang="en-US"/>
          </a:p>
        </p:txBody>
      </p:sp>
    </p:spTree>
    <p:extLst>
      <p:ext uri="{BB962C8B-B14F-4D97-AF65-F5344CB8AC3E}">
        <p14:creationId xmlns:p14="http://schemas.microsoft.com/office/powerpoint/2010/main" val="1522563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9B08F-EB48-7C7F-5491-E285807981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DF611B-EE61-5A69-E09C-247A8A67AC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A8BECA-A8C7-4703-574F-E46882DC056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5C6B323-9F6D-2B8F-E353-EBAA81D43D52}"/>
              </a:ext>
            </a:extLst>
          </p:cNvPr>
          <p:cNvSpPr>
            <a:spLocks noGrp="1"/>
          </p:cNvSpPr>
          <p:nvPr>
            <p:ph type="sldNum" sz="quarter" idx="5"/>
          </p:nvPr>
        </p:nvSpPr>
        <p:spPr/>
        <p:txBody>
          <a:bodyPr/>
          <a:lstStyle/>
          <a:p>
            <a:fld id="{C0E9560A-78B4-504A-9396-2AE516B1349B}" type="slidenum">
              <a:rPr lang="en-US" smtClean="0"/>
              <a:t>8</a:t>
            </a:fld>
            <a:endParaRPr lang="en-US"/>
          </a:p>
        </p:txBody>
      </p:sp>
    </p:spTree>
    <p:extLst>
      <p:ext uri="{BB962C8B-B14F-4D97-AF65-F5344CB8AC3E}">
        <p14:creationId xmlns:p14="http://schemas.microsoft.com/office/powerpoint/2010/main" val="30905924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429AB-701F-968B-F5D3-23DABCAE73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B0FF59-CA73-4D13-E7D9-C8DB6CDE24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C30F0D-4F63-EC2D-0742-B798DCDBEB1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5797D46-E3B4-A610-282A-FAA0878F46A8}"/>
              </a:ext>
            </a:extLst>
          </p:cNvPr>
          <p:cNvSpPr>
            <a:spLocks noGrp="1"/>
          </p:cNvSpPr>
          <p:nvPr>
            <p:ph type="sldNum" sz="quarter" idx="5"/>
          </p:nvPr>
        </p:nvSpPr>
        <p:spPr/>
        <p:txBody>
          <a:bodyPr/>
          <a:lstStyle/>
          <a:p>
            <a:fld id="{C0E9560A-78B4-504A-9396-2AE516B1349B}" type="slidenum">
              <a:rPr lang="en-US" smtClean="0"/>
              <a:t>9</a:t>
            </a:fld>
            <a:endParaRPr lang="en-US"/>
          </a:p>
        </p:txBody>
      </p:sp>
    </p:spTree>
    <p:extLst>
      <p:ext uri="{BB962C8B-B14F-4D97-AF65-F5344CB8AC3E}">
        <p14:creationId xmlns:p14="http://schemas.microsoft.com/office/powerpoint/2010/main" val="38344138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DE213-F402-6DE7-B8DE-7F5A486D42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AC829E-717C-BFF5-AD7F-35F1AFACB3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EAAD04-16F5-CE72-3E49-96C543B68B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D65CAAB-D418-F1C6-44E7-C07AD7565CC7}"/>
              </a:ext>
            </a:extLst>
          </p:cNvPr>
          <p:cNvSpPr>
            <a:spLocks noGrp="1"/>
          </p:cNvSpPr>
          <p:nvPr>
            <p:ph type="sldNum" sz="quarter" idx="5"/>
          </p:nvPr>
        </p:nvSpPr>
        <p:spPr/>
        <p:txBody>
          <a:bodyPr/>
          <a:lstStyle/>
          <a:p>
            <a:fld id="{C0E9560A-78B4-504A-9396-2AE516B1349B}" type="slidenum">
              <a:rPr lang="en-US" smtClean="0"/>
              <a:t>10</a:t>
            </a:fld>
            <a:endParaRPr lang="en-US"/>
          </a:p>
        </p:txBody>
      </p:sp>
    </p:spTree>
    <p:extLst>
      <p:ext uri="{BB962C8B-B14F-4D97-AF65-F5344CB8AC3E}">
        <p14:creationId xmlns:p14="http://schemas.microsoft.com/office/powerpoint/2010/main" val="924917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565EDC-DC1B-F0C5-3014-0A8181D989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C04D00-389B-59C5-F1B7-3DEEF8ACAB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CA274F-3A4D-BA54-EF62-4FF5598285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01B4F15-7FAB-24EB-9C60-C3B6BBC842CD}"/>
              </a:ext>
            </a:extLst>
          </p:cNvPr>
          <p:cNvSpPr>
            <a:spLocks noGrp="1"/>
          </p:cNvSpPr>
          <p:nvPr>
            <p:ph type="sldNum" sz="quarter" idx="5"/>
          </p:nvPr>
        </p:nvSpPr>
        <p:spPr/>
        <p:txBody>
          <a:bodyPr/>
          <a:lstStyle/>
          <a:p>
            <a:fld id="{C0E9560A-78B4-504A-9396-2AE516B1349B}" type="slidenum">
              <a:rPr lang="en-US" smtClean="0"/>
              <a:t>11</a:t>
            </a:fld>
            <a:endParaRPr lang="en-US"/>
          </a:p>
        </p:txBody>
      </p:sp>
    </p:spTree>
    <p:extLst>
      <p:ext uri="{BB962C8B-B14F-4D97-AF65-F5344CB8AC3E}">
        <p14:creationId xmlns:p14="http://schemas.microsoft.com/office/powerpoint/2010/main" val="40700816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6D1C4-6DEB-D9B1-BA65-9909C1F364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0D6B0B-D15E-4C39-CAF6-061DB4651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52ED6B-EC45-E77E-6759-127DF713283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5028379-8115-01B5-2A61-7D464ABEE31D}"/>
              </a:ext>
            </a:extLst>
          </p:cNvPr>
          <p:cNvSpPr>
            <a:spLocks noGrp="1"/>
          </p:cNvSpPr>
          <p:nvPr>
            <p:ph type="sldNum" sz="quarter" idx="5"/>
          </p:nvPr>
        </p:nvSpPr>
        <p:spPr/>
        <p:txBody>
          <a:bodyPr/>
          <a:lstStyle/>
          <a:p>
            <a:fld id="{C0E9560A-78B4-504A-9396-2AE516B1349B}" type="slidenum">
              <a:rPr lang="en-US" smtClean="0"/>
              <a:t>12</a:t>
            </a:fld>
            <a:endParaRPr lang="en-US"/>
          </a:p>
        </p:txBody>
      </p:sp>
    </p:spTree>
    <p:extLst>
      <p:ext uri="{BB962C8B-B14F-4D97-AF65-F5344CB8AC3E}">
        <p14:creationId xmlns:p14="http://schemas.microsoft.com/office/powerpoint/2010/main" val="25063857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764FB0-BD79-E9B4-509C-55679CF67B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240893-38D8-A94A-0265-812EF7C79C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9810CD-A080-21DC-44B1-6E8B9DA2F6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C4A5EA-069C-EB2D-5D0A-A24C2164C5C2}"/>
              </a:ext>
            </a:extLst>
          </p:cNvPr>
          <p:cNvSpPr>
            <a:spLocks noGrp="1"/>
          </p:cNvSpPr>
          <p:nvPr>
            <p:ph type="sldNum" sz="quarter" idx="5"/>
          </p:nvPr>
        </p:nvSpPr>
        <p:spPr/>
        <p:txBody>
          <a:bodyPr/>
          <a:lstStyle/>
          <a:p>
            <a:fld id="{C0E9560A-78B4-504A-9396-2AE516B1349B}" type="slidenum">
              <a:rPr lang="en-US" smtClean="0"/>
              <a:t>13</a:t>
            </a:fld>
            <a:endParaRPr lang="en-US"/>
          </a:p>
        </p:txBody>
      </p:sp>
    </p:spTree>
    <p:extLst>
      <p:ext uri="{BB962C8B-B14F-4D97-AF65-F5344CB8AC3E}">
        <p14:creationId xmlns:p14="http://schemas.microsoft.com/office/powerpoint/2010/main" val="25022841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1F2B1-DFF5-0AFB-4786-A12A4C1E75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1F47C1-9B45-FEBA-6CC1-3367B8FEF6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030E58-AEBA-A9C3-1FB4-96B4713C85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868BD19-D14C-4B24-B41E-5C5A36D99A05}"/>
              </a:ext>
            </a:extLst>
          </p:cNvPr>
          <p:cNvSpPr>
            <a:spLocks noGrp="1"/>
          </p:cNvSpPr>
          <p:nvPr>
            <p:ph type="sldNum" sz="quarter" idx="5"/>
          </p:nvPr>
        </p:nvSpPr>
        <p:spPr/>
        <p:txBody>
          <a:bodyPr/>
          <a:lstStyle/>
          <a:p>
            <a:fld id="{C0E9560A-78B4-504A-9396-2AE516B1349B}" type="slidenum">
              <a:rPr lang="en-US" smtClean="0"/>
              <a:t>14</a:t>
            </a:fld>
            <a:endParaRPr lang="en-US"/>
          </a:p>
        </p:txBody>
      </p:sp>
    </p:spTree>
    <p:extLst>
      <p:ext uri="{BB962C8B-B14F-4D97-AF65-F5344CB8AC3E}">
        <p14:creationId xmlns:p14="http://schemas.microsoft.com/office/powerpoint/2010/main" val="34680683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E1306-890E-6FD4-454F-F1D5591A70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E53875-79A0-09BC-3253-347707DE53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2823A9-D8E1-59D1-EAFE-E5BDD533AE4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5942C37-164C-3464-FAE0-C265D2201C59}"/>
              </a:ext>
            </a:extLst>
          </p:cNvPr>
          <p:cNvSpPr>
            <a:spLocks noGrp="1"/>
          </p:cNvSpPr>
          <p:nvPr>
            <p:ph type="sldNum" sz="quarter" idx="5"/>
          </p:nvPr>
        </p:nvSpPr>
        <p:spPr/>
        <p:txBody>
          <a:bodyPr/>
          <a:lstStyle/>
          <a:p>
            <a:fld id="{C0E9560A-78B4-504A-9396-2AE516B1349B}" type="slidenum">
              <a:rPr lang="en-US" smtClean="0"/>
              <a:t>15</a:t>
            </a:fld>
            <a:endParaRPr lang="en-US"/>
          </a:p>
        </p:txBody>
      </p:sp>
    </p:spTree>
    <p:extLst>
      <p:ext uri="{BB962C8B-B14F-4D97-AF65-F5344CB8AC3E}">
        <p14:creationId xmlns:p14="http://schemas.microsoft.com/office/powerpoint/2010/main" val="11010649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E2A82E-1CFA-1EC1-2322-F87EC513CB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7B34FA-6687-AA18-0EFC-0DE6AED391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0E36DF-8420-9CEC-A6EA-8E6CF47C6FA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391A391-9081-C354-B3D5-3A2896BCBE92}"/>
              </a:ext>
            </a:extLst>
          </p:cNvPr>
          <p:cNvSpPr>
            <a:spLocks noGrp="1"/>
          </p:cNvSpPr>
          <p:nvPr>
            <p:ph type="sldNum" sz="quarter" idx="5"/>
          </p:nvPr>
        </p:nvSpPr>
        <p:spPr/>
        <p:txBody>
          <a:bodyPr/>
          <a:lstStyle/>
          <a:p>
            <a:fld id="{C0E9560A-78B4-504A-9396-2AE516B1349B}" type="slidenum">
              <a:rPr lang="en-US" smtClean="0"/>
              <a:t>16</a:t>
            </a:fld>
            <a:endParaRPr lang="en-US"/>
          </a:p>
        </p:txBody>
      </p:sp>
    </p:spTree>
    <p:extLst>
      <p:ext uri="{BB962C8B-B14F-4D97-AF65-F5344CB8AC3E}">
        <p14:creationId xmlns:p14="http://schemas.microsoft.com/office/powerpoint/2010/main" val="1632741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129D2-5C84-185E-9548-62B3BDD727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278912-6326-9AB0-BB18-C70D82EB5E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6F8E60-06CF-E5C0-3F4F-97B96BD3069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2CB038F-0434-12AC-8F79-6F46A2719789}"/>
              </a:ext>
            </a:extLst>
          </p:cNvPr>
          <p:cNvSpPr>
            <a:spLocks noGrp="1"/>
          </p:cNvSpPr>
          <p:nvPr>
            <p:ph type="sldNum" sz="quarter" idx="5"/>
          </p:nvPr>
        </p:nvSpPr>
        <p:spPr/>
        <p:txBody>
          <a:bodyPr/>
          <a:lstStyle/>
          <a:p>
            <a:fld id="{C0E9560A-78B4-504A-9396-2AE516B1349B}" type="slidenum">
              <a:rPr lang="en-US" smtClean="0"/>
              <a:t>17</a:t>
            </a:fld>
            <a:endParaRPr lang="en-US"/>
          </a:p>
        </p:txBody>
      </p:sp>
    </p:spTree>
    <p:extLst>
      <p:ext uri="{BB962C8B-B14F-4D97-AF65-F5344CB8AC3E}">
        <p14:creationId xmlns:p14="http://schemas.microsoft.com/office/powerpoint/2010/main" val="16265249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252106-AFE2-AAC0-D64D-F2B4FA621E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33E500-B99E-9743-7D68-8DA91DD4A1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9AD902-1C09-C5D5-4607-FC47EE59F6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84EA978-9AD5-B8B5-A852-9158A9396F73}"/>
              </a:ext>
            </a:extLst>
          </p:cNvPr>
          <p:cNvSpPr>
            <a:spLocks noGrp="1"/>
          </p:cNvSpPr>
          <p:nvPr>
            <p:ph type="sldNum" sz="quarter" idx="5"/>
          </p:nvPr>
        </p:nvSpPr>
        <p:spPr/>
        <p:txBody>
          <a:bodyPr/>
          <a:lstStyle/>
          <a:p>
            <a:fld id="{C0E9560A-78B4-504A-9396-2AE516B1349B}" type="slidenum">
              <a:rPr lang="en-US" smtClean="0"/>
              <a:t>18</a:t>
            </a:fld>
            <a:endParaRPr lang="en-US"/>
          </a:p>
        </p:txBody>
      </p:sp>
    </p:spTree>
    <p:extLst>
      <p:ext uri="{BB962C8B-B14F-4D97-AF65-F5344CB8AC3E}">
        <p14:creationId xmlns:p14="http://schemas.microsoft.com/office/powerpoint/2010/main" val="25053584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142F5-3A2F-9697-57CD-052ED3C109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345966-C659-6E6D-B2BF-4C67F65AE8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B2684A-8B2D-FAE1-17B8-F2D6CD65A3E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F000DB-3447-46D0-351F-322E64D7B90C}"/>
              </a:ext>
            </a:extLst>
          </p:cNvPr>
          <p:cNvSpPr>
            <a:spLocks noGrp="1"/>
          </p:cNvSpPr>
          <p:nvPr>
            <p:ph type="sldNum" sz="quarter" idx="5"/>
          </p:nvPr>
        </p:nvSpPr>
        <p:spPr/>
        <p:txBody>
          <a:bodyPr/>
          <a:lstStyle/>
          <a:p>
            <a:fld id="{C0E9560A-78B4-504A-9396-2AE516B1349B}" type="slidenum">
              <a:rPr lang="en-US" smtClean="0"/>
              <a:t>19</a:t>
            </a:fld>
            <a:endParaRPr lang="en-US"/>
          </a:p>
        </p:txBody>
      </p:sp>
    </p:spTree>
    <p:extLst>
      <p:ext uri="{BB962C8B-B14F-4D97-AF65-F5344CB8AC3E}">
        <p14:creationId xmlns:p14="http://schemas.microsoft.com/office/powerpoint/2010/main" val="42752515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CF1980-0E12-F2C3-1E11-F2C1E693B2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7AD33D-7D2A-E94B-F9D0-04FC1FA8E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D05876-B0EA-7207-F177-64F3036515A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C36A85-DA6B-01DA-DDE3-B1DF675B3FCE}"/>
              </a:ext>
            </a:extLst>
          </p:cNvPr>
          <p:cNvSpPr>
            <a:spLocks noGrp="1"/>
          </p:cNvSpPr>
          <p:nvPr>
            <p:ph type="sldNum" sz="quarter" idx="5"/>
          </p:nvPr>
        </p:nvSpPr>
        <p:spPr/>
        <p:txBody>
          <a:bodyPr/>
          <a:lstStyle/>
          <a:p>
            <a:fld id="{C0E9560A-78B4-504A-9396-2AE516B1349B}" type="slidenum">
              <a:rPr lang="en-US" smtClean="0"/>
              <a:t>20</a:t>
            </a:fld>
            <a:endParaRPr lang="en-US"/>
          </a:p>
        </p:txBody>
      </p:sp>
    </p:spTree>
    <p:extLst>
      <p:ext uri="{BB962C8B-B14F-4D97-AF65-F5344CB8AC3E}">
        <p14:creationId xmlns:p14="http://schemas.microsoft.com/office/powerpoint/2010/main" val="20194461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CDE54-DD02-9D43-1695-804733A684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6494D0-CC86-E69F-6A14-2735636D97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4DA7AB-D3D2-0159-80FD-5693F345438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D2F51B-4097-D595-9ECC-C3FE7C87CD06}"/>
              </a:ext>
            </a:extLst>
          </p:cNvPr>
          <p:cNvSpPr>
            <a:spLocks noGrp="1"/>
          </p:cNvSpPr>
          <p:nvPr>
            <p:ph type="sldNum" sz="quarter" idx="5"/>
          </p:nvPr>
        </p:nvSpPr>
        <p:spPr/>
        <p:txBody>
          <a:bodyPr/>
          <a:lstStyle/>
          <a:p>
            <a:fld id="{C0E9560A-78B4-504A-9396-2AE516B1349B}" type="slidenum">
              <a:rPr lang="en-US" smtClean="0"/>
              <a:t>21</a:t>
            </a:fld>
            <a:endParaRPr lang="en-US"/>
          </a:p>
        </p:txBody>
      </p:sp>
    </p:spTree>
    <p:extLst>
      <p:ext uri="{BB962C8B-B14F-4D97-AF65-F5344CB8AC3E}">
        <p14:creationId xmlns:p14="http://schemas.microsoft.com/office/powerpoint/2010/main" val="6835444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EC04C-438E-F795-F140-2F25B7B5BA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48F41C-E4CE-4035-8E55-9A0429ECEC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B073A9-B522-3307-BD9A-1BC6A1AA10F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9CCB02C-C96E-9ED1-6D8E-EFE2EE1B2B47}"/>
              </a:ext>
            </a:extLst>
          </p:cNvPr>
          <p:cNvSpPr>
            <a:spLocks noGrp="1"/>
          </p:cNvSpPr>
          <p:nvPr>
            <p:ph type="sldNum" sz="quarter" idx="5"/>
          </p:nvPr>
        </p:nvSpPr>
        <p:spPr/>
        <p:txBody>
          <a:bodyPr/>
          <a:lstStyle/>
          <a:p>
            <a:fld id="{C0E9560A-78B4-504A-9396-2AE516B1349B}" type="slidenum">
              <a:rPr lang="en-US" smtClean="0"/>
              <a:t>22</a:t>
            </a:fld>
            <a:endParaRPr lang="en-US"/>
          </a:p>
        </p:txBody>
      </p:sp>
    </p:spTree>
    <p:extLst>
      <p:ext uri="{BB962C8B-B14F-4D97-AF65-F5344CB8AC3E}">
        <p14:creationId xmlns:p14="http://schemas.microsoft.com/office/powerpoint/2010/main" val="3206784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F87F8-FFA3-0B95-1D44-6066BB8903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6A97D9-6EA0-51B4-3FC4-850BF54201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1A68CB-B16C-9D82-763E-2FE6F55F2F7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1BA2059-A71F-03BF-8371-C507EFAA589D}"/>
              </a:ext>
            </a:extLst>
          </p:cNvPr>
          <p:cNvSpPr>
            <a:spLocks noGrp="1"/>
          </p:cNvSpPr>
          <p:nvPr>
            <p:ph type="sldNum" sz="quarter" idx="5"/>
          </p:nvPr>
        </p:nvSpPr>
        <p:spPr/>
        <p:txBody>
          <a:bodyPr/>
          <a:lstStyle/>
          <a:p>
            <a:fld id="{C0E9560A-78B4-504A-9396-2AE516B1349B}" type="slidenum">
              <a:rPr lang="en-US" smtClean="0"/>
              <a:t>23</a:t>
            </a:fld>
            <a:endParaRPr lang="en-US"/>
          </a:p>
        </p:txBody>
      </p:sp>
    </p:spTree>
    <p:extLst>
      <p:ext uri="{BB962C8B-B14F-4D97-AF65-F5344CB8AC3E}">
        <p14:creationId xmlns:p14="http://schemas.microsoft.com/office/powerpoint/2010/main" val="119941988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7B402-12EF-EEFF-50BE-DF558D0D3A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83E887-AB3A-F353-1ADE-577CB15D8A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ABA0E8-7A8C-8934-BB72-DD038A457AF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D25F5D-0A63-C9FF-3AEF-5BF165AFF053}"/>
              </a:ext>
            </a:extLst>
          </p:cNvPr>
          <p:cNvSpPr>
            <a:spLocks noGrp="1"/>
          </p:cNvSpPr>
          <p:nvPr>
            <p:ph type="sldNum" sz="quarter" idx="5"/>
          </p:nvPr>
        </p:nvSpPr>
        <p:spPr/>
        <p:txBody>
          <a:bodyPr/>
          <a:lstStyle/>
          <a:p>
            <a:fld id="{C0E9560A-78B4-504A-9396-2AE516B1349B}" type="slidenum">
              <a:rPr lang="en-US" smtClean="0"/>
              <a:t>24</a:t>
            </a:fld>
            <a:endParaRPr lang="en-US"/>
          </a:p>
        </p:txBody>
      </p:sp>
    </p:spTree>
    <p:extLst>
      <p:ext uri="{BB962C8B-B14F-4D97-AF65-F5344CB8AC3E}">
        <p14:creationId xmlns:p14="http://schemas.microsoft.com/office/powerpoint/2010/main" val="23740112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4C181-371B-F4C6-B923-55D36D7807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552390-7240-F76F-163D-5654CFD68C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BBB1BE-9A60-B5D5-DF45-032FEAF75B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0DD6F3D-2059-C090-DC53-AA952E28074C}"/>
              </a:ext>
            </a:extLst>
          </p:cNvPr>
          <p:cNvSpPr>
            <a:spLocks noGrp="1"/>
          </p:cNvSpPr>
          <p:nvPr>
            <p:ph type="sldNum" sz="quarter" idx="5"/>
          </p:nvPr>
        </p:nvSpPr>
        <p:spPr/>
        <p:txBody>
          <a:bodyPr/>
          <a:lstStyle/>
          <a:p>
            <a:fld id="{C0E9560A-78B4-504A-9396-2AE516B1349B}" type="slidenum">
              <a:rPr lang="en-US" smtClean="0"/>
              <a:t>25</a:t>
            </a:fld>
            <a:endParaRPr lang="en-US"/>
          </a:p>
        </p:txBody>
      </p:sp>
    </p:spTree>
    <p:extLst>
      <p:ext uri="{BB962C8B-B14F-4D97-AF65-F5344CB8AC3E}">
        <p14:creationId xmlns:p14="http://schemas.microsoft.com/office/powerpoint/2010/main" val="1625789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B929C3-07E2-2B7C-DD92-3D9A5201D3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6EE4F-BD84-EE8B-AEDB-E5C61C7E60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1C2375-349D-8B2A-82DE-64C16F3904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381EC3-9756-922F-775B-AFE44954DD06}"/>
              </a:ext>
            </a:extLst>
          </p:cNvPr>
          <p:cNvSpPr>
            <a:spLocks noGrp="1"/>
          </p:cNvSpPr>
          <p:nvPr>
            <p:ph type="sldNum" sz="quarter" idx="5"/>
          </p:nvPr>
        </p:nvSpPr>
        <p:spPr/>
        <p:txBody>
          <a:bodyPr/>
          <a:lstStyle/>
          <a:p>
            <a:fld id="{C0E9560A-78B4-504A-9396-2AE516B1349B}" type="slidenum">
              <a:rPr lang="en-US" smtClean="0"/>
              <a:t>26</a:t>
            </a:fld>
            <a:endParaRPr lang="en-US"/>
          </a:p>
        </p:txBody>
      </p:sp>
    </p:spTree>
    <p:extLst>
      <p:ext uri="{BB962C8B-B14F-4D97-AF65-F5344CB8AC3E}">
        <p14:creationId xmlns:p14="http://schemas.microsoft.com/office/powerpoint/2010/main" val="309947196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1B0A7-FF8C-A5EE-5A99-765016FC07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E2DF16-42DF-A25C-3BD1-DA5C28E071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A14422-FA84-B532-B9CA-CFC8CD1715B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411D97C-EB46-A445-914B-A53B31CAB5D7}"/>
              </a:ext>
            </a:extLst>
          </p:cNvPr>
          <p:cNvSpPr>
            <a:spLocks noGrp="1"/>
          </p:cNvSpPr>
          <p:nvPr>
            <p:ph type="sldNum" sz="quarter" idx="5"/>
          </p:nvPr>
        </p:nvSpPr>
        <p:spPr/>
        <p:txBody>
          <a:bodyPr/>
          <a:lstStyle/>
          <a:p>
            <a:fld id="{C0E9560A-78B4-504A-9396-2AE516B1349B}" type="slidenum">
              <a:rPr lang="en-US" smtClean="0"/>
              <a:t>27</a:t>
            </a:fld>
            <a:endParaRPr lang="en-US"/>
          </a:p>
        </p:txBody>
      </p:sp>
    </p:spTree>
    <p:extLst>
      <p:ext uri="{BB962C8B-B14F-4D97-AF65-F5344CB8AC3E}">
        <p14:creationId xmlns:p14="http://schemas.microsoft.com/office/powerpoint/2010/main" val="28415114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F6BA0-DFFC-4EA1-3ACA-C682FAE2A3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E346AE-FFCF-936A-F3AA-A367A2A31C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50EFFE-163D-A067-E826-BCBA42469E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B95E136-F64B-D02F-39B2-5709FF7CA38D}"/>
              </a:ext>
            </a:extLst>
          </p:cNvPr>
          <p:cNvSpPr>
            <a:spLocks noGrp="1"/>
          </p:cNvSpPr>
          <p:nvPr>
            <p:ph type="sldNum" sz="quarter" idx="5"/>
          </p:nvPr>
        </p:nvSpPr>
        <p:spPr/>
        <p:txBody>
          <a:bodyPr/>
          <a:lstStyle/>
          <a:p>
            <a:fld id="{C0E9560A-78B4-504A-9396-2AE516B1349B}" type="slidenum">
              <a:rPr lang="en-US" smtClean="0"/>
              <a:t>28</a:t>
            </a:fld>
            <a:endParaRPr lang="en-US"/>
          </a:p>
        </p:txBody>
      </p:sp>
    </p:spTree>
    <p:extLst>
      <p:ext uri="{BB962C8B-B14F-4D97-AF65-F5344CB8AC3E}">
        <p14:creationId xmlns:p14="http://schemas.microsoft.com/office/powerpoint/2010/main" val="320746183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A7722-6EEF-0E81-97FA-D78C5B6A89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9C698D-6175-170C-AC80-36E6219498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706607-62ED-176D-3737-6B1F7DDCE12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930F87-BC99-6424-7C57-ABE18AF756CC}"/>
              </a:ext>
            </a:extLst>
          </p:cNvPr>
          <p:cNvSpPr>
            <a:spLocks noGrp="1"/>
          </p:cNvSpPr>
          <p:nvPr>
            <p:ph type="sldNum" sz="quarter" idx="5"/>
          </p:nvPr>
        </p:nvSpPr>
        <p:spPr/>
        <p:txBody>
          <a:bodyPr/>
          <a:lstStyle/>
          <a:p>
            <a:fld id="{C0E9560A-78B4-504A-9396-2AE516B1349B}" type="slidenum">
              <a:rPr lang="en-US" smtClean="0"/>
              <a:t>29</a:t>
            </a:fld>
            <a:endParaRPr lang="en-US"/>
          </a:p>
        </p:txBody>
      </p:sp>
    </p:spTree>
    <p:extLst>
      <p:ext uri="{BB962C8B-B14F-4D97-AF65-F5344CB8AC3E}">
        <p14:creationId xmlns:p14="http://schemas.microsoft.com/office/powerpoint/2010/main" val="127419061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A2AAEC-DC55-E1B2-F55C-42E1BAFB2B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F754C2-F5D1-40FC-2006-E9D820039F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6F0012-373E-E858-D1D1-C90A5DFAFCB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259734-B648-1F51-700C-2BA125483460}"/>
              </a:ext>
            </a:extLst>
          </p:cNvPr>
          <p:cNvSpPr>
            <a:spLocks noGrp="1"/>
          </p:cNvSpPr>
          <p:nvPr>
            <p:ph type="sldNum" sz="quarter" idx="5"/>
          </p:nvPr>
        </p:nvSpPr>
        <p:spPr/>
        <p:txBody>
          <a:bodyPr/>
          <a:lstStyle/>
          <a:p>
            <a:fld id="{C0E9560A-78B4-504A-9396-2AE516B1349B}" type="slidenum">
              <a:rPr lang="en-US" smtClean="0"/>
              <a:t>30</a:t>
            </a:fld>
            <a:endParaRPr lang="en-US"/>
          </a:p>
        </p:txBody>
      </p:sp>
    </p:spTree>
    <p:extLst>
      <p:ext uri="{BB962C8B-B14F-4D97-AF65-F5344CB8AC3E}">
        <p14:creationId xmlns:p14="http://schemas.microsoft.com/office/powerpoint/2010/main" val="4783700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E3ED9-72AC-0966-550B-AE68380844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955EAD-0AC3-2C4C-8315-D80CA7DC4B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A6A93C-DDB7-102F-EA0F-899BC6A2CBA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318A648-6521-8DC5-B5A0-F1EE6604B618}"/>
              </a:ext>
            </a:extLst>
          </p:cNvPr>
          <p:cNvSpPr>
            <a:spLocks noGrp="1"/>
          </p:cNvSpPr>
          <p:nvPr>
            <p:ph type="sldNum" sz="quarter" idx="5"/>
          </p:nvPr>
        </p:nvSpPr>
        <p:spPr/>
        <p:txBody>
          <a:bodyPr/>
          <a:lstStyle/>
          <a:p>
            <a:fld id="{C0E9560A-78B4-504A-9396-2AE516B1349B}" type="slidenum">
              <a:rPr lang="en-US" smtClean="0"/>
              <a:t>31</a:t>
            </a:fld>
            <a:endParaRPr lang="en-US"/>
          </a:p>
        </p:txBody>
      </p:sp>
    </p:spTree>
    <p:extLst>
      <p:ext uri="{BB962C8B-B14F-4D97-AF65-F5344CB8AC3E}">
        <p14:creationId xmlns:p14="http://schemas.microsoft.com/office/powerpoint/2010/main" val="118272233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4A07F-9DA1-CAA4-4150-C621CE37EB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F8174C-CAF2-6570-B110-A77182EEE4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3E2000-FE13-D088-0332-F337D47BE4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B2622C-CEC9-0755-E812-E93EC9EB79C9}"/>
              </a:ext>
            </a:extLst>
          </p:cNvPr>
          <p:cNvSpPr>
            <a:spLocks noGrp="1"/>
          </p:cNvSpPr>
          <p:nvPr>
            <p:ph type="sldNum" sz="quarter" idx="5"/>
          </p:nvPr>
        </p:nvSpPr>
        <p:spPr/>
        <p:txBody>
          <a:bodyPr/>
          <a:lstStyle/>
          <a:p>
            <a:fld id="{C0E9560A-78B4-504A-9396-2AE516B1349B}" type="slidenum">
              <a:rPr lang="en-US" smtClean="0"/>
              <a:t>32</a:t>
            </a:fld>
            <a:endParaRPr lang="en-US"/>
          </a:p>
        </p:txBody>
      </p:sp>
    </p:spTree>
    <p:extLst>
      <p:ext uri="{BB962C8B-B14F-4D97-AF65-F5344CB8AC3E}">
        <p14:creationId xmlns:p14="http://schemas.microsoft.com/office/powerpoint/2010/main" val="304905666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949C9-5182-E766-468C-75B8545B5B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863BE8-5484-D2A5-4B5A-AB95AE91E8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A699D9-F6CC-2C12-6F82-9EF64E0B643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8C33C43-98AB-59A0-F8DB-F2578B244A7A}"/>
              </a:ext>
            </a:extLst>
          </p:cNvPr>
          <p:cNvSpPr>
            <a:spLocks noGrp="1"/>
          </p:cNvSpPr>
          <p:nvPr>
            <p:ph type="sldNum" sz="quarter" idx="5"/>
          </p:nvPr>
        </p:nvSpPr>
        <p:spPr/>
        <p:txBody>
          <a:bodyPr/>
          <a:lstStyle/>
          <a:p>
            <a:fld id="{C0E9560A-78B4-504A-9396-2AE516B1349B}" type="slidenum">
              <a:rPr lang="en-US" smtClean="0"/>
              <a:t>33</a:t>
            </a:fld>
            <a:endParaRPr lang="en-US"/>
          </a:p>
        </p:txBody>
      </p:sp>
    </p:spTree>
    <p:extLst>
      <p:ext uri="{BB962C8B-B14F-4D97-AF65-F5344CB8AC3E}">
        <p14:creationId xmlns:p14="http://schemas.microsoft.com/office/powerpoint/2010/main" val="207624982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E4FF1-5A5B-F0AC-DE57-92A4A60694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2BEDBA-F1F9-DC2F-9A91-F0E1758AA1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637AF0-0BA1-13DB-4D70-A52F6A5E422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F07D449-9765-D636-760F-FDBF70152B2D}"/>
              </a:ext>
            </a:extLst>
          </p:cNvPr>
          <p:cNvSpPr>
            <a:spLocks noGrp="1"/>
          </p:cNvSpPr>
          <p:nvPr>
            <p:ph type="sldNum" sz="quarter" idx="5"/>
          </p:nvPr>
        </p:nvSpPr>
        <p:spPr/>
        <p:txBody>
          <a:bodyPr/>
          <a:lstStyle/>
          <a:p>
            <a:fld id="{C0E9560A-78B4-504A-9396-2AE516B1349B}" type="slidenum">
              <a:rPr lang="en-US" smtClean="0"/>
              <a:t>34</a:t>
            </a:fld>
            <a:endParaRPr lang="en-US"/>
          </a:p>
        </p:txBody>
      </p:sp>
    </p:spTree>
    <p:extLst>
      <p:ext uri="{BB962C8B-B14F-4D97-AF65-F5344CB8AC3E}">
        <p14:creationId xmlns:p14="http://schemas.microsoft.com/office/powerpoint/2010/main" val="114333513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22E13-93FF-9863-CF6D-846BC81B7F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0EDF0F-DB10-F7F6-96AF-BC89091A8C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7DA273-058E-7934-ACEB-ACD9C12FF2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0B1377-2F21-27FC-85B5-29A64CBA0A19}"/>
              </a:ext>
            </a:extLst>
          </p:cNvPr>
          <p:cNvSpPr>
            <a:spLocks noGrp="1"/>
          </p:cNvSpPr>
          <p:nvPr>
            <p:ph type="sldNum" sz="quarter" idx="5"/>
          </p:nvPr>
        </p:nvSpPr>
        <p:spPr/>
        <p:txBody>
          <a:bodyPr/>
          <a:lstStyle/>
          <a:p>
            <a:fld id="{C0E9560A-78B4-504A-9396-2AE516B1349B}" type="slidenum">
              <a:rPr lang="en-US" smtClean="0"/>
              <a:t>35</a:t>
            </a:fld>
            <a:endParaRPr lang="en-US"/>
          </a:p>
        </p:txBody>
      </p:sp>
    </p:spTree>
    <p:extLst>
      <p:ext uri="{BB962C8B-B14F-4D97-AF65-F5344CB8AC3E}">
        <p14:creationId xmlns:p14="http://schemas.microsoft.com/office/powerpoint/2010/main" val="269472704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556BA3-6DA1-2D3F-F559-C6A0492E3E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1B2AFC-C208-7228-5E18-8C15EB2338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96208E-7252-6C85-056E-BA3EB3875E5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845E355-0871-A651-D59F-D5106914BFF7}"/>
              </a:ext>
            </a:extLst>
          </p:cNvPr>
          <p:cNvSpPr>
            <a:spLocks noGrp="1"/>
          </p:cNvSpPr>
          <p:nvPr>
            <p:ph type="sldNum" sz="quarter" idx="5"/>
          </p:nvPr>
        </p:nvSpPr>
        <p:spPr/>
        <p:txBody>
          <a:bodyPr/>
          <a:lstStyle/>
          <a:p>
            <a:fld id="{C0E9560A-78B4-504A-9396-2AE516B1349B}" type="slidenum">
              <a:rPr lang="en-US" smtClean="0"/>
              <a:t>36</a:t>
            </a:fld>
            <a:endParaRPr lang="en-US"/>
          </a:p>
        </p:txBody>
      </p:sp>
    </p:spTree>
    <p:extLst>
      <p:ext uri="{BB962C8B-B14F-4D97-AF65-F5344CB8AC3E}">
        <p14:creationId xmlns:p14="http://schemas.microsoft.com/office/powerpoint/2010/main" val="309658521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67C45-E521-3981-4893-AF3882F4D3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FA60D3-7D70-EC10-74BA-97CA3A30C5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F09FCC-B97C-B51C-75C1-8095DDC2F2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376FA44-31DA-B662-D645-1E28CD3A3555}"/>
              </a:ext>
            </a:extLst>
          </p:cNvPr>
          <p:cNvSpPr>
            <a:spLocks noGrp="1"/>
          </p:cNvSpPr>
          <p:nvPr>
            <p:ph type="sldNum" sz="quarter" idx="5"/>
          </p:nvPr>
        </p:nvSpPr>
        <p:spPr/>
        <p:txBody>
          <a:bodyPr/>
          <a:lstStyle/>
          <a:p>
            <a:fld id="{C0E9560A-78B4-504A-9396-2AE516B1349B}" type="slidenum">
              <a:rPr lang="en-US" smtClean="0"/>
              <a:t>37</a:t>
            </a:fld>
            <a:endParaRPr lang="en-US"/>
          </a:p>
        </p:txBody>
      </p:sp>
    </p:spTree>
    <p:extLst>
      <p:ext uri="{BB962C8B-B14F-4D97-AF65-F5344CB8AC3E}">
        <p14:creationId xmlns:p14="http://schemas.microsoft.com/office/powerpoint/2010/main" val="41879996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A51B6-0F65-B876-9D92-83B56096D3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C7DD27-2B5C-F87E-747C-E8C633440D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C597F7-1AA8-8984-F162-0D2FE16806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B5E5DB2-A10B-571F-619D-49C5C2CA0129}"/>
              </a:ext>
            </a:extLst>
          </p:cNvPr>
          <p:cNvSpPr>
            <a:spLocks noGrp="1"/>
          </p:cNvSpPr>
          <p:nvPr>
            <p:ph type="sldNum" sz="quarter" idx="5"/>
          </p:nvPr>
        </p:nvSpPr>
        <p:spPr/>
        <p:txBody>
          <a:bodyPr/>
          <a:lstStyle/>
          <a:p>
            <a:fld id="{C0E9560A-78B4-504A-9396-2AE516B1349B}" type="slidenum">
              <a:rPr lang="en-US" smtClean="0"/>
              <a:t>38</a:t>
            </a:fld>
            <a:endParaRPr lang="en-US"/>
          </a:p>
        </p:txBody>
      </p:sp>
    </p:spTree>
    <p:extLst>
      <p:ext uri="{BB962C8B-B14F-4D97-AF65-F5344CB8AC3E}">
        <p14:creationId xmlns:p14="http://schemas.microsoft.com/office/powerpoint/2010/main" val="53232383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F1874-A8A1-796F-E524-9E1BF68484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08A0A4-C2DF-22A2-7CFD-8DD5C6974F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28272C-3DBE-CF66-DB70-3E7AEBD72E7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F64B58-978A-9D34-C8B2-8214946A494C}"/>
              </a:ext>
            </a:extLst>
          </p:cNvPr>
          <p:cNvSpPr>
            <a:spLocks noGrp="1"/>
          </p:cNvSpPr>
          <p:nvPr>
            <p:ph type="sldNum" sz="quarter" idx="5"/>
          </p:nvPr>
        </p:nvSpPr>
        <p:spPr/>
        <p:txBody>
          <a:bodyPr/>
          <a:lstStyle/>
          <a:p>
            <a:fld id="{C0E9560A-78B4-504A-9396-2AE516B1349B}" type="slidenum">
              <a:rPr lang="en-US" smtClean="0"/>
              <a:t>39</a:t>
            </a:fld>
            <a:endParaRPr lang="en-US"/>
          </a:p>
        </p:txBody>
      </p:sp>
    </p:spTree>
    <p:extLst>
      <p:ext uri="{BB962C8B-B14F-4D97-AF65-F5344CB8AC3E}">
        <p14:creationId xmlns:p14="http://schemas.microsoft.com/office/powerpoint/2010/main" val="341850992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ED63C-0091-2C43-0B76-03AB495094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0DAB28-BA3D-A3A8-6ADD-2DDE9D5719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590C67-556E-9C39-DA99-8CE59C69877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18924EA-5B1C-4B65-2CCE-46391F87BD48}"/>
              </a:ext>
            </a:extLst>
          </p:cNvPr>
          <p:cNvSpPr>
            <a:spLocks noGrp="1"/>
          </p:cNvSpPr>
          <p:nvPr>
            <p:ph type="sldNum" sz="quarter" idx="5"/>
          </p:nvPr>
        </p:nvSpPr>
        <p:spPr/>
        <p:txBody>
          <a:bodyPr/>
          <a:lstStyle/>
          <a:p>
            <a:fld id="{C0E9560A-78B4-504A-9396-2AE516B1349B}" type="slidenum">
              <a:rPr lang="en-US" smtClean="0"/>
              <a:t>40</a:t>
            </a:fld>
            <a:endParaRPr lang="en-US"/>
          </a:p>
        </p:txBody>
      </p:sp>
    </p:spTree>
    <p:extLst>
      <p:ext uri="{BB962C8B-B14F-4D97-AF65-F5344CB8AC3E}">
        <p14:creationId xmlns:p14="http://schemas.microsoft.com/office/powerpoint/2010/main" val="244105476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7C2E0F-6AFE-335E-B759-2A014712C7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E37792-DF94-76D3-A3E4-0B9599E4D2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4E60DB-5E24-F64A-76C9-1E574672D5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B845A22-6D0A-4027-FF3A-EFC468D367ED}"/>
              </a:ext>
            </a:extLst>
          </p:cNvPr>
          <p:cNvSpPr>
            <a:spLocks noGrp="1"/>
          </p:cNvSpPr>
          <p:nvPr>
            <p:ph type="sldNum" sz="quarter" idx="5"/>
          </p:nvPr>
        </p:nvSpPr>
        <p:spPr/>
        <p:txBody>
          <a:bodyPr/>
          <a:lstStyle/>
          <a:p>
            <a:fld id="{C0E9560A-78B4-504A-9396-2AE516B1349B}" type="slidenum">
              <a:rPr lang="en-US" smtClean="0"/>
              <a:t>41</a:t>
            </a:fld>
            <a:endParaRPr lang="en-US"/>
          </a:p>
        </p:txBody>
      </p:sp>
    </p:spTree>
    <p:extLst>
      <p:ext uri="{BB962C8B-B14F-4D97-AF65-F5344CB8AC3E}">
        <p14:creationId xmlns:p14="http://schemas.microsoft.com/office/powerpoint/2010/main" val="283200067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5C507-9D39-3F13-4F89-97B78D406A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DF5132-625A-E408-41D9-85C2F47803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6647C8-C753-F987-9633-3B68A4667FD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E1B02A-F161-A3BE-B87A-63456679C958}"/>
              </a:ext>
            </a:extLst>
          </p:cNvPr>
          <p:cNvSpPr>
            <a:spLocks noGrp="1"/>
          </p:cNvSpPr>
          <p:nvPr>
            <p:ph type="sldNum" sz="quarter" idx="5"/>
          </p:nvPr>
        </p:nvSpPr>
        <p:spPr/>
        <p:txBody>
          <a:bodyPr/>
          <a:lstStyle/>
          <a:p>
            <a:fld id="{C0E9560A-78B4-504A-9396-2AE516B1349B}" type="slidenum">
              <a:rPr lang="en-US" smtClean="0"/>
              <a:t>42</a:t>
            </a:fld>
            <a:endParaRPr lang="en-US"/>
          </a:p>
        </p:txBody>
      </p:sp>
    </p:spTree>
    <p:extLst>
      <p:ext uri="{BB962C8B-B14F-4D97-AF65-F5344CB8AC3E}">
        <p14:creationId xmlns:p14="http://schemas.microsoft.com/office/powerpoint/2010/main" val="5613604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4F09A-568A-C057-BA6D-928708E1AC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3D77B3-CC1E-4D77-F2F9-0AD809C946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73A5A6-1292-92F7-05E1-9A107E1986A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19996C-3612-CE06-097A-CC4B76971AF6}"/>
              </a:ext>
            </a:extLst>
          </p:cNvPr>
          <p:cNvSpPr>
            <a:spLocks noGrp="1"/>
          </p:cNvSpPr>
          <p:nvPr>
            <p:ph type="sldNum" sz="quarter" idx="5"/>
          </p:nvPr>
        </p:nvSpPr>
        <p:spPr/>
        <p:txBody>
          <a:bodyPr/>
          <a:lstStyle/>
          <a:p>
            <a:fld id="{C0E9560A-78B4-504A-9396-2AE516B1349B}" type="slidenum">
              <a:rPr lang="en-US" smtClean="0"/>
              <a:t>43</a:t>
            </a:fld>
            <a:endParaRPr lang="en-US"/>
          </a:p>
        </p:txBody>
      </p:sp>
    </p:spTree>
    <p:extLst>
      <p:ext uri="{BB962C8B-B14F-4D97-AF65-F5344CB8AC3E}">
        <p14:creationId xmlns:p14="http://schemas.microsoft.com/office/powerpoint/2010/main" val="175519928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7FFE8-C9AF-64D7-8D28-75140635DB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3CC2F7-6DFE-CDD3-FD17-9139E43239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FB3340-55C3-38F6-0089-DEE39CBEE09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D4CE190-8F4C-4476-796F-39F30136B1DE}"/>
              </a:ext>
            </a:extLst>
          </p:cNvPr>
          <p:cNvSpPr>
            <a:spLocks noGrp="1"/>
          </p:cNvSpPr>
          <p:nvPr>
            <p:ph type="sldNum" sz="quarter" idx="5"/>
          </p:nvPr>
        </p:nvSpPr>
        <p:spPr/>
        <p:txBody>
          <a:bodyPr/>
          <a:lstStyle/>
          <a:p>
            <a:fld id="{C0E9560A-78B4-504A-9396-2AE516B1349B}" type="slidenum">
              <a:rPr lang="en-US" smtClean="0"/>
              <a:t>44</a:t>
            </a:fld>
            <a:endParaRPr lang="en-US"/>
          </a:p>
        </p:txBody>
      </p:sp>
    </p:spTree>
    <p:extLst>
      <p:ext uri="{BB962C8B-B14F-4D97-AF65-F5344CB8AC3E}">
        <p14:creationId xmlns:p14="http://schemas.microsoft.com/office/powerpoint/2010/main" val="281809182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2E6BD-6796-9A34-F19C-9882F5F79F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D6FD15-3C27-093A-2EF9-2E84B3E41A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F27A8C-1E4E-2EAF-6B4E-949D16C1323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4C4ABC4-5049-4E47-57F4-FA6B99D5B06C}"/>
              </a:ext>
            </a:extLst>
          </p:cNvPr>
          <p:cNvSpPr>
            <a:spLocks noGrp="1"/>
          </p:cNvSpPr>
          <p:nvPr>
            <p:ph type="sldNum" sz="quarter" idx="5"/>
          </p:nvPr>
        </p:nvSpPr>
        <p:spPr/>
        <p:txBody>
          <a:bodyPr/>
          <a:lstStyle/>
          <a:p>
            <a:fld id="{C0E9560A-78B4-504A-9396-2AE516B1349B}" type="slidenum">
              <a:rPr lang="en-US" smtClean="0"/>
              <a:t>45</a:t>
            </a:fld>
            <a:endParaRPr lang="en-US"/>
          </a:p>
        </p:txBody>
      </p:sp>
    </p:spTree>
    <p:extLst>
      <p:ext uri="{BB962C8B-B14F-4D97-AF65-F5344CB8AC3E}">
        <p14:creationId xmlns:p14="http://schemas.microsoft.com/office/powerpoint/2010/main" val="90440726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B3658-F904-C11A-A133-2D4A1C8306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D1E905-41A5-0D44-76D2-01C0165E39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333BC9-93CA-32BA-7C76-30F1E0C0A7F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92C4474-9767-A696-E05E-715953598F26}"/>
              </a:ext>
            </a:extLst>
          </p:cNvPr>
          <p:cNvSpPr>
            <a:spLocks noGrp="1"/>
          </p:cNvSpPr>
          <p:nvPr>
            <p:ph type="sldNum" sz="quarter" idx="5"/>
          </p:nvPr>
        </p:nvSpPr>
        <p:spPr/>
        <p:txBody>
          <a:bodyPr/>
          <a:lstStyle/>
          <a:p>
            <a:fld id="{C0E9560A-78B4-504A-9396-2AE516B1349B}" type="slidenum">
              <a:rPr lang="en-US" smtClean="0"/>
              <a:t>46</a:t>
            </a:fld>
            <a:endParaRPr lang="en-US"/>
          </a:p>
        </p:txBody>
      </p:sp>
    </p:spTree>
    <p:extLst>
      <p:ext uri="{BB962C8B-B14F-4D97-AF65-F5344CB8AC3E}">
        <p14:creationId xmlns:p14="http://schemas.microsoft.com/office/powerpoint/2010/main" val="383369440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58BD-B99D-3BC7-6C1E-52754F3DDA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1C0217-83C3-13A8-8FCD-D44E76779F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646265-7A04-36E1-81DE-E5CAB241BE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9846B1D-D261-101C-7DF6-0CEC4AF4B7B6}"/>
              </a:ext>
            </a:extLst>
          </p:cNvPr>
          <p:cNvSpPr>
            <a:spLocks noGrp="1"/>
          </p:cNvSpPr>
          <p:nvPr>
            <p:ph type="sldNum" sz="quarter" idx="5"/>
          </p:nvPr>
        </p:nvSpPr>
        <p:spPr/>
        <p:txBody>
          <a:bodyPr/>
          <a:lstStyle/>
          <a:p>
            <a:fld id="{C0E9560A-78B4-504A-9396-2AE516B1349B}" type="slidenum">
              <a:rPr lang="en-US" smtClean="0"/>
              <a:t>47</a:t>
            </a:fld>
            <a:endParaRPr lang="en-US"/>
          </a:p>
        </p:txBody>
      </p:sp>
    </p:spTree>
    <p:extLst>
      <p:ext uri="{BB962C8B-B14F-4D97-AF65-F5344CB8AC3E}">
        <p14:creationId xmlns:p14="http://schemas.microsoft.com/office/powerpoint/2010/main" val="47882444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F9BDA2A3-0B56-A4BC-FB3E-5478898E2B5F}"/>
              </a:ext>
            </a:extLst>
          </p:cNvPr>
          <p:cNvSpPr>
            <a:spLocks noGrp="1"/>
          </p:cNvSpPr>
          <p:nvPr>
            <p:ph sz="half" idx="1"/>
          </p:nvPr>
        </p:nvSpPr>
        <p:spPr>
          <a:xfrm>
            <a:off x="1371600" y="5486400"/>
            <a:ext cx="9445752" cy="1143000"/>
          </a:xfrm>
        </p:spPr>
        <p:txBody>
          <a:bodyPr/>
          <a:lstStyle>
            <a:lvl1pPr marL="0" indent="0">
              <a:buNone/>
              <a:defRPr sz="2000">
                <a:latin typeface="Arial" panose="020B0604020202020204" pitchFamily="34" charset="0"/>
                <a:cs typeface="Arial" panose="020B0604020202020204" pitchFamily="34" charset="0"/>
              </a:defRPr>
            </a:lvl1pPr>
          </a:lstStyle>
          <a:p>
            <a:pPr lvl="0"/>
            <a:r>
              <a:rPr lang="en-US" dirty="0"/>
              <a:t>Click to edit Master text styles</a:t>
            </a:r>
          </a:p>
        </p:txBody>
      </p:sp>
      <p:pic>
        <p:nvPicPr>
          <p:cNvPr id="6" name="Picture 5">
            <a:extLst>
              <a:ext uri="{FF2B5EF4-FFF2-40B4-BE49-F238E27FC236}">
                <a16:creationId xmlns:a16="http://schemas.microsoft.com/office/drawing/2014/main" id="{8756CD6E-2E46-7809-94B7-0858267B7752}"/>
              </a:ext>
            </a:extLst>
          </p:cNvPr>
          <p:cNvPicPr>
            <a:picLocks noChangeAspect="1"/>
          </p:cNvPicPr>
          <p:nvPr userDrawn="1"/>
        </p:nvPicPr>
        <p:blipFill>
          <a:blip r:embed="rId2"/>
          <a:stretch>
            <a:fillRect/>
          </a:stretch>
        </p:blipFill>
        <p:spPr>
          <a:xfrm>
            <a:off x="3164561" y="180708"/>
            <a:ext cx="5558020" cy="5117296"/>
          </a:xfrm>
          <a:prstGeom prst="rect">
            <a:avLst/>
          </a:prstGeom>
        </p:spPr>
      </p:pic>
    </p:spTree>
    <p:extLst>
      <p:ext uri="{BB962C8B-B14F-4D97-AF65-F5344CB8AC3E}">
        <p14:creationId xmlns:p14="http://schemas.microsoft.com/office/powerpoint/2010/main" val="3834513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94743-B086-9A1D-3BE2-DD15285A746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0CEFC70-38F9-BD71-579C-1F4DEDA47A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2F92569-D687-F730-54A4-431B655508E3}"/>
              </a:ext>
            </a:extLst>
          </p:cNvPr>
          <p:cNvSpPr>
            <a:spLocks noGrp="1"/>
          </p:cNvSpPr>
          <p:nvPr>
            <p:ph type="dt" sz="half" idx="10"/>
          </p:nvPr>
        </p:nvSpPr>
        <p:spPr/>
        <p:txBody>
          <a:bodyPr/>
          <a:lstStyle/>
          <a:p>
            <a:fld id="{069363D2-3164-4145-A578-C91A7CE0BB59}" type="datetimeFigureOut">
              <a:rPr lang="en-US" smtClean="0"/>
              <a:t>5/8/26</a:t>
            </a:fld>
            <a:endParaRPr lang="en-US"/>
          </a:p>
        </p:txBody>
      </p:sp>
      <p:sp>
        <p:nvSpPr>
          <p:cNvPr id="5" name="Footer Placeholder 4">
            <a:extLst>
              <a:ext uri="{FF2B5EF4-FFF2-40B4-BE49-F238E27FC236}">
                <a16:creationId xmlns:a16="http://schemas.microsoft.com/office/drawing/2014/main" id="{8B703A70-2667-EDB6-55AA-33F2B75DF9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08A86A-DF98-B80A-F92A-0243739D2689}"/>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752018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10CD2-26EC-3693-3584-A1A3B203F1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FE58AA-4CD0-A17C-27E6-209C794D916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4697F3-ACE3-F75F-B6DB-E2EDCB101DDB}"/>
              </a:ext>
            </a:extLst>
          </p:cNvPr>
          <p:cNvSpPr>
            <a:spLocks noGrp="1"/>
          </p:cNvSpPr>
          <p:nvPr>
            <p:ph type="dt" sz="half" idx="10"/>
          </p:nvPr>
        </p:nvSpPr>
        <p:spPr/>
        <p:txBody>
          <a:bodyPr/>
          <a:lstStyle/>
          <a:p>
            <a:fld id="{069363D2-3164-4145-A578-C91A7CE0BB59}" type="datetimeFigureOut">
              <a:rPr lang="en-US" smtClean="0"/>
              <a:t>5/8/26</a:t>
            </a:fld>
            <a:endParaRPr lang="en-US"/>
          </a:p>
        </p:txBody>
      </p:sp>
      <p:sp>
        <p:nvSpPr>
          <p:cNvPr id="5" name="Footer Placeholder 4">
            <a:extLst>
              <a:ext uri="{FF2B5EF4-FFF2-40B4-BE49-F238E27FC236}">
                <a16:creationId xmlns:a16="http://schemas.microsoft.com/office/drawing/2014/main" id="{E877B070-E19C-7C7A-25CB-AF7C97F4AB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37F193-7B3D-9447-B9FC-64FB2E720B25}"/>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609500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894EB-0995-8BC4-1C13-B926701ED8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BE455E3-AE09-9D5C-4866-DBCAEF29771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809359-F2A6-099E-D457-FB4976E8B617}"/>
              </a:ext>
            </a:extLst>
          </p:cNvPr>
          <p:cNvSpPr>
            <a:spLocks noGrp="1"/>
          </p:cNvSpPr>
          <p:nvPr>
            <p:ph type="dt" sz="half" idx="10"/>
          </p:nvPr>
        </p:nvSpPr>
        <p:spPr/>
        <p:txBody>
          <a:bodyPr/>
          <a:lstStyle/>
          <a:p>
            <a:fld id="{069363D2-3164-4145-A578-C91A7CE0BB59}" type="datetimeFigureOut">
              <a:rPr lang="en-US" smtClean="0"/>
              <a:t>5/8/26</a:t>
            </a:fld>
            <a:endParaRPr lang="en-US"/>
          </a:p>
        </p:txBody>
      </p:sp>
      <p:sp>
        <p:nvSpPr>
          <p:cNvPr id="5" name="Footer Placeholder 4">
            <a:extLst>
              <a:ext uri="{FF2B5EF4-FFF2-40B4-BE49-F238E27FC236}">
                <a16:creationId xmlns:a16="http://schemas.microsoft.com/office/drawing/2014/main" id="{E868D10E-33CC-A61E-F850-633C403F3C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E52A36-99CB-F55C-ACC1-D46F4EBF2A8E}"/>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265860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0032E-D76D-01DC-ACC3-A5F6F34C0B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3181452-1F3E-95FB-1DCF-20830E009B8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2B7308B-161F-AA81-3B91-25A7195D6A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7584CB4-2FAA-C87B-0278-FD1F16105A6B}"/>
              </a:ext>
            </a:extLst>
          </p:cNvPr>
          <p:cNvSpPr>
            <a:spLocks noGrp="1"/>
          </p:cNvSpPr>
          <p:nvPr>
            <p:ph type="dt" sz="half" idx="10"/>
          </p:nvPr>
        </p:nvSpPr>
        <p:spPr/>
        <p:txBody>
          <a:bodyPr/>
          <a:lstStyle/>
          <a:p>
            <a:fld id="{069363D2-3164-4145-A578-C91A7CE0BB59}" type="datetimeFigureOut">
              <a:rPr lang="en-US" smtClean="0"/>
              <a:t>5/8/26</a:t>
            </a:fld>
            <a:endParaRPr lang="en-US"/>
          </a:p>
        </p:txBody>
      </p:sp>
      <p:sp>
        <p:nvSpPr>
          <p:cNvPr id="6" name="Footer Placeholder 5">
            <a:extLst>
              <a:ext uri="{FF2B5EF4-FFF2-40B4-BE49-F238E27FC236}">
                <a16:creationId xmlns:a16="http://schemas.microsoft.com/office/drawing/2014/main" id="{E9EB3548-58B7-CC82-7526-F47EECC631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725728-77DE-9067-C037-0F4A37C618FD}"/>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3386737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220DA-D412-1E6E-D212-C26FE2AE103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C6D9DE2-8BC9-5CD3-98A2-2F07C05E3F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E52FD07-250B-0FD6-7698-EFBA488CF8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7AE512E-5E7E-6D45-2D58-1B044598D7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5F8E62-62B7-FF78-DD11-69774DDB6C8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FE82641-31B3-87F3-FC9C-760F5B5EFBC3}"/>
              </a:ext>
            </a:extLst>
          </p:cNvPr>
          <p:cNvSpPr>
            <a:spLocks noGrp="1"/>
          </p:cNvSpPr>
          <p:nvPr>
            <p:ph type="dt" sz="half" idx="10"/>
          </p:nvPr>
        </p:nvSpPr>
        <p:spPr/>
        <p:txBody>
          <a:bodyPr/>
          <a:lstStyle/>
          <a:p>
            <a:fld id="{069363D2-3164-4145-A578-C91A7CE0BB59}" type="datetimeFigureOut">
              <a:rPr lang="en-US" smtClean="0"/>
              <a:t>5/8/26</a:t>
            </a:fld>
            <a:endParaRPr lang="en-US"/>
          </a:p>
        </p:txBody>
      </p:sp>
      <p:sp>
        <p:nvSpPr>
          <p:cNvPr id="8" name="Footer Placeholder 7">
            <a:extLst>
              <a:ext uri="{FF2B5EF4-FFF2-40B4-BE49-F238E27FC236}">
                <a16:creationId xmlns:a16="http://schemas.microsoft.com/office/drawing/2014/main" id="{175D0B37-C72D-AB40-FC50-0F2BA55DA8C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EC0F554-9EE5-C216-0F66-7B3B4944571D}"/>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3691539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96625-DF37-5199-8B5F-0AD4D7EB812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2CC992C-BF00-880C-96C0-7042C394ED33}"/>
              </a:ext>
            </a:extLst>
          </p:cNvPr>
          <p:cNvSpPr>
            <a:spLocks noGrp="1"/>
          </p:cNvSpPr>
          <p:nvPr>
            <p:ph type="dt" sz="half" idx="10"/>
          </p:nvPr>
        </p:nvSpPr>
        <p:spPr/>
        <p:txBody>
          <a:bodyPr/>
          <a:lstStyle/>
          <a:p>
            <a:fld id="{069363D2-3164-4145-A578-C91A7CE0BB59}" type="datetimeFigureOut">
              <a:rPr lang="en-US" smtClean="0"/>
              <a:t>5/8/26</a:t>
            </a:fld>
            <a:endParaRPr lang="en-US"/>
          </a:p>
        </p:txBody>
      </p:sp>
      <p:sp>
        <p:nvSpPr>
          <p:cNvPr id="4" name="Footer Placeholder 3">
            <a:extLst>
              <a:ext uri="{FF2B5EF4-FFF2-40B4-BE49-F238E27FC236}">
                <a16:creationId xmlns:a16="http://schemas.microsoft.com/office/drawing/2014/main" id="{AA390746-6A20-2222-138F-BDCA2EDA12A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D7D388B-382C-CD6D-1A3B-DE8DF017D387}"/>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42593375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A3BC02C-7483-7A7A-5354-1616AA5D5C28}"/>
              </a:ext>
            </a:extLst>
          </p:cNvPr>
          <p:cNvSpPr>
            <a:spLocks noGrp="1"/>
          </p:cNvSpPr>
          <p:nvPr>
            <p:ph type="dt" sz="half" idx="10"/>
          </p:nvPr>
        </p:nvSpPr>
        <p:spPr/>
        <p:txBody>
          <a:bodyPr/>
          <a:lstStyle/>
          <a:p>
            <a:fld id="{069363D2-3164-4145-A578-C91A7CE0BB59}" type="datetimeFigureOut">
              <a:rPr lang="en-US" smtClean="0"/>
              <a:t>5/8/26</a:t>
            </a:fld>
            <a:endParaRPr lang="en-US"/>
          </a:p>
        </p:txBody>
      </p:sp>
      <p:sp>
        <p:nvSpPr>
          <p:cNvPr id="3" name="Footer Placeholder 2">
            <a:extLst>
              <a:ext uri="{FF2B5EF4-FFF2-40B4-BE49-F238E27FC236}">
                <a16:creationId xmlns:a16="http://schemas.microsoft.com/office/drawing/2014/main" id="{660BC8C8-CDC3-97B6-5888-93197E15494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6C0EB0F-BDCE-E810-451C-168B2B13A2B9}"/>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41323639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63DE7-75FC-0404-38C4-4C8BA62E7B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496F1FB-D688-5CBE-3F6B-2779251017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61E1062-A0F8-7378-6259-452596C601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FF6140-8766-DC48-76B8-3CCA9AE814CA}"/>
              </a:ext>
            </a:extLst>
          </p:cNvPr>
          <p:cNvSpPr>
            <a:spLocks noGrp="1"/>
          </p:cNvSpPr>
          <p:nvPr>
            <p:ph type="dt" sz="half" idx="10"/>
          </p:nvPr>
        </p:nvSpPr>
        <p:spPr/>
        <p:txBody>
          <a:bodyPr/>
          <a:lstStyle/>
          <a:p>
            <a:fld id="{069363D2-3164-4145-A578-C91A7CE0BB59}" type="datetimeFigureOut">
              <a:rPr lang="en-US" smtClean="0"/>
              <a:t>5/8/26</a:t>
            </a:fld>
            <a:endParaRPr lang="en-US"/>
          </a:p>
        </p:txBody>
      </p:sp>
      <p:sp>
        <p:nvSpPr>
          <p:cNvPr id="6" name="Footer Placeholder 5">
            <a:extLst>
              <a:ext uri="{FF2B5EF4-FFF2-40B4-BE49-F238E27FC236}">
                <a16:creationId xmlns:a16="http://schemas.microsoft.com/office/drawing/2014/main" id="{A75EF2E7-A2CA-3672-1E8B-91BB705640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F05B17-1A06-FFD4-9DA2-DD17D363CE25}"/>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0434035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4234A-C922-2D66-252C-D286F8F886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0A83645-2F0A-288D-3E4A-4B2A0F3993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23567A8-683E-46D7-65F7-FE65B0279F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FF03D4-5799-29C2-B960-ACB1D94C369A}"/>
              </a:ext>
            </a:extLst>
          </p:cNvPr>
          <p:cNvSpPr>
            <a:spLocks noGrp="1"/>
          </p:cNvSpPr>
          <p:nvPr>
            <p:ph type="dt" sz="half" idx="10"/>
          </p:nvPr>
        </p:nvSpPr>
        <p:spPr/>
        <p:txBody>
          <a:bodyPr/>
          <a:lstStyle/>
          <a:p>
            <a:fld id="{069363D2-3164-4145-A578-C91A7CE0BB59}" type="datetimeFigureOut">
              <a:rPr lang="en-US" smtClean="0"/>
              <a:t>5/8/26</a:t>
            </a:fld>
            <a:endParaRPr lang="en-US"/>
          </a:p>
        </p:txBody>
      </p:sp>
      <p:sp>
        <p:nvSpPr>
          <p:cNvPr id="6" name="Footer Placeholder 5">
            <a:extLst>
              <a:ext uri="{FF2B5EF4-FFF2-40B4-BE49-F238E27FC236}">
                <a16:creationId xmlns:a16="http://schemas.microsoft.com/office/drawing/2014/main" id="{4F4B8BCD-EAE3-2871-51C7-771B7DF075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5741F1-D331-2192-5F65-9DB5585C4DCB}"/>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7056092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831E0-2506-463B-6A1D-2E997B58E24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C2888F-D6C9-FAC2-0EB3-EF63307BB1C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D9D78B-309E-CCD2-C0DA-8B2E3D16B11A}"/>
              </a:ext>
            </a:extLst>
          </p:cNvPr>
          <p:cNvSpPr>
            <a:spLocks noGrp="1"/>
          </p:cNvSpPr>
          <p:nvPr>
            <p:ph type="dt" sz="half" idx="10"/>
          </p:nvPr>
        </p:nvSpPr>
        <p:spPr/>
        <p:txBody>
          <a:bodyPr/>
          <a:lstStyle/>
          <a:p>
            <a:fld id="{069363D2-3164-4145-A578-C91A7CE0BB59}" type="datetimeFigureOut">
              <a:rPr lang="en-US" smtClean="0"/>
              <a:t>5/8/26</a:t>
            </a:fld>
            <a:endParaRPr lang="en-US"/>
          </a:p>
        </p:txBody>
      </p:sp>
      <p:sp>
        <p:nvSpPr>
          <p:cNvPr id="5" name="Footer Placeholder 4">
            <a:extLst>
              <a:ext uri="{FF2B5EF4-FFF2-40B4-BE49-F238E27FC236}">
                <a16:creationId xmlns:a16="http://schemas.microsoft.com/office/drawing/2014/main" id="{49318859-EB6C-DBE7-E231-BD638FBF70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DCCD95-C583-5245-72DF-6AD690D353E3}"/>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36750675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69EFD7-1358-426B-0140-A202A2D530C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D6D7B90-D96C-BD6E-65E7-55E7D91F25C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7CB66A-8728-B88E-C058-E9DC9E0E00A0}"/>
              </a:ext>
            </a:extLst>
          </p:cNvPr>
          <p:cNvSpPr>
            <a:spLocks noGrp="1"/>
          </p:cNvSpPr>
          <p:nvPr>
            <p:ph type="dt" sz="half" idx="10"/>
          </p:nvPr>
        </p:nvSpPr>
        <p:spPr/>
        <p:txBody>
          <a:bodyPr/>
          <a:lstStyle/>
          <a:p>
            <a:fld id="{069363D2-3164-4145-A578-C91A7CE0BB59}" type="datetimeFigureOut">
              <a:rPr lang="en-US" smtClean="0"/>
              <a:t>5/8/26</a:t>
            </a:fld>
            <a:endParaRPr lang="en-US"/>
          </a:p>
        </p:txBody>
      </p:sp>
      <p:sp>
        <p:nvSpPr>
          <p:cNvPr id="5" name="Footer Placeholder 4">
            <a:extLst>
              <a:ext uri="{FF2B5EF4-FFF2-40B4-BE49-F238E27FC236}">
                <a16:creationId xmlns:a16="http://schemas.microsoft.com/office/drawing/2014/main" id="{864AFAF8-3C65-F3B5-B108-F27717ECDD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21642F-5721-9D1C-3D1D-6C1ABCC72C93}"/>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5077431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6A456F-C771-8F4B-C98D-9BDEE57818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FD23516-7E50-1256-7BC0-68CAD2D90D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011502-CDE0-E081-1B9D-874EEBF9B1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69363D2-3164-4145-A578-C91A7CE0BB59}" type="datetimeFigureOut">
              <a:rPr lang="en-US" smtClean="0"/>
              <a:t>5/8/26</a:t>
            </a:fld>
            <a:endParaRPr lang="en-US"/>
          </a:p>
        </p:txBody>
      </p:sp>
      <p:sp>
        <p:nvSpPr>
          <p:cNvPr id="5" name="Footer Placeholder 4">
            <a:extLst>
              <a:ext uri="{FF2B5EF4-FFF2-40B4-BE49-F238E27FC236}">
                <a16:creationId xmlns:a16="http://schemas.microsoft.com/office/drawing/2014/main" id="{9473C5F3-3A43-75DF-E382-0F9630A01C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EC1DBE2-D540-2BBE-7791-BE410B8C51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1F62E73-FB30-9C4C-8DFF-19E2C751B483}" type="slidenum">
              <a:rPr lang="en-US" smtClean="0"/>
              <a:t>‹#›</a:t>
            </a:fld>
            <a:endParaRPr lang="en-US"/>
          </a:p>
        </p:txBody>
      </p:sp>
    </p:spTree>
    <p:extLst>
      <p:ext uri="{BB962C8B-B14F-4D97-AF65-F5344CB8AC3E}">
        <p14:creationId xmlns:p14="http://schemas.microsoft.com/office/powerpoint/2010/main" val="1299515533"/>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D0A50-E4B8-B9C3-5177-C6AFBE291E5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8EABAD0-26FF-2429-AA3C-799A8664316C}"/>
              </a:ext>
            </a:extLst>
          </p:cNvPr>
          <p:cNvSpPr>
            <a:spLocks noGrp="1"/>
          </p:cNvSpPr>
          <p:nvPr>
            <p:ph sz="half" idx="1"/>
          </p:nvPr>
        </p:nvSpPr>
        <p:spPr/>
        <p:txBody>
          <a:bodyPr/>
          <a:lstStyle/>
          <a:p>
            <a:r>
              <a:rPr lang="en-US" dirty="0"/>
              <a:t>Start.</a:t>
            </a:r>
          </a:p>
        </p:txBody>
      </p:sp>
      <p:pic>
        <p:nvPicPr>
          <p:cNvPr id="4" name="Picture 3" descr="A grid of sudoku puzzle&#10;&#10;Description automatically generated">
            <a:extLst>
              <a:ext uri="{FF2B5EF4-FFF2-40B4-BE49-F238E27FC236}">
                <a16:creationId xmlns:a16="http://schemas.microsoft.com/office/drawing/2014/main" id="{F6091D9C-BB94-C92F-54B6-41DFBD939B5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00F2C2C-B17C-CAE0-2A94-0B0164D60A0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B6A1E27-B0EF-0D2E-77F3-45C5486A13F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6A3FFB8-54B3-D7CD-B299-A02362981388}"/>
              </a:ext>
            </a:extLst>
          </p:cNvPr>
          <p:cNvPicPr>
            <a:picLocks noChangeAspect="1"/>
          </p:cNvPicPr>
          <p:nvPr/>
        </p:nvPicPr>
        <p:blipFill>
          <a:blip r:embed="rId6"/>
          <a:stretch>
            <a:fillRect/>
          </a:stretch>
        </p:blipFill>
        <p:spPr>
          <a:xfrm>
            <a:off x="4584700" y="2311400"/>
            <a:ext cx="0" cy="0"/>
          </a:xfrm>
          <a:prstGeom prst="rect">
            <a:avLst/>
          </a:prstGeom>
        </p:spPr>
      </p:pic>
    </p:spTree>
    <p:extLst>
      <p:ext uri="{BB962C8B-B14F-4D97-AF65-F5344CB8AC3E}">
        <p14:creationId xmlns:p14="http://schemas.microsoft.com/office/powerpoint/2010/main" val="39131366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F1F9F-237B-E3F6-3BCA-FBAFCA54170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B9033F0-B492-DA66-9615-6E3E50AF3EDD}"/>
              </a:ext>
            </a:extLst>
          </p:cNvPr>
          <p:cNvSpPr>
            <a:spLocks noGrp="1"/>
          </p:cNvSpPr>
          <p:nvPr>
            <p:ph sz="half" idx="1"/>
          </p:nvPr>
        </p:nvSpPr>
        <p:spPr/>
        <p:txBody>
          <a:bodyPr/>
          <a:lstStyle/>
          <a:p>
            <a:r>
              <a:rPr lang="en-US" dirty="0"/>
              <a:t>The cells along the diagonal line have a sum no more than 12, because 3+9 is 12. But the sum must be at least 12 because of this minimal configuration. Therefore, it has to be the one.</a:t>
            </a:r>
          </a:p>
        </p:txBody>
      </p:sp>
      <p:pic>
        <p:nvPicPr>
          <p:cNvPr id="4" name="Picture 3" descr="A grid of sudoku puzzle&#10;&#10;Description automatically generated">
            <a:extLst>
              <a:ext uri="{FF2B5EF4-FFF2-40B4-BE49-F238E27FC236}">
                <a16:creationId xmlns:a16="http://schemas.microsoft.com/office/drawing/2014/main" id="{6BA106D8-C386-268E-3A23-C4945881A7B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2FC9299-2BA4-6B84-8C29-0669A803D5D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CFBEA9E-EC6A-7630-2695-8E8A469452B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D427C99-E85B-BABA-151D-2D8BB6180791}"/>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CC13581E-8FC6-5896-556A-118388C1F96D}"/>
              </a:ext>
            </a:extLst>
          </p:cNvPr>
          <p:cNvSpPr txBox="1"/>
          <p:nvPr/>
        </p:nvSpPr>
        <p:spPr>
          <a:xfrm>
            <a:off x="7213604" y="4747898"/>
            <a:ext cx="462845" cy="584775"/>
          </a:xfrm>
          <a:prstGeom prst="rect">
            <a:avLst/>
          </a:prstGeom>
          <a:noFill/>
        </p:spPr>
        <p:txBody>
          <a:bodyPr wrap="square" rtlCol="0">
            <a:spAutoFit/>
          </a:bodyPr>
          <a:lstStyle/>
          <a:p>
            <a:pPr algn="ctr"/>
            <a:r>
              <a:rPr lang="en-US" sz="3200" dirty="0"/>
              <a:t>9</a:t>
            </a:r>
          </a:p>
        </p:txBody>
      </p:sp>
      <p:sp>
        <p:nvSpPr>
          <p:cNvPr id="8" name="TextBox 7">
            <a:extLst>
              <a:ext uri="{FF2B5EF4-FFF2-40B4-BE49-F238E27FC236}">
                <a16:creationId xmlns:a16="http://schemas.microsoft.com/office/drawing/2014/main" id="{8678646E-2FB5-261B-5823-2A38161149DA}"/>
              </a:ext>
            </a:extLst>
          </p:cNvPr>
          <p:cNvSpPr txBox="1"/>
          <p:nvPr/>
        </p:nvSpPr>
        <p:spPr>
          <a:xfrm>
            <a:off x="3640666" y="1402877"/>
            <a:ext cx="570089" cy="230832"/>
          </a:xfrm>
          <a:prstGeom prst="rect">
            <a:avLst/>
          </a:prstGeom>
          <a:noFill/>
        </p:spPr>
        <p:txBody>
          <a:bodyPr wrap="square" rtlCol="0">
            <a:spAutoFit/>
          </a:bodyPr>
          <a:lstStyle/>
          <a:p>
            <a:pPr algn="ctr"/>
            <a:r>
              <a:rPr lang="en-US" sz="900" dirty="0"/>
              <a:t>12</a:t>
            </a:r>
          </a:p>
        </p:txBody>
      </p:sp>
      <p:sp>
        <p:nvSpPr>
          <p:cNvPr id="9" name="TextBox 8">
            <a:extLst>
              <a:ext uri="{FF2B5EF4-FFF2-40B4-BE49-F238E27FC236}">
                <a16:creationId xmlns:a16="http://schemas.microsoft.com/office/drawing/2014/main" id="{E1CA033A-BD8C-808B-CB31-D50F1CF7A626}"/>
              </a:ext>
            </a:extLst>
          </p:cNvPr>
          <p:cNvSpPr txBox="1"/>
          <p:nvPr/>
        </p:nvSpPr>
        <p:spPr>
          <a:xfrm>
            <a:off x="4143022" y="1903821"/>
            <a:ext cx="570089" cy="230832"/>
          </a:xfrm>
          <a:prstGeom prst="rect">
            <a:avLst/>
          </a:prstGeom>
          <a:noFill/>
        </p:spPr>
        <p:txBody>
          <a:bodyPr wrap="square" rtlCol="0">
            <a:spAutoFit/>
          </a:bodyPr>
          <a:lstStyle/>
          <a:p>
            <a:pPr algn="ctr"/>
            <a:r>
              <a:rPr lang="en-US" sz="900" dirty="0"/>
              <a:t>21</a:t>
            </a:r>
          </a:p>
        </p:txBody>
      </p:sp>
      <p:sp>
        <p:nvSpPr>
          <p:cNvPr id="10" name="TextBox 9">
            <a:extLst>
              <a:ext uri="{FF2B5EF4-FFF2-40B4-BE49-F238E27FC236}">
                <a16:creationId xmlns:a16="http://schemas.microsoft.com/office/drawing/2014/main" id="{68DED858-22FB-EB54-8A9C-0B19F91C9D02}"/>
              </a:ext>
            </a:extLst>
          </p:cNvPr>
          <p:cNvSpPr txBox="1"/>
          <p:nvPr/>
        </p:nvSpPr>
        <p:spPr>
          <a:xfrm>
            <a:off x="4645378" y="2404765"/>
            <a:ext cx="570089" cy="230832"/>
          </a:xfrm>
          <a:prstGeom prst="rect">
            <a:avLst/>
          </a:prstGeom>
          <a:noFill/>
        </p:spPr>
        <p:txBody>
          <a:bodyPr wrap="square" rtlCol="0">
            <a:spAutoFit/>
          </a:bodyPr>
          <a:lstStyle/>
          <a:p>
            <a:pPr algn="ctr"/>
            <a:r>
              <a:rPr lang="en-US" sz="900" dirty="0"/>
              <a:t>123</a:t>
            </a:r>
          </a:p>
        </p:txBody>
      </p:sp>
      <p:sp>
        <p:nvSpPr>
          <p:cNvPr id="11" name="TextBox 10">
            <a:extLst>
              <a:ext uri="{FF2B5EF4-FFF2-40B4-BE49-F238E27FC236}">
                <a16:creationId xmlns:a16="http://schemas.microsoft.com/office/drawing/2014/main" id="{38DE4DD0-5254-AE0E-448F-87D9BAFD4CBB}"/>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a:t>
            </a:r>
          </a:p>
        </p:txBody>
      </p:sp>
      <p:sp>
        <p:nvSpPr>
          <p:cNvPr id="12" name="TextBox 11">
            <a:extLst>
              <a:ext uri="{FF2B5EF4-FFF2-40B4-BE49-F238E27FC236}">
                <a16:creationId xmlns:a16="http://schemas.microsoft.com/office/drawing/2014/main" id="{214BE007-3550-C855-6D07-58AAA600C0AE}"/>
              </a:ext>
            </a:extLst>
          </p:cNvPr>
          <p:cNvSpPr txBox="1"/>
          <p:nvPr/>
        </p:nvSpPr>
        <p:spPr>
          <a:xfrm>
            <a:off x="5650090" y="3406653"/>
            <a:ext cx="570089" cy="230832"/>
          </a:xfrm>
          <a:prstGeom prst="rect">
            <a:avLst/>
          </a:prstGeom>
          <a:noFill/>
        </p:spPr>
        <p:txBody>
          <a:bodyPr wrap="square" rtlCol="0">
            <a:spAutoFit/>
          </a:bodyPr>
          <a:lstStyle/>
          <a:p>
            <a:pPr algn="ctr"/>
            <a:r>
              <a:rPr lang="en-US" sz="900" dirty="0"/>
              <a:t>123</a:t>
            </a:r>
          </a:p>
        </p:txBody>
      </p:sp>
      <p:sp>
        <p:nvSpPr>
          <p:cNvPr id="13" name="TextBox 12">
            <a:extLst>
              <a:ext uri="{FF2B5EF4-FFF2-40B4-BE49-F238E27FC236}">
                <a16:creationId xmlns:a16="http://schemas.microsoft.com/office/drawing/2014/main" id="{C34BFD08-1FB2-46E6-B646-805CD31D2D3E}"/>
              </a:ext>
            </a:extLst>
          </p:cNvPr>
          <p:cNvSpPr txBox="1"/>
          <p:nvPr/>
        </p:nvSpPr>
        <p:spPr>
          <a:xfrm>
            <a:off x="6152446" y="3907597"/>
            <a:ext cx="570089" cy="230832"/>
          </a:xfrm>
          <a:prstGeom prst="rect">
            <a:avLst/>
          </a:prstGeom>
          <a:noFill/>
        </p:spPr>
        <p:txBody>
          <a:bodyPr wrap="square" rtlCol="0">
            <a:spAutoFit/>
          </a:bodyPr>
          <a:lstStyle/>
          <a:p>
            <a:pPr algn="ctr"/>
            <a:r>
              <a:rPr lang="en-US" sz="900" dirty="0"/>
              <a:t>12</a:t>
            </a:r>
          </a:p>
        </p:txBody>
      </p:sp>
      <p:sp>
        <p:nvSpPr>
          <p:cNvPr id="14" name="TextBox 13">
            <a:extLst>
              <a:ext uri="{FF2B5EF4-FFF2-40B4-BE49-F238E27FC236}">
                <a16:creationId xmlns:a16="http://schemas.microsoft.com/office/drawing/2014/main" id="{B378AB88-7BF2-7027-564E-210D8CD301A3}"/>
              </a:ext>
            </a:extLst>
          </p:cNvPr>
          <p:cNvSpPr txBox="1"/>
          <p:nvPr/>
        </p:nvSpPr>
        <p:spPr>
          <a:xfrm>
            <a:off x="6654802" y="4408541"/>
            <a:ext cx="570089" cy="230832"/>
          </a:xfrm>
          <a:prstGeom prst="rect">
            <a:avLst/>
          </a:prstGeom>
          <a:noFill/>
        </p:spPr>
        <p:txBody>
          <a:bodyPr wrap="square" rtlCol="0">
            <a:spAutoFit/>
          </a:bodyPr>
          <a:lstStyle/>
          <a:p>
            <a:pPr algn="ctr"/>
            <a:r>
              <a:rPr lang="en-US" sz="900" dirty="0"/>
              <a:t>21</a:t>
            </a:r>
          </a:p>
        </p:txBody>
      </p:sp>
    </p:spTree>
    <p:extLst>
      <p:ext uri="{BB962C8B-B14F-4D97-AF65-F5344CB8AC3E}">
        <p14:creationId xmlns:p14="http://schemas.microsoft.com/office/powerpoint/2010/main" val="9086835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164E3-30EB-BC77-7FD8-CFCF25927CD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8773B55-6998-83CA-B482-EA4AEC34F377}"/>
              </a:ext>
            </a:extLst>
          </p:cNvPr>
          <p:cNvSpPr>
            <a:spLocks noGrp="1"/>
          </p:cNvSpPr>
          <p:nvPr>
            <p:ph sz="half" idx="1"/>
          </p:nvPr>
        </p:nvSpPr>
        <p:spPr/>
        <p:txBody>
          <a:bodyPr>
            <a:normAutofit fontScale="92500" lnSpcReduction="20000"/>
          </a:bodyPr>
          <a:lstStyle/>
          <a:p>
            <a:r>
              <a:rPr lang="en-US" dirty="0"/>
              <a:t>The cells along this line must be at least 1x. The cell in the upper left block is at least 4, the cell in the upper center block is at least 1, the cells in the center block are at least 4+5, the cell in the right center block is at least 1, and the cell in the bottom right block is at least 3. That’s at least 18 in total, which is the maximum you can get with two circles.</a:t>
            </a:r>
          </a:p>
        </p:txBody>
      </p:sp>
      <p:pic>
        <p:nvPicPr>
          <p:cNvPr id="4" name="Picture 3" descr="A grid of sudoku puzzle&#10;&#10;Description automatically generated">
            <a:extLst>
              <a:ext uri="{FF2B5EF4-FFF2-40B4-BE49-F238E27FC236}">
                <a16:creationId xmlns:a16="http://schemas.microsoft.com/office/drawing/2014/main" id="{941A7088-45B0-FDE5-D372-107494A68EE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3B4E8DF-2CA2-887D-D6C6-7D8EBB711DA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76F556D-C6B7-62F0-581F-3C257847F30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B7421F1-1744-651B-D7EE-8E877AEB02B5}"/>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7FC140F1-5190-BF5F-FBC2-F17929B57A9B}"/>
              </a:ext>
            </a:extLst>
          </p:cNvPr>
          <p:cNvSpPr txBox="1"/>
          <p:nvPr/>
        </p:nvSpPr>
        <p:spPr>
          <a:xfrm>
            <a:off x="7213604" y="4747898"/>
            <a:ext cx="462845" cy="584775"/>
          </a:xfrm>
          <a:prstGeom prst="rect">
            <a:avLst/>
          </a:prstGeom>
          <a:noFill/>
        </p:spPr>
        <p:txBody>
          <a:bodyPr wrap="square" rtlCol="0">
            <a:spAutoFit/>
          </a:bodyPr>
          <a:lstStyle/>
          <a:p>
            <a:pPr algn="ctr"/>
            <a:r>
              <a:rPr lang="en-US" sz="3200" dirty="0"/>
              <a:t>9</a:t>
            </a:r>
          </a:p>
        </p:txBody>
      </p:sp>
      <p:sp>
        <p:nvSpPr>
          <p:cNvPr id="8" name="TextBox 7">
            <a:extLst>
              <a:ext uri="{FF2B5EF4-FFF2-40B4-BE49-F238E27FC236}">
                <a16:creationId xmlns:a16="http://schemas.microsoft.com/office/drawing/2014/main" id="{59BEA6E5-6CB8-150B-289B-29A0C7937C07}"/>
              </a:ext>
            </a:extLst>
          </p:cNvPr>
          <p:cNvSpPr txBox="1"/>
          <p:nvPr/>
        </p:nvSpPr>
        <p:spPr>
          <a:xfrm>
            <a:off x="3640666" y="1402877"/>
            <a:ext cx="570089" cy="230832"/>
          </a:xfrm>
          <a:prstGeom prst="rect">
            <a:avLst/>
          </a:prstGeom>
          <a:noFill/>
        </p:spPr>
        <p:txBody>
          <a:bodyPr wrap="square" rtlCol="0">
            <a:spAutoFit/>
          </a:bodyPr>
          <a:lstStyle/>
          <a:p>
            <a:pPr algn="ctr"/>
            <a:r>
              <a:rPr lang="en-US" sz="900" dirty="0"/>
              <a:t>12</a:t>
            </a:r>
          </a:p>
        </p:txBody>
      </p:sp>
      <p:sp>
        <p:nvSpPr>
          <p:cNvPr id="9" name="TextBox 8">
            <a:extLst>
              <a:ext uri="{FF2B5EF4-FFF2-40B4-BE49-F238E27FC236}">
                <a16:creationId xmlns:a16="http://schemas.microsoft.com/office/drawing/2014/main" id="{953B3079-9C00-23FB-0CB8-E43EB7FE6A9B}"/>
              </a:ext>
            </a:extLst>
          </p:cNvPr>
          <p:cNvSpPr txBox="1"/>
          <p:nvPr/>
        </p:nvSpPr>
        <p:spPr>
          <a:xfrm>
            <a:off x="4143022" y="1903821"/>
            <a:ext cx="570089" cy="230832"/>
          </a:xfrm>
          <a:prstGeom prst="rect">
            <a:avLst/>
          </a:prstGeom>
          <a:noFill/>
        </p:spPr>
        <p:txBody>
          <a:bodyPr wrap="square" rtlCol="0">
            <a:spAutoFit/>
          </a:bodyPr>
          <a:lstStyle/>
          <a:p>
            <a:pPr algn="ctr"/>
            <a:r>
              <a:rPr lang="en-US" sz="900" dirty="0"/>
              <a:t>21</a:t>
            </a:r>
          </a:p>
        </p:txBody>
      </p:sp>
      <p:sp>
        <p:nvSpPr>
          <p:cNvPr id="10" name="TextBox 9">
            <a:extLst>
              <a:ext uri="{FF2B5EF4-FFF2-40B4-BE49-F238E27FC236}">
                <a16:creationId xmlns:a16="http://schemas.microsoft.com/office/drawing/2014/main" id="{537A90B7-E36E-EF90-0606-0EE2B58EA619}"/>
              </a:ext>
            </a:extLst>
          </p:cNvPr>
          <p:cNvSpPr txBox="1"/>
          <p:nvPr/>
        </p:nvSpPr>
        <p:spPr>
          <a:xfrm>
            <a:off x="4645378" y="2404765"/>
            <a:ext cx="570089" cy="230832"/>
          </a:xfrm>
          <a:prstGeom prst="rect">
            <a:avLst/>
          </a:prstGeom>
          <a:noFill/>
        </p:spPr>
        <p:txBody>
          <a:bodyPr wrap="square" rtlCol="0">
            <a:spAutoFit/>
          </a:bodyPr>
          <a:lstStyle/>
          <a:p>
            <a:pPr algn="ctr"/>
            <a:r>
              <a:rPr lang="en-US" sz="900" dirty="0"/>
              <a:t>123</a:t>
            </a:r>
          </a:p>
        </p:txBody>
      </p:sp>
      <p:sp>
        <p:nvSpPr>
          <p:cNvPr id="11" name="TextBox 10">
            <a:extLst>
              <a:ext uri="{FF2B5EF4-FFF2-40B4-BE49-F238E27FC236}">
                <a16:creationId xmlns:a16="http://schemas.microsoft.com/office/drawing/2014/main" id="{79756973-6D00-3C21-8229-8F078A216C02}"/>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a:t>
            </a:r>
          </a:p>
        </p:txBody>
      </p:sp>
      <p:sp>
        <p:nvSpPr>
          <p:cNvPr id="12" name="TextBox 11">
            <a:extLst>
              <a:ext uri="{FF2B5EF4-FFF2-40B4-BE49-F238E27FC236}">
                <a16:creationId xmlns:a16="http://schemas.microsoft.com/office/drawing/2014/main" id="{ED18CE03-F413-04A6-BF34-D583AE89E33A}"/>
              </a:ext>
            </a:extLst>
          </p:cNvPr>
          <p:cNvSpPr txBox="1"/>
          <p:nvPr/>
        </p:nvSpPr>
        <p:spPr>
          <a:xfrm>
            <a:off x="5650090" y="3406653"/>
            <a:ext cx="570089" cy="230832"/>
          </a:xfrm>
          <a:prstGeom prst="rect">
            <a:avLst/>
          </a:prstGeom>
          <a:noFill/>
        </p:spPr>
        <p:txBody>
          <a:bodyPr wrap="square" rtlCol="0">
            <a:spAutoFit/>
          </a:bodyPr>
          <a:lstStyle/>
          <a:p>
            <a:pPr algn="ctr"/>
            <a:r>
              <a:rPr lang="en-US" sz="900" dirty="0"/>
              <a:t>123</a:t>
            </a:r>
          </a:p>
        </p:txBody>
      </p:sp>
      <p:sp>
        <p:nvSpPr>
          <p:cNvPr id="13" name="TextBox 12">
            <a:extLst>
              <a:ext uri="{FF2B5EF4-FFF2-40B4-BE49-F238E27FC236}">
                <a16:creationId xmlns:a16="http://schemas.microsoft.com/office/drawing/2014/main" id="{2656247E-2210-9D5A-03D0-FEB911155C1F}"/>
              </a:ext>
            </a:extLst>
          </p:cNvPr>
          <p:cNvSpPr txBox="1"/>
          <p:nvPr/>
        </p:nvSpPr>
        <p:spPr>
          <a:xfrm>
            <a:off x="6152446" y="3907597"/>
            <a:ext cx="570089" cy="230832"/>
          </a:xfrm>
          <a:prstGeom prst="rect">
            <a:avLst/>
          </a:prstGeom>
          <a:noFill/>
        </p:spPr>
        <p:txBody>
          <a:bodyPr wrap="square" rtlCol="0">
            <a:spAutoFit/>
          </a:bodyPr>
          <a:lstStyle/>
          <a:p>
            <a:pPr algn="ctr"/>
            <a:r>
              <a:rPr lang="en-US" sz="900" dirty="0"/>
              <a:t>12</a:t>
            </a:r>
          </a:p>
        </p:txBody>
      </p:sp>
      <p:sp>
        <p:nvSpPr>
          <p:cNvPr id="14" name="TextBox 13">
            <a:extLst>
              <a:ext uri="{FF2B5EF4-FFF2-40B4-BE49-F238E27FC236}">
                <a16:creationId xmlns:a16="http://schemas.microsoft.com/office/drawing/2014/main" id="{4228EFF7-7777-E5CF-5620-5BDD506FCF69}"/>
              </a:ext>
            </a:extLst>
          </p:cNvPr>
          <p:cNvSpPr txBox="1"/>
          <p:nvPr/>
        </p:nvSpPr>
        <p:spPr>
          <a:xfrm>
            <a:off x="6654802" y="4408541"/>
            <a:ext cx="570089" cy="230832"/>
          </a:xfrm>
          <a:prstGeom prst="rect">
            <a:avLst/>
          </a:prstGeom>
          <a:noFill/>
        </p:spPr>
        <p:txBody>
          <a:bodyPr wrap="square" rtlCol="0">
            <a:spAutoFit/>
          </a:bodyPr>
          <a:lstStyle/>
          <a:p>
            <a:pPr algn="ctr"/>
            <a:r>
              <a:rPr lang="en-US" sz="900" dirty="0"/>
              <a:t>21</a:t>
            </a:r>
          </a:p>
        </p:txBody>
      </p:sp>
      <p:sp>
        <p:nvSpPr>
          <p:cNvPr id="15" name="TextBox 14">
            <a:extLst>
              <a:ext uri="{FF2B5EF4-FFF2-40B4-BE49-F238E27FC236}">
                <a16:creationId xmlns:a16="http://schemas.microsoft.com/office/drawing/2014/main" id="{465D6198-1F8B-A090-209E-1615FE4EE24E}"/>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46747FD6-CD02-B717-86BE-07E99E539B42}"/>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17" name="TextBox 16">
            <a:extLst>
              <a:ext uri="{FF2B5EF4-FFF2-40B4-BE49-F238E27FC236}">
                <a16:creationId xmlns:a16="http://schemas.microsoft.com/office/drawing/2014/main" id="{98CA4273-BE43-8390-B846-6117DD1D1924}"/>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D51038DE-DC2B-C405-01ED-715A58E731E2}"/>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C0C97851-E12B-C913-72F9-8C1D67DE438B}"/>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C94386C9-DE9B-96CC-16F4-B7E68909DE02}"/>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A3057379-36CC-24FB-B391-656C947619A6}"/>
              </a:ext>
            </a:extLst>
          </p:cNvPr>
          <p:cNvSpPr txBox="1"/>
          <p:nvPr/>
        </p:nvSpPr>
        <p:spPr>
          <a:xfrm>
            <a:off x="5147734" y="2404765"/>
            <a:ext cx="570089" cy="230832"/>
          </a:xfrm>
          <a:prstGeom prst="rect">
            <a:avLst/>
          </a:prstGeom>
          <a:noFill/>
        </p:spPr>
        <p:txBody>
          <a:bodyPr wrap="square" rtlCol="0">
            <a:spAutoFit/>
          </a:bodyPr>
          <a:lstStyle/>
          <a:p>
            <a:pPr algn="ctr"/>
            <a:r>
              <a:rPr lang="en-US" sz="900" dirty="0"/>
              <a:t>45</a:t>
            </a:r>
          </a:p>
        </p:txBody>
      </p:sp>
      <p:sp>
        <p:nvSpPr>
          <p:cNvPr id="22" name="TextBox 21">
            <a:extLst>
              <a:ext uri="{FF2B5EF4-FFF2-40B4-BE49-F238E27FC236}">
                <a16:creationId xmlns:a16="http://schemas.microsoft.com/office/drawing/2014/main" id="{9EAD7D2C-3FC5-D72E-7351-155DA7327DA1}"/>
              </a:ext>
            </a:extLst>
          </p:cNvPr>
          <p:cNvSpPr txBox="1"/>
          <p:nvPr/>
        </p:nvSpPr>
        <p:spPr>
          <a:xfrm>
            <a:off x="5650090" y="2905709"/>
            <a:ext cx="570089" cy="230832"/>
          </a:xfrm>
          <a:prstGeom prst="rect">
            <a:avLst/>
          </a:prstGeom>
          <a:noFill/>
        </p:spPr>
        <p:txBody>
          <a:bodyPr wrap="square" rtlCol="0">
            <a:spAutoFit/>
          </a:bodyPr>
          <a:lstStyle/>
          <a:p>
            <a:pPr algn="ctr"/>
            <a:r>
              <a:rPr lang="en-US" sz="900" dirty="0"/>
              <a:t>54</a:t>
            </a:r>
          </a:p>
        </p:txBody>
      </p:sp>
    </p:spTree>
    <p:extLst>
      <p:ext uri="{BB962C8B-B14F-4D97-AF65-F5344CB8AC3E}">
        <p14:creationId xmlns:p14="http://schemas.microsoft.com/office/powerpoint/2010/main" val="21352042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03510-F5A9-EC8C-2C98-F1A41FFF34F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DABA794-417F-586E-4154-FD8F5BA6E93F}"/>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337CDD5B-99FD-B8C1-BDCD-2F0BEEEB888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80AA6B6-AC1E-F444-9DDD-D811671B546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05624B8-F938-C56B-2537-16A7BF7BD09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EFBC22D-7D66-8BED-348A-C2FEB7674082}"/>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FFA1EFCE-612D-3534-88BE-C717A7F76B95}"/>
              </a:ext>
            </a:extLst>
          </p:cNvPr>
          <p:cNvSpPr txBox="1"/>
          <p:nvPr/>
        </p:nvSpPr>
        <p:spPr>
          <a:xfrm>
            <a:off x="7213604" y="4747898"/>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EC231608-602E-1980-07AD-A9DEFA770237}"/>
              </a:ext>
            </a:extLst>
          </p:cNvPr>
          <p:cNvSpPr txBox="1"/>
          <p:nvPr/>
        </p:nvSpPr>
        <p:spPr>
          <a:xfrm>
            <a:off x="4645378" y="2404765"/>
            <a:ext cx="570089" cy="230832"/>
          </a:xfrm>
          <a:prstGeom prst="rect">
            <a:avLst/>
          </a:prstGeom>
          <a:noFill/>
        </p:spPr>
        <p:txBody>
          <a:bodyPr wrap="square" rtlCol="0">
            <a:spAutoFit/>
          </a:bodyPr>
          <a:lstStyle/>
          <a:p>
            <a:pPr algn="ctr"/>
            <a:r>
              <a:rPr lang="en-US" sz="900" dirty="0"/>
              <a:t>23</a:t>
            </a:r>
          </a:p>
        </p:txBody>
      </p:sp>
      <p:sp>
        <p:nvSpPr>
          <p:cNvPr id="11" name="TextBox 10">
            <a:extLst>
              <a:ext uri="{FF2B5EF4-FFF2-40B4-BE49-F238E27FC236}">
                <a16:creationId xmlns:a16="http://schemas.microsoft.com/office/drawing/2014/main" id="{B7436C7A-6CAA-456D-3E30-59016DE50BA2}"/>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a:t>
            </a:r>
          </a:p>
        </p:txBody>
      </p:sp>
      <p:sp>
        <p:nvSpPr>
          <p:cNvPr id="12" name="TextBox 11">
            <a:extLst>
              <a:ext uri="{FF2B5EF4-FFF2-40B4-BE49-F238E27FC236}">
                <a16:creationId xmlns:a16="http://schemas.microsoft.com/office/drawing/2014/main" id="{3C82B769-FE6D-B78B-D377-E9869BF6D33E}"/>
              </a:ext>
            </a:extLst>
          </p:cNvPr>
          <p:cNvSpPr txBox="1"/>
          <p:nvPr/>
        </p:nvSpPr>
        <p:spPr>
          <a:xfrm>
            <a:off x="5650090" y="3406653"/>
            <a:ext cx="570089" cy="230832"/>
          </a:xfrm>
          <a:prstGeom prst="rect">
            <a:avLst/>
          </a:prstGeom>
          <a:noFill/>
        </p:spPr>
        <p:txBody>
          <a:bodyPr wrap="square" rtlCol="0">
            <a:spAutoFit/>
          </a:bodyPr>
          <a:lstStyle/>
          <a:p>
            <a:pPr algn="ctr"/>
            <a:r>
              <a:rPr lang="en-US" sz="900" dirty="0"/>
              <a:t>32</a:t>
            </a:r>
          </a:p>
        </p:txBody>
      </p:sp>
      <p:sp>
        <p:nvSpPr>
          <p:cNvPr id="15" name="TextBox 14">
            <a:extLst>
              <a:ext uri="{FF2B5EF4-FFF2-40B4-BE49-F238E27FC236}">
                <a16:creationId xmlns:a16="http://schemas.microsoft.com/office/drawing/2014/main" id="{7DD647A4-E105-60F4-A373-D684E89A1A49}"/>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85FC8416-B781-7CDA-CBBE-07B7B4C65040}"/>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17" name="TextBox 16">
            <a:extLst>
              <a:ext uri="{FF2B5EF4-FFF2-40B4-BE49-F238E27FC236}">
                <a16:creationId xmlns:a16="http://schemas.microsoft.com/office/drawing/2014/main" id="{78F05680-4341-7EBE-6087-E7AAEA2F44E1}"/>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F93D0EB7-9BFA-1CF6-6DCD-82886F87F474}"/>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3FBC5370-B13A-33EB-493F-F6EDC0E1EC0E}"/>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7DB39211-C300-2C6D-7F13-954F08484115}"/>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527E90C2-B554-038E-758E-62D3821A5AF6}"/>
              </a:ext>
            </a:extLst>
          </p:cNvPr>
          <p:cNvSpPr txBox="1"/>
          <p:nvPr/>
        </p:nvSpPr>
        <p:spPr>
          <a:xfrm>
            <a:off x="5147734" y="2404765"/>
            <a:ext cx="570089" cy="230832"/>
          </a:xfrm>
          <a:prstGeom prst="rect">
            <a:avLst/>
          </a:prstGeom>
          <a:noFill/>
        </p:spPr>
        <p:txBody>
          <a:bodyPr wrap="square" rtlCol="0">
            <a:spAutoFit/>
          </a:bodyPr>
          <a:lstStyle/>
          <a:p>
            <a:pPr algn="ctr"/>
            <a:r>
              <a:rPr lang="en-US" sz="900" dirty="0"/>
              <a:t>45</a:t>
            </a:r>
          </a:p>
        </p:txBody>
      </p:sp>
      <p:sp>
        <p:nvSpPr>
          <p:cNvPr id="22" name="TextBox 21">
            <a:extLst>
              <a:ext uri="{FF2B5EF4-FFF2-40B4-BE49-F238E27FC236}">
                <a16:creationId xmlns:a16="http://schemas.microsoft.com/office/drawing/2014/main" id="{E35800FA-D53E-D351-36AB-F7387C009852}"/>
              </a:ext>
            </a:extLst>
          </p:cNvPr>
          <p:cNvSpPr txBox="1"/>
          <p:nvPr/>
        </p:nvSpPr>
        <p:spPr>
          <a:xfrm>
            <a:off x="5650090" y="2905709"/>
            <a:ext cx="570089" cy="230832"/>
          </a:xfrm>
          <a:prstGeom prst="rect">
            <a:avLst/>
          </a:prstGeom>
          <a:noFill/>
        </p:spPr>
        <p:txBody>
          <a:bodyPr wrap="square" rtlCol="0">
            <a:spAutoFit/>
          </a:bodyPr>
          <a:lstStyle/>
          <a:p>
            <a:pPr algn="ctr"/>
            <a:r>
              <a:rPr lang="en-US" sz="900" dirty="0"/>
              <a:t>54</a:t>
            </a:r>
          </a:p>
        </p:txBody>
      </p:sp>
      <p:sp>
        <p:nvSpPr>
          <p:cNvPr id="23" name="TextBox 22">
            <a:extLst>
              <a:ext uri="{FF2B5EF4-FFF2-40B4-BE49-F238E27FC236}">
                <a16:creationId xmlns:a16="http://schemas.microsoft.com/office/drawing/2014/main" id="{69727734-5322-C51E-40EF-EF31557410D7}"/>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0E341904-22B0-2FF5-FF90-F58528210D7D}"/>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309D6CD1-3A20-8D5C-A544-5AA2C4BF8671}"/>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E4E6695B-2694-8B25-7EE7-0C6332E45F04}"/>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42201923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04EDED-220B-4A16-8BC3-A747F501437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80D86AA-2324-34F8-145B-A951291EA631}"/>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7A060481-C816-2CA6-6622-E726CE2B36D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2D7B5FF-40C0-5339-2A0D-DE655449583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2A08E31-84BC-D9F6-797D-CD065380D18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1DFEF3C-1863-47E4-3F65-2C03C241DEE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0170958F-02B0-EC5C-8545-084734F7C89A}"/>
              </a:ext>
            </a:extLst>
          </p:cNvPr>
          <p:cNvSpPr txBox="1"/>
          <p:nvPr/>
        </p:nvSpPr>
        <p:spPr>
          <a:xfrm>
            <a:off x="7213604" y="4747898"/>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BAFE5ACB-C91E-FF71-B31D-E5625F4FC3D7}"/>
              </a:ext>
            </a:extLst>
          </p:cNvPr>
          <p:cNvSpPr txBox="1"/>
          <p:nvPr/>
        </p:nvSpPr>
        <p:spPr>
          <a:xfrm>
            <a:off x="4645378" y="2404765"/>
            <a:ext cx="570089" cy="230832"/>
          </a:xfrm>
          <a:prstGeom prst="rect">
            <a:avLst/>
          </a:prstGeom>
          <a:noFill/>
        </p:spPr>
        <p:txBody>
          <a:bodyPr wrap="square" rtlCol="0">
            <a:spAutoFit/>
          </a:bodyPr>
          <a:lstStyle/>
          <a:p>
            <a:pPr algn="ctr"/>
            <a:r>
              <a:rPr lang="en-US" sz="900" dirty="0"/>
              <a:t>23</a:t>
            </a:r>
          </a:p>
        </p:txBody>
      </p:sp>
      <p:sp>
        <p:nvSpPr>
          <p:cNvPr id="12" name="TextBox 11">
            <a:extLst>
              <a:ext uri="{FF2B5EF4-FFF2-40B4-BE49-F238E27FC236}">
                <a16:creationId xmlns:a16="http://schemas.microsoft.com/office/drawing/2014/main" id="{18EF6A35-23AA-7D1D-2019-C10CF4AA47B0}"/>
              </a:ext>
            </a:extLst>
          </p:cNvPr>
          <p:cNvSpPr txBox="1"/>
          <p:nvPr/>
        </p:nvSpPr>
        <p:spPr>
          <a:xfrm>
            <a:off x="5650090" y="3406653"/>
            <a:ext cx="570089" cy="230832"/>
          </a:xfrm>
          <a:prstGeom prst="rect">
            <a:avLst/>
          </a:prstGeom>
          <a:noFill/>
        </p:spPr>
        <p:txBody>
          <a:bodyPr wrap="square" rtlCol="0">
            <a:spAutoFit/>
          </a:bodyPr>
          <a:lstStyle/>
          <a:p>
            <a:pPr algn="ctr"/>
            <a:r>
              <a:rPr lang="en-US" sz="900" dirty="0"/>
              <a:t>32</a:t>
            </a:r>
          </a:p>
        </p:txBody>
      </p:sp>
      <p:sp>
        <p:nvSpPr>
          <p:cNvPr id="15" name="TextBox 14">
            <a:extLst>
              <a:ext uri="{FF2B5EF4-FFF2-40B4-BE49-F238E27FC236}">
                <a16:creationId xmlns:a16="http://schemas.microsoft.com/office/drawing/2014/main" id="{4BC91724-586D-D51E-21F7-CC5239397D3C}"/>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0713CD3F-11C3-8ED2-01A6-E61922F21D7B}"/>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17" name="TextBox 16">
            <a:extLst>
              <a:ext uri="{FF2B5EF4-FFF2-40B4-BE49-F238E27FC236}">
                <a16:creationId xmlns:a16="http://schemas.microsoft.com/office/drawing/2014/main" id="{8189ADFF-56DA-5F12-0DA1-D2DA24134D1C}"/>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4552D9F8-22EB-4FB8-D3FE-D1899EA0E378}"/>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27067D54-9B94-F63B-EFC3-6C3633D55880}"/>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E2270765-8215-4AF2-EF8E-3280F2E947EC}"/>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F569F8AB-0F14-C328-0066-B6366D009A1A}"/>
              </a:ext>
            </a:extLst>
          </p:cNvPr>
          <p:cNvSpPr txBox="1"/>
          <p:nvPr/>
        </p:nvSpPr>
        <p:spPr>
          <a:xfrm>
            <a:off x="5147734" y="2404765"/>
            <a:ext cx="570089" cy="230832"/>
          </a:xfrm>
          <a:prstGeom prst="rect">
            <a:avLst/>
          </a:prstGeom>
          <a:noFill/>
        </p:spPr>
        <p:txBody>
          <a:bodyPr wrap="square" rtlCol="0">
            <a:spAutoFit/>
          </a:bodyPr>
          <a:lstStyle/>
          <a:p>
            <a:pPr algn="ctr"/>
            <a:r>
              <a:rPr lang="en-US" sz="900" dirty="0"/>
              <a:t>45</a:t>
            </a:r>
          </a:p>
        </p:txBody>
      </p:sp>
      <p:sp>
        <p:nvSpPr>
          <p:cNvPr id="22" name="TextBox 21">
            <a:extLst>
              <a:ext uri="{FF2B5EF4-FFF2-40B4-BE49-F238E27FC236}">
                <a16:creationId xmlns:a16="http://schemas.microsoft.com/office/drawing/2014/main" id="{68CEDE0F-C942-F8E6-AA6D-B608E7CEB0B0}"/>
              </a:ext>
            </a:extLst>
          </p:cNvPr>
          <p:cNvSpPr txBox="1"/>
          <p:nvPr/>
        </p:nvSpPr>
        <p:spPr>
          <a:xfrm>
            <a:off x="5650090" y="2905709"/>
            <a:ext cx="570089" cy="230832"/>
          </a:xfrm>
          <a:prstGeom prst="rect">
            <a:avLst/>
          </a:prstGeom>
          <a:noFill/>
        </p:spPr>
        <p:txBody>
          <a:bodyPr wrap="square" rtlCol="0">
            <a:spAutoFit/>
          </a:bodyPr>
          <a:lstStyle/>
          <a:p>
            <a:pPr algn="ctr"/>
            <a:r>
              <a:rPr lang="en-US" sz="900" dirty="0"/>
              <a:t>54</a:t>
            </a:r>
          </a:p>
        </p:txBody>
      </p:sp>
      <p:sp>
        <p:nvSpPr>
          <p:cNvPr id="23" name="TextBox 22">
            <a:extLst>
              <a:ext uri="{FF2B5EF4-FFF2-40B4-BE49-F238E27FC236}">
                <a16:creationId xmlns:a16="http://schemas.microsoft.com/office/drawing/2014/main" id="{60284929-9D78-084C-08BB-E7E037CE1C0D}"/>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8B155267-5CE3-815C-157E-843630CB2DFF}"/>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65147FB3-4322-C4A0-3AE6-4C5809EF9216}"/>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BF6B146D-C8B2-FCB0-2F68-24E4837B95CD}"/>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52C4B56E-8AA0-7F03-5D9D-992F14DA67FB}"/>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37538787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2B4B1-9A0A-376C-2C25-17A515396B6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2D73F9F-89B4-9894-37E5-C6C0567FAA52}"/>
              </a:ext>
            </a:extLst>
          </p:cNvPr>
          <p:cNvSpPr>
            <a:spLocks noGrp="1"/>
          </p:cNvSpPr>
          <p:nvPr>
            <p:ph sz="half" idx="1"/>
          </p:nvPr>
        </p:nvSpPr>
        <p:spPr/>
        <p:txBody>
          <a:bodyPr>
            <a:normAutofit/>
          </a:bodyPr>
          <a:lstStyle/>
          <a:p>
            <a:r>
              <a:rPr lang="en-US" dirty="0"/>
              <a:t>Last possible 1 in upper right block.</a:t>
            </a:r>
          </a:p>
        </p:txBody>
      </p:sp>
      <p:pic>
        <p:nvPicPr>
          <p:cNvPr id="4" name="Picture 3" descr="A grid of sudoku puzzle&#10;&#10;Description automatically generated">
            <a:extLst>
              <a:ext uri="{FF2B5EF4-FFF2-40B4-BE49-F238E27FC236}">
                <a16:creationId xmlns:a16="http://schemas.microsoft.com/office/drawing/2014/main" id="{70AC552A-9803-C68B-84BA-7D0F344211C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739932A-CE3F-76D2-3E91-D248BE4C956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C0BE1D2-96D0-B243-CC15-154D5842B820}"/>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B019DD8-52F7-0EA2-5CD2-169495019C55}"/>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6ACFD72-A5C9-065C-D0F4-2057A5340497}"/>
              </a:ext>
            </a:extLst>
          </p:cNvPr>
          <p:cNvSpPr txBox="1"/>
          <p:nvPr/>
        </p:nvSpPr>
        <p:spPr>
          <a:xfrm>
            <a:off x="7213604" y="4747898"/>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AFF0066F-6E28-401B-B48F-87CACD44A3E3}"/>
              </a:ext>
            </a:extLst>
          </p:cNvPr>
          <p:cNvSpPr txBox="1"/>
          <p:nvPr/>
        </p:nvSpPr>
        <p:spPr>
          <a:xfrm>
            <a:off x="4645378" y="2404765"/>
            <a:ext cx="570089" cy="230832"/>
          </a:xfrm>
          <a:prstGeom prst="rect">
            <a:avLst/>
          </a:prstGeom>
          <a:noFill/>
        </p:spPr>
        <p:txBody>
          <a:bodyPr wrap="square" rtlCol="0">
            <a:spAutoFit/>
          </a:bodyPr>
          <a:lstStyle/>
          <a:p>
            <a:pPr algn="ctr"/>
            <a:r>
              <a:rPr lang="en-US" sz="900" dirty="0"/>
              <a:t>23</a:t>
            </a:r>
          </a:p>
        </p:txBody>
      </p:sp>
      <p:sp>
        <p:nvSpPr>
          <p:cNvPr id="12" name="TextBox 11">
            <a:extLst>
              <a:ext uri="{FF2B5EF4-FFF2-40B4-BE49-F238E27FC236}">
                <a16:creationId xmlns:a16="http://schemas.microsoft.com/office/drawing/2014/main" id="{8E70F04D-3D37-DA08-8FC2-A974B089BF26}"/>
              </a:ext>
            </a:extLst>
          </p:cNvPr>
          <p:cNvSpPr txBox="1"/>
          <p:nvPr/>
        </p:nvSpPr>
        <p:spPr>
          <a:xfrm>
            <a:off x="5650090" y="3406653"/>
            <a:ext cx="570089" cy="230832"/>
          </a:xfrm>
          <a:prstGeom prst="rect">
            <a:avLst/>
          </a:prstGeom>
          <a:noFill/>
        </p:spPr>
        <p:txBody>
          <a:bodyPr wrap="square" rtlCol="0">
            <a:spAutoFit/>
          </a:bodyPr>
          <a:lstStyle/>
          <a:p>
            <a:pPr algn="ctr"/>
            <a:r>
              <a:rPr lang="en-US" sz="900" dirty="0"/>
              <a:t>32</a:t>
            </a:r>
          </a:p>
        </p:txBody>
      </p:sp>
      <p:sp>
        <p:nvSpPr>
          <p:cNvPr id="15" name="TextBox 14">
            <a:extLst>
              <a:ext uri="{FF2B5EF4-FFF2-40B4-BE49-F238E27FC236}">
                <a16:creationId xmlns:a16="http://schemas.microsoft.com/office/drawing/2014/main" id="{46C39951-289D-DA9C-4068-4FDF1FC345E2}"/>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B849EBDB-41C2-DEFA-3D10-CE695D4E86A0}"/>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17" name="TextBox 16">
            <a:extLst>
              <a:ext uri="{FF2B5EF4-FFF2-40B4-BE49-F238E27FC236}">
                <a16:creationId xmlns:a16="http://schemas.microsoft.com/office/drawing/2014/main" id="{C4A4C7A4-8FDE-4379-5599-EBEA26D9857F}"/>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AC0BF297-991A-A023-9CE8-A03AEB104432}"/>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B52C656F-CD79-327E-53AF-27C4E3F48002}"/>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F03253CD-CCC8-9C0D-2818-A0FD3B5B69ED}"/>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3D22BF10-550C-C371-7010-CDF9BEC6817F}"/>
              </a:ext>
            </a:extLst>
          </p:cNvPr>
          <p:cNvSpPr txBox="1"/>
          <p:nvPr/>
        </p:nvSpPr>
        <p:spPr>
          <a:xfrm>
            <a:off x="5147734" y="2404765"/>
            <a:ext cx="570089" cy="230832"/>
          </a:xfrm>
          <a:prstGeom prst="rect">
            <a:avLst/>
          </a:prstGeom>
          <a:noFill/>
        </p:spPr>
        <p:txBody>
          <a:bodyPr wrap="square" rtlCol="0">
            <a:spAutoFit/>
          </a:bodyPr>
          <a:lstStyle/>
          <a:p>
            <a:pPr algn="ctr"/>
            <a:r>
              <a:rPr lang="en-US" sz="900" dirty="0"/>
              <a:t>45</a:t>
            </a:r>
          </a:p>
        </p:txBody>
      </p:sp>
      <p:sp>
        <p:nvSpPr>
          <p:cNvPr id="22" name="TextBox 21">
            <a:extLst>
              <a:ext uri="{FF2B5EF4-FFF2-40B4-BE49-F238E27FC236}">
                <a16:creationId xmlns:a16="http://schemas.microsoft.com/office/drawing/2014/main" id="{7929D5C1-3373-1FB7-14AA-95DBDB7A221B}"/>
              </a:ext>
            </a:extLst>
          </p:cNvPr>
          <p:cNvSpPr txBox="1"/>
          <p:nvPr/>
        </p:nvSpPr>
        <p:spPr>
          <a:xfrm>
            <a:off x="5650090" y="2905709"/>
            <a:ext cx="570089" cy="230832"/>
          </a:xfrm>
          <a:prstGeom prst="rect">
            <a:avLst/>
          </a:prstGeom>
          <a:noFill/>
        </p:spPr>
        <p:txBody>
          <a:bodyPr wrap="square" rtlCol="0">
            <a:spAutoFit/>
          </a:bodyPr>
          <a:lstStyle/>
          <a:p>
            <a:pPr algn="ctr"/>
            <a:r>
              <a:rPr lang="en-US" sz="900" dirty="0"/>
              <a:t>54</a:t>
            </a:r>
          </a:p>
        </p:txBody>
      </p:sp>
      <p:sp>
        <p:nvSpPr>
          <p:cNvPr id="23" name="TextBox 22">
            <a:extLst>
              <a:ext uri="{FF2B5EF4-FFF2-40B4-BE49-F238E27FC236}">
                <a16:creationId xmlns:a16="http://schemas.microsoft.com/office/drawing/2014/main" id="{AE7C8243-3108-79E3-5D88-E7CD71B9B828}"/>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50A4117C-2581-97ED-97DD-6BCED6D36E77}"/>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59647B41-CC89-34FD-A993-125D2B641E44}"/>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071A4147-9AE5-C9B4-884E-DC44D2F1DC3E}"/>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16A92D5C-B5F7-FD2D-486F-59B24E5C6BBF}"/>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4EBE7815-DE41-4B64-C01E-C27EE30CFADB}"/>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17538401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F0A16-B64E-981F-04D2-E9167CC624A7}"/>
            </a:ext>
          </a:extLst>
        </p:cNvPr>
        <p:cNvGrpSpPr/>
        <p:nvPr/>
      </p:nvGrpSpPr>
      <p:grpSpPr>
        <a:xfrm>
          <a:off x="0" y="0"/>
          <a:ext cx="0" cy="0"/>
          <a:chOff x="0" y="0"/>
          <a:chExt cx="0" cy="0"/>
        </a:xfrm>
      </p:grpSpPr>
      <p:sp>
        <p:nvSpPr>
          <p:cNvPr id="30" name="TextBox 29">
            <a:extLst>
              <a:ext uri="{FF2B5EF4-FFF2-40B4-BE49-F238E27FC236}">
                <a16:creationId xmlns:a16="http://schemas.microsoft.com/office/drawing/2014/main" id="{D0817DA6-FC13-D43A-448E-29DCB2AFBEF8}"/>
              </a:ext>
            </a:extLst>
          </p:cNvPr>
          <p:cNvSpPr txBox="1"/>
          <p:nvPr/>
        </p:nvSpPr>
        <p:spPr>
          <a:xfrm>
            <a:off x="3716867" y="1727886"/>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32" name="TextBox 31">
            <a:extLst>
              <a:ext uri="{FF2B5EF4-FFF2-40B4-BE49-F238E27FC236}">
                <a16:creationId xmlns:a16="http://schemas.microsoft.com/office/drawing/2014/main" id="{48CD9830-4CF3-EE76-A80E-61A16E13506F}"/>
              </a:ext>
            </a:extLst>
          </p:cNvPr>
          <p:cNvSpPr txBox="1"/>
          <p:nvPr/>
        </p:nvSpPr>
        <p:spPr>
          <a:xfrm>
            <a:off x="4715935" y="2734556"/>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33" name="TextBox 32">
            <a:extLst>
              <a:ext uri="{FF2B5EF4-FFF2-40B4-BE49-F238E27FC236}">
                <a16:creationId xmlns:a16="http://schemas.microsoft.com/office/drawing/2014/main" id="{31DF28F2-A128-1087-0550-D7EE0954104E}"/>
              </a:ext>
            </a:extLst>
          </p:cNvPr>
          <p:cNvSpPr txBox="1"/>
          <p:nvPr/>
        </p:nvSpPr>
        <p:spPr>
          <a:xfrm>
            <a:off x="5215469" y="3237891"/>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35" name="TextBox 34">
            <a:extLst>
              <a:ext uri="{FF2B5EF4-FFF2-40B4-BE49-F238E27FC236}">
                <a16:creationId xmlns:a16="http://schemas.microsoft.com/office/drawing/2014/main" id="{63868C29-981F-93EF-A001-75C2624350E6}"/>
              </a:ext>
            </a:extLst>
          </p:cNvPr>
          <p:cNvSpPr txBox="1"/>
          <p:nvPr/>
        </p:nvSpPr>
        <p:spPr>
          <a:xfrm>
            <a:off x="6214537" y="4244561"/>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2" name="Content Placeholder 1">
            <a:extLst>
              <a:ext uri="{FF2B5EF4-FFF2-40B4-BE49-F238E27FC236}">
                <a16:creationId xmlns:a16="http://schemas.microsoft.com/office/drawing/2014/main" id="{3E55D6CB-B682-51E0-9483-50DD97B5ECBB}"/>
              </a:ext>
            </a:extLst>
          </p:cNvPr>
          <p:cNvSpPr>
            <a:spLocks noGrp="1"/>
          </p:cNvSpPr>
          <p:nvPr>
            <p:ph sz="half" idx="1"/>
          </p:nvPr>
        </p:nvSpPr>
        <p:spPr/>
        <p:txBody>
          <a:bodyPr>
            <a:normAutofit/>
          </a:bodyPr>
          <a:lstStyle/>
          <a:p>
            <a:r>
              <a:rPr lang="en-US" dirty="0"/>
              <a:t>This line is bounded on the high side by 16, 8+8 in the circles. It’s bounded on the low side by 1, 6+7, 1 which sum to 15. On the line, you can have at most one cell at most 1 greater than it’s minimum—which can’t include 1-&gt;2. </a:t>
            </a:r>
          </a:p>
        </p:txBody>
      </p:sp>
      <p:pic>
        <p:nvPicPr>
          <p:cNvPr id="4" name="Picture 3" descr="A grid of sudoku puzzle&#10;&#10;Description automatically generated">
            <a:extLst>
              <a:ext uri="{FF2B5EF4-FFF2-40B4-BE49-F238E27FC236}">
                <a16:creationId xmlns:a16="http://schemas.microsoft.com/office/drawing/2014/main" id="{B00C7FEE-31FC-843D-454E-6E9B4FBD2F49}"/>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8BE63CD-B28C-BC03-790A-74D3B0C5E6D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CE5F243-5DB4-432A-D940-36370BD65D6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01A0195-3754-79B0-1BF7-D3D3A2DE37D0}"/>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F31D5A5A-730D-60C0-6448-01189B7F5DE0}"/>
              </a:ext>
            </a:extLst>
          </p:cNvPr>
          <p:cNvSpPr txBox="1"/>
          <p:nvPr/>
        </p:nvSpPr>
        <p:spPr>
          <a:xfrm>
            <a:off x="7213604" y="4747898"/>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AC67DC2C-1FFC-4130-F2F2-BD06BFD76469}"/>
              </a:ext>
            </a:extLst>
          </p:cNvPr>
          <p:cNvSpPr txBox="1"/>
          <p:nvPr/>
        </p:nvSpPr>
        <p:spPr>
          <a:xfrm>
            <a:off x="4645378" y="2404765"/>
            <a:ext cx="570089" cy="230832"/>
          </a:xfrm>
          <a:prstGeom prst="rect">
            <a:avLst/>
          </a:prstGeom>
          <a:noFill/>
        </p:spPr>
        <p:txBody>
          <a:bodyPr wrap="square" rtlCol="0">
            <a:spAutoFit/>
          </a:bodyPr>
          <a:lstStyle/>
          <a:p>
            <a:pPr algn="ctr"/>
            <a:r>
              <a:rPr lang="en-US" sz="900" dirty="0"/>
              <a:t>23</a:t>
            </a:r>
          </a:p>
        </p:txBody>
      </p:sp>
      <p:sp>
        <p:nvSpPr>
          <p:cNvPr id="12" name="TextBox 11">
            <a:extLst>
              <a:ext uri="{FF2B5EF4-FFF2-40B4-BE49-F238E27FC236}">
                <a16:creationId xmlns:a16="http://schemas.microsoft.com/office/drawing/2014/main" id="{1AB0732F-0AC9-DDC5-6424-D9DBA82E330C}"/>
              </a:ext>
            </a:extLst>
          </p:cNvPr>
          <p:cNvSpPr txBox="1"/>
          <p:nvPr/>
        </p:nvSpPr>
        <p:spPr>
          <a:xfrm>
            <a:off x="5650090" y="3406653"/>
            <a:ext cx="570089" cy="230832"/>
          </a:xfrm>
          <a:prstGeom prst="rect">
            <a:avLst/>
          </a:prstGeom>
          <a:noFill/>
        </p:spPr>
        <p:txBody>
          <a:bodyPr wrap="square" rtlCol="0">
            <a:spAutoFit/>
          </a:bodyPr>
          <a:lstStyle/>
          <a:p>
            <a:pPr algn="ctr"/>
            <a:r>
              <a:rPr lang="en-US" sz="900" dirty="0"/>
              <a:t>32</a:t>
            </a:r>
          </a:p>
        </p:txBody>
      </p:sp>
      <p:sp>
        <p:nvSpPr>
          <p:cNvPr id="15" name="TextBox 14">
            <a:extLst>
              <a:ext uri="{FF2B5EF4-FFF2-40B4-BE49-F238E27FC236}">
                <a16:creationId xmlns:a16="http://schemas.microsoft.com/office/drawing/2014/main" id="{02FA69E6-1CB7-19CB-301C-966E79BAEA38}"/>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0E05EE1F-6310-5921-2582-9C4B143A203E}"/>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17" name="TextBox 16">
            <a:extLst>
              <a:ext uri="{FF2B5EF4-FFF2-40B4-BE49-F238E27FC236}">
                <a16:creationId xmlns:a16="http://schemas.microsoft.com/office/drawing/2014/main" id="{C478E065-5A77-48EC-294F-D599254FC839}"/>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FE4CD600-4143-2269-CEF0-5FA269A00416}"/>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ECE5486E-D145-D69A-CBA6-50E18FCA69DF}"/>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9DB63389-E854-14A5-3E79-0F8648EE0B51}"/>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CBBFB658-9AA2-313D-FEB7-98D0A91AED43}"/>
              </a:ext>
            </a:extLst>
          </p:cNvPr>
          <p:cNvSpPr txBox="1"/>
          <p:nvPr/>
        </p:nvSpPr>
        <p:spPr>
          <a:xfrm>
            <a:off x="5147734" y="2404765"/>
            <a:ext cx="570089" cy="230832"/>
          </a:xfrm>
          <a:prstGeom prst="rect">
            <a:avLst/>
          </a:prstGeom>
          <a:noFill/>
        </p:spPr>
        <p:txBody>
          <a:bodyPr wrap="square" rtlCol="0">
            <a:spAutoFit/>
          </a:bodyPr>
          <a:lstStyle/>
          <a:p>
            <a:pPr algn="ctr"/>
            <a:r>
              <a:rPr lang="en-US" sz="900" dirty="0"/>
              <a:t>45</a:t>
            </a:r>
          </a:p>
        </p:txBody>
      </p:sp>
      <p:sp>
        <p:nvSpPr>
          <p:cNvPr id="22" name="TextBox 21">
            <a:extLst>
              <a:ext uri="{FF2B5EF4-FFF2-40B4-BE49-F238E27FC236}">
                <a16:creationId xmlns:a16="http://schemas.microsoft.com/office/drawing/2014/main" id="{638AA0DA-B117-4019-1B70-AE77CD093675}"/>
              </a:ext>
            </a:extLst>
          </p:cNvPr>
          <p:cNvSpPr txBox="1"/>
          <p:nvPr/>
        </p:nvSpPr>
        <p:spPr>
          <a:xfrm>
            <a:off x="5650090" y="2905709"/>
            <a:ext cx="570089" cy="230832"/>
          </a:xfrm>
          <a:prstGeom prst="rect">
            <a:avLst/>
          </a:prstGeom>
          <a:noFill/>
        </p:spPr>
        <p:txBody>
          <a:bodyPr wrap="square" rtlCol="0">
            <a:spAutoFit/>
          </a:bodyPr>
          <a:lstStyle/>
          <a:p>
            <a:pPr algn="ctr"/>
            <a:r>
              <a:rPr lang="en-US" sz="900" dirty="0"/>
              <a:t>54</a:t>
            </a:r>
          </a:p>
        </p:txBody>
      </p:sp>
      <p:sp>
        <p:nvSpPr>
          <p:cNvPr id="23" name="TextBox 22">
            <a:extLst>
              <a:ext uri="{FF2B5EF4-FFF2-40B4-BE49-F238E27FC236}">
                <a16:creationId xmlns:a16="http://schemas.microsoft.com/office/drawing/2014/main" id="{2A8014B4-260F-34A8-8A70-60BE23CA93AC}"/>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4C720091-F916-564B-E95C-67BFA0AD05A3}"/>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B326C855-3A96-D206-6024-DEA12872C8D1}"/>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9B3BC2E5-B156-8080-62EC-F72BE6C781E3}"/>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8BCF6700-1557-E080-B7B1-B2B6AF427887}"/>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CE392F46-0E90-956E-5C23-FF89F25F4DD0}"/>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C2DA10BF-4FF9-5F8F-D4D6-5E37A0A8D9E9}"/>
              </a:ext>
            </a:extLst>
          </p:cNvPr>
          <p:cNvSpPr txBox="1"/>
          <p:nvPr/>
        </p:nvSpPr>
        <p:spPr>
          <a:xfrm>
            <a:off x="4216401" y="2231221"/>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13" name="TextBox 12">
            <a:extLst>
              <a:ext uri="{FF2B5EF4-FFF2-40B4-BE49-F238E27FC236}">
                <a16:creationId xmlns:a16="http://schemas.microsoft.com/office/drawing/2014/main" id="{2A1F40AE-6E32-8A4B-3B50-C3F0CB3399E6}"/>
              </a:ext>
            </a:extLst>
          </p:cNvPr>
          <p:cNvSpPr txBox="1"/>
          <p:nvPr/>
        </p:nvSpPr>
        <p:spPr>
          <a:xfrm>
            <a:off x="5715003" y="3741226"/>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14" name="TextBox 13">
            <a:extLst>
              <a:ext uri="{FF2B5EF4-FFF2-40B4-BE49-F238E27FC236}">
                <a16:creationId xmlns:a16="http://schemas.microsoft.com/office/drawing/2014/main" id="{8E35B37D-F262-DE37-762B-8F885D843B93}"/>
              </a:ext>
            </a:extLst>
          </p:cNvPr>
          <p:cNvSpPr txBox="1"/>
          <p:nvPr/>
        </p:nvSpPr>
        <p:spPr>
          <a:xfrm>
            <a:off x="3640666" y="1903821"/>
            <a:ext cx="570089" cy="230832"/>
          </a:xfrm>
          <a:prstGeom prst="rect">
            <a:avLst/>
          </a:prstGeom>
          <a:noFill/>
        </p:spPr>
        <p:txBody>
          <a:bodyPr wrap="square" rtlCol="0">
            <a:spAutoFit/>
          </a:bodyPr>
          <a:lstStyle/>
          <a:p>
            <a:pPr algn="ctr"/>
            <a:r>
              <a:rPr lang="en-US" sz="900" dirty="0"/>
              <a:t>78</a:t>
            </a:r>
          </a:p>
        </p:txBody>
      </p:sp>
      <p:sp>
        <p:nvSpPr>
          <p:cNvPr id="27" name="TextBox 26">
            <a:extLst>
              <a:ext uri="{FF2B5EF4-FFF2-40B4-BE49-F238E27FC236}">
                <a16:creationId xmlns:a16="http://schemas.microsoft.com/office/drawing/2014/main" id="{B5BCA2B7-DF9A-07E9-DEA3-2B9847AA4A55}"/>
              </a:ext>
            </a:extLst>
          </p:cNvPr>
          <p:cNvSpPr txBox="1"/>
          <p:nvPr/>
        </p:nvSpPr>
        <p:spPr>
          <a:xfrm>
            <a:off x="4645378" y="2905709"/>
            <a:ext cx="570089" cy="230832"/>
          </a:xfrm>
          <a:prstGeom prst="rect">
            <a:avLst/>
          </a:prstGeom>
          <a:noFill/>
        </p:spPr>
        <p:txBody>
          <a:bodyPr wrap="square" rtlCol="0">
            <a:spAutoFit/>
          </a:bodyPr>
          <a:lstStyle/>
          <a:p>
            <a:pPr algn="ctr"/>
            <a:r>
              <a:rPr lang="en-US" sz="900" dirty="0"/>
              <a:t>678</a:t>
            </a:r>
          </a:p>
        </p:txBody>
      </p:sp>
      <p:sp>
        <p:nvSpPr>
          <p:cNvPr id="28" name="TextBox 27">
            <a:extLst>
              <a:ext uri="{FF2B5EF4-FFF2-40B4-BE49-F238E27FC236}">
                <a16:creationId xmlns:a16="http://schemas.microsoft.com/office/drawing/2014/main" id="{B4842E53-031B-4BEC-B96F-41BC8D99ED53}"/>
              </a:ext>
            </a:extLst>
          </p:cNvPr>
          <p:cNvSpPr txBox="1"/>
          <p:nvPr/>
        </p:nvSpPr>
        <p:spPr>
          <a:xfrm>
            <a:off x="5147734" y="3406653"/>
            <a:ext cx="570089" cy="230832"/>
          </a:xfrm>
          <a:prstGeom prst="rect">
            <a:avLst/>
          </a:prstGeom>
          <a:noFill/>
        </p:spPr>
        <p:txBody>
          <a:bodyPr wrap="square" rtlCol="0">
            <a:spAutoFit/>
          </a:bodyPr>
          <a:lstStyle/>
          <a:p>
            <a:pPr algn="ctr"/>
            <a:r>
              <a:rPr lang="en-US" sz="900" dirty="0"/>
              <a:t>678</a:t>
            </a:r>
          </a:p>
        </p:txBody>
      </p:sp>
      <p:sp>
        <p:nvSpPr>
          <p:cNvPr id="29" name="TextBox 28">
            <a:extLst>
              <a:ext uri="{FF2B5EF4-FFF2-40B4-BE49-F238E27FC236}">
                <a16:creationId xmlns:a16="http://schemas.microsoft.com/office/drawing/2014/main" id="{CA784629-A841-6CA5-49E6-631669E4A848}"/>
              </a:ext>
            </a:extLst>
          </p:cNvPr>
          <p:cNvSpPr txBox="1"/>
          <p:nvPr/>
        </p:nvSpPr>
        <p:spPr>
          <a:xfrm>
            <a:off x="6152446" y="4408541"/>
            <a:ext cx="570089" cy="230832"/>
          </a:xfrm>
          <a:prstGeom prst="rect">
            <a:avLst/>
          </a:prstGeom>
          <a:noFill/>
        </p:spPr>
        <p:txBody>
          <a:bodyPr wrap="square" rtlCol="0">
            <a:spAutoFit/>
          </a:bodyPr>
          <a:lstStyle/>
          <a:p>
            <a:pPr algn="ctr"/>
            <a:r>
              <a:rPr lang="en-US" sz="900" dirty="0"/>
              <a:t>78</a:t>
            </a:r>
          </a:p>
        </p:txBody>
      </p:sp>
    </p:spTree>
    <p:extLst>
      <p:ext uri="{BB962C8B-B14F-4D97-AF65-F5344CB8AC3E}">
        <p14:creationId xmlns:p14="http://schemas.microsoft.com/office/powerpoint/2010/main" val="19402751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04A30-3A55-C662-602B-35BB8E7FB09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BC2775-D858-C0F9-C056-A1C812BF1E8D}"/>
              </a:ext>
            </a:extLst>
          </p:cNvPr>
          <p:cNvSpPr>
            <a:spLocks noGrp="1"/>
          </p:cNvSpPr>
          <p:nvPr>
            <p:ph sz="half" idx="1"/>
          </p:nvPr>
        </p:nvSpPr>
        <p:spPr/>
        <p:txBody>
          <a:bodyPr>
            <a:normAutofit/>
          </a:bodyPr>
          <a:lstStyle/>
          <a:p>
            <a:r>
              <a:rPr lang="en-US" dirty="0"/>
              <a:t>Last possible 1 in lower left block.</a:t>
            </a:r>
          </a:p>
          <a:p>
            <a:r>
              <a:rPr lang="en-US" dirty="0"/>
              <a:t>(All 1’s in the puzzle are now assigned.)</a:t>
            </a:r>
          </a:p>
        </p:txBody>
      </p:sp>
      <p:pic>
        <p:nvPicPr>
          <p:cNvPr id="4" name="Picture 3" descr="A grid of sudoku puzzle&#10;&#10;Description automatically generated">
            <a:extLst>
              <a:ext uri="{FF2B5EF4-FFF2-40B4-BE49-F238E27FC236}">
                <a16:creationId xmlns:a16="http://schemas.microsoft.com/office/drawing/2014/main" id="{2EC08E0A-85AA-95FA-D73B-CCB4654D7FB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52D8D0A-0F74-5AA0-9C1F-26B5C14AECB9}"/>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7962419-A970-32BA-91F3-B8E1FC5D0C7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3382651-084B-0EA1-CCBE-1215E8BE3331}"/>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7DBCC4CA-53BE-C8CD-445E-9000886F7F33}"/>
              </a:ext>
            </a:extLst>
          </p:cNvPr>
          <p:cNvSpPr txBox="1"/>
          <p:nvPr/>
        </p:nvSpPr>
        <p:spPr>
          <a:xfrm>
            <a:off x="7213604" y="4747898"/>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FCBBCA25-42ED-1013-CBE2-A18BBF9774E3}"/>
              </a:ext>
            </a:extLst>
          </p:cNvPr>
          <p:cNvSpPr txBox="1"/>
          <p:nvPr/>
        </p:nvSpPr>
        <p:spPr>
          <a:xfrm>
            <a:off x="4645378" y="2404765"/>
            <a:ext cx="570089" cy="230832"/>
          </a:xfrm>
          <a:prstGeom prst="rect">
            <a:avLst/>
          </a:prstGeom>
          <a:noFill/>
        </p:spPr>
        <p:txBody>
          <a:bodyPr wrap="square" rtlCol="0">
            <a:spAutoFit/>
          </a:bodyPr>
          <a:lstStyle/>
          <a:p>
            <a:pPr algn="ctr"/>
            <a:r>
              <a:rPr lang="en-US" sz="900" dirty="0"/>
              <a:t>23</a:t>
            </a:r>
          </a:p>
        </p:txBody>
      </p:sp>
      <p:sp>
        <p:nvSpPr>
          <p:cNvPr id="12" name="TextBox 11">
            <a:extLst>
              <a:ext uri="{FF2B5EF4-FFF2-40B4-BE49-F238E27FC236}">
                <a16:creationId xmlns:a16="http://schemas.microsoft.com/office/drawing/2014/main" id="{444B5059-DD30-324A-77FF-5DC80EE4ACC0}"/>
              </a:ext>
            </a:extLst>
          </p:cNvPr>
          <p:cNvSpPr txBox="1"/>
          <p:nvPr/>
        </p:nvSpPr>
        <p:spPr>
          <a:xfrm>
            <a:off x="5650090" y="3406653"/>
            <a:ext cx="570089" cy="230832"/>
          </a:xfrm>
          <a:prstGeom prst="rect">
            <a:avLst/>
          </a:prstGeom>
          <a:noFill/>
        </p:spPr>
        <p:txBody>
          <a:bodyPr wrap="square" rtlCol="0">
            <a:spAutoFit/>
          </a:bodyPr>
          <a:lstStyle/>
          <a:p>
            <a:pPr algn="ctr"/>
            <a:r>
              <a:rPr lang="en-US" sz="900" dirty="0"/>
              <a:t>32</a:t>
            </a:r>
          </a:p>
        </p:txBody>
      </p:sp>
      <p:sp>
        <p:nvSpPr>
          <p:cNvPr id="15" name="TextBox 14">
            <a:extLst>
              <a:ext uri="{FF2B5EF4-FFF2-40B4-BE49-F238E27FC236}">
                <a16:creationId xmlns:a16="http://schemas.microsoft.com/office/drawing/2014/main" id="{BC8A2E34-1DCA-B544-0B7D-7DD3E508CB2D}"/>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884A9E19-5759-3B23-DDA2-BB92D4D6F098}"/>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17" name="TextBox 16">
            <a:extLst>
              <a:ext uri="{FF2B5EF4-FFF2-40B4-BE49-F238E27FC236}">
                <a16:creationId xmlns:a16="http://schemas.microsoft.com/office/drawing/2014/main" id="{EA65D687-54DF-977F-A6EF-2A1D1318E8DF}"/>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221A5869-E952-C94D-5051-DD461BF8483C}"/>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782A8869-E559-7E49-9D3F-1615BFDF0187}"/>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4D697825-8A73-65D7-B971-FDE933959B1B}"/>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ECEA6511-BAA6-AC1E-4EDF-D4766603DB82}"/>
              </a:ext>
            </a:extLst>
          </p:cNvPr>
          <p:cNvSpPr txBox="1"/>
          <p:nvPr/>
        </p:nvSpPr>
        <p:spPr>
          <a:xfrm>
            <a:off x="5147734" y="2404765"/>
            <a:ext cx="570089" cy="230832"/>
          </a:xfrm>
          <a:prstGeom prst="rect">
            <a:avLst/>
          </a:prstGeom>
          <a:noFill/>
        </p:spPr>
        <p:txBody>
          <a:bodyPr wrap="square" rtlCol="0">
            <a:spAutoFit/>
          </a:bodyPr>
          <a:lstStyle/>
          <a:p>
            <a:pPr algn="ctr"/>
            <a:r>
              <a:rPr lang="en-US" sz="900" dirty="0"/>
              <a:t>45</a:t>
            </a:r>
          </a:p>
        </p:txBody>
      </p:sp>
      <p:sp>
        <p:nvSpPr>
          <p:cNvPr id="22" name="TextBox 21">
            <a:extLst>
              <a:ext uri="{FF2B5EF4-FFF2-40B4-BE49-F238E27FC236}">
                <a16:creationId xmlns:a16="http://schemas.microsoft.com/office/drawing/2014/main" id="{8AC28FFA-51FE-070F-F570-71C1DDB3BC30}"/>
              </a:ext>
            </a:extLst>
          </p:cNvPr>
          <p:cNvSpPr txBox="1"/>
          <p:nvPr/>
        </p:nvSpPr>
        <p:spPr>
          <a:xfrm>
            <a:off x="5650090" y="2905709"/>
            <a:ext cx="570089" cy="230832"/>
          </a:xfrm>
          <a:prstGeom prst="rect">
            <a:avLst/>
          </a:prstGeom>
          <a:noFill/>
        </p:spPr>
        <p:txBody>
          <a:bodyPr wrap="square" rtlCol="0">
            <a:spAutoFit/>
          </a:bodyPr>
          <a:lstStyle/>
          <a:p>
            <a:pPr algn="ctr"/>
            <a:r>
              <a:rPr lang="en-US" sz="900" dirty="0"/>
              <a:t>54</a:t>
            </a:r>
          </a:p>
        </p:txBody>
      </p:sp>
      <p:sp>
        <p:nvSpPr>
          <p:cNvPr id="23" name="TextBox 22">
            <a:extLst>
              <a:ext uri="{FF2B5EF4-FFF2-40B4-BE49-F238E27FC236}">
                <a16:creationId xmlns:a16="http://schemas.microsoft.com/office/drawing/2014/main" id="{FEAFEC13-A8EC-84C3-36F3-D771EFB9D8F4}"/>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F7A84457-4A64-FB70-D60D-F6E051A10714}"/>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3626693F-7B48-A107-7BBC-0348C41A1F15}"/>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BB1872E5-F8FF-C25B-ADDD-B01AD95E6643}"/>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AF40C527-CA42-8ACB-75F1-2422B848609B}"/>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E8BFDD50-9788-304F-30D3-7339C42DCC9E}"/>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04BBCDFD-B0A1-BE97-D245-1B4924B783A0}"/>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7A44ECB4-E978-79AC-399B-0D7F498A7BD2}"/>
              </a:ext>
            </a:extLst>
          </p:cNvPr>
          <p:cNvSpPr txBox="1"/>
          <p:nvPr/>
        </p:nvSpPr>
        <p:spPr>
          <a:xfrm>
            <a:off x="3716867" y="1727886"/>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32" name="TextBox 31">
            <a:extLst>
              <a:ext uri="{FF2B5EF4-FFF2-40B4-BE49-F238E27FC236}">
                <a16:creationId xmlns:a16="http://schemas.microsoft.com/office/drawing/2014/main" id="{A86382A6-2BE5-E25C-672F-794D7EBF3A87}"/>
              </a:ext>
            </a:extLst>
          </p:cNvPr>
          <p:cNvSpPr txBox="1"/>
          <p:nvPr/>
        </p:nvSpPr>
        <p:spPr>
          <a:xfrm>
            <a:off x="4715935" y="2734556"/>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33" name="TextBox 32">
            <a:extLst>
              <a:ext uri="{FF2B5EF4-FFF2-40B4-BE49-F238E27FC236}">
                <a16:creationId xmlns:a16="http://schemas.microsoft.com/office/drawing/2014/main" id="{184736C2-B41C-23AF-812B-91530E8979C0}"/>
              </a:ext>
            </a:extLst>
          </p:cNvPr>
          <p:cNvSpPr txBox="1"/>
          <p:nvPr/>
        </p:nvSpPr>
        <p:spPr>
          <a:xfrm>
            <a:off x="5215469" y="3237891"/>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34" name="TextBox 33">
            <a:extLst>
              <a:ext uri="{FF2B5EF4-FFF2-40B4-BE49-F238E27FC236}">
                <a16:creationId xmlns:a16="http://schemas.microsoft.com/office/drawing/2014/main" id="{6577DDE8-86F0-E708-5B60-4A0D98F48907}"/>
              </a:ext>
            </a:extLst>
          </p:cNvPr>
          <p:cNvSpPr txBox="1"/>
          <p:nvPr/>
        </p:nvSpPr>
        <p:spPr>
          <a:xfrm>
            <a:off x="6214537" y="4244561"/>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35" name="TextBox 34">
            <a:extLst>
              <a:ext uri="{FF2B5EF4-FFF2-40B4-BE49-F238E27FC236}">
                <a16:creationId xmlns:a16="http://schemas.microsoft.com/office/drawing/2014/main" id="{77B22B5F-E574-5986-3E25-92E2C7F4E4AA}"/>
              </a:ext>
            </a:extLst>
          </p:cNvPr>
          <p:cNvSpPr txBox="1"/>
          <p:nvPr/>
        </p:nvSpPr>
        <p:spPr>
          <a:xfrm>
            <a:off x="4216401" y="2231221"/>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38514BBD-C8EA-60CA-5B05-8C5D0D164548}"/>
              </a:ext>
            </a:extLst>
          </p:cNvPr>
          <p:cNvSpPr txBox="1"/>
          <p:nvPr/>
        </p:nvSpPr>
        <p:spPr>
          <a:xfrm>
            <a:off x="5715003" y="3741226"/>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37" name="TextBox 36">
            <a:extLst>
              <a:ext uri="{FF2B5EF4-FFF2-40B4-BE49-F238E27FC236}">
                <a16:creationId xmlns:a16="http://schemas.microsoft.com/office/drawing/2014/main" id="{C05D044A-0354-E750-A41E-B9A460853D68}"/>
              </a:ext>
            </a:extLst>
          </p:cNvPr>
          <p:cNvSpPr txBox="1"/>
          <p:nvPr/>
        </p:nvSpPr>
        <p:spPr>
          <a:xfrm>
            <a:off x="3640666" y="1903821"/>
            <a:ext cx="570089" cy="230832"/>
          </a:xfrm>
          <a:prstGeom prst="rect">
            <a:avLst/>
          </a:prstGeom>
          <a:noFill/>
        </p:spPr>
        <p:txBody>
          <a:bodyPr wrap="square" rtlCol="0">
            <a:spAutoFit/>
          </a:bodyPr>
          <a:lstStyle/>
          <a:p>
            <a:pPr algn="ctr"/>
            <a:r>
              <a:rPr lang="en-US" sz="900" dirty="0"/>
              <a:t>78</a:t>
            </a:r>
          </a:p>
        </p:txBody>
      </p:sp>
      <p:sp>
        <p:nvSpPr>
          <p:cNvPr id="38" name="TextBox 37">
            <a:extLst>
              <a:ext uri="{FF2B5EF4-FFF2-40B4-BE49-F238E27FC236}">
                <a16:creationId xmlns:a16="http://schemas.microsoft.com/office/drawing/2014/main" id="{6B442222-807E-A5BC-9F31-CABF6B7E72CF}"/>
              </a:ext>
            </a:extLst>
          </p:cNvPr>
          <p:cNvSpPr txBox="1"/>
          <p:nvPr/>
        </p:nvSpPr>
        <p:spPr>
          <a:xfrm>
            <a:off x="4645378" y="2905709"/>
            <a:ext cx="570089" cy="230832"/>
          </a:xfrm>
          <a:prstGeom prst="rect">
            <a:avLst/>
          </a:prstGeom>
          <a:noFill/>
        </p:spPr>
        <p:txBody>
          <a:bodyPr wrap="square" rtlCol="0">
            <a:spAutoFit/>
          </a:bodyPr>
          <a:lstStyle/>
          <a:p>
            <a:pPr algn="ctr"/>
            <a:r>
              <a:rPr lang="en-US" sz="900" dirty="0"/>
              <a:t>678</a:t>
            </a:r>
          </a:p>
        </p:txBody>
      </p:sp>
      <p:sp>
        <p:nvSpPr>
          <p:cNvPr id="39" name="TextBox 38">
            <a:extLst>
              <a:ext uri="{FF2B5EF4-FFF2-40B4-BE49-F238E27FC236}">
                <a16:creationId xmlns:a16="http://schemas.microsoft.com/office/drawing/2014/main" id="{9CA5DEE8-E2B4-4CB4-9DAB-D9ACA79266B9}"/>
              </a:ext>
            </a:extLst>
          </p:cNvPr>
          <p:cNvSpPr txBox="1"/>
          <p:nvPr/>
        </p:nvSpPr>
        <p:spPr>
          <a:xfrm>
            <a:off x="5147734" y="3406653"/>
            <a:ext cx="570089" cy="230832"/>
          </a:xfrm>
          <a:prstGeom prst="rect">
            <a:avLst/>
          </a:prstGeom>
          <a:noFill/>
        </p:spPr>
        <p:txBody>
          <a:bodyPr wrap="square" rtlCol="0">
            <a:spAutoFit/>
          </a:bodyPr>
          <a:lstStyle/>
          <a:p>
            <a:pPr algn="ctr"/>
            <a:r>
              <a:rPr lang="en-US" sz="900" dirty="0"/>
              <a:t>678</a:t>
            </a:r>
          </a:p>
        </p:txBody>
      </p:sp>
      <p:sp>
        <p:nvSpPr>
          <p:cNvPr id="40" name="TextBox 39">
            <a:extLst>
              <a:ext uri="{FF2B5EF4-FFF2-40B4-BE49-F238E27FC236}">
                <a16:creationId xmlns:a16="http://schemas.microsoft.com/office/drawing/2014/main" id="{05F5DA5B-1DE9-F38D-131F-4D3D33614232}"/>
              </a:ext>
            </a:extLst>
          </p:cNvPr>
          <p:cNvSpPr txBox="1"/>
          <p:nvPr/>
        </p:nvSpPr>
        <p:spPr>
          <a:xfrm>
            <a:off x="6152446" y="4408541"/>
            <a:ext cx="570089" cy="230832"/>
          </a:xfrm>
          <a:prstGeom prst="rect">
            <a:avLst/>
          </a:prstGeom>
          <a:noFill/>
        </p:spPr>
        <p:txBody>
          <a:bodyPr wrap="square" rtlCol="0">
            <a:spAutoFit/>
          </a:bodyPr>
          <a:lstStyle/>
          <a:p>
            <a:pPr algn="ctr"/>
            <a:r>
              <a:rPr lang="en-US" sz="900" dirty="0"/>
              <a:t>78</a:t>
            </a:r>
          </a:p>
        </p:txBody>
      </p:sp>
    </p:spTree>
    <p:extLst>
      <p:ext uri="{BB962C8B-B14F-4D97-AF65-F5344CB8AC3E}">
        <p14:creationId xmlns:p14="http://schemas.microsoft.com/office/powerpoint/2010/main" val="36213745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29212-EAA6-6257-3670-8A5153931ED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8BF3FB8-D21E-88C3-5080-88DCA584601D}"/>
              </a:ext>
            </a:extLst>
          </p:cNvPr>
          <p:cNvSpPr>
            <a:spLocks noGrp="1"/>
          </p:cNvSpPr>
          <p:nvPr>
            <p:ph sz="half" idx="1"/>
          </p:nvPr>
        </p:nvSpPr>
        <p:spPr/>
        <p:txBody>
          <a:bodyPr>
            <a:normAutofit/>
          </a:bodyPr>
          <a:lstStyle/>
          <a:p>
            <a:r>
              <a:rPr lang="en-US" dirty="0"/>
              <a:t>Last possible 9 in center block.</a:t>
            </a:r>
          </a:p>
          <a:p>
            <a:r>
              <a:rPr lang="en-US" dirty="0"/>
              <a:t>Then, complete center block. (Can’t have 6-&gt;8 on previous line.)</a:t>
            </a:r>
          </a:p>
        </p:txBody>
      </p:sp>
      <p:pic>
        <p:nvPicPr>
          <p:cNvPr id="4" name="Picture 3" descr="A grid of sudoku puzzle&#10;&#10;Description automatically generated">
            <a:extLst>
              <a:ext uri="{FF2B5EF4-FFF2-40B4-BE49-F238E27FC236}">
                <a16:creationId xmlns:a16="http://schemas.microsoft.com/office/drawing/2014/main" id="{C0E32CC0-54CD-2B63-D26E-5D6294BD337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A5E6F8A-C567-0F63-12CA-F0306235EB5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1F363CD-4690-5158-5DF5-C9A04689098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8593386-97BB-351A-A220-E6306734617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D3AD2432-75E9-3759-09DB-2673D128B1FC}"/>
              </a:ext>
            </a:extLst>
          </p:cNvPr>
          <p:cNvSpPr txBox="1"/>
          <p:nvPr/>
        </p:nvSpPr>
        <p:spPr>
          <a:xfrm>
            <a:off x="7213604" y="4747898"/>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CE1781F2-1E15-0AFE-663D-8EA081672AA0}"/>
              </a:ext>
            </a:extLst>
          </p:cNvPr>
          <p:cNvSpPr txBox="1"/>
          <p:nvPr/>
        </p:nvSpPr>
        <p:spPr>
          <a:xfrm>
            <a:off x="4645378" y="2404765"/>
            <a:ext cx="570089" cy="230832"/>
          </a:xfrm>
          <a:prstGeom prst="rect">
            <a:avLst/>
          </a:prstGeom>
          <a:noFill/>
        </p:spPr>
        <p:txBody>
          <a:bodyPr wrap="square" rtlCol="0">
            <a:spAutoFit/>
          </a:bodyPr>
          <a:lstStyle/>
          <a:p>
            <a:pPr algn="ctr"/>
            <a:r>
              <a:rPr lang="en-US" sz="900" dirty="0"/>
              <a:t>23</a:t>
            </a:r>
          </a:p>
        </p:txBody>
      </p:sp>
      <p:sp>
        <p:nvSpPr>
          <p:cNvPr id="12" name="TextBox 11">
            <a:extLst>
              <a:ext uri="{FF2B5EF4-FFF2-40B4-BE49-F238E27FC236}">
                <a16:creationId xmlns:a16="http://schemas.microsoft.com/office/drawing/2014/main" id="{A321F2E1-97CC-BE2A-266E-A4D073205A5D}"/>
              </a:ext>
            </a:extLst>
          </p:cNvPr>
          <p:cNvSpPr txBox="1"/>
          <p:nvPr/>
        </p:nvSpPr>
        <p:spPr>
          <a:xfrm>
            <a:off x="5650090" y="3406653"/>
            <a:ext cx="570089" cy="230832"/>
          </a:xfrm>
          <a:prstGeom prst="rect">
            <a:avLst/>
          </a:prstGeom>
          <a:noFill/>
        </p:spPr>
        <p:txBody>
          <a:bodyPr wrap="square" rtlCol="0">
            <a:spAutoFit/>
          </a:bodyPr>
          <a:lstStyle/>
          <a:p>
            <a:pPr algn="ctr"/>
            <a:r>
              <a:rPr lang="en-US" sz="900" dirty="0"/>
              <a:t>32</a:t>
            </a:r>
          </a:p>
        </p:txBody>
      </p:sp>
      <p:sp>
        <p:nvSpPr>
          <p:cNvPr id="15" name="TextBox 14">
            <a:extLst>
              <a:ext uri="{FF2B5EF4-FFF2-40B4-BE49-F238E27FC236}">
                <a16:creationId xmlns:a16="http://schemas.microsoft.com/office/drawing/2014/main" id="{617E51E6-65BF-2CC1-84DC-9D60737AA7EF}"/>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9EC6B10F-B817-CAE4-DDAC-80F8A8F0B377}"/>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17" name="TextBox 16">
            <a:extLst>
              <a:ext uri="{FF2B5EF4-FFF2-40B4-BE49-F238E27FC236}">
                <a16:creationId xmlns:a16="http://schemas.microsoft.com/office/drawing/2014/main" id="{5B7EB3A7-D3E9-8215-1186-337CF942CE33}"/>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3F550698-2F97-E9BC-CD00-EB3A654988DA}"/>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1A1AD0E0-59FC-93D2-9100-44D6997D0581}"/>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440E3EAB-14A3-DA95-0480-C2F50939F262}"/>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49DB24D7-B4CA-ADE7-5A91-CF310043D7B0}"/>
              </a:ext>
            </a:extLst>
          </p:cNvPr>
          <p:cNvSpPr txBox="1"/>
          <p:nvPr/>
        </p:nvSpPr>
        <p:spPr>
          <a:xfrm>
            <a:off x="5147734" y="2404765"/>
            <a:ext cx="570089" cy="230832"/>
          </a:xfrm>
          <a:prstGeom prst="rect">
            <a:avLst/>
          </a:prstGeom>
          <a:noFill/>
        </p:spPr>
        <p:txBody>
          <a:bodyPr wrap="square" rtlCol="0">
            <a:spAutoFit/>
          </a:bodyPr>
          <a:lstStyle/>
          <a:p>
            <a:pPr algn="ctr"/>
            <a:r>
              <a:rPr lang="en-US" sz="900" dirty="0"/>
              <a:t>45</a:t>
            </a:r>
          </a:p>
        </p:txBody>
      </p:sp>
      <p:sp>
        <p:nvSpPr>
          <p:cNvPr id="22" name="TextBox 21">
            <a:extLst>
              <a:ext uri="{FF2B5EF4-FFF2-40B4-BE49-F238E27FC236}">
                <a16:creationId xmlns:a16="http://schemas.microsoft.com/office/drawing/2014/main" id="{2237FDC6-E1BD-449D-27A6-71DBED8CE6E3}"/>
              </a:ext>
            </a:extLst>
          </p:cNvPr>
          <p:cNvSpPr txBox="1"/>
          <p:nvPr/>
        </p:nvSpPr>
        <p:spPr>
          <a:xfrm>
            <a:off x="5650090" y="2905709"/>
            <a:ext cx="570089" cy="230832"/>
          </a:xfrm>
          <a:prstGeom prst="rect">
            <a:avLst/>
          </a:prstGeom>
          <a:noFill/>
        </p:spPr>
        <p:txBody>
          <a:bodyPr wrap="square" rtlCol="0">
            <a:spAutoFit/>
          </a:bodyPr>
          <a:lstStyle/>
          <a:p>
            <a:pPr algn="ctr"/>
            <a:r>
              <a:rPr lang="en-US" sz="900" dirty="0"/>
              <a:t>54</a:t>
            </a:r>
          </a:p>
        </p:txBody>
      </p:sp>
      <p:sp>
        <p:nvSpPr>
          <p:cNvPr id="23" name="TextBox 22">
            <a:extLst>
              <a:ext uri="{FF2B5EF4-FFF2-40B4-BE49-F238E27FC236}">
                <a16:creationId xmlns:a16="http://schemas.microsoft.com/office/drawing/2014/main" id="{5FADCCC4-102E-EAE4-F4E5-722D985D1830}"/>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7DEA96B8-7A09-C2E5-A97D-19738B48625A}"/>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F9A22C96-A500-BF7A-EB29-5BC34E3FD842}"/>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A9B124CB-C739-B977-024E-58751A0BE4C2}"/>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8F5BAEE7-79A2-E57A-F7C9-7D6D58F0C480}"/>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44D0F14B-C862-D97B-2B9C-4A9736C02920}"/>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FB249E08-0A3C-0537-0D6D-31A2457C50FE}"/>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DAC026D7-ADC6-9B5E-2A03-1C3769B6C1C1}"/>
              </a:ext>
            </a:extLst>
          </p:cNvPr>
          <p:cNvSpPr txBox="1"/>
          <p:nvPr/>
        </p:nvSpPr>
        <p:spPr>
          <a:xfrm>
            <a:off x="5715003" y="2231221"/>
            <a:ext cx="462845" cy="584775"/>
          </a:xfrm>
          <a:prstGeom prst="rect">
            <a:avLst/>
          </a:prstGeom>
          <a:no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6B42C5DC-42BF-C2AA-8635-07653E6C6894}"/>
              </a:ext>
            </a:extLst>
          </p:cNvPr>
          <p:cNvSpPr txBox="1"/>
          <p:nvPr/>
        </p:nvSpPr>
        <p:spPr>
          <a:xfrm>
            <a:off x="4645378" y="3406653"/>
            <a:ext cx="570089" cy="230832"/>
          </a:xfrm>
          <a:prstGeom prst="rect">
            <a:avLst/>
          </a:prstGeom>
          <a:noFill/>
        </p:spPr>
        <p:txBody>
          <a:bodyPr wrap="square" rtlCol="0">
            <a:spAutoFit/>
          </a:bodyPr>
          <a:lstStyle/>
          <a:p>
            <a:pPr algn="ctr"/>
            <a:r>
              <a:rPr lang="en-US" sz="900" dirty="0"/>
              <a:t>87</a:t>
            </a:r>
          </a:p>
        </p:txBody>
      </p:sp>
      <p:sp>
        <p:nvSpPr>
          <p:cNvPr id="33" name="TextBox 32">
            <a:extLst>
              <a:ext uri="{FF2B5EF4-FFF2-40B4-BE49-F238E27FC236}">
                <a16:creationId xmlns:a16="http://schemas.microsoft.com/office/drawing/2014/main" id="{F42A7226-C494-390A-214B-1712469742F0}"/>
              </a:ext>
            </a:extLst>
          </p:cNvPr>
          <p:cNvSpPr txBox="1"/>
          <p:nvPr/>
        </p:nvSpPr>
        <p:spPr>
          <a:xfrm>
            <a:off x="3716867" y="1727886"/>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34" name="TextBox 33">
            <a:extLst>
              <a:ext uri="{FF2B5EF4-FFF2-40B4-BE49-F238E27FC236}">
                <a16:creationId xmlns:a16="http://schemas.microsoft.com/office/drawing/2014/main" id="{F387D8B0-4933-DB78-5B97-672DEBE807CB}"/>
              </a:ext>
            </a:extLst>
          </p:cNvPr>
          <p:cNvSpPr txBox="1"/>
          <p:nvPr/>
        </p:nvSpPr>
        <p:spPr>
          <a:xfrm>
            <a:off x="4715935" y="2734556"/>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35" name="TextBox 34">
            <a:extLst>
              <a:ext uri="{FF2B5EF4-FFF2-40B4-BE49-F238E27FC236}">
                <a16:creationId xmlns:a16="http://schemas.microsoft.com/office/drawing/2014/main" id="{F87048AA-6936-8E8A-162D-DBBE8C560853}"/>
              </a:ext>
            </a:extLst>
          </p:cNvPr>
          <p:cNvSpPr txBox="1"/>
          <p:nvPr/>
        </p:nvSpPr>
        <p:spPr>
          <a:xfrm>
            <a:off x="5215469" y="3237891"/>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36" name="TextBox 35">
            <a:extLst>
              <a:ext uri="{FF2B5EF4-FFF2-40B4-BE49-F238E27FC236}">
                <a16:creationId xmlns:a16="http://schemas.microsoft.com/office/drawing/2014/main" id="{9749159A-5CEE-2140-D505-A174D8A61695}"/>
              </a:ext>
            </a:extLst>
          </p:cNvPr>
          <p:cNvSpPr txBox="1"/>
          <p:nvPr/>
        </p:nvSpPr>
        <p:spPr>
          <a:xfrm>
            <a:off x="6214537" y="4244561"/>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37" name="TextBox 36">
            <a:extLst>
              <a:ext uri="{FF2B5EF4-FFF2-40B4-BE49-F238E27FC236}">
                <a16:creationId xmlns:a16="http://schemas.microsoft.com/office/drawing/2014/main" id="{5CDB2942-D9CF-B017-38BD-FEC669280C56}"/>
              </a:ext>
            </a:extLst>
          </p:cNvPr>
          <p:cNvSpPr txBox="1"/>
          <p:nvPr/>
        </p:nvSpPr>
        <p:spPr>
          <a:xfrm>
            <a:off x="4216401" y="2231221"/>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38" name="TextBox 37">
            <a:extLst>
              <a:ext uri="{FF2B5EF4-FFF2-40B4-BE49-F238E27FC236}">
                <a16:creationId xmlns:a16="http://schemas.microsoft.com/office/drawing/2014/main" id="{B3D91786-DB21-7C67-F751-E6175A654A9F}"/>
              </a:ext>
            </a:extLst>
          </p:cNvPr>
          <p:cNvSpPr txBox="1"/>
          <p:nvPr/>
        </p:nvSpPr>
        <p:spPr>
          <a:xfrm>
            <a:off x="5715003" y="3741226"/>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39" name="TextBox 38">
            <a:extLst>
              <a:ext uri="{FF2B5EF4-FFF2-40B4-BE49-F238E27FC236}">
                <a16:creationId xmlns:a16="http://schemas.microsoft.com/office/drawing/2014/main" id="{B78AD92F-6557-6D9A-CDAD-186C2BA81222}"/>
              </a:ext>
            </a:extLst>
          </p:cNvPr>
          <p:cNvSpPr txBox="1"/>
          <p:nvPr/>
        </p:nvSpPr>
        <p:spPr>
          <a:xfrm>
            <a:off x="3640666" y="1903821"/>
            <a:ext cx="570089" cy="230832"/>
          </a:xfrm>
          <a:prstGeom prst="rect">
            <a:avLst/>
          </a:prstGeom>
          <a:noFill/>
        </p:spPr>
        <p:txBody>
          <a:bodyPr wrap="square" rtlCol="0">
            <a:spAutoFit/>
          </a:bodyPr>
          <a:lstStyle/>
          <a:p>
            <a:pPr algn="ctr"/>
            <a:r>
              <a:rPr lang="en-US" sz="900" dirty="0"/>
              <a:t>78</a:t>
            </a:r>
          </a:p>
        </p:txBody>
      </p:sp>
      <p:sp>
        <p:nvSpPr>
          <p:cNvPr id="40" name="TextBox 39">
            <a:extLst>
              <a:ext uri="{FF2B5EF4-FFF2-40B4-BE49-F238E27FC236}">
                <a16:creationId xmlns:a16="http://schemas.microsoft.com/office/drawing/2014/main" id="{E0702028-0EB2-931E-6344-ABE6A8CCA6D4}"/>
              </a:ext>
            </a:extLst>
          </p:cNvPr>
          <p:cNvSpPr txBox="1"/>
          <p:nvPr/>
        </p:nvSpPr>
        <p:spPr>
          <a:xfrm>
            <a:off x="4645378" y="2905709"/>
            <a:ext cx="570089" cy="230832"/>
          </a:xfrm>
          <a:prstGeom prst="rect">
            <a:avLst/>
          </a:prstGeom>
          <a:noFill/>
        </p:spPr>
        <p:txBody>
          <a:bodyPr wrap="square" rtlCol="0">
            <a:spAutoFit/>
          </a:bodyPr>
          <a:lstStyle/>
          <a:p>
            <a:pPr algn="ctr"/>
            <a:r>
              <a:rPr lang="en-US" sz="900" dirty="0"/>
              <a:t>678</a:t>
            </a:r>
          </a:p>
        </p:txBody>
      </p:sp>
      <p:sp>
        <p:nvSpPr>
          <p:cNvPr id="41" name="TextBox 40">
            <a:extLst>
              <a:ext uri="{FF2B5EF4-FFF2-40B4-BE49-F238E27FC236}">
                <a16:creationId xmlns:a16="http://schemas.microsoft.com/office/drawing/2014/main" id="{4953914D-5BE8-A9CE-7416-3DD5574C009A}"/>
              </a:ext>
            </a:extLst>
          </p:cNvPr>
          <p:cNvSpPr txBox="1"/>
          <p:nvPr/>
        </p:nvSpPr>
        <p:spPr>
          <a:xfrm>
            <a:off x="5147734" y="3406653"/>
            <a:ext cx="570089" cy="230832"/>
          </a:xfrm>
          <a:prstGeom prst="rect">
            <a:avLst/>
          </a:prstGeom>
          <a:noFill/>
        </p:spPr>
        <p:txBody>
          <a:bodyPr wrap="square" rtlCol="0">
            <a:spAutoFit/>
          </a:bodyPr>
          <a:lstStyle/>
          <a:p>
            <a:pPr algn="ctr"/>
            <a:r>
              <a:rPr lang="en-US" sz="900" dirty="0"/>
              <a:t>678</a:t>
            </a:r>
          </a:p>
        </p:txBody>
      </p:sp>
      <p:sp>
        <p:nvSpPr>
          <p:cNvPr id="42" name="TextBox 41">
            <a:extLst>
              <a:ext uri="{FF2B5EF4-FFF2-40B4-BE49-F238E27FC236}">
                <a16:creationId xmlns:a16="http://schemas.microsoft.com/office/drawing/2014/main" id="{A3D80917-3FA8-F4DD-470A-E1350F488AB6}"/>
              </a:ext>
            </a:extLst>
          </p:cNvPr>
          <p:cNvSpPr txBox="1"/>
          <p:nvPr/>
        </p:nvSpPr>
        <p:spPr>
          <a:xfrm>
            <a:off x="6152446" y="4408541"/>
            <a:ext cx="570089" cy="230832"/>
          </a:xfrm>
          <a:prstGeom prst="rect">
            <a:avLst/>
          </a:prstGeom>
          <a:noFill/>
        </p:spPr>
        <p:txBody>
          <a:bodyPr wrap="square" rtlCol="0">
            <a:spAutoFit/>
          </a:bodyPr>
          <a:lstStyle/>
          <a:p>
            <a:pPr algn="ctr"/>
            <a:r>
              <a:rPr lang="en-US" sz="900" dirty="0"/>
              <a:t>78</a:t>
            </a:r>
          </a:p>
        </p:txBody>
      </p:sp>
    </p:spTree>
    <p:extLst>
      <p:ext uri="{BB962C8B-B14F-4D97-AF65-F5344CB8AC3E}">
        <p14:creationId xmlns:p14="http://schemas.microsoft.com/office/powerpoint/2010/main" val="16892235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1803A3-DFB9-FD02-F9EF-0F4442D95A7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1FC7268-6700-63B4-774B-94D56713E948}"/>
              </a:ext>
            </a:extLst>
          </p:cNvPr>
          <p:cNvSpPr>
            <a:spLocks noGrp="1"/>
          </p:cNvSpPr>
          <p:nvPr>
            <p:ph sz="half" idx="1"/>
          </p:nvPr>
        </p:nvSpPr>
        <p:spPr/>
        <p:txBody>
          <a:bodyPr>
            <a:normAutofit/>
          </a:bodyPr>
          <a:lstStyle/>
          <a:p>
            <a:r>
              <a:rPr lang="en-US" dirty="0"/>
              <a:t>Initialize short line.</a:t>
            </a:r>
          </a:p>
        </p:txBody>
      </p:sp>
      <p:pic>
        <p:nvPicPr>
          <p:cNvPr id="4" name="Picture 3" descr="A grid of sudoku puzzle&#10;&#10;Description automatically generated">
            <a:extLst>
              <a:ext uri="{FF2B5EF4-FFF2-40B4-BE49-F238E27FC236}">
                <a16:creationId xmlns:a16="http://schemas.microsoft.com/office/drawing/2014/main" id="{3FB9F0B2-9A79-051F-54CE-8AC4B4F8686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841E8DD-A978-C9CE-B81C-B294E24235E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B840443-FB44-4EEF-7679-27EEF0EEC43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C1374E4-A10A-5D8B-A435-00ABD0CEB2E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C472979F-2908-20A6-28ED-CF697E4A38F6}"/>
              </a:ext>
            </a:extLst>
          </p:cNvPr>
          <p:cNvSpPr txBox="1"/>
          <p:nvPr/>
        </p:nvSpPr>
        <p:spPr>
          <a:xfrm>
            <a:off x="7213604" y="4747898"/>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6DD37E2F-DDF5-05BA-6BAC-429F93A39594}"/>
              </a:ext>
            </a:extLst>
          </p:cNvPr>
          <p:cNvSpPr txBox="1"/>
          <p:nvPr/>
        </p:nvSpPr>
        <p:spPr>
          <a:xfrm>
            <a:off x="4645378" y="2404765"/>
            <a:ext cx="570089" cy="230832"/>
          </a:xfrm>
          <a:prstGeom prst="rect">
            <a:avLst/>
          </a:prstGeom>
          <a:noFill/>
        </p:spPr>
        <p:txBody>
          <a:bodyPr wrap="square" rtlCol="0">
            <a:spAutoFit/>
          </a:bodyPr>
          <a:lstStyle/>
          <a:p>
            <a:pPr algn="ctr"/>
            <a:r>
              <a:rPr lang="en-US" sz="900" dirty="0"/>
              <a:t>23</a:t>
            </a:r>
          </a:p>
        </p:txBody>
      </p:sp>
      <p:sp>
        <p:nvSpPr>
          <p:cNvPr id="12" name="TextBox 11">
            <a:extLst>
              <a:ext uri="{FF2B5EF4-FFF2-40B4-BE49-F238E27FC236}">
                <a16:creationId xmlns:a16="http://schemas.microsoft.com/office/drawing/2014/main" id="{E9FD03F6-BE51-BD5A-252D-5BFA91B577AF}"/>
              </a:ext>
            </a:extLst>
          </p:cNvPr>
          <p:cNvSpPr txBox="1"/>
          <p:nvPr/>
        </p:nvSpPr>
        <p:spPr>
          <a:xfrm>
            <a:off x="5650090" y="3406653"/>
            <a:ext cx="570089" cy="230832"/>
          </a:xfrm>
          <a:prstGeom prst="rect">
            <a:avLst/>
          </a:prstGeom>
          <a:noFill/>
        </p:spPr>
        <p:txBody>
          <a:bodyPr wrap="square" rtlCol="0">
            <a:spAutoFit/>
          </a:bodyPr>
          <a:lstStyle/>
          <a:p>
            <a:pPr algn="ctr"/>
            <a:r>
              <a:rPr lang="en-US" sz="900" dirty="0"/>
              <a:t>32</a:t>
            </a:r>
          </a:p>
        </p:txBody>
      </p:sp>
      <p:sp>
        <p:nvSpPr>
          <p:cNvPr id="15" name="TextBox 14">
            <a:extLst>
              <a:ext uri="{FF2B5EF4-FFF2-40B4-BE49-F238E27FC236}">
                <a16:creationId xmlns:a16="http://schemas.microsoft.com/office/drawing/2014/main" id="{1C4AEEE9-7EB5-B6EA-8250-869BABC5FB1E}"/>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ED5CC6DB-FC68-2F12-1A3B-1C6CF9C1D887}"/>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17" name="TextBox 16">
            <a:extLst>
              <a:ext uri="{FF2B5EF4-FFF2-40B4-BE49-F238E27FC236}">
                <a16:creationId xmlns:a16="http://schemas.microsoft.com/office/drawing/2014/main" id="{C875421E-822F-2985-5ABA-3D36CB2BDE11}"/>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C5E08E7E-4676-55A0-1EDB-8A77979D9976}"/>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4124DD11-30F8-46D8-9F0D-5258B0D346C6}"/>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8A0DB7B4-8C6C-A803-941B-65833E57AC22}"/>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BE8F9EE6-FE27-9480-41D4-4E75CAA06FBB}"/>
              </a:ext>
            </a:extLst>
          </p:cNvPr>
          <p:cNvSpPr txBox="1"/>
          <p:nvPr/>
        </p:nvSpPr>
        <p:spPr>
          <a:xfrm>
            <a:off x="5147734" y="2404765"/>
            <a:ext cx="570089" cy="230832"/>
          </a:xfrm>
          <a:prstGeom prst="rect">
            <a:avLst/>
          </a:prstGeom>
          <a:noFill/>
        </p:spPr>
        <p:txBody>
          <a:bodyPr wrap="square" rtlCol="0">
            <a:spAutoFit/>
          </a:bodyPr>
          <a:lstStyle/>
          <a:p>
            <a:pPr algn="ctr"/>
            <a:r>
              <a:rPr lang="en-US" sz="900" dirty="0"/>
              <a:t>45</a:t>
            </a:r>
          </a:p>
        </p:txBody>
      </p:sp>
      <p:sp>
        <p:nvSpPr>
          <p:cNvPr id="22" name="TextBox 21">
            <a:extLst>
              <a:ext uri="{FF2B5EF4-FFF2-40B4-BE49-F238E27FC236}">
                <a16:creationId xmlns:a16="http://schemas.microsoft.com/office/drawing/2014/main" id="{4445350A-5EF8-99BD-CF2B-98B04B13DC45}"/>
              </a:ext>
            </a:extLst>
          </p:cNvPr>
          <p:cNvSpPr txBox="1"/>
          <p:nvPr/>
        </p:nvSpPr>
        <p:spPr>
          <a:xfrm>
            <a:off x="5650090" y="2905709"/>
            <a:ext cx="570089" cy="230832"/>
          </a:xfrm>
          <a:prstGeom prst="rect">
            <a:avLst/>
          </a:prstGeom>
          <a:noFill/>
        </p:spPr>
        <p:txBody>
          <a:bodyPr wrap="square" rtlCol="0">
            <a:spAutoFit/>
          </a:bodyPr>
          <a:lstStyle/>
          <a:p>
            <a:pPr algn="ctr"/>
            <a:r>
              <a:rPr lang="en-US" sz="900" dirty="0"/>
              <a:t>54</a:t>
            </a:r>
          </a:p>
        </p:txBody>
      </p:sp>
      <p:sp>
        <p:nvSpPr>
          <p:cNvPr id="23" name="TextBox 22">
            <a:extLst>
              <a:ext uri="{FF2B5EF4-FFF2-40B4-BE49-F238E27FC236}">
                <a16:creationId xmlns:a16="http://schemas.microsoft.com/office/drawing/2014/main" id="{7F25B6AB-18EF-4F8E-9C0C-B77796261756}"/>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6DABD856-84DE-F656-75B4-4453BAF96893}"/>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18A269C4-8184-C144-44AF-F19044ECDB3F}"/>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9D176A44-A099-5C21-F9A9-73FA8D2B5997}"/>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7207A2D2-4EEC-A446-79D0-941F4283A8FA}"/>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2DCE074B-EA81-FDF5-EB03-C44E81160DD9}"/>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E67A8866-536F-7CEA-48EA-905157BC74CF}"/>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31370349-3413-B786-2A73-27686A8D2B06}"/>
              </a:ext>
            </a:extLst>
          </p:cNvPr>
          <p:cNvSpPr txBox="1"/>
          <p:nvPr/>
        </p:nvSpPr>
        <p:spPr>
          <a:xfrm>
            <a:off x="5715003" y="2231221"/>
            <a:ext cx="462845" cy="584775"/>
          </a:xfrm>
          <a:prstGeom prst="rect">
            <a:avLst/>
          </a:prstGeom>
          <a:no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69DA3C4C-723C-EE23-DBC9-1229A84C8065}"/>
              </a:ext>
            </a:extLst>
          </p:cNvPr>
          <p:cNvSpPr txBox="1"/>
          <p:nvPr/>
        </p:nvSpPr>
        <p:spPr>
          <a:xfrm>
            <a:off x="5147734" y="1903821"/>
            <a:ext cx="570089" cy="230832"/>
          </a:xfrm>
          <a:prstGeom prst="rect">
            <a:avLst/>
          </a:prstGeom>
          <a:noFill/>
        </p:spPr>
        <p:txBody>
          <a:bodyPr wrap="square" rtlCol="0">
            <a:spAutoFit/>
          </a:bodyPr>
          <a:lstStyle/>
          <a:p>
            <a:pPr algn="ctr"/>
            <a:r>
              <a:rPr lang="en-US" sz="900" dirty="0"/>
              <a:t>3456</a:t>
            </a:r>
          </a:p>
        </p:txBody>
      </p:sp>
      <p:sp>
        <p:nvSpPr>
          <p:cNvPr id="33" name="TextBox 32">
            <a:extLst>
              <a:ext uri="{FF2B5EF4-FFF2-40B4-BE49-F238E27FC236}">
                <a16:creationId xmlns:a16="http://schemas.microsoft.com/office/drawing/2014/main" id="{4C2CD710-3B87-CC51-5F30-03015D85C107}"/>
              </a:ext>
            </a:extLst>
          </p:cNvPr>
          <p:cNvSpPr txBox="1"/>
          <p:nvPr/>
        </p:nvSpPr>
        <p:spPr>
          <a:xfrm>
            <a:off x="6152446" y="2905709"/>
            <a:ext cx="570089" cy="230832"/>
          </a:xfrm>
          <a:prstGeom prst="rect">
            <a:avLst/>
          </a:prstGeom>
          <a:noFill/>
        </p:spPr>
        <p:txBody>
          <a:bodyPr wrap="square" rtlCol="0">
            <a:spAutoFit/>
          </a:bodyPr>
          <a:lstStyle/>
          <a:p>
            <a:pPr algn="ctr"/>
            <a:r>
              <a:rPr lang="en-US" sz="900" dirty="0"/>
              <a:t>6543</a:t>
            </a:r>
          </a:p>
        </p:txBody>
      </p:sp>
      <p:sp>
        <p:nvSpPr>
          <p:cNvPr id="34" name="TextBox 33">
            <a:extLst>
              <a:ext uri="{FF2B5EF4-FFF2-40B4-BE49-F238E27FC236}">
                <a16:creationId xmlns:a16="http://schemas.microsoft.com/office/drawing/2014/main" id="{2D3A1E55-1113-7756-D80C-8C2CEDDFAAD9}"/>
              </a:ext>
            </a:extLst>
          </p:cNvPr>
          <p:cNvSpPr txBox="1"/>
          <p:nvPr/>
        </p:nvSpPr>
        <p:spPr>
          <a:xfrm>
            <a:off x="4645378" y="3406653"/>
            <a:ext cx="570089" cy="230832"/>
          </a:xfrm>
          <a:prstGeom prst="rect">
            <a:avLst/>
          </a:prstGeom>
          <a:noFill/>
        </p:spPr>
        <p:txBody>
          <a:bodyPr wrap="square" rtlCol="0">
            <a:spAutoFit/>
          </a:bodyPr>
          <a:lstStyle/>
          <a:p>
            <a:pPr algn="ctr"/>
            <a:r>
              <a:rPr lang="en-US" sz="900" dirty="0"/>
              <a:t>87</a:t>
            </a:r>
          </a:p>
        </p:txBody>
      </p:sp>
      <p:sp>
        <p:nvSpPr>
          <p:cNvPr id="35" name="TextBox 34">
            <a:extLst>
              <a:ext uri="{FF2B5EF4-FFF2-40B4-BE49-F238E27FC236}">
                <a16:creationId xmlns:a16="http://schemas.microsoft.com/office/drawing/2014/main" id="{F85B8DC7-BBDA-A776-AB64-790A102861BE}"/>
              </a:ext>
            </a:extLst>
          </p:cNvPr>
          <p:cNvSpPr txBox="1"/>
          <p:nvPr/>
        </p:nvSpPr>
        <p:spPr>
          <a:xfrm>
            <a:off x="3716867" y="1727886"/>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36" name="TextBox 35">
            <a:extLst>
              <a:ext uri="{FF2B5EF4-FFF2-40B4-BE49-F238E27FC236}">
                <a16:creationId xmlns:a16="http://schemas.microsoft.com/office/drawing/2014/main" id="{BFB8E5D3-6DB8-6837-FB95-718EEF12DC3B}"/>
              </a:ext>
            </a:extLst>
          </p:cNvPr>
          <p:cNvSpPr txBox="1"/>
          <p:nvPr/>
        </p:nvSpPr>
        <p:spPr>
          <a:xfrm>
            <a:off x="4715935" y="2734556"/>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37" name="TextBox 36">
            <a:extLst>
              <a:ext uri="{FF2B5EF4-FFF2-40B4-BE49-F238E27FC236}">
                <a16:creationId xmlns:a16="http://schemas.microsoft.com/office/drawing/2014/main" id="{46966BF3-2258-8BAA-7AF4-9DF76F7AB5E3}"/>
              </a:ext>
            </a:extLst>
          </p:cNvPr>
          <p:cNvSpPr txBox="1"/>
          <p:nvPr/>
        </p:nvSpPr>
        <p:spPr>
          <a:xfrm>
            <a:off x="5215469" y="3237891"/>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38" name="TextBox 37">
            <a:extLst>
              <a:ext uri="{FF2B5EF4-FFF2-40B4-BE49-F238E27FC236}">
                <a16:creationId xmlns:a16="http://schemas.microsoft.com/office/drawing/2014/main" id="{C54C805B-02C1-C241-054C-2E8F1D8BB526}"/>
              </a:ext>
            </a:extLst>
          </p:cNvPr>
          <p:cNvSpPr txBox="1"/>
          <p:nvPr/>
        </p:nvSpPr>
        <p:spPr>
          <a:xfrm>
            <a:off x="6214537" y="4244561"/>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39" name="TextBox 38">
            <a:extLst>
              <a:ext uri="{FF2B5EF4-FFF2-40B4-BE49-F238E27FC236}">
                <a16:creationId xmlns:a16="http://schemas.microsoft.com/office/drawing/2014/main" id="{8580EE0F-27D6-DBC8-B257-D6FC2EF07366}"/>
              </a:ext>
            </a:extLst>
          </p:cNvPr>
          <p:cNvSpPr txBox="1"/>
          <p:nvPr/>
        </p:nvSpPr>
        <p:spPr>
          <a:xfrm>
            <a:off x="4216401" y="2231221"/>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40" name="TextBox 39">
            <a:extLst>
              <a:ext uri="{FF2B5EF4-FFF2-40B4-BE49-F238E27FC236}">
                <a16:creationId xmlns:a16="http://schemas.microsoft.com/office/drawing/2014/main" id="{36305129-197A-8EFD-5C45-6C32B9EBF433}"/>
              </a:ext>
            </a:extLst>
          </p:cNvPr>
          <p:cNvSpPr txBox="1"/>
          <p:nvPr/>
        </p:nvSpPr>
        <p:spPr>
          <a:xfrm>
            <a:off x="5715003" y="3741226"/>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41" name="TextBox 40">
            <a:extLst>
              <a:ext uri="{FF2B5EF4-FFF2-40B4-BE49-F238E27FC236}">
                <a16:creationId xmlns:a16="http://schemas.microsoft.com/office/drawing/2014/main" id="{2C337FD4-A4E6-D833-B773-C151BD553A19}"/>
              </a:ext>
            </a:extLst>
          </p:cNvPr>
          <p:cNvSpPr txBox="1"/>
          <p:nvPr/>
        </p:nvSpPr>
        <p:spPr>
          <a:xfrm>
            <a:off x="3640666" y="1903821"/>
            <a:ext cx="570089" cy="230832"/>
          </a:xfrm>
          <a:prstGeom prst="rect">
            <a:avLst/>
          </a:prstGeom>
          <a:noFill/>
        </p:spPr>
        <p:txBody>
          <a:bodyPr wrap="square" rtlCol="0">
            <a:spAutoFit/>
          </a:bodyPr>
          <a:lstStyle/>
          <a:p>
            <a:pPr algn="ctr"/>
            <a:r>
              <a:rPr lang="en-US" sz="900" dirty="0"/>
              <a:t>78</a:t>
            </a:r>
          </a:p>
        </p:txBody>
      </p:sp>
      <p:sp>
        <p:nvSpPr>
          <p:cNvPr id="42" name="TextBox 41">
            <a:extLst>
              <a:ext uri="{FF2B5EF4-FFF2-40B4-BE49-F238E27FC236}">
                <a16:creationId xmlns:a16="http://schemas.microsoft.com/office/drawing/2014/main" id="{75A23526-08A9-26F3-C33C-E9825693EC00}"/>
              </a:ext>
            </a:extLst>
          </p:cNvPr>
          <p:cNvSpPr txBox="1"/>
          <p:nvPr/>
        </p:nvSpPr>
        <p:spPr>
          <a:xfrm>
            <a:off x="4645378" y="2905709"/>
            <a:ext cx="570089" cy="230832"/>
          </a:xfrm>
          <a:prstGeom prst="rect">
            <a:avLst/>
          </a:prstGeom>
          <a:noFill/>
        </p:spPr>
        <p:txBody>
          <a:bodyPr wrap="square" rtlCol="0">
            <a:spAutoFit/>
          </a:bodyPr>
          <a:lstStyle/>
          <a:p>
            <a:pPr algn="ctr"/>
            <a:r>
              <a:rPr lang="en-US" sz="900" dirty="0"/>
              <a:t>678</a:t>
            </a:r>
          </a:p>
        </p:txBody>
      </p:sp>
      <p:sp>
        <p:nvSpPr>
          <p:cNvPr id="43" name="TextBox 42">
            <a:extLst>
              <a:ext uri="{FF2B5EF4-FFF2-40B4-BE49-F238E27FC236}">
                <a16:creationId xmlns:a16="http://schemas.microsoft.com/office/drawing/2014/main" id="{F099EA17-425E-13D6-4673-474D542D2DAB}"/>
              </a:ext>
            </a:extLst>
          </p:cNvPr>
          <p:cNvSpPr txBox="1"/>
          <p:nvPr/>
        </p:nvSpPr>
        <p:spPr>
          <a:xfrm>
            <a:off x="5147734" y="3406653"/>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45ADAF48-A049-9AFA-A8D2-BB8801FE87FA}"/>
              </a:ext>
            </a:extLst>
          </p:cNvPr>
          <p:cNvSpPr txBox="1"/>
          <p:nvPr/>
        </p:nvSpPr>
        <p:spPr>
          <a:xfrm>
            <a:off x="6152446" y="4408541"/>
            <a:ext cx="570089" cy="230832"/>
          </a:xfrm>
          <a:prstGeom prst="rect">
            <a:avLst/>
          </a:prstGeom>
          <a:noFill/>
        </p:spPr>
        <p:txBody>
          <a:bodyPr wrap="square" rtlCol="0">
            <a:spAutoFit/>
          </a:bodyPr>
          <a:lstStyle/>
          <a:p>
            <a:pPr algn="ctr"/>
            <a:r>
              <a:rPr lang="en-US" sz="900" dirty="0"/>
              <a:t>78</a:t>
            </a:r>
          </a:p>
        </p:txBody>
      </p:sp>
    </p:spTree>
    <p:extLst>
      <p:ext uri="{BB962C8B-B14F-4D97-AF65-F5344CB8AC3E}">
        <p14:creationId xmlns:p14="http://schemas.microsoft.com/office/powerpoint/2010/main" val="27021563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627A8-4DFB-A2E8-9362-CB0DCE343E3D}"/>
            </a:ext>
          </a:extLst>
        </p:cNvPr>
        <p:cNvGrpSpPr/>
        <p:nvPr/>
      </p:nvGrpSpPr>
      <p:grpSpPr>
        <a:xfrm>
          <a:off x="0" y="0"/>
          <a:ext cx="0" cy="0"/>
          <a:chOff x="0" y="0"/>
          <a:chExt cx="0" cy="0"/>
        </a:xfrm>
      </p:grpSpPr>
      <p:sp>
        <p:nvSpPr>
          <p:cNvPr id="39" name="TextBox 38">
            <a:extLst>
              <a:ext uri="{FF2B5EF4-FFF2-40B4-BE49-F238E27FC236}">
                <a16:creationId xmlns:a16="http://schemas.microsoft.com/office/drawing/2014/main" id="{9781FAAA-7C73-6540-DD89-EADFBF76F131}"/>
              </a:ext>
            </a:extLst>
          </p:cNvPr>
          <p:cNvSpPr txBox="1"/>
          <p:nvPr/>
        </p:nvSpPr>
        <p:spPr>
          <a:xfrm>
            <a:off x="3716867" y="2231221"/>
            <a:ext cx="462845" cy="584775"/>
          </a:xfrm>
          <a:prstGeom prst="rect">
            <a:avLst/>
          </a:prstGeom>
          <a:solidFill>
            <a:srgbClr val="FF0000">
              <a:alpha val="15000"/>
            </a:srgbClr>
          </a:solidFill>
        </p:spPr>
        <p:txBody>
          <a:bodyPr wrap="square" rtlCol="0">
            <a:spAutoFit/>
          </a:bodyPr>
          <a:lstStyle/>
          <a:p>
            <a:pPr algn="ctr"/>
            <a:endParaRPr lang="en-US" sz="3200" dirty="0"/>
          </a:p>
        </p:txBody>
      </p:sp>
      <p:sp>
        <p:nvSpPr>
          <p:cNvPr id="40" name="TextBox 39">
            <a:extLst>
              <a:ext uri="{FF2B5EF4-FFF2-40B4-BE49-F238E27FC236}">
                <a16:creationId xmlns:a16="http://schemas.microsoft.com/office/drawing/2014/main" id="{54F2DC88-2415-AAD9-0B20-EDDEEF2F9B9E}"/>
              </a:ext>
            </a:extLst>
          </p:cNvPr>
          <p:cNvSpPr txBox="1"/>
          <p:nvPr/>
        </p:nvSpPr>
        <p:spPr>
          <a:xfrm>
            <a:off x="4216401" y="2734556"/>
            <a:ext cx="462845" cy="584775"/>
          </a:xfrm>
          <a:prstGeom prst="rect">
            <a:avLst/>
          </a:prstGeom>
          <a:solidFill>
            <a:srgbClr val="FF0000">
              <a:alpha val="15000"/>
            </a:srgbClr>
          </a:solidFill>
        </p:spPr>
        <p:txBody>
          <a:bodyPr wrap="square" rtlCol="0">
            <a:spAutoFit/>
          </a:bodyPr>
          <a:lstStyle/>
          <a:p>
            <a:pPr algn="ctr"/>
            <a:endParaRPr lang="en-US" sz="3200" dirty="0"/>
          </a:p>
        </p:txBody>
      </p:sp>
      <p:sp>
        <p:nvSpPr>
          <p:cNvPr id="41" name="TextBox 40">
            <a:extLst>
              <a:ext uri="{FF2B5EF4-FFF2-40B4-BE49-F238E27FC236}">
                <a16:creationId xmlns:a16="http://schemas.microsoft.com/office/drawing/2014/main" id="{2BC84836-DC35-7636-17BF-ED00AFDE8942}"/>
              </a:ext>
            </a:extLst>
          </p:cNvPr>
          <p:cNvSpPr txBox="1"/>
          <p:nvPr/>
        </p:nvSpPr>
        <p:spPr>
          <a:xfrm>
            <a:off x="4715935" y="3237891"/>
            <a:ext cx="462845" cy="584775"/>
          </a:xfrm>
          <a:prstGeom prst="rect">
            <a:avLst/>
          </a:prstGeom>
          <a:solidFill>
            <a:srgbClr val="FF0000">
              <a:alpha val="15000"/>
            </a:srgbClr>
          </a:solidFill>
        </p:spPr>
        <p:txBody>
          <a:bodyPr wrap="square" rtlCol="0">
            <a:spAutoFit/>
          </a:bodyPr>
          <a:lstStyle/>
          <a:p>
            <a:pPr algn="ctr"/>
            <a:endParaRPr lang="en-US" sz="3200" dirty="0"/>
          </a:p>
        </p:txBody>
      </p:sp>
      <p:sp>
        <p:nvSpPr>
          <p:cNvPr id="42" name="TextBox 41">
            <a:extLst>
              <a:ext uri="{FF2B5EF4-FFF2-40B4-BE49-F238E27FC236}">
                <a16:creationId xmlns:a16="http://schemas.microsoft.com/office/drawing/2014/main" id="{465B44F7-582D-BAC8-1016-79FE03588035}"/>
              </a:ext>
            </a:extLst>
          </p:cNvPr>
          <p:cNvSpPr txBox="1"/>
          <p:nvPr/>
        </p:nvSpPr>
        <p:spPr>
          <a:xfrm>
            <a:off x="5215469" y="3741226"/>
            <a:ext cx="462845" cy="584775"/>
          </a:xfrm>
          <a:prstGeom prst="rect">
            <a:avLst/>
          </a:prstGeom>
          <a:solidFill>
            <a:srgbClr val="FF0000">
              <a:alpha val="15000"/>
            </a:srgbClr>
          </a:solidFill>
        </p:spPr>
        <p:txBody>
          <a:bodyPr wrap="square" rtlCol="0">
            <a:spAutoFit/>
          </a:bodyPr>
          <a:lstStyle/>
          <a:p>
            <a:pPr algn="ctr"/>
            <a:endParaRPr lang="en-US" sz="3200" dirty="0"/>
          </a:p>
        </p:txBody>
      </p:sp>
      <p:sp>
        <p:nvSpPr>
          <p:cNvPr id="43" name="TextBox 42">
            <a:extLst>
              <a:ext uri="{FF2B5EF4-FFF2-40B4-BE49-F238E27FC236}">
                <a16:creationId xmlns:a16="http://schemas.microsoft.com/office/drawing/2014/main" id="{9ACDD293-5405-64F4-4C03-7DFDAA11CF34}"/>
              </a:ext>
            </a:extLst>
          </p:cNvPr>
          <p:cNvSpPr txBox="1"/>
          <p:nvPr/>
        </p:nvSpPr>
        <p:spPr>
          <a:xfrm>
            <a:off x="5715003" y="4244561"/>
            <a:ext cx="462845" cy="584775"/>
          </a:xfrm>
          <a:prstGeom prst="rect">
            <a:avLst/>
          </a:prstGeom>
          <a:solidFill>
            <a:srgbClr val="FF0000">
              <a:alpha val="15000"/>
            </a:srgbClr>
          </a:solidFill>
        </p:spPr>
        <p:txBody>
          <a:bodyPr wrap="square" rtlCol="0">
            <a:spAutoFit/>
          </a:bodyPr>
          <a:lstStyle/>
          <a:p>
            <a:pPr algn="ctr"/>
            <a:endParaRPr lang="en-US" sz="3200" dirty="0"/>
          </a:p>
        </p:txBody>
      </p:sp>
      <p:sp>
        <p:nvSpPr>
          <p:cNvPr id="2" name="Content Placeholder 1">
            <a:extLst>
              <a:ext uri="{FF2B5EF4-FFF2-40B4-BE49-F238E27FC236}">
                <a16:creationId xmlns:a16="http://schemas.microsoft.com/office/drawing/2014/main" id="{FFC1BEAB-BA8A-09F9-72C6-3AA2E15522C5}"/>
              </a:ext>
            </a:extLst>
          </p:cNvPr>
          <p:cNvSpPr>
            <a:spLocks noGrp="1"/>
          </p:cNvSpPr>
          <p:nvPr>
            <p:ph sz="half" idx="1"/>
          </p:nvPr>
        </p:nvSpPr>
        <p:spPr/>
        <p:txBody>
          <a:bodyPr>
            <a:normAutofit/>
          </a:bodyPr>
          <a:lstStyle/>
          <a:p>
            <a:r>
              <a:rPr lang="en-US" dirty="0"/>
              <a:t>The minimum on the red line is 3+7+4=14. The maximum is 8+8=16. On the line, no cell can be more than 2 greater than its minimum. Neither circle can be more than 2 less than its maximum.</a:t>
            </a:r>
          </a:p>
        </p:txBody>
      </p:sp>
      <p:pic>
        <p:nvPicPr>
          <p:cNvPr id="4" name="Picture 3" descr="A grid of sudoku puzzle&#10;&#10;Description automatically generated">
            <a:extLst>
              <a:ext uri="{FF2B5EF4-FFF2-40B4-BE49-F238E27FC236}">
                <a16:creationId xmlns:a16="http://schemas.microsoft.com/office/drawing/2014/main" id="{2A1E36BD-84B1-2A68-646C-64236BC50BE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DC5538E-5653-9BAC-D828-04BD3AB87C8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908E323-E723-FF75-95D1-6FA6EDB514E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A69AB80-C971-B8E9-9636-CC15D64B156F}"/>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59EC8DE2-4006-FC79-95D6-1ABC1DE478B1}"/>
              </a:ext>
            </a:extLst>
          </p:cNvPr>
          <p:cNvSpPr txBox="1"/>
          <p:nvPr/>
        </p:nvSpPr>
        <p:spPr>
          <a:xfrm>
            <a:off x="7213604" y="4747898"/>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F1F6F3E9-B6A4-1A64-99DF-B64BF6A2D30B}"/>
              </a:ext>
            </a:extLst>
          </p:cNvPr>
          <p:cNvSpPr txBox="1"/>
          <p:nvPr/>
        </p:nvSpPr>
        <p:spPr>
          <a:xfrm>
            <a:off x="4645378" y="2404765"/>
            <a:ext cx="570089" cy="230832"/>
          </a:xfrm>
          <a:prstGeom prst="rect">
            <a:avLst/>
          </a:prstGeom>
          <a:noFill/>
        </p:spPr>
        <p:txBody>
          <a:bodyPr wrap="square" rtlCol="0">
            <a:spAutoFit/>
          </a:bodyPr>
          <a:lstStyle/>
          <a:p>
            <a:pPr algn="ctr"/>
            <a:r>
              <a:rPr lang="en-US" sz="900" dirty="0"/>
              <a:t>23</a:t>
            </a:r>
          </a:p>
        </p:txBody>
      </p:sp>
      <p:sp>
        <p:nvSpPr>
          <p:cNvPr id="12" name="TextBox 11">
            <a:extLst>
              <a:ext uri="{FF2B5EF4-FFF2-40B4-BE49-F238E27FC236}">
                <a16:creationId xmlns:a16="http://schemas.microsoft.com/office/drawing/2014/main" id="{A951182E-60EE-E862-02BC-BC8A01754AF5}"/>
              </a:ext>
            </a:extLst>
          </p:cNvPr>
          <p:cNvSpPr txBox="1"/>
          <p:nvPr/>
        </p:nvSpPr>
        <p:spPr>
          <a:xfrm>
            <a:off x="5650090" y="3406653"/>
            <a:ext cx="570089" cy="230832"/>
          </a:xfrm>
          <a:prstGeom prst="rect">
            <a:avLst/>
          </a:prstGeom>
          <a:noFill/>
        </p:spPr>
        <p:txBody>
          <a:bodyPr wrap="square" rtlCol="0">
            <a:spAutoFit/>
          </a:bodyPr>
          <a:lstStyle/>
          <a:p>
            <a:pPr algn="ctr"/>
            <a:r>
              <a:rPr lang="en-US" sz="900" dirty="0"/>
              <a:t>32</a:t>
            </a:r>
          </a:p>
        </p:txBody>
      </p:sp>
      <p:sp>
        <p:nvSpPr>
          <p:cNvPr id="15" name="TextBox 14">
            <a:extLst>
              <a:ext uri="{FF2B5EF4-FFF2-40B4-BE49-F238E27FC236}">
                <a16:creationId xmlns:a16="http://schemas.microsoft.com/office/drawing/2014/main" id="{2119852F-A685-9DEA-BF2F-37B4ED79AC0B}"/>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4054486F-D73A-6FB3-7E0A-FD10979DFDA3}"/>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17" name="TextBox 16">
            <a:extLst>
              <a:ext uri="{FF2B5EF4-FFF2-40B4-BE49-F238E27FC236}">
                <a16:creationId xmlns:a16="http://schemas.microsoft.com/office/drawing/2014/main" id="{52A36B63-4E65-866C-7BD8-7C5EDF66CD46}"/>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D0D44460-2FC0-9AB6-EE8D-4F62902A24F0}"/>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E4617918-6ADA-4542-8890-F74AF64CB653}"/>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F3770729-969D-CEB5-3CDD-5E5C3AC04817}"/>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440A6258-B487-3E73-0995-AA6EC495513B}"/>
              </a:ext>
            </a:extLst>
          </p:cNvPr>
          <p:cNvSpPr txBox="1"/>
          <p:nvPr/>
        </p:nvSpPr>
        <p:spPr>
          <a:xfrm>
            <a:off x="5147734" y="2404765"/>
            <a:ext cx="570089" cy="230832"/>
          </a:xfrm>
          <a:prstGeom prst="rect">
            <a:avLst/>
          </a:prstGeom>
          <a:noFill/>
        </p:spPr>
        <p:txBody>
          <a:bodyPr wrap="square" rtlCol="0">
            <a:spAutoFit/>
          </a:bodyPr>
          <a:lstStyle/>
          <a:p>
            <a:pPr algn="ctr"/>
            <a:r>
              <a:rPr lang="en-US" sz="900" dirty="0"/>
              <a:t>45</a:t>
            </a:r>
          </a:p>
        </p:txBody>
      </p:sp>
      <p:sp>
        <p:nvSpPr>
          <p:cNvPr id="22" name="TextBox 21">
            <a:extLst>
              <a:ext uri="{FF2B5EF4-FFF2-40B4-BE49-F238E27FC236}">
                <a16:creationId xmlns:a16="http://schemas.microsoft.com/office/drawing/2014/main" id="{CC0A875F-A454-BE8B-8847-2B5414B81746}"/>
              </a:ext>
            </a:extLst>
          </p:cNvPr>
          <p:cNvSpPr txBox="1"/>
          <p:nvPr/>
        </p:nvSpPr>
        <p:spPr>
          <a:xfrm>
            <a:off x="5650090" y="2905709"/>
            <a:ext cx="570089" cy="230832"/>
          </a:xfrm>
          <a:prstGeom prst="rect">
            <a:avLst/>
          </a:prstGeom>
          <a:noFill/>
        </p:spPr>
        <p:txBody>
          <a:bodyPr wrap="square" rtlCol="0">
            <a:spAutoFit/>
          </a:bodyPr>
          <a:lstStyle/>
          <a:p>
            <a:pPr algn="ctr"/>
            <a:r>
              <a:rPr lang="en-US" sz="900" dirty="0"/>
              <a:t>54</a:t>
            </a:r>
          </a:p>
        </p:txBody>
      </p:sp>
      <p:sp>
        <p:nvSpPr>
          <p:cNvPr id="23" name="TextBox 22">
            <a:extLst>
              <a:ext uri="{FF2B5EF4-FFF2-40B4-BE49-F238E27FC236}">
                <a16:creationId xmlns:a16="http://schemas.microsoft.com/office/drawing/2014/main" id="{FEF9D294-F992-67D6-AADE-8AB3BB61B065}"/>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29A583A5-B00B-2772-7A9A-C3EC48E20729}"/>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D0DD7261-CCE9-8C8C-A498-1922B82A3E59}"/>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F4976626-B865-905D-414D-C10076A6B3B0}"/>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0B79054A-0A96-8A3A-ADA9-CD0C6F84BD88}"/>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B7A98A6F-88A5-EF38-0C66-2C02FB661864}"/>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1227F856-25F4-1A55-4610-BDB3AFF8E37F}"/>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321B2B16-EE1C-0D9F-1D9C-A1B0897B8C66}"/>
              </a:ext>
            </a:extLst>
          </p:cNvPr>
          <p:cNvSpPr txBox="1"/>
          <p:nvPr/>
        </p:nvSpPr>
        <p:spPr>
          <a:xfrm>
            <a:off x="5715003" y="2231221"/>
            <a:ext cx="462845" cy="584775"/>
          </a:xfrm>
          <a:prstGeom prst="rect">
            <a:avLst/>
          </a:prstGeom>
          <a:no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6CBEBA87-6DCE-5F40-7BFF-9F7FA689A4A3}"/>
              </a:ext>
            </a:extLst>
          </p:cNvPr>
          <p:cNvSpPr txBox="1"/>
          <p:nvPr/>
        </p:nvSpPr>
        <p:spPr>
          <a:xfrm>
            <a:off x="5147734" y="1903821"/>
            <a:ext cx="570089" cy="230832"/>
          </a:xfrm>
          <a:prstGeom prst="rect">
            <a:avLst/>
          </a:prstGeom>
          <a:noFill/>
        </p:spPr>
        <p:txBody>
          <a:bodyPr wrap="square" rtlCol="0">
            <a:spAutoFit/>
          </a:bodyPr>
          <a:lstStyle/>
          <a:p>
            <a:pPr algn="ctr"/>
            <a:r>
              <a:rPr lang="en-US" sz="900" dirty="0"/>
              <a:t>3456</a:t>
            </a:r>
          </a:p>
        </p:txBody>
      </p:sp>
      <p:sp>
        <p:nvSpPr>
          <p:cNvPr id="33" name="TextBox 32">
            <a:extLst>
              <a:ext uri="{FF2B5EF4-FFF2-40B4-BE49-F238E27FC236}">
                <a16:creationId xmlns:a16="http://schemas.microsoft.com/office/drawing/2014/main" id="{E50AB024-898C-6AB9-CEFA-207CFF09C36E}"/>
              </a:ext>
            </a:extLst>
          </p:cNvPr>
          <p:cNvSpPr txBox="1"/>
          <p:nvPr/>
        </p:nvSpPr>
        <p:spPr>
          <a:xfrm>
            <a:off x="6152446" y="2905709"/>
            <a:ext cx="570089" cy="230832"/>
          </a:xfrm>
          <a:prstGeom prst="rect">
            <a:avLst/>
          </a:prstGeom>
          <a:noFill/>
        </p:spPr>
        <p:txBody>
          <a:bodyPr wrap="square" rtlCol="0">
            <a:spAutoFit/>
          </a:bodyPr>
          <a:lstStyle/>
          <a:p>
            <a:pPr algn="ctr"/>
            <a:r>
              <a:rPr lang="en-US" sz="900" dirty="0"/>
              <a:t>6543</a:t>
            </a:r>
          </a:p>
        </p:txBody>
      </p:sp>
      <p:sp>
        <p:nvSpPr>
          <p:cNvPr id="34" name="TextBox 33">
            <a:extLst>
              <a:ext uri="{FF2B5EF4-FFF2-40B4-BE49-F238E27FC236}">
                <a16:creationId xmlns:a16="http://schemas.microsoft.com/office/drawing/2014/main" id="{704A73D3-5350-BE80-4638-F0C3E46FBF0A}"/>
              </a:ext>
            </a:extLst>
          </p:cNvPr>
          <p:cNvSpPr txBox="1"/>
          <p:nvPr/>
        </p:nvSpPr>
        <p:spPr>
          <a:xfrm>
            <a:off x="4645378" y="3406653"/>
            <a:ext cx="570089" cy="230832"/>
          </a:xfrm>
          <a:prstGeom prst="rect">
            <a:avLst/>
          </a:prstGeom>
          <a:noFill/>
        </p:spPr>
        <p:txBody>
          <a:bodyPr wrap="square" rtlCol="0">
            <a:spAutoFit/>
          </a:bodyPr>
          <a:lstStyle/>
          <a:p>
            <a:pPr algn="ctr"/>
            <a:r>
              <a:rPr lang="en-US" sz="900" dirty="0"/>
              <a:t>87</a:t>
            </a:r>
          </a:p>
        </p:txBody>
      </p:sp>
      <p:sp>
        <p:nvSpPr>
          <p:cNvPr id="35" name="TextBox 34">
            <a:extLst>
              <a:ext uri="{FF2B5EF4-FFF2-40B4-BE49-F238E27FC236}">
                <a16:creationId xmlns:a16="http://schemas.microsoft.com/office/drawing/2014/main" id="{0E8787BA-39ED-85BE-D075-A2639BECD3AB}"/>
              </a:ext>
            </a:extLst>
          </p:cNvPr>
          <p:cNvSpPr txBox="1"/>
          <p:nvPr/>
        </p:nvSpPr>
        <p:spPr>
          <a:xfrm>
            <a:off x="3640666" y="2404765"/>
            <a:ext cx="570089" cy="230832"/>
          </a:xfrm>
          <a:prstGeom prst="rect">
            <a:avLst/>
          </a:prstGeom>
          <a:noFill/>
        </p:spPr>
        <p:txBody>
          <a:bodyPr wrap="square" rtlCol="0">
            <a:spAutoFit/>
          </a:bodyPr>
          <a:lstStyle/>
          <a:p>
            <a:pPr algn="ctr"/>
            <a:r>
              <a:rPr lang="en-US" sz="900" dirty="0"/>
              <a:t>678</a:t>
            </a:r>
          </a:p>
        </p:txBody>
      </p:sp>
      <p:sp>
        <p:nvSpPr>
          <p:cNvPr id="36" name="TextBox 35">
            <a:extLst>
              <a:ext uri="{FF2B5EF4-FFF2-40B4-BE49-F238E27FC236}">
                <a16:creationId xmlns:a16="http://schemas.microsoft.com/office/drawing/2014/main" id="{A875AC72-EC3A-695E-5B64-02AA72E56FDE}"/>
              </a:ext>
            </a:extLst>
          </p:cNvPr>
          <p:cNvSpPr txBox="1"/>
          <p:nvPr/>
        </p:nvSpPr>
        <p:spPr>
          <a:xfrm>
            <a:off x="4143022" y="2905709"/>
            <a:ext cx="570089" cy="230832"/>
          </a:xfrm>
          <a:prstGeom prst="rect">
            <a:avLst/>
          </a:prstGeom>
          <a:noFill/>
        </p:spPr>
        <p:txBody>
          <a:bodyPr wrap="square" rtlCol="0">
            <a:spAutoFit/>
          </a:bodyPr>
          <a:lstStyle/>
          <a:p>
            <a:pPr algn="ctr"/>
            <a:r>
              <a:rPr lang="en-US" sz="900" dirty="0"/>
              <a:t>35</a:t>
            </a:r>
          </a:p>
        </p:txBody>
      </p:sp>
      <p:sp>
        <p:nvSpPr>
          <p:cNvPr id="37" name="TextBox 36">
            <a:extLst>
              <a:ext uri="{FF2B5EF4-FFF2-40B4-BE49-F238E27FC236}">
                <a16:creationId xmlns:a16="http://schemas.microsoft.com/office/drawing/2014/main" id="{921B7E18-9000-C82C-11AF-8B655631C67F}"/>
              </a:ext>
            </a:extLst>
          </p:cNvPr>
          <p:cNvSpPr txBox="1"/>
          <p:nvPr/>
        </p:nvSpPr>
        <p:spPr>
          <a:xfrm>
            <a:off x="5147734" y="3907597"/>
            <a:ext cx="570089" cy="230832"/>
          </a:xfrm>
          <a:prstGeom prst="rect">
            <a:avLst/>
          </a:prstGeom>
          <a:noFill/>
        </p:spPr>
        <p:txBody>
          <a:bodyPr wrap="square" rtlCol="0">
            <a:spAutoFit/>
          </a:bodyPr>
          <a:lstStyle/>
          <a:p>
            <a:pPr algn="ctr"/>
            <a:r>
              <a:rPr lang="en-US" sz="900" dirty="0"/>
              <a:t>456</a:t>
            </a:r>
          </a:p>
        </p:txBody>
      </p:sp>
      <p:sp>
        <p:nvSpPr>
          <p:cNvPr id="38" name="TextBox 37">
            <a:extLst>
              <a:ext uri="{FF2B5EF4-FFF2-40B4-BE49-F238E27FC236}">
                <a16:creationId xmlns:a16="http://schemas.microsoft.com/office/drawing/2014/main" id="{93055352-764C-1B81-F8C7-7ABA36C89396}"/>
              </a:ext>
            </a:extLst>
          </p:cNvPr>
          <p:cNvSpPr txBox="1"/>
          <p:nvPr/>
        </p:nvSpPr>
        <p:spPr>
          <a:xfrm>
            <a:off x="5650090" y="4408541"/>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E15D9336-3EAC-2E85-5704-9FC50441FAE0}"/>
              </a:ext>
            </a:extLst>
          </p:cNvPr>
          <p:cNvSpPr txBox="1"/>
          <p:nvPr/>
        </p:nvSpPr>
        <p:spPr>
          <a:xfrm>
            <a:off x="3716867" y="1727886"/>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45" name="TextBox 44">
            <a:extLst>
              <a:ext uri="{FF2B5EF4-FFF2-40B4-BE49-F238E27FC236}">
                <a16:creationId xmlns:a16="http://schemas.microsoft.com/office/drawing/2014/main" id="{80911E11-90EA-2AD7-9368-43179F7A84CC}"/>
              </a:ext>
            </a:extLst>
          </p:cNvPr>
          <p:cNvSpPr txBox="1"/>
          <p:nvPr/>
        </p:nvSpPr>
        <p:spPr>
          <a:xfrm>
            <a:off x="4715935" y="2734556"/>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46" name="TextBox 45">
            <a:extLst>
              <a:ext uri="{FF2B5EF4-FFF2-40B4-BE49-F238E27FC236}">
                <a16:creationId xmlns:a16="http://schemas.microsoft.com/office/drawing/2014/main" id="{FFFBDD25-D5F8-643D-B9FD-CE149879792F}"/>
              </a:ext>
            </a:extLst>
          </p:cNvPr>
          <p:cNvSpPr txBox="1"/>
          <p:nvPr/>
        </p:nvSpPr>
        <p:spPr>
          <a:xfrm>
            <a:off x="5215469" y="3237891"/>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47" name="TextBox 46">
            <a:extLst>
              <a:ext uri="{FF2B5EF4-FFF2-40B4-BE49-F238E27FC236}">
                <a16:creationId xmlns:a16="http://schemas.microsoft.com/office/drawing/2014/main" id="{BC92FFEA-CA8B-A4F0-A60C-C3FCDBD596DC}"/>
              </a:ext>
            </a:extLst>
          </p:cNvPr>
          <p:cNvSpPr txBox="1"/>
          <p:nvPr/>
        </p:nvSpPr>
        <p:spPr>
          <a:xfrm>
            <a:off x="6214537" y="4244561"/>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48" name="TextBox 47">
            <a:extLst>
              <a:ext uri="{FF2B5EF4-FFF2-40B4-BE49-F238E27FC236}">
                <a16:creationId xmlns:a16="http://schemas.microsoft.com/office/drawing/2014/main" id="{9A52948D-46B7-D97F-FE22-AD6FEB520BF0}"/>
              </a:ext>
            </a:extLst>
          </p:cNvPr>
          <p:cNvSpPr txBox="1"/>
          <p:nvPr/>
        </p:nvSpPr>
        <p:spPr>
          <a:xfrm>
            <a:off x="4216401" y="2231221"/>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49" name="TextBox 48">
            <a:extLst>
              <a:ext uri="{FF2B5EF4-FFF2-40B4-BE49-F238E27FC236}">
                <a16:creationId xmlns:a16="http://schemas.microsoft.com/office/drawing/2014/main" id="{177ED088-1793-7D2F-D309-55D13A0BC2B5}"/>
              </a:ext>
            </a:extLst>
          </p:cNvPr>
          <p:cNvSpPr txBox="1"/>
          <p:nvPr/>
        </p:nvSpPr>
        <p:spPr>
          <a:xfrm>
            <a:off x="5715003" y="3741226"/>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50" name="TextBox 49">
            <a:extLst>
              <a:ext uri="{FF2B5EF4-FFF2-40B4-BE49-F238E27FC236}">
                <a16:creationId xmlns:a16="http://schemas.microsoft.com/office/drawing/2014/main" id="{7E4C6224-61B2-5B4C-0452-14F3B1D5117D}"/>
              </a:ext>
            </a:extLst>
          </p:cNvPr>
          <p:cNvSpPr txBox="1"/>
          <p:nvPr/>
        </p:nvSpPr>
        <p:spPr>
          <a:xfrm>
            <a:off x="3640666" y="1903821"/>
            <a:ext cx="570089" cy="230832"/>
          </a:xfrm>
          <a:prstGeom prst="rect">
            <a:avLst/>
          </a:prstGeom>
          <a:noFill/>
        </p:spPr>
        <p:txBody>
          <a:bodyPr wrap="square" rtlCol="0">
            <a:spAutoFit/>
          </a:bodyPr>
          <a:lstStyle/>
          <a:p>
            <a:pPr algn="ctr"/>
            <a:r>
              <a:rPr lang="en-US" sz="900" dirty="0"/>
              <a:t>78</a:t>
            </a:r>
          </a:p>
        </p:txBody>
      </p:sp>
      <p:sp>
        <p:nvSpPr>
          <p:cNvPr id="51" name="TextBox 50">
            <a:extLst>
              <a:ext uri="{FF2B5EF4-FFF2-40B4-BE49-F238E27FC236}">
                <a16:creationId xmlns:a16="http://schemas.microsoft.com/office/drawing/2014/main" id="{4D4ADC3F-916C-4F28-FDCD-2CF80A7F9486}"/>
              </a:ext>
            </a:extLst>
          </p:cNvPr>
          <p:cNvSpPr txBox="1"/>
          <p:nvPr/>
        </p:nvSpPr>
        <p:spPr>
          <a:xfrm>
            <a:off x="4645378" y="2905709"/>
            <a:ext cx="570089" cy="230832"/>
          </a:xfrm>
          <a:prstGeom prst="rect">
            <a:avLst/>
          </a:prstGeom>
          <a:noFill/>
        </p:spPr>
        <p:txBody>
          <a:bodyPr wrap="square" rtlCol="0">
            <a:spAutoFit/>
          </a:bodyPr>
          <a:lstStyle/>
          <a:p>
            <a:pPr algn="ctr"/>
            <a:r>
              <a:rPr lang="en-US" sz="900" dirty="0"/>
              <a:t>678</a:t>
            </a:r>
          </a:p>
        </p:txBody>
      </p:sp>
      <p:sp>
        <p:nvSpPr>
          <p:cNvPr id="52" name="TextBox 51">
            <a:extLst>
              <a:ext uri="{FF2B5EF4-FFF2-40B4-BE49-F238E27FC236}">
                <a16:creationId xmlns:a16="http://schemas.microsoft.com/office/drawing/2014/main" id="{71578ECF-891A-9155-372B-5C8CDA0C969F}"/>
              </a:ext>
            </a:extLst>
          </p:cNvPr>
          <p:cNvSpPr txBox="1"/>
          <p:nvPr/>
        </p:nvSpPr>
        <p:spPr>
          <a:xfrm>
            <a:off x="5147734" y="3406653"/>
            <a:ext cx="570089" cy="230832"/>
          </a:xfrm>
          <a:prstGeom prst="rect">
            <a:avLst/>
          </a:prstGeom>
          <a:noFill/>
        </p:spPr>
        <p:txBody>
          <a:bodyPr wrap="square" rtlCol="0">
            <a:spAutoFit/>
          </a:bodyPr>
          <a:lstStyle/>
          <a:p>
            <a:pPr algn="ctr"/>
            <a:r>
              <a:rPr lang="en-US" sz="900" dirty="0"/>
              <a:t>678</a:t>
            </a:r>
          </a:p>
        </p:txBody>
      </p:sp>
      <p:sp>
        <p:nvSpPr>
          <p:cNvPr id="53" name="TextBox 52">
            <a:extLst>
              <a:ext uri="{FF2B5EF4-FFF2-40B4-BE49-F238E27FC236}">
                <a16:creationId xmlns:a16="http://schemas.microsoft.com/office/drawing/2014/main" id="{5A944F03-D3AD-51AA-E7DB-AC558B04495A}"/>
              </a:ext>
            </a:extLst>
          </p:cNvPr>
          <p:cNvSpPr txBox="1"/>
          <p:nvPr/>
        </p:nvSpPr>
        <p:spPr>
          <a:xfrm>
            <a:off x="6152446" y="4408541"/>
            <a:ext cx="570089" cy="230832"/>
          </a:xfrm>
          <a:prstGeom prst="rect">
            <a:avLst/>
          </a:prstGeom>
          <a:noFill/>
        </p:spPr>
        <p:txBody>
          <a:bodyPr wrap="square" rtlCol="0">
            <a:spAutoFit/>
          </a:bodyPr>
          <a:lstStyle/>
          <a:p>
            <a:pPr algn="ctr"/>
            <a:r>
              <a:rPr lang="en-US" sz="900" dirty="0"/>
              <a:t>78</a:t>
            </a:r>
          </a:p>
        </p:txBody>
      </p:sp>
    </p:spTree>
    <p:extLst>
      <p:ext uri="{BB962C8B-B14F-4D97-AF65-F5344CB8AC3E}">
        <p14:creationId xmlns:p14="http://schemas.microsoft.com/office/powerpoint/2010/main" val="15114242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D0C21-3B99-BD75-1922-0B62710BED26}"/>
            </a:ext>
          </a:extLst>
        </p:cNvPr>
        <p:cNvGrpSpPr/>
        <p:nvPr/>
      </p:nvGrpSpPr>
      <p:grpSpPr>
        <a:xfrm>
          <a:off x="0" y="0"/>
          <a:ext cx="0" cy="0"/>
          <a:chOff x="0" y="0"/>
          <a:chExt cx="0" cy="0"/>
        </a:xfrm>
      </p:grpSpPr>
      <p:sp>
        <p:nvSpPr>
          <p:cNvPr id="46" name="TextBox 45">
            <a:extLst>
              <a:ext uri="{FF2B5EF4-FFF2-40B4-BE49-F238E27FC236}">
                <a16:creationId xmlns:a16="http://schemas.microsoft.com/office/drawing/2014/main" id="{11618BEB-0145-FBDA-05E6-93161BF7AE2B}"/>
              </a:ext>
            </a:extLst>
          </p:cNvPr>
          <p:cNvSpPr txBox="1"/>
          <p:nvPr/>
        </p:nvSpPr>
        <p:spPr>
          <a:xfrm>
            <a:off x="3716867" y="2231221"/>
            <a:ext cx="462845" cy="584775"/>
          </a:xfrm>
          <a:prstGeom prst="rect">
            <a:avLst/>
          </a:prstGeom>
          <a:solidFill>
            <a:srgbClr val="FF0000">
              <a:alpha val="15000"/>
            </a:srgbClr>
          </a:solidFill>
        </p:spPr>
        <p:txBody>
          <a:bodyPr wrap="square" rtlCol="0">
            <a:spAutoFit/>
          </a:bodyPr>
          <a:lstStyle/>
          <a:p>
            <a:pPr algn="ctr"/>
            <a:endParaRPr lang="en-US" sz="3200" dirty="0"/>
          </a:p>
        </p:txBody>
      </p:sp>
      <p:sp>
        <p:nvSpPr>
          <p:cNvPr id="47" name="TextBox 46">
            <a:extLst>
              <a:ext uri="{FF2B5EF4-FFF2-40B4-BE49-F238E27FC236}">
                <a16:creationId xmlns:a16="http://schemas.microsoft.com/office/drawing/2014/main" id="{D388E869-82BA-4506-A5CB-838F4A1B1727}"/>
              </a:ext>
            </a:extLst>
          </p:cNvPr>
          <p:cNvSpPr txBox="1"/>
          <p:nvPr/>
        </p:nvSpPr>
        <p:spPr>
          <a:xfrm>
            <a:off x="4216401" y="2734556"/>
            <a:ext cx="462845" cy="584775"/>
          </a:xfrm>
          <a:prstGeom prst="rect">
            <a:avLst/>
          </a:prstGeom>
          <a:solidFill>
            <a:srgbClr val="FF0000">
              <a:alpha val="15000"/>
            </a:srgbClr>
          </a:solidFill>
        </p:spPr>
        <p:txBody>
          <a:bodyPr wrap="square" rtlCol="0">
            <a:spAutoFit/>
          </a:bodyPr>
          <a:lstStyle/>
          <a:p>
            <a:pPr algn="ctr"/>
            <a:endParaRPr lang="en-US" sz="3200" dirty="0"/>
          </a:p>
        </p:txBody>
      </p:sp>
      <p:sp>
        <p:nvSpPr>
          <p:cNvPr id="48" name="TextBox 47">
            <a:extLst>
              <a:ext uri="{FF2B5EF4-FFF2-40B4-BE49-F238E27FC236}">
                <a16:creationId xmlns:a16="http://schemas.microsoft.com/office/drawing/2014/main" id="{F1994F8B-27BC-564A-06EC-D651476A5816}"/>
              </a:ext>
            </a:extLst>
          </p:cNvPr>
          <p:cNvSpPr txBox="1"/>
          <p:nvPr/>
        </p:nvSpPr>
        <p:spPr>
          <a:xfrm>
            <a:off x="4715935" y="3237891"/>
            <a:ext cx="462845" cy="584775"/>
          </a:xfrm>
          <a:prstGeom prst="rect">
            <a:avLst/>
          </a:prstGeom>
          <a:solidFill>
            <a:srgbClr val="FF0000">
              <a:alpha val="15000"/>
            </a:srgbClr>
          </a:solidFill>
        </p:spPr>
        <p:txBody>
          <a:bodyPr wrap="square" rtlCol="0">
            <a:spAutoFit/>
          </a:bodyPr>
          <a:lstStyle/>
          <a:p>
            <a:pPr algn="ctr"/>
            <a:endParaRPr lang="en-US" sz="3200" dirty="0"/>
          </a:p>
        </p:txBody>
      </p:sp>
      <p:sp>
        <p:nvSpPr>
          <p:cNvPr id="49" name="TextBox 48">
            <a:extLst>
              <a:ext uri="{FF2B5EF4-FFF2-40B4-BE49-F238E27FC236}">
                <a16:creationId xmlns:a16="http://schemas.microsoft.com/office/drawing/2014/main" id="{F918DE00-9346-9130-42E3-15D108E1B898}"/>
              </a:ext>
            </a:extLst>
          </p:cNvPr>
          <p:cNvSpPr txBox="1"/>
          <p:nvPr/>
        </p:nvSpPr>
        <p:spPr>
          <a:xfrm>
            <a:off x="5215469" y="3741226"/>
            <a:ext cx="462845" cy="584775"/>
          </a:xfrm>
          <a:prstGeom prst="rect">
            <a:avLst/>
          </a:prstGeom>
          <a:solidFill>
            <a:srgbClr val="FF0000">
              <a:alpha val="15000"/>
            </a:srgbClr>
          </a:solidFill>
        </p:spPr>
        <p:txBody>
          <a:bodyPr wrap="square" rtlCol="0">
            <a:spAutoFit/>
          </a:bodyPr>
          <a:lstStyle/>
          <a:p>
            <a:pPr algn="ctr"/>
            <a:endParaRPr lang="en-US" sz="3200" dirty="0"/>
          </a:p>
        </p:txBody>
      </p:sp>
      <p:sp>
        <p:nvSpPr>
          <p:cNvPr id="50" name="TextBox 49">
            <a:extLst>
              <a:ext uri="{FF2B5EF4-FFF2-40B4-BE49-F238E27FC236}">
                <a16:creationId xmlns:a16="http://schemas.microsoft.com/office/drawing/2014/main" id="{E6C7A95B-17C9-5388-5E3A-B8F95E764994}"/>
              </a:ext>
            </a:extLst>
          </p:cNvPr>
          <p:cNvSpPr txBox="1"/>
          <p:nvPr/>
        </p:nvSpPr>
        <p:spPr>
          <a:xfrm>
            <a:off x="5715003" y="4244561"/>
            <a:ext cx="462845" cy="584775"/>
          </a:xfrm>
          <a:prstGeom prst="rect">
            <a:avLst/>
          </a:prstGeom>
          <a:solidFill>
            <a:srgbClr val="FF0000">
              <a:alpha val="15000"/>
            </a:srgbClr>
          </a:solidFill>
        </p:spPr>
        <p:txBody>
          <a:bodyPr wrap="square" rtlCol="0">
            <a:spAutoFit/>
          </a:bodyPr>
          <a:lstStyle/>
          <a:p>
            <a:pPr algn="ctr"/>
            <a:endParaRPr lang="en-US" sz="3200" dirty="0"/>
          </a:p>
        </p:txBody>
      </p:sp>
      <p:sp>
        <p:nvSpPr>
          <p:cNvPr id="2" name="Content Placeholder 1">
            <a:extLst>
              <a:ext uri="{FF2B5EF4-FFF2-40B4-BE49-F238E27FC236}">
                <a16:creationId xmlns:a16="http://schemas.microsoft.com/office/drawing/2014/main" id="{6D2014F0-3A50-EB5D-E0BB-965A5FC7B961}"/>
              </a:ext>
            </a:extLst>
          </p:cNvPr>
          <p:cNvSpPr>
            <a:spLocks noGrp="1"/>
          </p:cNvSpPr>
          <p:nvPr>
            <p:ph sz="half" idx="1"/>
          </p:nvPr>
        </p:nvSpPr>
        <p:spPr/>
        <p:txBody>
          <a:bodyPr>
            <a:normAutofit/>
          </a:bodyPr>
          <a:lstStyle/>
          <a:p>
            <a:r>
              <a:rPr lang="en-US" dirty="0"/>
              <a:t>Last possible 9 in left center block.</a:t>
            </a:r>
          </a:p>
          <a:p>
            <a:r>
              <a:rPr lang="en-US" dirty="0"/>
              <a:t>Also, last possible 9 in upper right block (Row 3).</a:t>
            </a:r>
          </a:p>
        </p:txBody>
      </p:sp>
      <p:pic>
        <p:nvPicPr>
          <p:cNvPr id="4" name="Picture 3" descr="A grid of sudoku puzzle&#10;&#10;Description automatically generated">
            <a:extLst>
              <a:ext uri="{FF2B5EF4-FFF2-40B4-BE49-F238E27FC236}">
                <a16:creationId xmlns:a16="http://schemas.microsoft.com/office/drawing/2014/main" id="{865627DC-1C8A-FBC7-5A56-3B11ECFFD87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470B3B8-7D2B-34F6-900E-0989F197292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4912505-8FAF-0AF9-D782-6CE2DA80DD9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68C7715-A1FD-E115-8E8C-DA1F0FAC41F7}"/>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7558DEE4-A430-101F-30FD-DF4F96015911}"/>
              </a:ext>
            </a:extLst>
          </p:cNvPr>
          <p:cNvSpPr txBox="1"/>
          <p:nvPr/>
        </p:nvSpPr>
        <p:spPr>
          <a:xfrm>
            <a:off x="7213604" y="4747898"/>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38C4559C-EF15-18AA-323E-43F374187CD6}"/>
              </a:ext>
            </a:extLst>
          </p:cNvPr>
          <p:cNvSpPr txBox="1"/>
          <p:nvPr/>
        </p:nvSpPr>
        <p:spPr>
          <a:xfrm>
            <a:off x="4645378" y="2404765"/>
            <a:ext cx="570089" cy="230832"/>
          </a:xfrm>
          <a:prstGeom prst="rect">
            <a:avLst/>
          </a:prstGeom>
          <a:noFill/>
        </p:spPr>
        <p:txBody>
          <a:bodyPr wrap="square" rtlCol="0">
            <a:spAutoFit/>
          </a:bodyPr>
          <a:lstStyle/>
          <a:p>
            <a:pPr algn="ctr"/>
            <a:r>
              <a:rPr lang="en-US" sz="900" dirty="0"/>
              <a:t>23</a:t>
            </a:r>
          </a:p>
        </p:txBody>
      </p:sp>
      <p:sp>
        <p:nvSpPr>
          <p:cNvPr id="12" name="TextBox 11">
            <a:extLst>
              <a:ext uri="{FF2B5EF4-FFF2-40B4-BE49-F238E27FC236}">
                <a16:creationId xmlns:a16="http://schemas.microsoft.com/office/drawing/2014/main" id="{92B4675B-D825-FF1E-E387-684C6381CA63}"/>
              </a:ext>
            </a:extLst>
          </p:cNvPr>
          <p:cNvSpPr txBox="1"/>
          <p:nvPr/>
        </p:nvSpPr>
        <p:spPr>
          <a:xfrm>
            <a:off x="5650090" y="3406653"/>
            <a:ext cx="570089" cy="230832"/>
          </a:xfrm>
          <a:prstGeom prst="rect">
            <a:avLst/>
          </a:prstGeom>
          <a:noFill/>
        </p:spPr>
        <p:txBody>
          <a:bodyPr wrap="square" rtlCol="0">
            <a:spAutoFit/>
          </a:bodyPr>
          <a:lstStyle/>
          <a:p>
            <a:pPr algn="ctr"/>
            <a:r>
              <a:rPr lang="en-US" sz="900" dirty="0"/>
              <a:t>32</a:t>
            </a:r>
          </a:p>
        </p:txBody>
      </p:sp>
      <p:sp>
        <p:nvSpPr>
          <p:cNvPr id="15" name="TextBox 14">
            <a:extLst>
              <a:ext uri="{FF2B5EF4-FFF2-40B4-BE49-F238E27FC236}">
                <a16:creationId xmlns:a16="http://schemas.microsoft.com/office/drawing/2014/main" id="{CD150C80-F4EF-385A-7E7D-6F776E34D6B8}"/>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A428D5E1-6E28-A77C-FBB8-03ABC3D9D917}"/>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17" name="TextBox 16">
            <a:extLst>
              <a:ext uri="{FF2B5EF4-FFF2-40B4-BE49-F238E27FC236}">
                <a16:creationId xmlns:a16="http://schemas.microsoft.com/office/drawing/2014/main" id="{A81EB613-E2E8-6251-DBB2-B2244A4DE1D4}"/>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3ECA6170-A5FC-1DAB-F4AB-5410B6B6E898}"/>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FC0E0504-C44B-17C7-47BE-56FF33D290D8}"/>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18ED27DF-23FF-9C22-0BFE-9123F765F9A4}"/>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F5E4E00F-BEFA-6F4F-7934-958934B8368A}"/>
              </a:ext>
            </a:extLst>
          </p:cNvPr>
          <p:cNvSpPr txBox="1"/>
          <p:nvPr/>
        </p:nvSpPr>
        <p:spPr>
          <a:xfrm>
            <a:off x="5147734" y="2404765"/>
            <a:ext cx="570089" cy="230832"/>
          </a:xfrm>
          <a:prstGeom prst="rect">
            <a:avLst/>
          </a:prstGeom>
          <a:noFill/>
        </p:spPr>
        <p:txBody>
          <a:bodyPr wrap="square" rtlCol="0">
            <a:spAutoFit/>
          </a:bodyPr>
          <a:lstStyle/>
          <a:p>
            <a:pPr algn="ctr"/>
            <a:r>
              <a:rPr lang="en-US" sz="900" dirty="0"/>
              <a:t>45</a:t>
            </a:r>
          </a:p>
        </p:txBody>
      </p:sp>
      <p:sp>
        <p:nvSpPr>
          <p:cNvPr id="22" name="TextBox 21">
            <a:extLst>
              <a:ext uri="{FF2B5EF4-FFF2-40B4-BE49-F238E27FC236}">
                <a16:creationId xmlns:a16="http://schemas.microsoft.com/office/drawing/2014/main" id="{ACE060AC-62AE-D195-FD4F-F83D85D0BF37}"/>
              </a:ext>
            </a:extLst>
          </p:cNvPr>
          <p:cNvSpPr txBox="1"/>
          <p:nvPr/>
        </p:nvSpPr>
        <p:spPr>
          <a:xfrm>
            <a:off x="5650090" y="2905709"/>
            <a:ext cx="570089" cy="230832"/>
          </a:xfrm>
          <a:prstGeom prst="rect">
            <a:avLst/>
          </a:prstGeom>
          <a:noFill/>
        </p:spPr>
        <p:txBody>
          <a:bodyPr wrap="square" rtlCol="0">
            <a:spAutoFit/>
          </a:bodyPr>
          <a:lstStyle/>
          <a:p>
            <a:pPr algn="ctr"/>
            <a:r>
              <a:rPr lang="en-US" sz="900" dirty="0"/>
              <a:t>54</a:t>
            </a:r>
          </a:p>
        </p:txBody>
      </p:sp>
      <p:sp>
        <p:nvSpPr>
          <p:cNvPr id="23" name="TextBox 22">
            <a:extLst>
              <a:ext uri="{FF2B5EF4-FFF2-40B4-BE49-F238E27FC236}">
                <a16:creationId xmlns:a16="http://schemas.microsoft.com/office/drawing/2014/main" id="{97CB4D99-45E1-8D00-D929-5C771556D43A}"/>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A1630D85-85AA-72CF-9D73-4630DF2BC844}"/>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81A68EBF-AAD0-5B07-31CF-06863B06AD72}"/>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D7ED9FFD-A300-7120-254D-6651315AFD62}"/>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25171030-5E20-49BF-1D73-8EAA44757742}"/>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541D4AB6-81BE-CE6E-5536-FA9DD3597298}"/>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605C8B71-7B3F-B43F-9FE4-B1269E844A8C}"/>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D74CF0E5-D362-DEF4-6C90-7F99CE8FAE82}"/>
              </a:ext>
            </a:extLst>
          </p:cNvPr>
          <p:cNvSpPr txBox="1"/>
          <p:nvPr/>
        </p:nvSpPr>
        <p:spPr>
          <a:xfrm>
            <a:off x="5715003" y="2231221"/>
            <a:ext cx="462845" cy="584775"/>
          </a:xfrm>
          <a:prstGeom prst="rect">
            <a:avLst/>
          </a:prstGeom>
          <a:no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F1220394-3AE3-B509-5462-77FBD9F92E5B}"/>
              </a:ext>
            </a:extLst>
          </p:cNvPr>
          <p:cNvSpPr txBox="1"/>
          <p:nvPr/>
        </p:nvSpPr>
        <p:spPr>
          <a:xfrm>
            <a:off x="5147734" y="1903821"/>
            <a:ext cx="570089" cy="230832"/>
          </a:xfrm>
          <a:prstGeom prst="rect">
            <a:avLst/>
          </a:prstGeom>
          <a:noFill/>
        </p:spPr>
        <p:txBody>
          <a:bodyPr wrap="square" rtlCol="0">
            <a:spAutoFit/>
          </a:bodyPr>
          <a:lstStyle/>
          <a:p>
            <a:pPr algn="ctr"/>
            <a:r>
              <a:rPr lang="en-US" sz="900" dirty="0"/>
              <a:t>3456</a:t>
            </a:r>
          </a:p>
        </p:txBody>
      </p:sp>
      <p:sp>
        <p:nvSpPr>
          <p:cNvPr id="33" name="TextBox 32">
            <a:extLst>
              <a:ext uri="{FF2B5EF4-FFF2-40B4-BE49-F238E27FC236}">
                <a16:creationId xmlns:a16="http://schemas.microsoft.com/office/drawing/2014/main" id="{A54FD170-3AD1-D46A-646A-B7DB44499E3E}"/>
              </a:ext>
            </a:extLst>
          </p:cNvPr>
          <p:cNvSpPr txBox="1"/>
          <p:nvPr/>
        </p:nvSpPr>
        <p:spPr>
          <a:xfrm>
            <a:off x="6152446" y="2905709"/>
            <a:ext cx="570089" cy="230832"/>
          </a:xfrm>
          <a:prstGeom prst="rect">
            <a:avLst/>
          </a:prstGeom>
          <a:noFill/>
        </p:spPr>
        <p:txBody>
          <a:bodyPr wrap="square" rtlCol="0">
            <a:spAutoFit/>
          </a:bodyPr>
          <a:lstStyle/>
          <a:p>
            <a:pPr algn="ctr"/>
            <a:r>
              <a:rPr lang="en-US" sz="900" dirty="0"/>
              <a:t>6543</a:t>
            </a:r>
          </a:p>
        </p:txBody>
      </p:sp>
      <p:sp>
        <p:nvSpPr>
          <p:cNvPr id="34" name="TextBox 33">
            <a:extLst>
              <a:ext uri="{FF2B5EF4-FFF2-40B4-BE49-F238E27FC236}">
                <a16:creationId xmlns:a16="http://schemas.microsoft.com/office/drawing/2014/main" id="{D41CC964-D400-8080-07F3-74C4A6C71D28}"/>
              </a:ext>
            </a:extLst>
          </p:cNvPr>
          <p:cNvSpPr txBox="1"/>
          <p:nvPr/>
        </p:nvSpPr>
        <p:spPr>
          <a:xfrm>
            <a:off x="4645378" y="3406653"/>
            <a:ext cx="570089" cy="230832"/>
          </a:xfrm>
          <a:prstGeom prst="rect">
            <a:avLst/>
          </a:prstGeom>
          <a:noFill/>
        </p:spPr>
        <p:txBody>
          <a:bodyPr wrap="square" rtlCol="0">
            <a:spAutoFit/>
          </a:bodyPr>
          <a:lstStyle/>
          <a:p>
            <a:pPr algn="ctr"/>
            <a:r>
              <a:rPr lang="en-US" sz="900" dirty="0"/>
              <a:t>87</a:t>
            </a:r>
          </a:p>
        </p:txBody>
      </p:sp>
      <p:sp>
        <p:nvSpPr>
          <p:cNvPr id="35" name="TextBox 34">
            <a:extLst>
              <a:ext uri="{FF2B5EF4-FFF2-40B4-BE49-F238E27FC236}">
                <a16:creationId xmlns:a16="http://schemas.microsoft.com/office/drawing/2014/main" id="{23DBDC9C-3D23-0180-2538-8F8752EB9007}"/>
              </a:ext>
            </a:extLst>
          </p:cNvPr>
          <p:cNvSpPr txBox="1"/>
          <p:nvPr/>
        </p:nvSpPr>
        <p:spPr>
          <a:xfrm>
            <a:off x="3640666" y="2404765"/>
            <a:ext cx="570089" cy="230832"/>
          </a:xfrm>
          <a:prstGeom prst="rect">
            <a:avLst/>
          </a:prstGeom>
          <a:noFill/>
        </p:spPr>
        <p:txBody>
          <a:bodyPr wrap="square" rtlCol="0">
            <a:spAutoFit/>
          </a:bodyPr>
          <a:lstStyle/>
          <a:p>
            <a:pPr algn="ctr"/>
            <a:r>
              <a:rPr lang="en-US" sz="900" dirty="0"/>
              <a:t>678</a:t>
            </a:r>
          </a:p>
        </p:txBody>
      </p:sp>
      <p:sp>
        <p:nvSpPr>
          <p:cNvPr id="36" name="TextBox 35">
            <a:extLst>
              <a:ext uri="{FF2B5EF4-FFF2-40B4-BE49-F238E27FC236}">
                <a16:creationId xmlns:a16="http://schemas.microsoft.com/office/drawing/2014/main" id="{CC62DE18-1411-BA03-C461-9B70054D9879}"/>
              </a:ext>
            </a:extLst>
          </p:cNvPr>
          <p:cNvSpPr txBox="1"/>
          <p:nvPr/>
        </p:nvSpPr>
        <p:spPr>
          <a:xfrm>
            <a:off x="4143022" y="2905709"/>
            <a:ext cx="570089" cy="230832"/>
          </a:xfrm>
          <a:prstGeom prst="rect">
            <a:avLst/>
          </a:prstGeom>
          <a:noFill/>
        </p:spPr>
        <p:txBody>
          <a:bodyPr wrap="square" rtlCol="0">
            <a:spAutoFit/>
          </a:bodyPr>
          <a:lstStyle/>
          <a:p>
            <a:pPr algn="ctr"/>
            <a:r>
              <a:rPr lang="en-US" sz="900" dirty="0"/>
              <a:t>35</a:t>
            </a:r>
          </a:p>
        </p:txBody>
      </p:sp>
      <p:sp>
        <p:nvSpPr>
          <p:cNvPr id="37" name="TextBox 36">
            <a:extLst>
              <a:ext uri="{FF2B5EF4-FFF2-40B4-BE49-F238E27FC236}">
                <a16:creationId xmlns:a16="http://schemas.microsoft.com/office/drawing/2014/main" id="{006F0585-FF83-5CB0-777E-415AD217B70A}"/>
              </a:ext>
            </a:extLst>
          </p:cNvPr>
          <p:cNvSpPr txBox="1"/>
          <p:nvPr/>
        </p:nvSpPr>
        <p:spPr>
          <a:xfrm>
            <a:off x="5147734" y="3907597"/>
            <a:ext cx="570089" cy="230832"/>
          </a:xfrm>
          <a:prstGeom prst="rect">
            <a:avLst/>
          </a:prstGeom>
          <a:noFill/>
        </p:spPr>
        <p:txBody>
          <a:bodyPr wrap="square" rtlCol="0">
            <a:spAutoFit/>
          </a:bodyPr>
          <a:lstStyle/>
          <a:p>
            <a:pPr algn="ctr"/>
            <a:r>
              <a:rPr lang="en-US" sz="900" dirty="0"/>
              <a:t>456</a:t>
            </a:r>
          </a:p>
        </p:txBody>
      </p:sp>
      <p:sp>
        <p:nvSpPr>
          <p:cNvPr id="38" name="TextBox 37">
            <a:extLst>
              <a:ext uri="{FF2B5EF4-FFF2-40B4-BE49-F238E27FC236}">
                <a16:creationId xmlns:a16="http://schemas.microsoft.com/office/drawing/2014/main" id="{766C1136-B78B-FB91-446B-D33BB8E97BE1}"/>
              </a:ext>
            </a:extLst>
          </p:cNvPr>
          <p:cNvSpPr txBox="1"/>
          <p:nvPr/>
        </p:nvSpPr>
        <p:spPr>
          <a:xfrm>
            <a:off x="5650090" y="4408541"/>
            <a:ext cx="570089" cy="230832"/>
          </a:xfrm>
          <a:prstGeom prst="rect">
            <a:avLst/>
          </a:prstGeom>
          <a:noFill/>
        </p:spPr>
        <p:txBody>
          <a:bodyPr wrap="square" rtlCol="0">
            <a:spAutoFit/>
          </a:bodyPr>
          <a:lstStyle/>
          <a:p>
            <a:pPr algn="ctr"/>
            <a:r>
              <a:rPr lang="en-US" sz="900" dirty="0"/>
              <a:t>678</a:t>
            </a:r>
          </a:p>
        </p:txBody>
      </p:sp>
      <p:sp>
        <p:nvSpPr>
          <p:cNvPr id="39" name="TextBox 38">
            <a:extLst>
              <a:ext uri="{FF2B5EF4-FFF2-40B4-BE49-F238E27FC236}">
                <a16:creationId xmlns:a16="http://schemas.microsoft.com/office/drawing/2014/main" id="{B53E0E91-2466-351D-9BE2-2AD00C1FDE72}"/>
              </a:ext>
            </a:extLst>
          </p:cNvPr>
          <p:cNvSpPr txBox="1"/>
          <p:nvPr/>
        </p:nvSpPr>
        <p:spPr>
          <a:xfrm>
            <a:off x="3217333" y="273455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DF71E3E8-3C15-C5D9-9837-6B43B699AAF8}"/>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07500E72-ABE0-06CB-C541-8EE10F0B9CF5}"/>
              </a:ext>
            </a:extLst>
          </p:cNvPr>
          <p:cNvSpPr txBox="1"/>
          <p:nvPr/>
        </p:nvSpPr>
        <p:spPr>
          <a:xfrm>
            <a:off x="3716867" y="1727886"/>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42" name="TextBox 41">
            <a:extLst>
              <a:ext uri="{FF2B5EF4-FFF2-40B4-BE49-F238E27FC236}">
                <a16:creationId xmlns:a16="http://schemas.microsoft.com/office/drawing/2014/main" id="{9895585C-B13D-549B-0515-0C84F927EB81}"/>
              </a:ext>
            </a:extLst>
          </p:cNvPr>
          <p:cNvSpPr txBox="1"/>
          <p:nvPr/>
        </p:nvSpPr>
        <p:spPr>
          <a:xfrm>
            <a:off x="4715935" y="2734556"/>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43" name="TextBox 42">
            <a:extLst>
              <a:ext uri="{FF2B5EF4-FFF2-40B4-BE49-F238E27FC236}">
                <a16:creationId xmlns:a16="http://schemas.microsoft.com/office/drawing/2014/main" id="{B6C247A6-8D2C-13CD-16A9-20D607F0D247}"/>
              </a:ext>
            </a:extLst>
          </p:cNvPr>
          <p:cNvSpPr txBox="1"/>
          <p:nvPr/>
        </p:nvSpPr>
        <p:spPr>
          <a:xfrm>
            <a:off x="5215469" y="3237891"/>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44" name="TextBox 43">
            <a:extLst>
              <a:ext uri="{FF2B5EF4-FFF2-40B4-BE49-F238E27FC236}">
                <a16:creationId xmlns:a16="http://schemas.microsoft.com/office/drawing/2014/main" id="{C84CA6F9-498B-6D90-97ED-82AD23BDCA65}"/>
              </a:ext>
            </a:extLst>
          </p:cNvPr>
          <p:cNvSpPr txBox="1"/>
          <p:nvPr/>
        </p:nvSpPr>
        <p:spPr>
          <a:xfrm>
            <a:off x="6214537" y="4244561"/>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45" name="TextBox 44">
            <a:extLst>
              <a:ext uri="{FF2B5EF4-FFF2-40B4-BE49-F238E27FC236}">
                <a16:creationId xmlns:a16="http://schemas.microsoft.com/office/drawing/2014/main" id="{716B7BD3-8812-6DA2-F467-4C8F0BF7781B}"/>
              </a:ext>
            </a:extLst>
          </p:cNvPr>
          <p:cNvSpPr txBox="1"/>
          <p:nvPr/>
        </p:nvSpPr>
        <p:spPr>
          <a:xfrm>
            <a:off x="4216401" y="2231221"/>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51" name="TextBox 50">
            <a:extLst>
              <a:ext uri="{FF2B5EF4-FFF2-40B4-BE49-F238E27FC236}">
                <a16:creationId xmlns:a16="http://schemas.microsoft.com/office/drawing/2014/main" id="{F1F3116A-D9DB-2F40-8B3B-4D00E1B2537C}"/>
              </a:ext>
            </a:extLst>
          </p:cNvPr>
          <p:cNvSpPr txBox="1"/>
          <p:nvPr/>
        </p:nvSpPr>
        <p:spPr>
          <a:xfrm>
            <a:off x="5715003" y="3741226"/>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0BB8C249-58AB-AC32-792C-40AF7C015377}"/>
              </a:ext>
            </a:extLst>
          </p:cNvPr>
          <p:cNvSpPr txBox="1"/>
          <p:nvPr/>
        </p:nvSpPr>
        <p:spPr>
          <a:xfrm>
            <a:off x="3640666" y="1903821"/>
            <a:ext cx="570089" cy="230832"/>
          </a:xfrm>
          <a:prstGeom prst="rect">
            <a:avLst/>
          </a:prstGeom>
          <a:noFill/>
        </p:spPr>
        <p:txBody>
          <a:bodyPr wrap="square" rtlCol="0">
            <a:spAutoFit/>
          </a:bodyPr>
          <a:lstStyle/>
          <a:p>
            <a:pPr algn="ctr"/>
            <a:r>
              <a:rPr lang="en-US" sz="900" dirty="0"/>
              <a:t>78</a:t>
            </a:r>
          </a:p>
        </p:txBody>
      </p:sp>
      <p:sp>
        <p:nvSpPr>
          <p:cNvPr id="53" name="TextBox 52">
            <a:extLst>
              <a:ext uri="{FF2B5EF4-FFF2-40B4-BE49-F238E27FC236}">
                <a16:creationId xmlns:a16="http://schemas.microsoft.com/office/drawing/2014/main" id="{5CC7780E-470D-BE13-E031-899A732FACA5}"/>
              </a:ext>
            </a:extLst>
          </p:cNvPr>
          <p:cNvSpPr txBox="1"/>
          <p:nvPr/>
        </p:nvSpPr>
        <p:spPr>
          <a:xfrm>
            <a:off x="4645378" y="2905709"/>
            <a:ext cx="570089" cy="230832"/>
          </a:xfrm>
          <a:prstGeom prst="rect">
            <a:avLst/>
          </a:prstGeom>
          <a:noFill/>
        </p:spPr>
        <p:txBody>
          <a:bodyPr wrap="square" rtlCol="0">
            <a:spAutoFit/>
          </a:bodyPr>
          <a:lstStyle/>
          <a:p>
            <a:pPr algn="ctr"/>
            <a:r>
              <a:rPr lang="en-US" sz="900" dirty="0"/>
              <a:t>678</a:t>
            </a:r>
          </a:p>
        </p:txBody>
      </p:sp>
      <p:sp>
        <p:nvSpPr>
          <p:cNvPr id="54" name="TextBox 53">
            <a:extLst>
              <a:ext uri="{FF2B5EF4-FFF2-40B4-BE49-F238E27FC236}">
                <a16:creationId xmlns:a16="http://schemas.microsoft.com/office/drawing/2014/main" id="{FEED98D4-9809-4A32-E406-9A8A401D5B2A}"/>
              </a:ext>
            </a:extLst>
          </p:cNvPr>
          <p:cNvSpPr txBox="1"/>
          <p:nvPr/>
        </p:nvSpPr>
        <p:spPr>
          <a:xfrm>
            <a:off x="5147734" y="3406653"/>
            <a:ext cx="570089" cy="230832"/>
          </a:xfrm>
          <a:prstGeom prst="rect">
            <a:avLst/>
          </a:prstGeom>
          <a:noFill/>
        </p:spPr>
        <p:txBody>
          <a:bodyPr wrap="square" rtlCol="0">
            <a:spAutoFit/>
          </a:bodyPr>
          <a:lstStyle/>
          <a:p>
            <a:pPr algn="ctr"/>
            <a:r>
              <a:rPr lang="en-US" sz="900" dirty="0"/>
              <a:t>678</a:t>
            </a:r>
          </a:p>
        </p:txBody>
      </p:sp>
      <p:sp>
        <p:nvSpPr>
          <p:cNvPr id="55" name="TextBox 54">
            <a:extLst>
              <a:ext uri="{FF2B5EF4-FFF2-40B4-BE49-F238E27FC236}">
                <a16:creationId xmlns:a16="http://schemas.microsoft.com/office/drawing/2014/main" id="{1A58D944-82A3-26F1-B0F7-5AE0F0A4CC7B}"/>
              </a:ext>
            </a:extLst>
          </p:cNvPr>
          <p:cNvSpPr txBox="1"/>
          <p:nvPr/>
        </p:nvSpPr>
        <p:spPr>
          <a:xfrm>
            <a:off x="6152446" y="4408541"/>
            <a:ext cx="570089" cy="230832"/>
          </a:xfrm>
          <a:prstGeom prst="rect">
            <a:avLst/>
          </a:prstGeom>
          <a:noFill/>
        </p:spPr>
        <p:txBody>
          <a:bodyPr wrap="square" rtlCol="0">
            <a:spAutoFit/>
          </a:bodyPr>
          <a:lstStyle/>
          <a:p>
            <a:pPr algn="ctr"/>
            <a:r>
              <a:rPr lang="en-US" sz="900" dirty="0"/>
              <a:t>78</a:t>
            </a:r>
          </a:p>
        </p:txBody>
      </p:sp>
    </p:spTree>
    <p:extLst>
      <p:ext uri="{BB962C8B-B14F-4D97-AF65-F5344CB8AC3E}">
        <p14:creationId xmlns:p14="http://schemas.microsoft.com/office/powerpoint/2010/main" val="6852722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4719DFE-BB9E-3A0C-744C-A8C85D9CDEE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EC36E52-3CBA-7C23-F596-55E3EB24258C}"/>
              </a:ext>
            </a:extLst>
          </p:cNvPr>
          <p:cNvSpPr>
            <a:spLocks noGrp="1"/>
          </p:cNvSpPr>
          <p:nvPr>
            <p:ph sz="half" idx="1"/>
          </p:nvPr>
        </p:nvSpPr>
        <p:spPr>
          <a:xfrm>
            <a:off x="1371600" y="412955"/>
            <a:ext cx="9445752" cy="6216445"/>
          </a:xfrm>
        </p:spPr>
        <p:txBody>
          <a:bodyPr>
            <a:normAutofit/>
          </a:bodyPr>
          <a:lstStyle/>
          <a:p>
            <a:r>
              <a:rPr lang="en-US" dirty="0"/>
              <a:t>The purple line and the red line are correlated. On the purple line, if the center cells are 67, the circles are 78. If the center cells are 68, the circles are 88.</a:t>
            </a:r>
          </a:p>
          <a:p>
            <a:r>
              <a:rPr lang="en-US" dirty="0"/>
              <a:t>In the former case, the center cell on the red line would be 8 and the minimum would be 15 (rather than 14). The maximum (sum of the circles) would also be 15 (7+8). So, other than the order of the circle assignments, the red line would be determined.</a:t>
            </a:r>
          </a:p>
          <a:p>
            <a:r>
              <a:rPr lang="en-US" dirty="0"/>
              <a:t>In the latter case, the center cell on the red line would be 7 and the minimum of the red line would be 14. The maximum (sum of the circles) would also be 14 (7+7).</a:t>
            </a:r>
          </a:p>
          <a:p>
            <a:r>
              <a:rPr lang="en-US" dirty="0"/>
              <a:t>So, much about the red line can be narrowed down.</a:t>
            </a:r>
          </a:p>
        </p:txBody>
      </p:sp>
    </p:spTree>
    <p:extLst>
      <p:ext uri="{BB962C8B-B14F-4D97-AF65-F5344CB8AC3E}">
        <p14:creationId xmlns:p14="http://schemas.microsoft.com/office/powerpoint/2010/main" val="19525866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F9975-760D-5F97-C7B2-B4F09C572052}"/>
            </a:ext>
          </a:extLst>
        </p:cNvPr>
        <p:cNvGrpSpPr/>
        <p:nvPr/>
      </p:nvGrpSpPr>
      <p:grpSpPr>
        <a:xfrm>
          <a:off x="0" y="0"/>
          <a:ext cx="0" cy="0"/>
          <a:chOff x="0" y="0"/>
          <a:chExt cx="0" cy="0"/>
        </a:xfrm>
      </p:grpSpPr>
      <p:sp>
        <p:nvSpPr>
          <p:cNvPr id="46" name="TextBox 45">
            <a:extLst>
              <a:ext uri="{FF2B5EF4-FFF2-40B4-BE49-F238E27FC236}">
                <a16:creationId xmlns:a16="http://schemas.microsoft.com/office/drawing/2014/main" id="{785D6B09-3661-2113-B137-88FBF013229C}"/>
              </a:ext>
            </a:extLst>
          </p:cNvPr>
          <p:cNvSpPr txBox="1"/>
          <p:nvPr/>
        </p:nvSpPr>
        <p:spPr>
          <a:xfrm>
            <a:off x="3716867" y="2231221"/>
            <a:ext cx="462845" cy="584775"/>
          </a:xfrm>
          <a:prstGeom prst="rect">
            <a:avLst/>
          </a:prstGeom>
          <a:solidFill>
            <a:srgbClr val="FF0000">
              <a:alpha val="15000"/>
            </a:srgbClr>
          </a:solidFill>
        </p:spPr>
        <p:txBody>
          <a:bodyPr wrap="square" rtlCol="0">
            <a:spAutoFit/>
          </a:bodyPr>
          <a:lstStyle/>
          <a:p>
            <a:pPr algn="ctr"/>
            <a:endParaRPr lang="en-US" sz="3200" dirty="0"/>
          </a:p>
        </p:txBody>
      </p:sp>
      <p:sp>
        <p:nvSpPr>
          <p:cNvPr id="47" name="TextBox 46">
            <a:extLst>
              <a:ext uri="{FF2B5EF4-FFF2-40B4-BE49-F238E27FC236}">
                <a16:creationId xmlns:a16="http://schemas.microsoft.com/office/drawing/2014/main" id="{0A7A72BB-DB97-2CC5-14B6-32B14F64B213}"/>
              </a:ext>
            </a:extLst>
          </p:cNvPr>
          <p:cNvSpPr txBox="1"/>
          <p:nvPr/>
        </p:nvSpPr>
        <p:spPr>
          <a:xfrm>
            <a:off x="4216401" y="2734556"/>
            <a:ext cx="462845" cy="584775"/>
          </a:xfrm>
          <a:prstGeom prst="rect">
            <a:avLst/>
          </a:prstGeom>
          <a:solidFill>
            <a:srgbClr val="FF0000">
              <a:alpha val="15000"/>
            </a:srgbClr>
          </a:solid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708D17A5-4927-DB4C-FF44-BE05A2E58AB1}"/>
              </a:ext>
            </a:extLst>
          </p:cNvPr>
          <p:cNvSpPr txBox="1"/>
          <p:nvPr/>
        </p:nvSpPr>
        <p:spPr>
          <a:xfrm>
            <a:off x="4715935" y="3237891"/>
            <a:ext cx="462845" cy="584775"/>
          </a:xfrm>
          <a:prstGeom prst="rect">
            <a:avLst/>
          </a:prstGeom>
          <a:solidFill>
            <a:srgbClr val="FF0000">
              <a:alpha val="15000"/>
            </a:srgbClr>
          </a:solidFill>
        </p:spPr>
        <p:txBody>
          <a:bodyPr wrap="square" rtlCol="0">
            <a:spAutoFit/>
          </a:bodyPr>
          <a:lstStyle/>
          <a:p>
            <a:pPr algn="ctr"/>
            <a:endParaRPr lang="en-US" sz="3200" dirty="0"/>
          </a:p>
        </p:txBody>
      </p:sp>
      <p:sp>
        <p:nvSpPr>
          <p:cNvPr id="49" name="TextBox 48">
            <a:extLst>
              <a:ext uri="{FF2B5EF4-FFF2-40B4-BE49-F238E27FC236}">
                <a16:creationId xmlns:a16="http://schemas.microsoft.com/office/drawing/2014/main" id="{71540BD4-469D-5E36-9FD7-DAEBA8298027}"/>
              </a:ext>
            </a:extLst>
          </p:cNvPr>
          <p:cNvSpPr txBox="1"/>
          <p:nvPr/>
        </p:nvSpPr>
        <p:spPr>
          <a:xfrm>
            <a:off x="5215469" y="3741226"/>
            <a:ext cx="462845" cy="584775"/>
          </a:xfrm>
          <a:prstGeom prst="rect">
            <a:avLst/>
          </a:prstGeom>
          <a:solidFill>
            <a:srgbClr val="FF0000">
              <a:alpha val="15000"/>
            </a:srgbClr>
          </a:solidFill>
        </p:spPr>
        <p:txBody>
          <a:bodyPr wrap="square" rtlCol="0">
            <a:spAutoFit/>
          </a:bodyPr>
          <a:lstStyle/>
          <a:p>
            <a:pPr algn="ctr"/>
            <a:r>
              <a:rPr lang="en-US" sz="3200" dirty="0"/>
              <a:t>4</a:t>
            </a:r>
          </a:p>
        </p:txBody>
      </p:sp>
      <p:sp>
        <p:nvSpPr>
          <p:cNvPr id="50" name="TextBox 49">
            <a:extLst>
              <a:ext uri="{FF2B5EF4-FFF2-40B4-BE49-F238E27FC236}">
                <a16:creationId xmlns:a16="http://schemas.microsoft.com/office/drawing/2014/main" id="{469453D6-4A55-3CB2-126B-54A77D4D0778}"/>
              </a:ext>
            </a:extLst>
          </p:cNvPr>
          <p:cNvSpPr txBox="1"/>
          <p:nvPr/>
        </p:nvSpPr>
        <p:spPr>
          <a:xfrm>
            <a:off x="5715003" y="4244561"/>
            <a:ext cx="462845" cy="584775"/>
          </a:xfrm>
          <a:prstGeom prst="rect">
            <a:avLst/>
          </a:prstGeom>
          <a:solidFill>
            <a:srgbClr val="FF0000">
              <a:alpha val="15000"/>
            </a:srgbClr>
          </a:solidFill>
        </p:spPr>
        <p:txBody>
          <a:bodyPr wrap="square" rtlCol="0">
            <a:spAutoFit/>
          </a:bodyPr>
          <a:lstStyle/>
          <a:p>
            <a:pPr algn="ctr"/>
            <a:endParaRPr lang="en-US" sz="3200" dirty="0"/>
          </a:p>
        </p:txBody>
      </p:sp>
      <p:sp>
        <p:nvSpPr>
          <p:cNvPr id="2" name="Content Placeholder 1">
            <a:extLst>
              <a:ext uri="{FF2B5EF4-FFF2-40B4-BE49-F238E27FC236}">
                <a16:creationId xmlns:a16="http://schemas.microsoft.com/office/drawing/2014/main" id="{E5C7E91F-EEEA-E133-8330-1384F06CC052}"/>
              </a:ext>
            </a:extLst>
          </p:cNvPr>
          <p:cNvSpPr>
            <a:spLocks noGrp="1"/>
          </p:cNvSpPr>
          <p:nvPr>
            <p:ph sz="half" idx="1"/>
          </p:nvPr>
        </p:nvSpPr>
        <p:spPr/>
        <p:txBody>
          <a:bodyPr>
            <a:normAutofit/>
          </a:bodyPr>
          <a:lstStyle/>
          <a:p>
            <a:r>
              <a:rPr lang="en-US" dirty="0"/>
              <a:t>Narrowing down the red line, as per the previous slide.</a:t>
            </a:r>
          </a:p>
        </p:txBody>
      </p:sp>
      <p:pic>
        <p:nvPicPr>
          <p:cNvPr id="4" name="Picture 3" descr="A grid of sudoku puzzle&#10;&#10;Description automatically generated">
            <a:extLst>
              <a:ext uri="{FF2B5EF4-FFF2-40B4-BE49-F238E27FC236}">
                <a16:creationId xmlns:a16="http://schemas.microsoft.com/office/drawing/2014/main" id="{666BDAD5-462A-E71F-1BBD-412D9E1C01E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E65B03E-0A9A-303D-AB00-410DD8D406E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C4A492EE-BAD9-C571-BE67-70E14E6522A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423FB8C-96A0-A87A-3C33-C778D4B1C435}"/>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E3FE33C-35B5-790C-C019-0C7EB8F5045C}"/>
              </a:ext>
            </a:extLst>
          </p:cNvPr>
          <p:cNvSpPr txBox="1"/>
          <p:nvPr/>
        </p:nvSpPr>
        <p:spPr>
          <a:xfrm>
            <a:off x="7213604" y="4747898"/>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22557D29-CCFD-C667-4588-6B966F12E6DD}"/>
              </a:ext>
            </a:extLst>
          </p:cNvPr>
          <p:cNvSpPr txBox="1"/>
          <p:nvPr/>
        </p:nvSpPr>
        <p:spPr>
          <a:xfrm>
            <a:off x="4645378" y="2404765"/>
            <a:ext cx="570089" cy="230832"/>
          </a:xfrm>
          <a:prstGeom prst="rect">
            <a:avLst/>
          </a:prstGeom>
          <a:noFill/>
        </p:spPr>
        <p:txBody>
          <a:bodyPr wrap="square" rtlCol="0">
            <a:spAutoFit/>
          </a:bodyPr>
          <a:lstStyle/>
          <a:p>
            <a:pPr algn="ctr"/>
            <a:r>
              <a:rPr lang="en-US" sz="900" dirty="0"/>
              <a:t>23</a:t>
            </a:r>
          </a:p>
        </p:txBody>
      </p:sp>
      <p:sp>
        <p:nvSpPr>
          <p:cNvPr id="12" name="TextBox 11">
            <a:extLst>
              <a:ext uri="{FF2B5EF4-FFF2-40B4-BE49-F238E27FC236}">
                <a16:creationId xmlns:a16="http://schemas.microsoft.com/office/drawing/2014/main" id="{CC994859-F0AD-5190-5326-876A0C5C582F}"/>
              </a:ext>
            </a:extLst>
          </p:cNvPr>
          <p:cNvSpPr txBox="1"/>
          <p:nvPr/>
        </p:nvSpPr>
        <p:spPr>
          <a:xfrm>
            <a:off x="5650090" y="3406653"/>
            <a:ext cx="570089" cy="230832"/>
          </a:xfrm>
          <a:prstGeom prst="rect">
            <a:avLst/>
          </a:prstGeom>
          <a:noFill/>
        </p:spPr>
        <p:txBody>
          <a:bodyPr wrap="square" rtlCol="0">
            <a:spAutoFit/>
          </a:bodyPr>
          <a:lstStyle/>
          <a:p>
            <a:pPr algn="ctr"/>
            <a:r>
              <a:rPr lang="en-US" sz="900" dirty="0"/>
              <a:t>32</a:t>
            </a:r>
          </a:p>
        </p:txBody>
      </p:sp>
      <p:sp>
        <p:nvSpPr>
          <p:cNvPr id="15" name="TextBox 14">
            <a:extLst>
              <a:ext uri="{FF2B5EF4-FFF2-40B4-BE49-F238E27FC236}">
                <a16:creationId xmlns:a16="http://schemas.microsoft.com/office/drawing/2014/main" id="{9EF0A5E2-F742-1A9F-22AF-12D7966D02ED}"/>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79373317-AFD5-43E6-E86E-C4D500280B27}"/>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17" name="TextBox 16">
            <a:extLst>
              <a:ext uri="{FF2B5EF4-FFF2-40B4-BE49-F238E27FC236}">
                <a16:creationId xmlns:a16="http://schemas.microsoft.com/office/drawing/2014/main" id="{14B989CA-C740-54ED-8ADC-D380C7DAA455}"/>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B90D130A-C7DE-2DA7-D257-D8ECE9357D6A}"/>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F2BE8E23-6E74-D748-97B4-D697B54EB89E}"/>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783D5644-A353-4580-58E0-854E2D6842B1}"/>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DA60E550-1F16-F757-1EDF-4F4BC767537B}"/>
              </a:ext>
            </a:extLst>
          </p:cNvPr>
          <p:cNvSpPr txBox="1"/>
          <p:nvPr/>
        </p:nvSpPr>
        <p:spPr>
          <a:xfrm>
            <a:off x="5147734" y="2404765"/>
            <a:ext cx="570089" cy="230832"/>
          </a:xfrm>
          <a:prstGeom prst="rect">
            <a:avLst/>
          </a:prstGeom>
          <a:noFill/>
        </p:spPr>
        <p:txBody>
          <a:bodyPr wrap="square" rtlCol="0">
            <a:spAutoFit/>
          </a:bodyPr>
          <a:lstStyle/>
          <a:p>
            <a:pPr algn="ctr"/>
            <a:r>
              <a:rPr lang="en-US" sz="900" dirty="0"/>
              <a:t>45</a:t>
            </a:r>
          </a:p>
        </p:txBody>
      </p:sp>
      <p:sp>
        <p:nvSpPr>
          <p:cNvPr id="22" name="TextBox 21">
            <a:extLst>
              <a:ext uri="{FF2B5EF4-FFF2-40B4-BE49-F238E27FC236}">
                <a16:creationId xmlns:a16="http://schemas.microsoft.com/office/drawing/2014/main" id="{A214C6EF-F1F0-A558-3595-3AC42BCD9BDF}"/>
              </a:ext>
            </a:extLst>
          </p:cNvPr>
          <p:cNvSpPr txBox="1"/>
          <p:nvPr/>
        </p:nvSpPr>
        <p:spPr>
          <a:xfrm>
            <a:off x="5650090" y="2905709"/>
            <a:ext cx="570089" cy="230832"/>
          </a:xfrm>
          <a:prstGeom prst="rect">
            <a:avLst/>
          </a:prstGeom>
          <a:noFill/>
        </p:spPr>
        <p:txBody>
          <a:bodyPr wrap="square" rtlCol="0">
            <a:spAutoFit/>
          </a:bodyPr>
          <a:lstStyle/>
          <a:p>
            <a:pPr algn="ctr"/>
            <a:r>
              <a:rPr lang="en-US" sz="900" dirty="0"/>
              <a:t>54</a:t>
            </a:r>
          </a:p>
        </p:txBody>
      </p:sp>
      <p:sp>
        <p:nvSpPr>
          <p:cNvPr id="23" name="TextBox 22">
            <a:extLst>
              <a:ext uri="{FF2B5EF4-FFF2-40B4-BE49-F238E27FC236}">
                <a16:creationId xmlns:a16="http://schemas.microsoft.com/office/drawing/2014/main" id="{824A6D60-A4C9-27F5-BB08-963BE3307511}"/>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935BA6C2-D36A-831D-FC4D-C663F8E497D0}"/>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110BFAE2-AB42-15C8-247C-7CF8F00B1E06}"/>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D7CED3DB-3B9B-DE76-FE49-A9BF25C74D3B}"/>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CAD32879-1582-0526-8F71-DAE6F944D20A}"/>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E973931D-5699-41B5-D50C-2F20AC9A44DD}"/>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C16B5811-34CC-4330-8DF4-17531490C4E2}"/>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ECD935D0-3D1E-5772-2D0C-2D64247499F0}"/>
              </a:ext>
            </a:extLst>
          </p:cNvPr>
          <p:cNvSpPr txBox="1"/>
          <p:nvPr/>
        </p:nvSpPr>
        <p:spPr>
          <a:xfrm>
            <a:off x="5715003" y="2231221"/>
            <a:ext cx="462845" cy="584775"/>
          </a:xfrm>
          <a:prstGeom prst="rect">
            <a:avLst/>
          </a:prstGeom>
          <a:no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38DA1427-8DF0-5A2A-12EC-91EDAA548CF9}"/>
              </a:ext>
            </a:extLst>
          </p:cNvPr>
          <p:cNvSpPr txBox="1"/>
          <p:nvPr/>
        </p:nvSpPr>
        <p:spPr>
          <a:xfrm>
            <a:off x="5147734" y="1903821"/>
            <a:ext cx="570089" cy="230832"/>
          </a:xfrm>
          <a:prstGeom prst="rect">
            <a:avLst/>
          </a:prstGeom>
          <a:noFill/>
        </p:spPr>
        <p:txBody>
          <a:bodyPr wrap="square" rtlCol="0">
            <a:spAutoFit/>
          </a:bodyPr>
          <a:lstStyle/>
          <a:p>
            <a:pPr algn="ctr"/>
            <a:r>
              <a:rPr lang="en-US" sz="900" dirty="0"/>
              <a:t>3456</a:t>
            </a:r>
          </a:p>
        </p:txBody>
      </p:sp>
      <p:sp>
        <p:nvSpPr>
          <p:cNvPr id="33" name="TextBox 32">
            <a:extLst>
              <a:ext uri="{FF2B5EF4-FFF2-40B4-BE49-F238E27FC236}">
                <a16:creationId xmlns:a16="http://schemas.microsoft.com/office/drawing/2014/main" id="{08FA2494-EF66-CB7A-BA5F-398655077407}"/>
              </a:ext>
            </a:extLst>
          </p:cNvPr>
          <p:cNvSpPr txBox="1"/>
          <p:nvPr/>
        </p:nvSpPr>
        <p:spPr>
          <a:xfrm>
            <a:off x="6152446" y="2905709"/>
            <a:ext cx="570089" cy="230832"/>
          </a:xfrm>
          <a:prstGeom prst="rect">
            <a:avLst/>
          </a:prstGeom>
          <a:noFill/>
        </p:spPr>
        <p:txBody>
          <a:bodyPr wrap="square" rtlCol="0">
            <a:spAutoFit/>
          </a:bodyPr>
          <a:lstStyle/>
          <a:p>
            <a:pPr algn="ctr"/>
            <a:r>
              <a:rPr lang="en-US" sz="900" dirty="0"/>
              <a:t>6543</a:t>
            </a:r>
          </a:p>
        </p:txBody>
      </p:sp>
      <p:sp>
        <p:nvSpPr>
          <p:cNvPr id="34" name="TextBox 33">
            <a:extLst>
              <a:ext uri="{FF2B5EF4-FFF2-40B4-BE49-F238E27FC236}">
                <a16:creationId xmlns:a16="http://schemas.microsoft.com/office/drawing/2014/main" id="{F3C452E5-45CF-B6BC-E573-604A960508EE}"/>
              </a:ext>
            </a:extLst>
          </p:cNvPr>
          <p:cNvSpPr txBox="1"/>
          <p:nvPr/>
        </p:nvSpPr>
        <p:spPr>
          <a:xfrm>
            <a:off x="4645378" y="3406653"/>
            <a:ext cx="570089" cy="230832"/>
          </a:xfrm>
          <a:prstGeom prst="rect">
            <a:avLst/>
          </a:prstGeom>
          <a:noFill/>
        </p:spPr>
        <p:txBody>
          <a:bodyPr wrap="square" rtlCol="0">
            <a:spAutoFit/>
          </a:bodyPr>
          <a:lstStyle/>
          <a:p>
            <a:pPr algn="ctr"/>
            <a:r>
              <a:rPr lang="en-US" sz="900" dirty="0"/>
              <a:t>87</a:t>
            </a:r>
          </a:p>
        </p:txBody>
      </p:sp>
      <p:sp>
        <p:nvSpPr>
          <p:cNvPr id="35" name="TextBox 34">
            <a:extLst>
              <a:ext uri="{FF2B5EF4-FFF2-40B4-BE49-F238E27FC236}">
                <a16:creationId xmlns:a16="http://schemas.microsoft.com/office/drawing/2014/main" id="{A5E4E87E-329A-4B90-3880-2663B78C6BB1}"/>
              </a:ext>
            </a:extLst>
          </p:cNvPr>
          <p:cNvSpPr txBox="1"/>
          <p:nvPr/>
        </p:nvSpPr>
        <p:spPr>
          <a:xfrm>
            <a:off x="3640666" y="2404765"/>
            <a:ext cx="570089" cy="230832"/>
          </a:xfrm>
          <a:prstGeom prst="rect">
            <a:avLst/>
          </a:prstGeom>
          <a:noFill/>
        </p:spPr>
        <p:txBody>
          <a:bodyPr wrap="square" rtlCol="0">
            <a:spAutoFit/>
          </a:bodyPr>
          <a:lstStyle/>
          <a:p>
            <a:pPr algn="ctr"/>
            <a:r>
              <a:rPr lang="en-US" sz="900" dirty="0"/>
              <a:t>87</a:t>
            </a:r>
          </a:p>
        </p:txBody>
      </p:sp>
      <p:sp>
        <p:nvSpPr>
          <p:cNvPr id="38" name="TextBox 37">
            <a:extLst>
              <a:ext uri="{FF2B5EF4-FFF2-40B4-BE49-F238E27FC236}">
                <a16:creationId xmlns:a16="http://schemas.microsoft.com/office/drawing/2014/main" id="{4DE7B74A-18D6-376E-874E-D6B9A92FC4BF}"/>
              </a:ext>
            </a:extLst>
          </p:cNvPr>
          <p:cNvSpPr txBox="1"/>
          <p:nvPr/>
        </p:nvSpPr>
        <p:spPr>
          <a:xfrm>
            <a:off x="5650090" y="4408541"/>
            <a:ext cx="570089" cy="230832"/>
          </a:xfrm>
          <a:prstGeom prst="rect">
            <a:avLst/>
          </a:prstGeom>
          <a:noFill/>
        </p:spPr>
        <p:txBody>
          <a:bodyPr wrap="square" rtlCol="0">
            <a:spAutoFit/>
          </a:bodyPr>
          <a:lstStyle/>
          <a:p>
            <a:pPr algn="ctr"/>
            <a:r>
              <a:rPr lang="en-US" sz="900" dirty="0"/>
              <a:t>87</a:t>
            </a:r>
          </a:p>
        </p:txBody>
      </p:sp>
      <p:sp>
        <p:nvSpPr>
          <p:cNvPr id="39" name="TextBox 38">
            <a:extLst>
              <a:ext uri="{FF2B5EF4-FFF2-40B4-BE49-F238E27FC236}">
                <a16:creationId xmlns:a16="http://schemas.microsoft.com/office/drawing/2014/main" id="{7B102969-DB24-F8EE-0059-DEFC56B63BB9}"/>
              </a:ext>
            </a:extLst>
          </p:cNvPr>
          <p:cNvSpPr txBox="1"/>
          <p:nvPr/>
        </p:nvSpPr>
        <p:spPr>
          <a:xfrm>
            <a:off x="3217333" y="273455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EE21E1E0-2185-1167-3362-35612D857BDB}"/>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7A9D2964-460F-F959-DB73-A84BA5BB5F65}"/>
              </a:ext>
            </a:extLst>
          </p:cNvPr>
          <p:cNvSpPr txBox="1"/>
          <p:nvPr/>
        </p:nvSpPr>
        <p:spPr>
          <a:xfrm>
            <a:off x="3716867" y="1727886"/>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42" name="TextBox 41">
            <a:extLst>
              <a:ext uri="{FF2B5EF4-FFF2-40B4-BE49-F238E27FC236}">
                <a16:creationId xmlns:a16="http://schemas.microsoft.com/office/drawing/2014/main" id="{D006B785-8703-42CD-4FD7-45E0D2FB1119}"/>
              </a:ext>
            </a:extLst>
          </p:cNvPr>
          <p:cNvSpPr txBox="1"/>
          <p:nvPr/>
        </p:nvSpPr>
        <p:spPr>
          <a:xfrm>
            <a:off x="4715935" y="2734556"/>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43" name="TextBox 42">
            <a:extLst>
              <a:ext uri="{FF2B5EF4-FFF2-40B4-BE49-F238E27FC236}">
                <a16:creationId xmlns:a16="http://schemas.microsoft.com/office/drawing/2014/main" id="{9F47FAA3-36B9-9709-11EC-5A7999AC0BA3}"/>
              </a:ext>
            </a:extLst>
          </p:cNvPr>
          <p:cNvSpPr txBox="1"/>
          <p:nvPr/>
        </p:nvSpPr>
        <p:spPr>
          <a:xfrm>
            <a:off x="5215469" y="3237891"/>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44" name="TextBox 43">
            <a:extLst>
              <a:ext uri="{FF2B5EF4-FFF2-40B4-BE49-F238E27FC236}">
                <a16:creationId xmlns:a16="http://schemas.microsoft.com/office/drawing/2014/main" id="{FEEB2B67-86A2-A574-527A-DD61433A72BF}"/>
              </a:ext>
            </a:extLst>
          </p:cNvPr>
          <p:cNvSpPr txBox="1"/>
          <p:nvPr/>
        </p:nvSpPr>
        <p:spPr>
          <a:xfrm>
            <a:off x="6214537" y="4244561"/>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45" name="TextBox 44">
            <a:extLst>
              <a:ext uri="{FF2B5EF4-FFF2-40B4-BE49-F238E27FC236}">
                <a16:creationId xmlns:a16="http://schemas.microsoft.com/office/drawing/2014/main" id="{E3F26D5B-5BD0-9B6B-99EF-1C789772957D}"/>
              </a:ext>
            </a:extLst>
          </p:cNvPr>
          <p:cNvSpPr txBox="1"/>
          <p:nvPr/>
        </p:nvSpPr>
        <p:spPr>
          <a:xfrm>
            <a:off x="4216401" y="2231221"/>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51" name="TextBox 50">
            <a:extLst>
              <a:ext uri="{FF2B5EF4-FFF2-40B4-BE49-F238E27FC236}">
                <a16:creationId xmlns:a16="http://schemas.microsoft.com/office/drawing/2014/main" id="{01AD3E39-B256-5F47-4436-4172F6800338}"/>
              </a:ext>
            </a:extLst>
          </p:cNvPr>
          <p:cNvSpPr txBox="1"/>
          <p:nvPr/>
        </p:nvSpPr>
        <p:spPr>
          <a:xfrm>
            <a:off x="5715003" y="3741226"/>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993B6BA3-7565-B748-56BA-D3FCEC4A2BA2}"/>
              </a:ext>
            </a:extLst>
          </p:cNvPr>
          <p:cNvSpPr txBox="1"/>
          <p:nvPr/>
        </p:nvSpPr>
        <p:spPr>
          <a:xfrm>
            <a:off x="3640666" y="1903821"/>
            <a:ext cx="570089" cy="230832"/>
          </a:xfrm>
          <a:prstGeom prst="rect">
            <a:avLst/>
          </a:prstGeom>
          <a:noFill/>
        </p:spPr>
        <p:txBody>
          <a:bodyPr wrap="square" rtlCol="0">
            <a:spAutoFit/>
          </a:bodyPr>
          <a:lstStyle/>
          <a:p>
            <a:pPr algn="ctr"/>
            <a:r>
              <a:rPr lang="en-US" sz="900" dirty="0"/>
              <a:t>78</a:t>
            </a:r>
          </a:p>
        </p:txBody>
      </p:sp>
      <p:sp>
        <p:nvSpPr>
          <p:cNvPr id="53" name="TextBox 52">
            <a:extLst>
              <a:ext uri="{FF2B5EF4-FFF2-40B4-BE49-F238E27FC236}">
                <a16:creationId xmlns:a16="http://schemas.microsoft.com/office/drawing/2014/main" id="{95982A1D-C344-7599-64A1-FACD8C9A0255}"/>
              </a:ext>
            </a:extLst>
          </p:cNvPr>
          <p:cNvSpPr txBox="1"/>
          <p:nvPr/>
        </p:nvSpPr>
        <p:spPr>
          <a:xfrm>
            <a:off x="4645378" y="2905709"/>
            <a:ext cx="570089" cy="230832"/>
          </a:xfrm>
          <a:prstGeom prst="rect">
            <a:avLst/>
          </a:prstGeom>
          <a:noFill/>
        </p:spPr>
        <p:txBody>
          <a:bodyPr wrap="square" rtlCol="0">
            <a:spAutoFit/>
          </a:bodyPr>
          <a:lstStyle/>
          <a:p>
            <a:pPr algn="ctr"/>
            <a:r>
              <a:rPr lang="en-US" sz="900" dirty="0"/>
              <a:t>678</a:t>
            </a:r>
          </a:p>
        </p:txBody>
      </p:sp>
      <p:sp>
        <p:nvSpPr>
          <p:cNvPr id="54" name="TextBox 53">
            <a:extLst>
              <a:ext uri="{FF2B5EF4-FFF2-40B4-BE49-F238E27FC236}">
                <a16:creationId xmlns:a16="http://schemas.microsoft.com/office/drawing/2014/main" id="{77E5E02D-176C-C46C-A415-6C6951B0A042}"/>
              </a:ext>
            </a:extLst>
          </p:cNvPr>
          <p:cNvSpPr txBox="1"/>
          <p:nvPr/>
        </p:nvSpPr>
        <p:spPr>
          <a:xfrm>
            <a:off x="5147734" y="3406653"/>
            <a:ext cx="570089" cy="230832"/>
          </a:xfrm>
          <a:prstGeom prst="rect">
            <a:avLst/>
          </a:prstGeom>
          <a:noFill/>
        </p:spPr>
        <p:txBody>
          <a:bodyPr wrap="square" rtlCol="0">
            <a:spAutoFit/>
          </a:bodyPr>
          <a:lstStyle/>
          <a:p>
            <a:pPr algn="ctr"/>
            <a:r>
              <a:rPr lang="en-US" sz="900" dirty="0"/>
              <a:t>678</a:t>
            </a:r>
          </a:p>
        </p:txBody>
      </p:sp>
      <p:sp>
        <p:nvSpPr>
          <p:cNvPr id="55" name="TextBox 54">
            <a:extLst>
              <a:ext uri="{FF2B5EF4-FFF2-40B4-BE49-F238E27FC236}">
                <a16:creationId xmlns:a16="http://schemas.microsoft.com/office/drawing/2014/main" id="{1844D306-B35C-5DCC-392A-0DC3748BA198}"/>
              </a:ext>
            </a:extLst>
          </p:cNvPr>
          <p:cNvSpPr txBox="1"/>
          <p:nvPr/>
        </p:nvSpPr>
        <p:spPr>
          <a:xfrm>
            <a:off x="6152446" y="4408541"/>
            <a:ext cx="570089" cy="230832"/>
          </a:xfrm>
          <a:prstGeom prst="rect">
            <a:avLst/>
          </a:prstGeom>
          <a:noFill/>
        </p:spPr>
        <p:txBody>
          <a:bodyPr wrap="square" rtlCol="0">
            <a:spAutoFit/>
          </a:bodyPr>
          <a:lstStyle/>
          <a:p>
            <a:pPr algn="ctr"/>
            <a:r>
              <a:rPr lang="en-US" sz="900" dirty="0"/>
              <a:t>78</a:t>
            </a:r>
          </a:p>
        </p:txBody>
      </p:sp>
    </p:spTree>
    <p:extLst>
      <p:ext uri="{BB962C8B-B14F-4D97-AF65-F5344CB8AC3E}">
        <p14:creationId xmlns:p14="http://schemas.microsoft.com/office/powerpoint/2010/main" val="36875187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D10E4-23B6-BFEB-109F-314684518326}"/>
            </a:ext>
          </a:extLst>
        </p:cNvPr>
        <p:cNvGrpSpPr/>
        <p:nvPr/>
      </p:nvGrpSpPr>
      <p:grpSpPr>
        <a:xfrm>
          <a:off x="0" y="0"/>
          <a:ext cx="0" cy="0"/>
          <a:chOff x="0" y="0"/>
          <a:chExt cx="0" cy="0"/>
        </a:xfrm>
      </p:grpSpPr>
      <p:sp>
        <p:nvSpPr>
          <p:cNvPr id="46" name="TextBox 45">
            <a:extLst>
              <a:ext uri="{FF2B5EF4-FFF2-40B4-BE49-F238E27FC236}">
                <a16:creationId xmlns:a16="http://schemas.microsoft.com/office/drawing/2014/main" id="{D26E883D-E6FE-A031-9B62-030A5D9CF8B8}"/>
              </a:ext>
            </a:extLst>
          </p:cNvPr>
          <p:cNvSpPr txBox="1"/>
          <p:nvPr/>
        </p:nvSpPr>
        <p:spPr>
          <a:xfrm>
            <a:off x="3716867" y="2231221"/>
            <a:ext cx="462845" cy="584775"/>
          </a:xfrm>
          <a:prstGeom prst="rect">
            <a:avLst/>
          </a:prstGeom>
          <a:solidFill>
            <a:srgbClr val="FF0000">
              <a:alpha val="15000"/>
            </a:srgbClr>
          </a:solidFill>
        </p:spPr>
        <p:txBody>
          <a:bodyPr wrap="square" rtlCol="0">
            <a:spAutoFit/>
          </a:bodyPr>
          <a:lstStyle/>
          <a:p>
            <a:pPr algn="ctr"/>
            <a:endParaRPr lang="en-US" sz="3200" dirty="0"/>
          </a:p>
        </p:txBody>
      </p:sp>
      <p:sp>
        <p:nvSpPr>
          <p:cNvPr id="47" name="TextBox 46">
            <a:extLst>
              <a:ext uri="{FF2B5EF4-FFF2-40B4-BE49-F238E27FC236}">
                <a16:creationId xmlns:a16="http://schemas.microsoft.com/office/drawing/2014/main" id="{70D60413-920F-1011-8153-EE8505F9ABBC}"/>
              </a:ext>
            </a:extLst>
          </p:cNvPr>
          <p:cNvSpPr txBox="1"/>
          <p:nvPr/>
        </p:nvSpPr>
        <p:spPr>
          <a:xfrm>
            <a:off x="4216401" y="2734556"/>
            <a:ext cx="462845" cy="584775"/>
          </a:xfrm>
          <a:prstGeom prst="rect">
            <a:avLst/>
          </a:prstGeom>
          <a:solidFill>
            <a:srgbClr val="FF0000">
              <a:alpha val="15000"/>
            </a:srgbClr>
          </a:solid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0CDD52D9-4F04-B3A6-E5F9-B9FD7ED98880}"/>
              </a:ext>
            </a:extLst>
          </p:cNvPr>
          <p:cNvSpPr txBox="1"/>
          <p:nvPr/>
        </p:nvSpPr>
        <p:spPr>
          <a:xfrm>
            <a:off x="4715935" y="3237891"/>
            <a:ext cx="462845" cy="584775"/>
          </a:xfrm>
          <a:prstGeom prst="rect">
            <a:avLst/>
          </a:prstGeom>
          <a:solidFill>
            <a:srgbClr val="FF0000">
              <a:alpha val="15000"/>
            </a:srgbClr>
          </a:solidFill>
        </p:spPr>
        <p:txBody>
          <a:bodyPr wrap="square" rtlCol="0">
            <a:spAutoFit/>
          </a:bodyPr>
          <a:lstStyle/>
          <a:p>
            <a:pPr algn="ctr"/>
            <a:endParaRPr lang="en-US" sz="3200" dirty="0"/>
          </a:p>
        </p:txBody>
      </p:sp>
      <p:sp>
        <p:nvSpPr>
          <p:cNvPr id="49" name="TextBox 48">
            <a:extLst>
              <a:ext uri="{FF2B5EF4-FFF2-40B4-BE49-F238E27FC236}">
                <a16:creationId xmlns:a16="http://schemas.microsoft.com/office/drawing/2014/main" id="{8FD85ACD-5BE2-D379-15E7-C727DD7A0BDA}"/>
              </a:ext>
            </a:extLst>
          </p:cNvPr>
          <p:cNvSpPr txBox="1"/>
          <p:nvPr/>
        </p:nvSpPr>
        <p:spPr>
          <a:xfrm>
            <a:off x="5215469" y="3741226"/>
            <a:ext cx="462845" cy="584775"/>
          </a:xfrm>
          <a:prstGeom prst="rect">
            <a:avLst/>
          </a:prstGeom>
          <a:solidFill>
            <a:srgbClr val="FF0000">
              <a:alpha val="15000"/>
            </a:srgbClr>
          </a:solidFill>
        </p:spPr>
        <p:txBody>
          <a:bodyPr wrap="square" rtlCol="0">
            <a:spAutoFit/>
          </a:bodyPr>
          <a:lstStyle/>
          <a:p>
            <a:pPr algn="ctr"/>
            <a:r>
              <a:rPr lang="en-US" sz="3200" dirty="0"/>
              <a:t>4</a:t>
            </a:r>
          </a:p>
        </p:txBody>
      </p:sp>
      <p:sp>
        <p:nvSpPr>
          <p:cNvPr id="50" name="TextBox 49">
            <a:extLst>
              <a:ext uri="{FF2B5EF4-FFF2-40B4-BE49-F238E27FC236}">
                <a16:creationId xmlns:a16="http://schemas.microsoft.com/office/drawing/2014/main" id="{A593B48D-BB9F-37B8-1238-6B9BC61E4A64}"/>
              </a:ext>
            </a:extLst>
          </p:cNvPr>
          <p:cNvSpPr txBox="1"/>
          <p:nvPr/>
        </p:nvSpPr>
        <p:spPr>
          <a:xfrm>
            <a:off x="5715003" y="4244561"/>
            <a:ext cx="462845" cy="584775"/>
          </a:xfrm>
          <a:prstGeom prst="rect">
            <a:avLst/>
          </a:prstGeom>
          <a:solidFill>
            <a:srgbClr val="FF0000">
              <a:alpha val="15000"/>
            </a:srgbClr>
          </a:solidFill>
        </p:spPr>
        <p:txBody>
          <a:bodyPr wrap="square" rtlCol="0">
            <a:spAutoFit/>
          </a:bodyPr>
          <a:lstStyle/>
          <a:p>
            <a:pPr algn="ctr"/>
            <a:endParaRPr lang="en-US" sz="3200" dirty="0"/>
          </a:p>
        </p:txBody>
      </p:sp>
      <p:sp>
        <p:nvSpPr>
          <p:cNvPr id="2" name="Content Placeholder 1">
            <a:extLst>
              <a:ext uri="{FF2B5EF4-FFF2-40B4-BE49-F238E27FC236}">
                <a16:creationId xmlns:a16="http://schemas.microsoft.com/office/drawing/2014/main" id="{D99F1F60-3BD7-A596-853F-E0E12D9A9CD9}"/>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223EA38B-B491-D70E-02ED-B8285DA2916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857ED42-DA1C-A23E-6DAA-1ABC6DD1261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A73DEA2-981B-0D5D-3D0F-5F083443571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48C7F35-EA3D-90C0-2D94-1CA41DABFC0B}"/>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ACE38819-B6A0-B35F-C42B-C032D60EA034}"/>
              </a:ext>
            </a:extLst>
          </p:cNvPr>
          <p:cNvSpPr txBox="1"/>
          <p:nvPr/>
        </p:nvSpPr>
        <p:spPr>
          <a:xfrm>
            <a:off x="7213604" y="4747898"/>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A4E06F6E-3950-E22F-95F0-7D465436875C}"/>
              </a:ext>
            </a:extLst>
          </p:cNvPr>
          <p:cNvSpPr txBox="1"/>
          <p:nvPr/>
        </p:nvSpPr>
        <p:spPr>
          <a:xfrm>
            <a:off x="4645378" y="2404765"/>
            <a:ext cx="570089" cy="230832"/>
          </a:xfrm>
          <a:prstGeom prst="rect">
            <a:avLst/>
          </a:prstGeom>
          <a:noFill/>
        </p:spPr>
        <p:txBody>
          <a:bodyPr wrap="square" rtlCol="0">
            <a:spAutoFit/>
          </a:bodyPr>
          <a:lstStyle/>
          <a:p>
            <a:pPr algn="ctr"/>
            <a:r>
              <a:rPr lang="en-US" sz="900" dirty="0"/>
              <a:t>23</a:t>
            </a:r>
          </a:p>
        </p:txBody>
      </p:sp>
      <p:sp>
        <p:nvSpPr>
          <p:cNvPr id="12" name="TextBox 11">
            <a:extLst>
              <a:ext uri="{FF2B5EF4-FFF2-40B4-BE49-F238E27FC236}">
                <a16:creationId xmlns:a16="http://schemas.microsoft.com/office/drawing/2014/main" id="{941ED5E1-3E3A-30D0-B1E8-BEC8A0D6BA05}"/>
              </a:ext>
            </a:extLst>
          </p:cNvPr>
          <p:cNvSpPr txBox="1"/>
          <p:nvPr/>
        </p:nvSpPr>
        <p:spPr>
          <a:xfrm>
            <a:off x="5650090" y="3406653"/>
            <a:ext cx="570089" cy="230832"/>
          </a:xfrm>
          <a:prstGeom prst="rect">
            <a:avLst/>
          </a:prstGeom>
          <a:noFill/>
        </p:spPr>
        <p:txBody>
          <a:bodyPr wrap="square" rtlCol="0">
            <a:spAutoFit/>
          </a:bodyPr>
          <a:lstStyle/>
          <a:p>
            <a:pPr algn="ctr"/>
            <a:r>
              <a:rPr lang="en-US" sz="900" dirty="0"/>
              <a:t>32</a:t>
            </a:r>
          </a:p>
        </p:txBody>
      </p:sp>
      <p:sp>
        <p:nvSpPr>
          <p:cNvPr id="15" name="TextBox 14">
            <a:extLst>
              <a:ext uri="{FF2B5EF4-FFF2-40B4-BE49-F238E27FC236}">
                <a16:creationId xmlns:a16="http://schemas.microsoft.com/office/drawing/2014/main" id="{74288E83-3316-5D0B-9AA3-B557762368C1}"/>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E9F973DE-AEAE-D337-8422-EAF1727E0375}"/>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17" name="TextBox 16">
            <a:extLst>
              <a:ext uri="{FF2B5EF4-FFF2-40B4-BE49-F238E27FC236}">
                <a16:creationId xmlns:a16="http://schemas.microsoft.com/office/drawing/2014/main" id="{6A512410-FCA3-E4CC-2669-32F186F1D1CE}"/>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C583A70E-9455-606C-B26D-FB113C8A3E5E}"/>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0093BA5E-EA9F-F346-8089-CEC93664F359}"/>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ABE2D4C0-9E0C-1E31-7380-7F4F8B24D9BB}"/>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C99913A0-25D6-4364-9779-C4A2A5FF731E}"/>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8AD6E4CD-FE20-95BE-7253-5934EB54EAC4}"/>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E1B3FFBC-CCBE-43E6-75D3-7AD4DB4E4580}"/>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473BDCC7-5456-B5F9-8317-35C80810ED1B}"/>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68FC7B7D-B435-888F-2C02-DABA09280589}"/>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278D367A-D48A-DE8F-404D-D63FE8F13500}"/>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9B6119CE-1DE6-640D-1A02-E73EF29EF003}"/>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1575FA32-B9E7-0D0F-4415-7ED4099F2F79}"/>
              </a:ext>
            </a:extLst>
          </p:cNvPr>
          <p:cNvSpPr txBox="1"/>
          <p:nvPr/>
        </p:nvSpPr>
        <p:spPr>
          <a:xfrm>
            <a:off x="5715003" y="2231221"/>
            <a:ext cx="462845" cy="584775"/>
          </a:xfrm>
          <a:prstGeom prst="rect">
            <a:avLst/>
          </a:prstGeom>
          <a:no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6B4355F3-22AD-9605-5A42-D5124244F281}"/>
              </a:ext>
            </a:extLst>
          </p:cNvPr>
          <p:cNvSpPr txBox="1"/>
          <p:nvPr/>
        </p:nvSpPr>
        <p:spPr>
          <a:xfrm>
            <a:off x="5147734" y="1903821"/>
            <a:ext cx="570089" cy="230832"/>
          </a:xfrm>
          <a:prstGeom prst="rect">
            <a:avLst/>
          </a:prstGeom>
          <a:noFill/>
        </p:spPr>
        <p:txBody>
          <a:bodyPr wrap="square" rtlCol="0">
            <a:spAutoFit/>
          </a:bodyPr>
          <a:lstStyle/>
          <a:p>
            <a:pPr algn="ctr"/>
            <a:r>
              <a:rPr lang="en-US" sz="900" dirty="0"/>
              <a:t>35</a:t>
            </a:r>
          </a:p>
        </p:txBody>
      </p:sp>
      <p:sp>
        <p:nvSpPr>
          <p:cNvPr id="33" name="TextBox 32">
            <a:extLst>
              <a:ext uri="{FF2B5EF4-FFF2-40B4-BE49-F238E27FC236}">
                <a16:creationId xmlns:a16="http://schemas.microsoft.com/office/drawing/2014/main" id="{BD3C6667-6AFE-16D8-E091-42A97198F219}"/>
              </a:ext>
            </a:extLst>
          </p:cNvPr>
          <p:cNvSpPr txBox="1"/>
          <p:nvPr/>
        </p:nvSpPr>
        <p:spPr>
          <a:xfrm>
            <a:off x="6152446" y="2905709"/>
            <a:ext cx="570089" cy="230832"/>
          </a:xfrm>
          <a:prstGeom prst="rect">
            <a:avLst/>
          </a:prstGeom>
          <a:noFill/>
        </p:spPr>
        <p:txBody>
          <a:bodyPr wrap="square" rtlCol="0">
            <a:spAutoFit/>
          </a:bodyPr>
          <a:lstStyle/>
          <a:p>
            <a:pPr algn="ctr"/>
            <a:r>
              <a:rPr lang="en-US" sz="900" dirty="0"/>
              <a:t>64</a:t>
            </a:r>
          </a:p>
        </p:txBody>
      </p:sp>
      <p:sp>
        <p:nvSpPr>
          <p:cNvPr id="34" name="TextBox 33">
            <a:extLst>
              <a:ext uri="{FF2B5EF4-FFF2-40B4-BE49-F238E27FC236}">
                <a16:creationId xmlns:a16="http://schemas.microsoft.com/office/drawing/2014/main" id="{C542DD69-4241-52BA-ECEF-73821E62C725}"/>
              </a:ext>
            </a:extLst>
          </p:cNvPr>
          <p:cNvSpPr txBox="1"/>
          <p:nvPr/>
        </p:nvSpPr>
        <p:spPr>
          <a:xfrm>
            <a:off x="4645378" y="3406653"/>
            <a:ext cx="570089" cy="230832"/>
          </a:xfrm>
          <a:prstGeom prst="rect">
            <a:avLst/>
          </a:prstGeom>
          <a:noFill/>
        </p:spPr>
        <p:txBody>
          <a:bodyPr wrap="square" rtlCol="0">
            <a:spAutoFit/>
          </a:bodyPr>
          <a:lstStyle/>
          <a:p>
            <a:pPr algn="ctr"/>
            <a:r>
              <a:rPr lang="en-US" sz="900" dirty="0"/>
              <a:t>87</a:t>
            </a:r>
          </a:p>
        </p:txBody>
      </p:sp>
      <p:sp>
        <p:nvSpPr>
          <p:cNvPr id="35" name="TextBox 34">
            <a:extLst>
              <a:ext uri="{FF2B5EF4-FFF2-40B4-BE49-F238E27FC236}">
                <a16:creationId xmlns:a16="http://schemas.microsoft.com/office/drawing/2014/main" id="{D9E2E68D-5083-1333-0B65-455FB086A336}"/>
              </a:ext>
            </a:extLst>
          </p:cNvPr>
          <p:cNvSpPr txBox="1"/>
          <p:nvPr/>
        </p:nvSpPr>
        <p:spPr>
          <a:xfrm>
            <a:off x="3640666" y="2404765"/>
            <a:ext cx="570089" cy="230832"/>
          </a:xfrm>
          <a:prstGeom prst="rect">
            <a:avLst/>
          </a:prstGeom>
          <a:noFill/>
        </p:spPr>
        <p:txBody>
          <a:bodyPr wrap="square" rtlCol="0">
            <a:spAutoFit/>
          </a:bodyPr>
          <a:lstStyle/>
          <a:p>
            <a:pPr algn="ctr"/>
            <a:r>
              <a:rPr lang="en-US" sz="900" dirty="0"/>
              <a:t>87</a:t>
            </a:r>
          </a:p>
        </p:txBody>
      </p:sp>
      <p:sp>
        <p:nvSpPr>
          <p:cNvPr id="38" name="TextBox 37">
            <a:extLst>
              <a:ext uri="{FF2B5EF4-FFF2-40B4-BE49-F238E27FC236}">
                <a16:creationId xmlns:a16="http://schemas.microsoft.com/office/drawing/2014/main" id="{5637C7A2-DEEA-F448-1614-C78CF3B8A919}"/>
              </a:ext>
            </a:extLst>
          </p:cNvPr>
          <p:cNvSpPr txBox="1"/>
          <p:nvPr/>
        </p:nvSpPr>
        <p:spPr>
          <a:xfrm>
            <a:off x="5650090" y="4408541"/>
            <a:ext cx="570089" cy="230832"/>
          </a:xfrm>
          <a:prstGeom prst="rect">
            <a:avLst/>
          </a:prstGeom>
          <a:noFill/>
        </p:spPr>
        <p:txBody>
          <a:bodyPr wrap="square" rtlCol="0">
            <a:spAutoFit/>
          </a:bodyPr>
          <a:lstStyle/>
          <a:p>
            <a:pPr algn="ctr"/>
            <a:r>
              <a:rPr lang="en-US" sz="900" dirty="0"/>
              <a:t>87</a:t>
            </a:r>
          </a:p>
        </p:txBody>
      </p:sp>
      <p:sp>
        <p:nvSpPr>
          <p:cNvPr id="39" name="TextBox 38">
            <a:extLst>
              <a:ext uri="{FF2B5EF4-FFF2-40B4-BE49-F238E27FC236}">
                <a16:creationId xmlns:a16="http://schemas.microsoft.com/office/drawing/2014/main" id="{76048632-4359-1CB9-7025-86FB885E5CA7}"/>
              </a:ext>
            </a:extLst>
          </p:cNvPr>
          <p:cNvSpPr txBox="1"/>
          <p:nvPr/>
        </p:nvSpPr>
        <p:spPr>
          <a:xfrm>
            <a:off x="3217333" y="273455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0A136CDB-7822-8D09-B236-A567F3202AA4}"/>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13594135-995D-83EB-F061-EE59D21D39D5}"/>
              </a:ext>
            </a:extLst>
          </p:cNvPr>
          <p:cNvSpPr txBox="1"/>
          <p:nvPr/>
        </p:nvSpPr>
        <p:spPr>
          <a:xfrm>
            <a:off x="3716867" y="1727886"/>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42" name="TextBox 41">
            <a:extLst>
              <a:ext uri="{FF2B5EF4-FFF2-40B4-BE49-F238E27FC236}">
                <a16:creationId xmlns:a16="http://schemas.microsoft.com/office/drawing/2014/main" id="{CBB9F96C-8F5C-0625-EA99-E5E68FE92018}"/>
              </a:ext>
            </a:extLst>
          </p:cNvPr>
          <p:cNvSpPr txBox="1"/>
          <p:nvPr/>
        </p:nvSpPr>
        <p:spPr>
          <a:xfrm>
            <a:off x="4715935" y="2734556"/>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43" name="TextBox 42">
            <a:extLst>
              <a:ext uri="{FF2B5EF4-FFF2-40B4-BE49-F238E27FC236}">
                <a16:creationId xmlns:a16="http://schemas.microsoft.com/office/drawing/2014/main" id="{D3A3D930-90F0-0385-3EF8-9249F5803966}"/>
              </a:ext>
            </a:extLst>
          </p:cNvPr>
          <p:cNvSpPr txBox="1"/>
          <p:nvPr/>
        </p:nvSpPr>
        <p:spPr>
          <a:xfrm>
            <a:off x="5215469" y="3237891"/>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44" name="TextBox 43">
            <a:extLst>
              <a:ext uri="{FF2B5EF4-FFF2-40B4-BE49-F238E27FC236}">
                <a16:creationId xmlns:a16="http://schemas.microsoft.com/office/drawing/2014/main" id="{5A02ED10-EEC5-35DC-D2D3-24D7A830BE31}"/>
              </a:ext>
            </a:extLst>
          </p:cNvPr>
          <p:cNvSpPr txBox="1"/>
          <p:nvPr/>
        </p:nvSpPr>
        <p:spPr>
          <a:xfrm>
            <a:off x="6214537" y="4244561"/>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45" name="TextBox 44">
            <a:extLst>
              <a:ext uri="{FF2B5EF4-FFF2-40B4-BE49-F238E27FC236}">
                <a16:creationId xmlns:a16="http://schemas.microsoft.com/office/drawing/2014/main" id="{9F93E4DC-20F5-0927-3910-5F5B353A2E3E}"/>
              </a:ext>
            </a:extLst>
          </p:cNvPr>
          <p:cNvSpPr txBox="1"/>
          <p:nvPr/>
        </p:nvSpPr>
        <p:spPr>
          <a:xfrm>
            <a:off x="4216401" y="2231221"/>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51" name="TextBox 50">
            <a:extLst>
              <a:ext uri="{FF2B5EF4-FFF2-40B4-BE49-F238E27FC236}">
                <a16:creationId xmlns:a16="http://schemas.microsoft.com/office/drawing/2014/main" id="{1696D272-EC79-A210-DC8B-8AFFBF64004E}"/>
              </a:ext>
            </a:extLst>
          </p:cNvPr>
          <p:cNvSpPr txBox="1"/>
          <p:nvPr/>
        </p:nvSpPr>
        <p:spPr>
          <a:xfrm>
            <a:off x="5715003" y="3741226"/>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B05F1FA5-C2DC-F65A-D71C-5CC387A770BC}"/>
              </a:ext>
            </a:extLst>
          </p:cNvPr>
          <p:cNvSpPr txBox="1"/>
          <p:nvPr/>
        </p:nvSpPr>
        <p:spPr>
          <a:xfrm>
            <a:off x="3640666" y="1903821"/>
            <a:ext cx="570089" cy="230832"/>
          </a:xfrm>
          <a:prstGeom prst="rect">
            <a:avLst/>
          </a:prstGeom>
          <a:noFill/>
        </p:spPr>
        <p:txBody>
          <a:bodyPr wrap="square" rtlCol="0">
            <a:spAutoFit/>
          </a:bodyPr>
          <a:lstStyle/>
          <a:p>
            <a:pPr algn="ctr"/>
            <a:r>
              <a:rPr lang="en-US" sz="900" dirty="0"/>
              <a:t>78</a:t>
            </a:r>
          </a:p>
        </p:txBody>
      </p:sp>
      <p:sp>
        <p:nvSpPr>
          <p:cNvPr id="53" name="TextBox 52">
            <a:extLst>
              <a:ext uri="{FF2B5EF4-FFF2-40B4-BE49-F238E27FC236}">
                <a16:creationId xmlns:a16="http://schemas.microsoft.com/office/drawing/2014/main" id="{42B5E230-09E3-EF64-7E78-D653357B2486}"/>
              </a:ext>
            </a:extLst>
          </p:cNvPr>
          <p:cNvSpPr txBox="1"/>
          <p:nvPr/>
        </p:nvSpPr>
        <p:spPr>
          <a:xfrm>
            <a:off x="4645378" y="2905709"/>
            <a:ext cx="570089" cy="230832"/>
          </a:xfrm>
          <a:prstGeom prst="rect">
            <a:avLst/>
          </a:prstGeom>
          <a:noFill/>
        </p:spPr>
        <p:txBody>
          <a:bodyPr wrap="square" rtlCol="0">
            <a:spAutoFit/>
          </a:bodyPr>
          <a:lstStyle/>
          <a:p>
            <a:pPr algn="ctr"/>
            <a:r>
              <a:rPr lang="en-US" sz="900" dirty="0"/>
              <a:t>678</a:t>
            </a:r>
          </a:p>
        </p:txBody>
      </p:sp>
      <p:sp>
        <p:nvSpPr>
          <p:cNvPr id="54" name="TextBox 53">
            <a:extLst>
              <a:ext uri="{FF2B5EF4-FFF2-40B4-BE49-F238E27FC236}">
                <a16:creationId xmlns:a16="http://schemas.microsoft.com/office/drawing/2014/main" id="{07B55F22-E345-F632-F3B3-923909EAFEC3}"/>
              </a:ext>
            </a:extLst>
          </p:cNvPr>
          <p:cNvSpPr txBox="1"/>
          <p:nvPr/>
        </p:nvSpPr>
        <p:spPr>
          <a:xfrm>
            <a:off x="5147734" y="3406653"/>
            <a:ext cx="570089" cy="230832"/>
          </a:xfrm>
          <a:prstGeom prst="rect">
            <a:avLst/>
          </a:prstGeom>
          <a:noFill/>
        </p:spPr>
        <p:txBody>
          <a:bodyPr wrap="square" rtlCol="0">
            <a:spAutoFit/>
          </a:bodyPr>
          <a:lstStyle/>
          <a:p>
            <a:pPr algn="ctr"/>
            <a:r>
              <a:rPr lang="en-US" sz="900" dirty="0"/>
              <a:t>678</a:t>
            </a:r>
          </a:p>
        </p:txBody>
      </p:sp>
      <p:sp>
        <p:nvSpPr>
          <p:cNvPr id="55" name="TextBox 54">
            <a:extLst>
              <a:ext uri="{FF2B5EF4-FFF2-40B4-BE49-F238E27FC236}">
                <a16:creationId xmlns:a16="http://schemas.microsoft.com/office/drawing/2014/main" id="{D15141FE-CDEA-EEEE-E054-FDBDB836755D}"/>
              </a:ext>
            </a:extLst>
          </p:cNvPr>
          <p:cNvSpPr txBox="1"/>
          <p:nvPr/>
        </p:nvSpPr>
        <p:spPr>
          <a:xfrm>
            <a:off x="6152446" y="4408541"/>
            <a:ext cx="570089" cy="230832"/>
          </a:xfrm>
          <a:prstGeom prst="rect">
            <a:avLst/>
          </a:prstGeom>
          <a:noFill/>
        </p:spPr>
        <p:txBody>
          <a:bodyPr wrap="square" rtlCol="0">
            <a:spAutoFit/>
          </a:bodyPr>
          <a:lstStyle/>
          <a:p>
            <a:pPr algn="ctr"/>
            <a:r>
              <a:rPr lang="en-US" sz="900" dirty="0"/>
              <a:t>78</a:t>
            </a:r>
          </a:p>
        </p:txBody>
      </p:sp>
      <p:sp>
        <p:nvSpPr>
          <p:cNvPr id="11" name="TextBox 10">
            <a:extLst>
              <a:ext uri="{FF2B5EF4-FFF2-40B4-BE49-F238E27FC236}">
                <a16:creationId xmlns:a16="http://schemas.microsoft.com/office/drawing/2014/main" id="{621ECEE7-E657-D92C-80BB-284B30E8DCCF}"/>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A2FBD47C-CC27-B838-9C29-E7116A709ED4}"/>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25743829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DAC31-927C-2EF4-0E5B-E08E4D647EC5}"/>
            </a:ext>
          </a:extLst>
        </p:cNvPr>
        <p:cNvGrpSpPr/>
        <p:nvPr/>
      </p:nvGrpSpPr>
      <p:grpSpPr>
        <a:xfrm>
          <a:off x="0" y="0"/>
          <a:ext cx="0" cy="0"/>
          <a:chOff x="0" y="0"/>
          <a:chExt cx="0" cy="0"/>
        </a:xfrm>
      </p:grpSpPr>
      <p:sp>
        <p:nvSpPr>
          <p:cNvPr id="46" name="TextBox 45">
            <a:extLst>
              <a:ext uri="{FF2B5EF4-FFF2-40B4-BE49-F238E27FC236}">
                <a16:creationId xmlns:a16="http://schemas.microsoft.com/office/drawing/2014/main" id="{DF20D255-EC21-A8E7-D07B-AA4F2BA4F429}"/>
              </a:ext>
            </a:extLst>
          </p:cNvPr>
          <p:cNvSpPr txBox="1"/>
          <p:nvPr/>
        </p:nvSpPr>
        <p:spPr>
          <a:xfrm>
            <a:off x="3716867" y="2231221"/>
            <a:ext cx="462845" cy="584775"/>
          </a:xfrm>
          <a:prstGeom prst="rect">
            <a:avLst/>
          </a:prstGeom>
          <a:solidFill>
            <a:srgbClr val="FF0000">
              <a:alpha val="15000"/>
            </a:srgbClr>
          </a:solidFill>
        </p:spPr>
        <p:txBody>
          <a:bodyPr wrap="square" rtlCol="0">
            <a:spAutoFit/>
          </a:bodyPr>
          <a:lstStyle/>
          <a:p>
            <a:pPr algn="ctr"/>
            <a:endParaRPr lang="en-US" sz="3200" dirty="0"/>
          </a:p>
        </p:txBody>
      </p:sp>
      <p:sp>
        <p:nvSpPr>
          <p:cNvPr id="47" name="TextBox 46">
            <a:extLst>
              <a:ext uri="{FF2B5EF4-FFF2-40B4-BE49-F238E27FC236}">
                <a16:creationId xmlns:a16="http://schemas.microsoft.com/office/drawing/2014/main" id="{B270E9A3-2569-436E-35A8-3D24CBA3775B}"/>
              </a:ext>
            </a:extLst>
          </p:cNvPr>
          <p:cNvSpPr txBox="1"/>
          <p:nvPr/>
        </p:nvSpPr>
        <p:spPr>
          <a:xfrm>
            <a:off x="4216401" y="2734556"/>
            <a:ext cx="462845" cy="584775"/>
          </a:xfrm>
          <a:prstGeom prst="rect">
            <a:avLst/>
          </a:prstGeom>
          <a:solidFill>
            <a:srgbClr val="FF0000">
              <a:alpha val="15000"/>
            </a:srgbClr>
          </a:solid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CB0D2C01-F104-472D-2F1C-E5E13801020B}"/>
              </a:ext>
            </a:extLst>
          </p:cNvPr>
          <p:cNvSpPr txBox="1"/>
          <p:nvPr/>
        </p:nvSpPr>
        <p:spPr>
          <a:xfrm>
            <a:off x="4715935" y="3237891"/>
            <a:ext cx="462845" cy="584775"/>
          </a:xfrm>
          <a:prstGeom prst="rect">
            <a:avLst/>
          </a:prstGeom>
          <a:solidFill>
            <a:srgbClr val="FF0000">
              <a:alpha val="15000"/>
            </a:srgbClr>
          </a:solidFill>
        </p:spPr>
        <p:txBody>
          <a:bodyPr wrap="square" rtlCol="0">
            <a:spAutoFit/>
          </a:bodyPr>
          <a:lstStyle/>
          <a:p>
            <a:pPr algn="ctr"/>
            <a:endParaRPr lang="en-US" sz="3200" dirty="0"/>
          </a:p>
        </p:txBody>
      </p:sp>
      <p:sp>
        <p:nvSpPr>
          <p:cNvPr id="49" name="TextBox 48">
            <a:extLst>
              <a:ext uri="{FF2B5EF4-FFF2-40B4-BE49-F238E27FC236}">
                <a16:creationId xmlns:a16="http://schemas.microsoft.com/office/drawing/2014/main" id="{63F80A68-6AC6-D131-430F-66EC77D30ECB}"/>
              </a:ext>
            </a:extLst>
          </p:cNvPr>
          <p:cNvSpPr txBox="1"/>
          <p:nvPr/>
        </p:nvSpPr>
        <p:spPr>
          <a:xfrm>
            <a:off x="5215469" y="3741226"/>
            <a:ext cx="462845" cy="584775"/>
          </a:xfrm>
          <a:prstGeom prst="rect">
            <a:avLst/>
          </a:prstGeom>
          <a:solidFill>
            <a:srgbClr val="FF0000">
              <a:alpha val="15000"/>
            </a:srgbClr>
          </a:solidFill>
        </p:spPr>
        <p:txBody>
          <a:bodyPr wrap="square" rtlCol="0">
            <a:spAutoFit/>
          </a:bodyPr>
          <a:lstStyle/>
          <a:p>
            <a:pPr algn="ctr"/>
            <a:r>
              <a:rPr lang="en-US" sz="3200" dirty="0"/>
              <a:t>4</a:t>
            </a:r>
          </a:p>
        </p:txBody>
      </p:sp>
      <p:sp>
        <p:nvSpPr>
          <p:cNvPr id="50" name="TextBox 49">
            <a:extLst>
              <a:ext uri="{FF2B5EF4-FFF2-40B4-BE49-F238E27FC236}">
                <a16:creationId xmlns:a16="http://schemas.microsoft.com/office/drawing/2014/main" id="{82F8CBC3-0402-6992-1581-F5F6FDF24B8B}"/>
              </a:ext>
            </a:extLst>
          </p:cNvPr>
          <p:cNvSpPr txBox="1"/>
          <p:nvPr/>
        </p:nvSpPr>
        <p:spPr>
          <a:xfrm>
            <a:off x="5715003" y="4244561"/>
            <a:ext cx="462845" cy="584775"/>
          </a:xfrm>
          <a:prstGeom prst="rect">
            <a:avLst/>
          </a:prstGeom>
          <a:solidFill>
            <a:srgbClr val="FF0000">
              <a:alpha val="15000"/>
            </a:srgbClr>
          </a:solidFill>
        </p:spPr>
        <p:txBody>
          <a:bodyPr wrap="square" rtlCol="0">
            <a:spAutoFit/>
          </a:bodyPr>
          <a:lstStyle/>
          <a:p>
            <a:pPr algn="ctr"/>
            <a:endParaRPr lang="en-US" sz="3200" dirty="0"/>
          </a:p>
        </p:txBody>
      </p:sp>
      <p:sp>
        <p:nvSpPr>
          <p:cNvPr id="2" name="Content Placeholder 1">
            <a:extLst>
              <a:ext uri="{FF2B5EF4-FFF2-40B4-BE49-F238E27FC236}">
                <a16:creationId xmlns:a16="http://schemas.microsoft.com/office/drawing/2014/main" id="{965832FD-6BE2-F1A9-D6D1-C9D944823BBE}"/>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2023E5DB-E708-CD90-6FE1-780F2000D94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3960F3D-DA18-525A-9E39-4CAB8B9AE7E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2D3B428-F1C3-16A8-CAA9-1C3751D1652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897AD7E-B173-0BBA-69F5-E3BE97E8AE42}"/>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4D1C8271-47FA-A702-2971-4BF86C0CDC23}"/>
              </a:ext>
            </a:extLst>
          </p:cNvPr>
          <p:cNvSpPr txBox="1"/>
          <p:nvPr/>
        </p:nvSpPr>
        <p:spPr>
          <a:xfrm>
            <a:off x="7213604" y="4747898"/>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5E5B2B0A-18E6-AAE3-3F60-3D6A884DAB3F}"/>
              </a:ext>
            </a:extLst>
          </p:cNvPr>
          <p:cNvSpPr txBox="1"/>
          <p:nvPr/>
        </p:nvSpPr>
        <p:spPr>
          <a:xfrm>
            <a:off x="4645378" y="2404765"/>
            <a:ext cx="570089" cy="230832"/>
          </a:xfrm>
          <a:prstGeom prst="rect">
            <a:avLst/>
          </a:prstGeom>
          <a:noFill/>
        </p:spPr>
        <p:txBody>
          <a:bodyPr wrap="square" rtlCol="0">
            <a:spAutoFit/>
          </a:bodyPr>
          <a:lstStyle/>
          <a:p>
            <a:pPr algn="ctr"/>
            <a:r>
              <a:rPr lang="en-US" sz="900" dirty="0"/>
              <a:t>23</a:t>
            </a:r>
          </a:p>
        </p:txBody>
      </p:sp>
      <p:sp>
        <p:nvSpPr>
          <p:cNvPr id="12" name="TextBox 11">
            <a:extLst>
              <a:ext uri="{FF2B5EF4-FFF2-40B4-BE49-F238E27FC236}">
                <a16:creationId xmlns:a16="http://schemas.microsoft.com/office/drawing/2014/main" id="{76D35F45-2C59-650C-24D2-BC402A82C648}"/>
              </a:ext>
            </a:extLst>
          </p:cNvPr>
          <p:cNvSpPr txBox="1"/>
          <p:nvPr/>
        </p:nvSpPr>
        <p:spPr>
          <a:xfrm>
            <a:off x="5650090" y="3406653"/>
            <a:ext cx="570089" cy="230832"/>
          </a:xfrm>
          <a:prstGeom prst="rect">
            <a:avLst/>
          </a:prstGeom>
          <a:noFill/>
        </p:spPr>
        <p:txBody>
          <a:bodyPr wrap="square" rtlCol="0">
            <a:spAutoFit/>
          </a:bodyPr>
          <a:lstStyle/>
          <a:p>
            <a:pPr algn="ctr"/>
            <a:r>
              <a:rPr lang="en-US" sz="900" dirty="0"/>
              <a:t>32</a:t>
            </a:r>
          </a:p>
        </p:txBody>
      </p:sp>
      <p:sp>
        <p:nvSpPr>
          <p:cNvPr id="15" name="TextBox 14">
            <a:extLst>
              <a:ext uri="{FF2B5EF4-FFF2-40B4-BE49-F238E27FC236}">
                <a16:creationId xmlns:a16="http://schemas.microsoft.com/office/drawing/2014/main" id="{A3AB0D91-1B0E-4AE3-0247-1D2497C9F8D9}"/>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E0581BA4-7F42-3212-4DBD-1C9F262F6BFA}"/>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17" name="TextBox 16">
            <a:extLst>
              <a:ext uri="{FF2B5EF4-FFF2-40B4-BE49-F238E27FC236}">
                <a16:creationId xmlns:a16="http://schemas.microsoft.com/office/drawing/2014/main" id="{3D98638E-1EF1-B954-55ED-A2F508D132E4}"/>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1A343FD8-E582-A980-F007-D930BD6B0E20}"/>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56976C02-070E-62F4-0DD7-CDBCE422B14A}"/>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1B2566CC-D5FA-3292-40E2-5BC06DF1DA47}"/>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8C496D99-C742-C6F7-142C-7536E0F41325}"/>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E0975E21-7CED-8215-C8A6-F40D8384C3C1}"/>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71FF4A99-7EF0-E322-542E-2B5462145793}"/>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4D52CAAB-A750-B451-1D12-BD15505F3C30}"/>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28AEFE51-E79F-D555-9944-7873307CAF23}"/>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45F06B81-FAAC-3A9A-D579-6C64482C0AB7}"/>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6E806728-22CC-05D4-A1B4-F5E130F575BF}"/>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1AF696B4-F315-2381-E3B0-DD1A2FD788B9}"/>
              </a:ext>
            </a:extLst>
          </p:cNvPr>
          <p:cNvSpPr txBox="1"/>
          <p:nvPr/>
        </p:nvSpPr>
        <p:spPr>
          <a:xfrm>
            <a:off x="5715003" y="2231221"/>
            <a:ext cx="462845" cy="584775"/>
          </a:xfrm>
          <a:prstGeom prst="rect">
            <a:avLst/>
          </a:prstGeom>
          <a:noFill/>
        </p:spPr>
        <p:txBody>
          <a:bodyPr wrap="square" rtlCol="0">
            <a:spAutoFit/>
          </a:bodyPr>
          <a:lstStyle/>
          <a:p>
            <a:pPr algn="ctr"/>
            <a:r>
              <a:rPr lang="en-US" sz="3200" dirty="0"/>
              <a:t>9</a:t>
            </a:r>
          </a:p>
        </p:txBody>
      </p:sp>
      <p:sp>
        <p:nvSpPr>
          <p:cNvPr id="34" name="TextBox 33">
            <a:extLst>
              <a:ext uri="{FF2B5EF4-FFF2-40B4-BE49-F238E27FC236}">
                <a16:creationId xmlns:a16="http://schemas.microsoft.com/office/drawing/2014/main" id="{7C4E938A-5822-15F0-9EC0-9E394B28D944}"/>
              </a:ext>
            </a:extLst>
          </p:cNvPr>
          <p:cNvSpPr txBox="1"/>
          <p:nvPr/>
        </p:nvSpPr>
        <p:spPr>
          <a:xfrm>
            <a:off x="4645378" y="3406653"/>
            <a:ext cx="570089" cy="230832"/>
          </a:xfrm>
          <a:prstGeom prst="rect">
            <a:avLst/>
          </a:prstGeom>
          <a:noFill/>
        </p:spPr>
        <p:txBody>
          <a:bodyPr wrap="square" rtlCol="0">
            <a:spAutoFit/>
          </a:bodyPr>
          <a:lstStyle/>
          <a:p>
            <a:pPr algn="ctr"/>
            <a:r>
              <a:rPr lang="en-US" sz="900" dirty="0"/>
              <a:t>87</a:t>
            </a:r>
          </a:p>
        </p:txBody>
      </p:sp>
      <p:sp>
        <p:nvSpPr>
          <p:cNvPr id="35" name="TextBox 34">
            <a:extLst>
              <a:ext uri="{FF2B5EF4-FFF2-40B4-BE49-F238E27FC236}">
                <a16:creationId xmlns:a16="http://schemas.microsoft.com/office/drawing/2014/main" id="{541F5D9B-4D71-0E6D-B1FE-B1DC529A698B}"/>
              </a:ext>
            </a:extLst>
          </p:cNvPr>
          <p:cNvSpPr txBox="1"/>
          <p:nvPr/>
        </p:nvSpPr>
        <p:spPr>
          <a:xfrm>
            <a:off x="3640666" y="2404765"/>
            <a:ext cx="570089" cy="230832"/>
          </a:xfrm>
          <a:prstGeom prst="rect">
            <a:avLst/>
          </a:prstGeom>
          <a:noFill/>
        </p:spPr>
        <p:txBody>
          <a:bodyPr wrap="square" rtlCol="0">
            <a:spAutoFit/>
          </a:bodyPr>
          <a:lstStyle/>
          <a:p>
            <a:pPr algn="ctr"/>
            <a:r>
              <a:rPr lang="en-US" sz="900" dirty="0"/>
              <a:t>87</a:t>
            </a:r>
          </a:p>
        </p:txBody>
      </p:sp>
      <p:sp>
        <p:nvSpPr>
          <p:cNvPr id="38" name="TextBox 37">
            <a:extLst>
              <a:ext uri="{FF2B5EF4-FFF2-40B4-BE49-F238E27FC236}">
                <a16:creationId xmlns:a16="http://schemas.microsoft.com/office/drawing/2014/main" id="{4CF9C0BA-AE06-559E-1B5D-93F0DC9CFC52}"/>
              </a:ext>
            </a:extLst>
          </p:cNvPr>
          <p:cNvSpPr txBox="1"/>
          <p:nvPr/>
        </p:nvSpPr>
        <p:spPr>
          <a:xfrm>
            <a:off x="5650090" y="4408541"/>
            <a:ext cx="570089" cy="230832"/>
          </a:xfrm>
          <a:prstGeom prst="rect">
            <a:avLst/>
          </a:prstGeom>
          <a:noFill/>
        </p:spPr>
        <p:txBody>
          <a:bodyPr wrap="square" rtlCol="0">
            <a:spAutoFit/>
          </a:bodyPr>
          <a:lstStyle/>
          <a:p>
            <a:pPr algn="ctr"/>
            <a:r>
              <a:rPr lang="en-US" sz="900" dirty="0"/>
              <a:t>87</a:t>
            </a:r>
          </a:p>
        </p:txBody>
      </p:sp>
      <p:sp>
        <p:nvSpPr>
          <p:cNvPr id="39" name="TextBox 38">
            <a:extLst>
              <a:ext uri="{FF2B5EF4-FFF2-40B4-BE49-F238E27FC236}">
                <a16:creationId xmlns:a16="http://schemas.microsoft.com/office/drawing/2014/main" id="{7EF899B4-8589-B69B-0CF8-6E956B0B95B9}"/>
              </a:ext>
            </a:extLst>
          </p:cNvPr>
          <p:cNvSpPr txBox="1"/>
          <p:nvPr/>
        </p:nvSpPr>
        <p:spPr>
          <a:xfrm>
            <a:off x="3217333" y="273455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F4856EDA-9E1E-A571-44E4-13E0C4002E0A}"/>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B86E82F3-33F6-EFFB-3FCE-EB261A2E0BC5}"/>
              </a:ext>
            </a:extLst>
          </p:cNvPr>
          <p:cNvSpPr txBox="1"/>
          <p:nvPr/>
        </p:nvSpPr>
        <p:spPr>
          <a:xfrm>
            <a:off x="3716867" y="1727886"/>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42" name="TextBox 41">
            <a:extLst>
              <a:ext uri="{FF2B5EF4-FFF2-40B4-BE49-F238E27FC236}">
                <a16:creationId xmlns:a16="http://schemas.microsoft.com/office/drawing/2014/main" id="{E985D603-0A9F-D1AC-F497-C307C7770D86}"/>
              </a:ext>
            </a:extLst>
          </p:cNvPr>
          <p:cNvSpPr txBox="1"/>
          <p:nvPr/>
        </p:nvSpPr>
        <p:spPr>
          <a:xfrm>
            <a:off x="4715935" y="2734556"/>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43" name="TextBox 42">
            <a:extLst>
              <a:ext uri="{FF2B5EF4-FFF2-40B4-BE49-F238E27FC236}">
                <a16:creationId xmlns:a16="http://schemas.microsoft.com/office/drawing/2014/main" id="{4F495DCD-15E7-780F-C50B-052725D7F5DC}"/>
              </a:ext>
            </a:extLst>
          </p:cNvPr>
          <p:cNvSpPr txBox="1"/>
          <p:nvPr/>
        </p:nvSpPr>
        <p:spPr>
          <a:xfrm>
            <a:off x="5215469" y="3237891"/>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44" name="TextBox 43">
            <a:extLst>
              <a:ext uri="{FF2B5EF4-FFF2-40B4-BE49-F238E27FC236}">
                <a16:creationId xmlns:a16="http://schemas.microsoft.com/office/drawing/2014/main" id="{B5AD9006-4A77-BDE2-A405-F034834AD778}"/>
              </a:ext>
            </a:extLst>
          </p:cNvPr>
          <p:cNvSpPr txBox="1"/>
          <p:nvPr/>
        </p:nvSpPr>
        <p:spPr>
          <a:xfrm>
            <a:off x="6214537" y="4244561"/>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45" name="TextBox 44">
            <a:extLst>
              <a:ext uri="{FF2B5EF4-FFF2-40B4-BE49-F238E27FC236}">
                <a16:creationId xmlns:a16="http://schemas.microsoft.com/office/drawing/2014/main" id="{FB133BB0-059D-EBAA-295F-8F8A9BF816ED}"/>
              </a:ext>
            </a:extLst>
          </p:cNvPr>
          <p:cNvSpPr txBox="1"/>
          <p:nvPr/>
        </p:nvSpPr>
        <p:spPr>
          <a:xfrm>
            <a:off x="4216401" y="2231221"/>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51" name="TextBox 50">
            <a:extLst>
              <a:ext uri="{FF2B5EF4-FFF2-40B4-BE49-F238E27FC236}">
                <a16:creationId xmlns:a16="http://schemas.microsoft.com/office/drawing/2014/main" id="{D389A92B-DB3D-4EED-D64A-4314C7C127E2}"/>
              </a:ext>
            </a:extLst>
          </p:cNvPr>
          <p:cNvSpPr txBox="1"/>
          <p:nvPr/>
        </p:nvSpPr>
        <p:spPr>
          <a:xfrm>
            <a:off x="5715003" y="3741226"/>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2A741540-046B-57F7-A23C-FC051146709B}"/>
              </a:ext>
            </a:extLst>
          </p:cNvPr>
          <p:cNvSpPr txBox="1"/>
          <p:nvPr/>
        </p:nvSpPr>
        <p:spPr>
          <a:xfrm>
            <a:off x="3640666" y="1903821"/>
            <a:ext cx="570089" cy="230832"/>
          </a:xfrm>
          <a:prstGeom prst="rect">
            <a:avLst/>
          </a:prstGeom>
          <a:noFill/>
        </p:spPr>
        <p:txBody>
          <a:bodyPr wrap="square" rtlCol="0">
            <a:spAutoFit/>
          </a:bodyPr>
          <a:lstStyle/>
          <a:p>
            <a:pPr algn="ctr"/>
            <a:r>
              <a:rPr lang="en-US" sz="900" dirty="0"/>
              <a:t>78</a:t>
            </a:r>
          </a:p>
        </p:txBody>
      </p:sp>
      <p:sp>
        <p:nvSpPr>
          <p:cNvPr id="53" name="TextBox 52">
            <a:extLst>
              <a:ext uri="{FF2B5EF4-FFF2-40B4-BE49-F238E27FC236}">
                <a16:creationId xmlns:a16="http://schemas.microsoft.com/office/drawing/2014/main" id="{5A059E78-0800-3170-0C87-40EBFAAA8187}"/>
              </a:ext>
            </a:extLst>
          </p:cNvPr>
          <p:cNvSpPr txBox="1"/>
          <p:nvPr/>
        </p:nvSpPr>
        <p:spPr>
          <a:xfrm>
            <a:off x="4645378" y="2905709"/>
            <a:ext cx="570089" cy="230832"/>
          </a:xfrm>
          <a:prstGeom prst="rect">
            <a:avLst/>
          </a:prstGeom>
          <a:noFill/>
        </p:spPr>
        <p:txBody>
          <a:bodyPr wrap="square" rtlCol="0">
            <a:spAutoFit/>
          </a:bodyPr>
          <a:lstStyle/>
          <a:p>
            <a:pPr algn="ctr"/>
            <a:r>
              <a:rPr lang="en-US" sz="900" dirty="0"/>
              <a:t>678</a:t>
            </a:r>
          </a:p>
        </p:txBody>
      </p:sp>
      <p:sp>
        <p:nvSpPr>
          <p:cNvPr id="54" name="TextBox 53">
            <a:extLst>
              <a:ext uri="{FF2B5EF4-FFF2-40B4-BE49-F238E27FC236}">
                <a16:creationId xmlns:a16="http://schemas.microsoft.com/office/drawing/2014/main" id="{D606EEFD-831A-70A0-3803-6E3ED347FBA4}"/>
              </a:ext>
            </a:extLst>
          </p:cNvPr>
          <p:cNvSpPr txBox="1"/>
          <p:nvPr/>
        </p:nvSpPr>
        <p:spPr>
          <a:xfrm>
            <a:off x="5147734" y="3406653"/>
            <a:ext cx="570089" cy="230832"/>
          </a:xfrm>
          <a:prstGeom prst="rect">
            <a:avLst/>
          </a:prstGeom>
          <a:noFill/>
        </p:spPr>
        <p:txBody>
          <a:bodyPr wrap="square" rtlCol="0">
            <a:spAutoFit/>
          </a:bodyPr>
          <a:lstStyle/>
          <a:p>
            <a:pPr algn="ctr"/>
            <a:r>
              <a:rPr lang="en-US" sz="900" dirty="0"/>
              <a:t>678</a:t>
            </a:r>
          </a:p>
        </p:txBody>
      </p:sp>
      <p:sp>
        <p:nvSpPr>
          <p:cNvPr id="55" name="TextBox 54">
            <a:extLst>
              <a:ext uri="{FF2B5EF4-FFF2-40B4-BE49-F238E27FC236}">
                <a16:creationId xmlns:a16="http://schemas.microsoft.com/office/drawing/2014/main" id="{FFFF73CE-C504-78E2-0E7B-2356329990E2}"/>
              </a:ext>
            </a:extLst>
          </p:cNvPr>
          <p:cNvSpPr txBox="1"/>
          <p:nvPr/>
        </p:nvSpPr>
        <p:spPr>
          <a:xfrm>
            <a:off x="6152446" y="4408541"/>
            <a:ext cx="570089" cy="230832"/>
          </a:xfrm>
          <a:prstGeom prst="rect">
            <a:avLst/>
          </a:prstGeom>
          <a:noFill/>
        </p:spPr>
        <p:txBody>
          <a:bodyPr wrap="square" rtlCol="0">
            <a:spAutoFit/>
          </a:bodyPr>
          <a:lstStyle/>
          <a:p>
            <a:pPr algn="ctr"/>
            <a:r>
              <a:rPr lang="en-US" sz="900" dirty="0"/>
              <a:t>78</a:t>
            </a:r>
          </a:p>
        </p:txBody>
      </p:sp>
      <p:sp>
        <p:nvSpPr>
          <p:cNvPr id="11" name="TextBox 10">
            <a:extLst>
              <a:ext uri="{FF2B5EF4-FFF2-40B4-BE49-F238E27FC236}">
                <a16:creationId xmlns:a16="http://schemas.microsoft.com/office/drawing/2014/main" id="{7B4C164F-EA5F-017B-769A-7BCD94D779A3}"/>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CAF65CAC-0186-DB28-0D75-08CCA2BE6A8E}"/>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7DE1B83F-5B5C-B0FB-128A-C9C2063961C1}"/>
              </a:ext>
            </a:extLst>
          </p:cNvPr>
          <p:cNvSpPr txBox="1"/>
          <p:nvPr/>
        </p:nvSpPr>
        <p:spPr>
          <a:xfrm>
            <a:off x="5215469" y="172788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682FC074-EB4D-3C4C-689D-2EEEA6B86046}"/>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12120530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898249-BABC-8E5B-5FCB-50F15D30FD5F}"/>
            </a:ext>
          </a:extLst>
        </p:cNvPr>
        <p:cNvGrpSpPr/>
        <p:nvPr/>
      </p:nvGrpSpPr>
      <p:grpSpPr>
        <a:xfrm>
          <a:off x="0" y="0"/>
          <a:ext cx="0" cy="0"/>
          <a:chOff x="0" y="0"/>
          <a:chExt cx="0" cy="0"/>
        </a:xfrm>
      </p:grpSpPr>
      <p:sp>
        <p:nvSpPr>
          <p:cNvPr id="46" name="TextBox 45">
            <a:extLst>
              <a:ext uri="{FF2B5EF4-FFF2-40B4-BE49-F238E27FC236}">
                <a16:creationId xmlns:a16="http://schemas.microsoft.com/office/drawing/2014/main" id="{46A2B547-734E-24FC-C057-95B176B8AC99}"/>
              </a:ext>
            </a:extLst>
          </p:cNvPr>
          <p:cNvSpPr txBox="1"/>
          <p:nvPr/>
        </p:nvSpPr>
        <p:spPr>
          <a:xfrm>
            <a:off x="3716867" y="2231221"/>
            <a:ext cx="462845" cy="584775"/>
          </a:xfrm>
          <a:prstGeom prst="rect">
            <a:avLst/>
          </a:prstGeom>
          <a:solidFill>
            <a:srgbClr val="FF0000">
              <a:alpha val="15000"/>
            </a:srgbClr>
          </a:solidFill>
        </p:spPr>
        <p:txBody>
          <a:bodyPr wrap="square" rtlCol="0">
            <a:spAutoFit/>
          </a:bodyPr>
          <a:lstStyle/>
          <a:p>
            <a:pPr algn="ctr"/>
            <a:endParaRPr lang="en-US" sz="3200" dirty="0"/>
          </a:p>
        </p:txBody>
      </p:sp>
      <p:sp>
        <p:nvSpPr>
          <p:cNvPr id="47" name="TextBox 46">
            <a:extLst>
              <a:ext uri="{FF2B5EF4-FFF2-40B4-BE49-F238E27FC236}">
                <a16:creationId xmlns:a16="http://schemas.microsoft.com/office/drawing/2014/main" id="{295DFBFE-ED7C-F836-56BC-F595649D715E}"/>
              </a:ext>
            </a:extLst>
          </p:cNvPr>
          <p:cNvSpPr txBox="1"/>
          <p:nvPr/>
        </p:nvSpPr>
        <p:spPr>
          <a:xfrm>
            <a:off x="4216401" y="2734556"/>
            <a:ext cx="462845" cy="584775"/>
          </a:xfrm>
          <a:prstGeom prst="rect">
            <a:avLst/>
          </a:prstGeom>
          <a:solidFill>
            <a:srgbClr val="FF0000">
              <a:alpha val="15000"/>
            </a:srgbClr>
          </a:solid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920FBA49-3F5F-CDDD-C765-DBA6DE3593B2}"/>
              </a:ext>
            </a:extLst>
          </p:cNvPr>
          <p:cNvSpPr txBox="1"/>
          <p:nvPr/>
        </p:nvSpPr>
        <p:spPr>
          <a:xfrm>
            <a:off x="4715935" y="3237891"/>
            <a:ext cx="462845" cy="584775"/>
          </a:xfrm>
          <a:prstGeom prst="rect">
            <a:avLst/>
          </a:prstGeom>
          <a:solidFill>
            <a:srgbClr val="FF0000">
              <a:alpha val="15000"/>
            </a:srgbClr>
          </a:solidFill>
        </p:spPr>
        <p:txBody>
          <a:bodyPr wrap="square" rtlCol="0">
            <a:spAutoFit/>
          </a:bodyPr>
          <a:lstStyle/>
          <a:p>
            <a:pPr algn="ctr"/>
            <a:endParaRPr lang="en-US" sz="3200" dirty="0"/>
          </a:p>
        </p:txBody>
      </p:sp>
      <p:sp>
        <p:nvSpPr>
          <p:cNvPr id="49" name="TextBox 48">
            <a:extLst>
              <a:ext uri="{FF2B5EF4-FFF2-40B4-BE49-F238E27FC236}">
                <a16:creationId xmlns:a16="http://schemas.microsoft.com/office/drawing/2014/main" id="{F51F5915-5704-8CCF-199A-F8B654DE81A3}"/>
              </a:ext>
            </a:extLst>
          </p:cNvPr>
          <p:cNvSpPr txBox="1"/>
          <p:nvPr/>
        </p:nvSpPr>
        <p:spPr>
          <a:xfrm>
            <a:off x="5215469" y="3741226"/>
            <a:ext cx="462845" cy="584775"/>
          </a:xfrm>
          <a:prstGeom prst="rect">
            <a:avLst/>
          </a:prstGeom>
          <a:solidFill>
            <a:srgbClr val="FF0000">
              <a:alpha val="15000"/>
            </a:srgbClr>
          </a:solidFill>
        </p:spPr>
        <p:txBody>
          <a:bodyPr wrap="square" rtlCol="0">
            <a:spAutoFit/>
          </a:bodyPr>
          <a:lstStyle/>
          <a:p>
            <a:pPr algn="ctr"/>
            <a:r>
              <a:rPr lang="en-US" sz="3200" dirty="0"/>
              <a:t>4</a:t>
            </a:r>
          </a:p>
        </p:txBody>
      </p:sp>
      <p:sp>
        <p:nvSpPr>
          <p:cNvPr id="50" name="TextBox 49">
            <a:extLst>
              <a:ext uri="{FF2B5EF4-FFF2-40B4-BE49-F238E27FC236}">
                <a16:creationId xmlns:a16="http://schemas.microsoft.com/office/drawing/2014/main" id="{09341174-CFFF-CA14-C3A9-3EC604419C91}"/>
              </a:ext>
            </a:extLst>
          </p:cNvPr>
          <p:cNvSpPr txBox="1"/>
          <p:nvPr/>
        </p:nvSpPr>
        <p:spPr>
          <a:xfrm>
            <a:off x="5715003" y="4244561"/>
            <a:ext cx="462845" cy="584775"/>
          </a:xfrm>
          <a:prstGeom prst="rect">
            <a:avLst/>
          </a:prstGeom>
          <a:solidFill>
            <a:srgbClr val="FF0000">
              <a:alpha val="15000"/>
            </a:srgbClr>
          </a:solidFill>
        </p:spPr>
        <p:txBody>
          <a:bodyPr wrap="square" rtlCol="0">
            <a:spAutoFit/>
          </a:bodyPr>
          <a:lstStyle/>
          <a:p>
            <a:pPr algn="ctr"/>
            <a:endParaRPr lang="en-US" sz="3200" dirty="0"/>
          </a:p>
        </p:txBody>
      </p:sp>
      <p:sp>
        <p:nvSpPr>
          <p:cNvPr id="2" name="Content Placeholder 1">
            <a:extLst>
              <a:ext uri="{FF2B5EF4-FFF2-40B4-BE49-F238E27FC236}">
                <a16:creationId xmlns:a16="http://schemas.microsoft.com/office/drawing/2014/main" id="{FB06FD23-2B2C-7FF8-1E17-F0ADDDAC5367}"/>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F9667585-2EA2-F16C-A15B-834CC806895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66FFA86-D3E0-3AA7-253D-F63DAF8886F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8F268AE-651C-FE5B-324B-554C05B230A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6C08A80-4B5A-8D2C-4DDD-3C6A233390CB}"/>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C239DB23-6F05-2723-DB43-68E1CEEC03D4}"/>
              </a:ext>
            </a:extLst>
          </p:cNvPr>
          <p:cNvSpPr txBox="1"/>
          <p:nvPr/>
        </p:nvSpPr>
        <p:spPr>
          <a:xfrm>
            <a:off x="7213604" y="4747898"/>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53EE0477-F5E2-F6D5-8CF2-FD6CCADA9623}"/>
              </a:ext>
            </a:extLst>
          </p:cNvPr>
          <p:cNvSpPr txBox="1"/>
          <p:nvPr/>
        </p:nvSpPr>
        <p:spPr>
          <a:xfrm>
            <a:off x="4645378" y="2404765"/>
            <a:ext cx="570089" cy="230832"/>
          </a:xfrm>
          <a:prstGeom prst="rect">
            <a:avLst/>
          </a:prstGeom>
          <a:noFill/>
        </p:spPr>
        <p:txBody>
          <a:bodyPr wrap="square" rtlCol="0">
            <a:spAutoFit/>
          </a:bodyPr>
          <a:lstStyle/>
          <a:p>
            <a:pPr algn="ctr"/>
            <a:r>
              <a:rPr lang="en-US" sz="900" dirty="0"/>
              <a:t>23</a:t>
            </a:r>
          </a:p>
        </p:txBody>
      </p:sp>
      <p:sp>
        <p:nvSpPr>
          <p:cNvPr id="12" name="TextBox 11">
            <a:extLst>
              <a:ext uri="{FF2B5EF4-FFF2-40B4-BE49-F238E27FC236}">
                <a16:creationId xmlns:a16="http://schemas.microsoft.com/office/drawing/2014/main" id="{0206C925-78DD-10EC-9702-7B3756411DE4}"/>
              </a:ext>
            </a:extLst>
          </p:cNvPr>
          <p:cNvSpPr txBox="1"/>
          <p:nvPr/>
        </p:nvSpPr>
        <p:spPr>
          <a:xfrm>
            <a:off x="5650090" y="3406653"/>
            <a:ext cx="570089" cy="230832"/>
          </a:xfrm>
          <a:prstGeom prst="rect">
            <a:avLst/>
          </a:prstGeom>
          <a:noFill/>
        </p:spPr>
        <p:txBody>
          <a:bodyPr wrap="square" rtlCol="0">
            <a:spAutoFit/>
          </a:bodyPr>
          <a:lstStyle/>
          <a:p>
            <a:pPr algn="ctr"/>
            <a:r>
              <a:rPr lang="en-US" sz="900" dirty="0"/>
              <a:t>32</a:t>
            </a:r>
          </a:p>
        </p:txBody>
      </p:sp>
      <p:sp>
        <p:nvSpPr>
          <p:cNvPr id="15" name="TextBox 14">
            <a:extLst>
              <a:ext uri="{FF2B5EF4-FFF2-40B4-BE49-F238E27FC236}">
                <a16:creationId xmlns:a16="http://schemas.microsoft.com/office/drawing/2014/main" id="{0D9F267B-663D-D95F-D6F4-CCE54BC90FEC}"/>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D6A91587-A42D-8C18-7B4F-E77D8552769B}"/>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17" name="TextBox 16">
            <a:extLst>
              <a:ext uri="{FF2B5EF4-FFF2-40B4-BE49-F238E27FC236}">
                <a16:creationId xmlns:a16="http://schemas.microsoft.com/office/drawing/2014/main" id="{594FF3EF-F9FB-661B-7E4D-1D6C75A30884}"/>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465EC658-C5D7-DCAE-5E68-A13AD74DD7DF}"/>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FBACABCA-9D24-A61B-75C3-A53130698C3A}"/>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1F174BE1-0257-D384-6EA0-FE7DB4664103}"/>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322EE71B-EDF3-AAD3-83BD-5FEE8393A8C0}"/>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8184734D-8AF1-3670-CD41-8596B552C6CB}"/>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CE104437-7AC6-CE62-EC80-0607E2AC8293}"/>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AB2046C4-E34A-C5CA-D8B8-B2A527B9AA48}"/>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2DBAFAFB-920D-1B65-F37B-549016E3CF75}"/>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D706A3F6-DC5D-0381-FC50-E2A5D5F82BE0}"/>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D22E5B74-2F09-1EAA-1883-62E2AE62584C}"/>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6E0F70D8-341A-5535-5727-BA7E77CBE165}"/>
              </a:ext>
            </a:extLst>
          </p:cNvPr>
          <p:cNvSpPr txBox="1"/>
          <p:nvPr/>
        </p:nvSpPr>
        <p:spPr>
          <a:xfrm>
            <a:off x="5715003" y="2231221"/>
            <a:ext cx="462845" cy="584775"/>
          </a:xfrm>
          <a:prstGeom prst="rect">
            <a:avLst/>
          </a:prstGeom>
          <a:noFill/>
        </p:spPr>
        <p:txBody>
          <a:bodyPr wrap="square" rtlCol="0">
            <a:spAutoFit/>
          </a:bodyPr>
          <a:lstStyle/>
          <a:p>
            <a:pPr algn="ctr"/>
            <a:r>
              <a:rPr lang="en-US" sz="3200" dirty="0"/>
              <a:t>9</a:t>
            </a:r>
          </a:p>
        </p:txBody>
      </p:sp>
      <p:sp>
        <p:nvSpPr>
          <p:cNvPr id="34" name="TextBox 33">
            <a:extLst>
              <a:ext uri="{FF2B5EF4-FFF2-40B4-BE49-F238E27FC236}">
                <a16:creationId xmlns:a16="http://schemas.microsoft.com/office/drawing/2014/main" id="{F1555564-5074-4339-5B84-293AEA026E3E}"/>
              </a:ext>
            </a:extLst>
          </p:cNvPr>
          <p:cNvSpPr txBox="1"/>
          <p:nvPr/>
        </p:nvSpPr>
        <p:spPr>
          <a:xfrm>
            <a:off x="4645378" y="3406653"/>
            <a:ext cx="570089" cy="230832"/>
          </a:xfrm>
          <a:prstGeom prst="rect">
            <a:avLst/>
          </a:prstGeom>
          <a:noFill/>
        </p:spPr>
        <p:txBody>
          <a:bodyPr wrap="square" rtlCol="0">
            <a:spAutoFit/>
          </a:bodyPr>
          <a:lstStyle/>
          <a:p>
            <a:pPr algn="ctr"/>
            <a:r>
              <a:rPr lang="en-US" sz="900" dirty="0"/>
              <a:t>87</a:t>
            </a:r>
          </a:p>
        </p:txBody>
      </p:sp>
      <p:sp>
        <p:nvSpPr>
          <p:cNvPr id="35" name="TextBox 34">
            <a:extLst>
              <a:ext uri="{FF2B5EF4-FFF2-40B4-BE49-F238E27FC236}">
                <a16:creationId xmlns:a16="http://schemas.microsoft.com/office/drawing/2014/main" id="{B06C6957-DC63-2D81-2F3F-7B0BC1408568}"/>
              </a:ext>
            </a:extLst>
          </p:cNvPr>
          <p:cNvSpPr txBox="1"/>
          <p:nvPr/>
        </p:nvSpPr>
        <p:spPr>
          <a:xfrm>
            <a:off x="3640666" y="2404765"/>
            <a:ext cx="570089" cy="230832"/>
          </a:xfrm>
          <a:prstGeom prst="rect">
            <a:avLst/>
          </a:prstGeom>
          <a:noFill/>
        </p:spPr>
        <p:txBody>
          <a:bodyPr wrap="square" rtlCol="0">
            <a:spAutoFit/>
          </a:bodyPr>
          <a:lstStyle/>
          <a:p>
            <a:pPr algn="ctr"/>
            <a:r>
              <a:rPr lang="en-US" sz="900" dirty="0"/>
              <a:t>87</a:t>
            </a:r>
          </a:p>
        </p:txBody>
      </p:sp>
      <p:sp>
        <p:nvSpPr>
          <p:cNvPr id="38" name="TextBox 37">
            <a:extLst>
              <a:ext uri="{FF2B5EF4-FFF2-40B4-BE49-F238E27FC236}">
                <a16:creationId xmlns:a16="http://schemas.microsoft.com/office/drawing/2014/main" id="{212AD1D7-D341-2733-DFEC-2A3F811C402C}"/>
              </a:ext>
            </a:extLst>
          </p:cNvPr>
          <p:cNvSpPr txBox="1"/>
          <p:nvPr/>
        </p:nvSpPr>
        <p:spPr>
          <a:xfrm>
            <a:off x="5650090" y="4408541"/>
            <a:ext cx="570089" cy="230832"/>
          </a:xfrm>
          <a:prstGeom prst="rect">
            <a:avLst/>
          </a:prstGeom>
          <a:noFill/>
        </p:spPr>
        <p:txBody>
          <a:bodyPr wrap="square" rtlCol="0">
            <a:spAutoFit/>
          </a:bodyPr>
          <a:lstStyle/>
          <a:p>
            <a:pPr algn="ctr"/>
            <a:r>
              <a:rPr lang="en-US" sz="900" dirty="0"/>
              <a:t>87</a:t>
            </a:r>
          </a:p>
        </p:txBody>
      </p:sp>
      <p:sp>
        <p:nvSpPr>
          <p:cNvPr id="39" name="TextBox 38">
            <a:extLst>
              <a:ext uri="{FF2B5EF4-FFF2-40B4-BE49-F238E27FC236}">
                <a16:creationId xmlns:a16="http://schemas.microsoft.com/office/drawing/2014/main" id="{F28C8EBF-03FF-98A7-2B8F-EDF7B55DF33F}"/>
              </a:ext>
            </a:extLst>
          </p:cNvPr>
          <p:cNvSpPr txBox="1"/>
          <p:nvPr/>
        </p:nvSpPr>
        <p:spPr>
          <a:xfrm>
            <a:off x="3217333" y="273455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C5662B4A-10B2-6580-652C-FDB159CB1C47}"/>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EFA9BE05-A471-B93F-6A36-E687BD1118EC}"/>
              </a:ext>
            </a:extLst>
          </p:cNvPr>
          <p:cNvSpPr txBox="1"/>
          <p:nvPr/>
        </p:nvSpPr>
        <p:spPr>
          <a:xfrm>
            <a:off x="3716867" y="1727886"/>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42" name="TextBox 41">
            <a:extLst>
              <a:ext uri="{FF2B5EF4-FFF2-40B4-BE49-F238E27FC236}">
                <a16:creationId xmlns:a16="http://schemas.microsoft.com/office/drawing/2014/main" id="{6F537850-C04C-B68C-0F11-2BF35FD1DB43}"/>
              </a:ext>
            </a:extLst>
          </p:cNvPr>
          <p:cNvSpPr txBox="1"/>
          <p:nvPr/>
        </p:nvSpPr>
        <p:spPr>
          <a:xfrm>
            <a:off x="4715935" y="2734556"/>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43" name="TextBox 42">
            <a:extLst>
              <a:ext uri="{FF2B5EF4-FFF2-40B4-BE49-F238E27FC236}">
                <a16:creationId xmlns:a16="http://schemas.microsoft.com/office/drawing/2014/main" id="{B5C53D6C-B42D-2484-3FA7-90F74269A13F}"/>
              </a:ext>
            </a:extLst>
          </p:cNvPr>
          <p:cNvSpPr txBox="1"/>
          <p:nvPr/>
        </p:nvSpPr>
        <p:spPr>
          <a:xfrm>
            <a:off x="5215469" y="3237891"/>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44" name="TextBox 43">
            <a:extLst>
              <a:ext uri="{FF2B5EF4-FFF2-40B4-BE49-F238E27FC236}">
                <a16:creationId xmlns:a16="http://schemas.microsoft.com/office/drawing/2014/main" id="{47C3BACF-3D4D-F0C2-E82C-E73855B95A3A}"/>
              </a:ext>
            </a:extLst>
          </p:cNvPr>
          <p:cNvSpPr txBox="1"/>
          <p:nvPr/>
        </p:nvSpPr>
        <p:spPr>
          <a:xfrm>
            <a:off x="6214537" y="4244561"/>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45" name="TextBox 44">
            <a:extLst>
              <a:ext uri="{FF2B5EF4-FFF2-40B4-BE49-F238E27FC236}">
                <a16:creationId xmlns:a16="http://schemas.microsoft.com/office/drawing/2014/main" id="{3FE70D70-BF9D-F7F6-80CE-29EC4F4025DE}"/>
              </a:ext>
            </a:extLst>
          </p:cNvPr>
          <p:cNvSpPr txBox="1"/>
          <p:nvPr/>
        </p:nvSpPr>
        <p:spPr>
          <a:xfrm>
            <a:off x="4216401" y="2231221"/>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51" name="TextBox 50">
            <a:extLst>
              <a:ext uri="{FF2B5EF4-FFF2-40B4-BE49-F238E27FC236}">
                <a16:creationId xmlns:a16="http://schemas.microsoft.com/office/drawing/2014/main" id="{56436251-3D3F-BE6E-2E76-1D1CFC449170}"/>
              </a:ext>
            </a:extLst>
          </p:cNvPr>
          <p:cNvSpPr txBox="1"/>
          <p:nvPr/>
        </p:nvSpPr>
        <p:spPr>
          <a:xfrm>
            <a:off x="5715003" y="3741226"/>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77C990DF-3728-D0B7-6004-E982E7E9A058}"/>
              </a:ext>
            </a:extLst>
          </p:cNvPr>
          <p:cNvSpPr txBox="1"/>
          <p:nvPr/>
        </p:nvSpPr>
        <p:spPr>
          <a:xfrm>
            <a:off x="3640666" y="1903821"/>
            <a:ext cx="570089" cy="230832"/>
          </a:xfrm>
          <a:prstGeom prst="rect">
            <a:avLst/>
          </a:prstGeom>
          <a:noFill/>
        </p:spPr>
        <p:txBody>
          <a:bodyPr wrap="square" rtlCol="0">
            <a:spAutoFit/>
          </a:bodyPr>
          <a:lstStyle/>
          <a:p>
            <a:pPr algn="ctr"/>
            <a:r>
              <a:rPr lang="en-US" sz="900" dirty="0"/>
              <a:t>78</a:t>
            </a:r>
          </a:p>
        </p:txBody>
      </p:sp>
      <p:sp>
        <p:nvSpPr>
          <p:cNvPr id="53" name="TextBox 52">
            <a:extLst>
              <a:ext uri="{FF2B5EF4-FFF2-40B4-BE49-F238E27FC236}">
                <a16:creationId xmlns:a16="http://schemas.microsoft.com/office/drawing/2014/main" id="{F56E96DB-BE50-34F3-7795-FA9DB314B22C}"/>
              </a:ext>
            </a:extLst>
          </p:cNvPr>
          <p:cNvSpPr txBox="1"/>
          <p:nvPr/>
        </p:nvSpPr>
        <p:spPr>
          <a:xfrm>
            <a:off x="4645378" y="2905709"/>
            <a:ext cx="570089" cy="230832"/>
          </a:xfrm>
          <a:prstGeom prst="rect">
            <a:avLst/>
          </a:prstGeom>
          <a:noFill/>
        </p:spPr>
        <p:txBody>
          <a:bodyPr wrap="square" rtlCol="0">
            <a:spAutoFit/>
          </a:bodyPr>
          <a:lstStyle/>
          <a:p>
            <a:pPr algn="ctr"/>
            <a:r>
              <a:rPr lang="en-US" sz="900" dirty="0"/>
              <a:t>78</a:t>
            </a:r>
          </a:p>
        </p:txBody>
      </p:sp>
      <p:sp>
        <p:nvSpPr>
          <p:cNvPr id="54" name="TextBox 53">
            <a:extLst>
              <a:ext uri="{FF2B5EF4-FFF2-40B4-BE49-F238E27FC236}">
                <a16:creationId xmlns:a16="http://schemas.microsoft.com/office/drawing/2014/main" id="{43982F0F-0A9C-0E9A-9D94-40FD0118FA64}"/>
              </a:ext>
            </a:extLst>
          </p:cNvPr>
          <p:cNvSpPr txBox="1"/>
          <p:nvPr/>
        </p:nvSpPr>
        <p:spPr>
          <a:xfrm>
            <a:off x="5147734" y="3406653"/>
            <a:ext cx="570089" cy="230832"/>
          </a:xfrm>
          <a:prstGeom prst="rect">
            <a:avLst/>
          </a:prstGeom>
          <a:noFill/>
        </p:spPr>
        <p:txBody>
          <a:bodyPr wrap="square" rtlCol="0">
            <a:spAutoFit/>
          </a:bodyPr>
          <a:lstStyle/>
          <a:p>
            <a:pPr algn="ctr"/>
            <a:r>
              <a:rPr lang="en-US" sz="900" dirty="0"/>
              <a:t>678</a:t>
            </a:r>
          </a:p>
        </p:txBody>
      </p:sp>
      <p:sp>
        <p:nvSpPr>
          <p:cNvPr id="55" name="TextBox 54">
            <a:extLst>
              <a:ext uri="{FF2B5EF4-FFF2-40B4-BE49-F238E27FC236}">
                <a16:creationId xmlns:a16="http://schemas.microsoft.com/office/drawing/2014/main" id="{13D603C8-B133-0113-4B58-61045F12C076}"/>
              </a:ext>
            </a:extLst>
          </p:cNvPr>
          <p:cNvSpPr txBox="1"/>
          <p:nvPr/>
        </p:nvSpPr>
        <p:spPr>
          <a:xfrm>
            <a:off x="6152446" y="4408541"/>
            <a:ext cx="570089" cy="230832"/>
          </a:xfrm>
          <a:prstGeom prst="rect">
            <a:avLst/>
          </a:prstGeom>
          <a:noFill/>
        </p:spPr>
        <p:txBody>
          <a:bodyPr wrap="square" rtlCol="0">
            <a:spAutoFit/>
          </a:bodyPr>
          <a:lstStyle/>
          <a:p>
            <a:pPr algn="ctr"/>
            <a:r>
              <a:rPr lang="en-US" sz="900" dirty="0"/>
              <a:t>78</a:t>
            </a:r>
          </a:p>
        </p:txBody>
      </p:sp>
      <p:sp>
        <p:nvSpPr>
          <p:cNvPr id="11" name="TextBox 10">
            <a:extLst>
              <a:ext uri="{FF2B5EF4-FFF2-40B4-BE49-F238E27FC236}">
                <a16:creationId xmlns:a16="http://schemas.microsoft.com/office/drawing/2014/main" id="{82CB4DB9-DF66-1FC3-6AB2-B0376797B626}"/>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968C71AE-01C7-B1BB-53FC-9367DB04AE4A}"/>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EFD10C54-0012-ADDE-B4D8-11F4B5DBE75A}"/>
              </a:ext>
            </a:extLst>
          </p:cNvPr>
          <p:cNvSpPr txBox="1"/>
          <p:nvPr/>
        </p:nvSpPr>
        <p:spPr>
          <a:xfrm>
            <a:off x="5215469" y="172788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41263103-035E-8F7F-B6E7-A211AFBF43DE}"/>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5903914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73516-BA80-A599-E440-35311E8D1A9D}"/>
            </a:ext>
          </a:extLst>
        </p:cNvPr>
        <p:cNvGrpSpPr/>
        <p:nvPr/>
      </p:nvGrpSpPr>
      <p:grpSpPr>
        <a:xfrm>
          <a:off x="0" y="0"/>
          <a:ext cx="0" cy="0"/>
          <a:chOff x="0" y="0"/>
          <a:chExt cx="0" cy="0"/>
        </a:xfrm>
      </p:grpSpPr>
      <p:sp>
        <p:nvSpPr>
          <p:cNvPr id="46" name="TextBox 45">
            <a:extLst>
              <a:ext uri="{FF2B5EF4-FFF2-40B4-BE49-F238E27FC236}">
                <a16:creationId xmlns:a16="http://schemas.microsoft.com/office/drawing/2014/main" id="{D07ED719-B3A5-717F-9E84-03B7249C910B}"/>
              </a:ext>
            </a:extLst>
          </p:cNvPr>
          <p:cNvSpPr txBox="1"/>
          <p:nvPr/>
        </p:nvSpPr>
        <p:spPr>
          <a:xfrm>
            <a:off x="3716867" y="2231221"/>
            <a:ext cx="462845" cy="584775"/>
          </a:xfrm>
          <a:prstGeom prst="rect">
            <a:avLst/>
          </a:prstGeom>
          <a:solidFill>
            <a:srgbClr val="FF0000">
              <a:alpha val="15000"/>
            </a:srgbClr>
          </a:solidFill>
        </p:spPr>
        <p:txBody>
          <a:bodyPr wrap="square" rtlCol="0">
            <a:spAutoFit/>
          </a:bodyPr>
          <a:lstStyle/>
          <a:p>
            <a:pPr algn="ctr"/>
            <a:endParaRPr lang="en-US" sz="3200" dirty="0"/>
          </a:p>
        </p:txBody>
      </p:sp>
      <p:sp>
        <p:nvSpPr>
          <p:cNvPr id="47" name="TextBox 46">
            <a:extLst>
              <a:ext uri="{FF2B5EF4-FFF2-40B4-BE49-F238E27FC236}">
                <a16:creationId xmlns:a16="http://schemas.microsoft.com/office/drawing/2014/main" id="{478C8473-5102-0B16-4DD5-9F48C6E86B56}"/>
              </a:ext>
            </a:extLst>
          </p:cNvPr>
          <p:cNvSpPr txBox="1"/>
          <p:nvPr/>
        </p:nvSpPr>
        <p:spPr>
          <a:xfrm>
            <a:off x="4216401" y="2734556"/>
            <a:ext cx="462845" cy="584775"/>
          </a:xfrm>
          <a:prstGeom prst="rect">
            <a:avLst/>
          </a:prstGeom>
          <a:solidFill>
            <a:srgbClr val="FF0000">
              <a:alpha val="15000"/>
            </a:srgbClr>
          </a:solid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8085D6F6-A138-8DDD-4BDB-A67DB880F760}"/>
              </a:ext>
            </a:extLst>
          </p:cNvPr>
          <p:cNvSpPr txBox="1"/>
          <p:nvPr/>
        </p:nvSpPr>
        <p:spPr>
          <a:xfrm>
            <a:off x="4715935" y="3237891"/>
            <a:ext cx="462845" cy="584775"/>
          </a:xfrm>
          <a:prstGeom prst="rect">
            <a:avLst/>
          </a:prstGeom>
          <a:solidFill>
            <a:srgbClr val="FF0000">
              <a:alpha val="15000"/>
            </a:srgbClr>
          </a:solidFill>
        </p:spPr>
        <p:txBody>
          <a:bodyPr wrap="square" rtlCol="0">
            <a:spAutoFit/>
          </a:bodyPr>
          <a:lstStyle/>
          <a:p>
            <a:pPr algn="ctr"/>
            <a:endParaRPr lang="en-US" sz="3200" dirty="0"/>
          </a:p>
        </p:txBody>
      </p:sp>
      <p:sp>
        <p:nvSpPr>
          <p:cNvPr id="49" name="TextBox 48">
            <a:extLst>
              <a:ext uri="{FF2B5EF4-FFF2-40B4-BE49-F238E27FC236}">
                <a16:creationId xmlns:a16="http://schemas.microsoft.com/office/drawing/2014/main" id="{2F8CC260-F6D8-D36E-B011-6AB73DF76487}"/>
              </a:ext>
            </a:extLst>
          </p:cNvPr>
          <p:cNvSpPr txBox="1"/>
          <p:nvPr/>
        </p:nvSpPr>
        <p:spPr>
          <a:xfrm>
            <a:off x="5215469" y="3741226"/>
            <a:ext cx="462845" cy="584775"/>
          </a:xfrm>
          <a:prstGeom prst="rect">
            <a:avLst/>
          </a:prstGeom>
          <a:solidFill>
            <a:srgbClr val="FF0000">
              <a:alpha val="15000"/>
            </a:srgbClr>
          </a:solidFill>
        </p:spPr>
        <p:txBody>
          <a:bodyPr wrap="square" rtlCol="0">
            <a:spAutoFit/>
          </a:bodyPr>
          <a:lstStyle/>
          <a:p>
            <a:pPr algn="ctr"/>
            <a:r>
              <a:rPr lang="en-US" sz="3200" dirty="0"/>
              <a:t>4</a:t>
            </a:r>
          </a:p>
        </p:txBody>
      </p:sp>
      <p:sp>
        <p:nvSpPr>
          <p:cNvPr id="50" name="TextBox 49">
            <a:extLst>
              <a:ext uri="{FF2B5EF4-FFF2-40B4-BE49-F238E27FC236}">
                <a16:creationId xmlns:a16="http://schemas.microsoft.com/office/drawing/2014/main" id="{258AEB55-FDB8-C9B0-9B2F-88633650B987}"/>
              </a:ext>
            </a:extLst>
          </p:cNvPr>
          <p:cNvSpPr txBox="1"/>
          <p:nvPr/>
        </p:nvSpPr>
        <p:spPr>
          <a:xfrm>
            <a:off x="5715003" y="4244561"/>
            <a:ext cx="462845" cy="584775"/>
          </a:xfrm>
          <a:prstGeom prst="rect">
            <a:avLst/>
          </a:prstGeom>
          <a:solidFill>
            <a:srgbClr val="FF0000">
              <a:alpha val="15000"/>
            </a:srgbClr>
          </a:solidFill>
        </p:spPr>
        <p:txBody>
          <a:bodyPr wrap="square" rtlCol="0">
            <a:spAutoFit/>
          </a:bodyPr>
          <a:lstStyle/>
          <a:p>
            <a:pPr algn="ctr"/>
            <a:endParaRPr lang="en-US" sz="3200" dirty="0"/>
          </a:p>
        </p:txBody>
      </p:sp>
      <p:sp>
        <p:nvSpPr>
          <p:cNvPr id="2" name="Content Placeholder 1">
            <a:extLst>
              <a:ext uri="{FF2B5EF4-FFF2-40B4-BE49-F238E27FC236}">
                <a16:creationId xmlns:a16="http://schemas.microsoft.com/office/drawing/2014/main" id="{3FB53E75-5B0F-C21C-9B5F-3E4725FF2586}"/>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F8AB45F2-9990-582E-E5A3-5213D0C1604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AE41759-F6BC-2B53-A0CE-B8E66CCB9D8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BC34117-651B-B4D0-95AE-A1BF90A971F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2387603-0482-FBA6-A505-18957F048D0A}"/>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4F9FF154-FDB2-CE73-A571-97CF2856372F}"/>
              </a:ext>
            </a:extLst>
          </p:cNvPr>
          <p:cNvSpPr txBox="1"/>
          <p:nvPr/>
        </p:nvSpPr>
        <p:spPr>
          <a:xfrm>
            <a:off x="7213604" y="4747898"/>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ECDB14BE-E41A-B825-6A38-B086C6FB9725}"/>
              </a:ext>
            </a:extLst>
          </p:cNvPr>
          <p:cNvSpPr txBox="1"/>
          <p:nvPr/>
        </p:nvSpPr>
        <p:spPr>
          <a:xfrm>
            <a:off x="4645378" y="2404765"/>
            <a:ext cx="570089" cy="230832"/>
          </a:xfrm>
          <a:prstGeom prst="rect">
            <a:avLst/>
          </a:prstGeom>
          <a:noFill/>
        </p:spPr>
        <p:txBody>
          <a:bodyPr wrap="square" rtlCol="0">
            <a:spAutoFit/>
          </a:bodyPr>
          <a:lstStyle/>
          <a:p>
            <a:pPr algn="ctr"/>
            <a:r>
              <a:rPr lang="en-US" sz="900" dirty="0"/>
              <a:t>23</a:t>
            </a:r>
          </a:p>
        </p:txBody>
      </p:sp>
      <p:sp>
        <p:nvSpPr>
          <p:cNvPr id="12" name="TextBox 11">
            <a:extLst>
              <a:ext uri="{FF2B5EF4-FFF2-40B4-BE49-F238E27FC236}">
                <a16:creationId xmlns:a16="http://schemas.microsoft.com/office/drawing/2014/main" id="{6C62D6D9-C7E6-BE31-5DDA-73EB94261800}"/>
              </a:ext>
            </a:extLst>
          </p:cNvPr>
          <p:cNvSpPr txBox="1"/>
          <p:nvPr/>
        </p:nvSpPr>
        <p:spPr>
          <a:xfrm>
            <a:off x="5650090" y="3406653"/>
            <a:ext cx="570089" cy="230832"/>
          </a:xfrm>
          <a:prstGeom prst="rect">
            <a:avLst/>
          </a:prstGeom>
          <a:noFill/>
        </p:spPr>
        <p:txBody>
          <a:bodyPr wrap="square" rtlCol="0">
            <a:spAutoFit/>
          </a:bodyPr>
          <a:lstStyle/>
          <a:p>
            <a:pPr algn="ctr"/>
            <a:r>
              <a:rPr lang="en-US" sz="900" dirty="0"/>
              <a:t>32</a:t>
            </a:r>
          </a:p>
        </p:txBody>
      </p:sp>
      <p:sp>
        <p:nvSpPr>
          <p:cNvPr id="15" name="TextBox 14">
            <a:extLst>
              <a:ext uri="{FF2B5EF4-FFF2-40B4-BE49-F238E27FC236}">
                <a16:creationId xmlns:a16="http://schemas.microsoft.com/office/drawing/2014/main" id="{2B4C5DAF-2032-9496-C7A8-D348E0CA8C69}"/>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C9B061F5-BB89-0958-9FF9-EE95BF7F0774}"/>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17" name="TextBox 16">
            <a:extLst>
              <a:ext uri="{FF2B5EF4-FFF2-40B4-BE49-F238E27FC236}">
                <a16:creationId xmlns:a16="http://schemas.microsoft.com/office/drawing/2014/main" id="{D397D244-973A-26E1-5905-9F46A0C0901E}"/>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31F5200F-1D43-92F9-A1FC-565EECB921AE}"/>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C0BB366E-AC83-682D-46B7-2BB1A7FA9403}"/>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6A39BFE6-2AD2-FA2A-42D3-BF2CD5A3364A}"/>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9DCB183A-9CF9-639A-4819-FD952F751F8F}"/>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F67F0312-6237-5C03-9A88-35ABFCA18CD9}"/>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BAB7ADA8-4D6F-E016-DBF3-392B010C377B}"/>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9CAB7637-8EBE-CD46-BCE8-670A24F1DE42}"/>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4F6421AC-FD14-DDFA-82CD-EC5195D5796C}"/>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B1C3F01D-9A35-3EF7-5519-FD911C95E4A3}"/>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DB65A342-7AFD-6259-3242-F7E19B65E4D2}"/>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D56C7AE1-8F59-41B3-A077-C8D640D45BE5}"/>
              </a:ext>
            </a:extLst>
          </p:cNvPr>
          <p:cNvSpPr txBox="1"/>
          <p:nvPr/>
        </p:nvSpPr>
        <p:spPr>
          <a:xfrm>
            <a:off x="5715003" y="2231221"/>
            <a:ext cx="462845" cy="584775"/>
          </a:xfrm>
          <a:prstGeom prst="rect">
            <a:avLst/>
          </a:prstGeom>
          <a:noFill/>
        </p:spPr>
        <p:txBody>
          <a:bodyPr wrap="square" rtlCol="0">
            <a:spAutoFit/>
          </a:bodyPr>
          <a:lstStyle/>
          <a:p>
            <a:pPr algn="ctr"/>
            <a:r>
              <a:rPr lang="en-US" sz="3200" dirty="0"/>
              <a:t>9</a:t>
            </a:r>
          </a:p>
        </p:txBody>
      </p:sp>
      <p:sp>
        <p:nvSpPr>
          <p:cNvPr id="34" name="TextBox 33">
            <a:extLst>
              <a:ext uri="{FF2B5EF4-FFF2-40B4-BE49-F238E27FC236}">
                <a16:creationId xmlns:a16="http://schemas.microsoft.com/office/drawing/2014/main" id="{13386F97-4069-05E6-E8D0-C02DFC76C88A}"/>
              </a:ext>
            </a:extLst>
          </p:cNvPr>
          <p:cNvSpPr txBox="1"/>
          <p:nvPr/>
        </p:nvSpPr>
        <p:spPr>
          <a:xfrm>
            <a:off x="4645378" y="3406653"/>
            <a:ext cx="570089" cy="230832"/>
          </a:xfrm>
          <a:prstGeom prst="rect">
            <a:avLst/>
          </a:prstGeom>
          <a:noFill/>
        </p:spPr>
        <p:txBody>
          <a:bodyPr wrap="square" rtlCol="0">
            <a:spAutoFit/>
          </a:bodyPr>
          <a:lstStyle/>
          <a:p>
            <a:pPr algn="ctr"/>
            <a:r>
              <a:rPr lang="en-US" sz="900" dirty="0"/>
              <a:t>87</a:t>
            </a:r>
          </a:p>
        </p:txBody>
      </p:sp>
      <p:sp>
        <p:nvSpPr>
          <p:cNvPr id="35" name="TextBox 34">
            <a:extLst>
              <a:ext uri="{FF2B5EF4-FFF2-40B4-BE49-F238E27FC236}">
                <a16:creationId xmlns:a16="http://schemas.microsoft.com/office/drawing/2014/main" id="{E0F309CD-1AF3-FCF5-6D40-042050C65BF9}"/>
              </a:ext>
            </a:extLst>
          </p:cNvPr>
          <p:cNvSpPr txBox="1"/>
          <p:nvPr/>
        </p:nvSpPr>
        <p:spPr>
          <a:xfrm>
            <a:off x="3640666" y="2404765"/>
            <a:ext cx="570089" cy="230832"/>
          </a:xfrm>
          <a:prstGeom prst="rect">
            <a:avLst/>
          </a:prstGeom>
          <a:noFill/>
        </p:spPr>
        <p:txBody>
          <a:bodyPr wrap="square" rtlCol="0">
            <a:spAutoFit/>
          </a:bodyPr>
          <a:lstStyle/>
          <a:p>
            <a:pPr algn="ctr"/>
            <a:r>
              <a:rPr lang="en-US" sz="900" dirty="0"/>
              <a:t>87</a:t>
            </a:r>
          </a:p>
        </p:txBody>
      </p:sp>
      <p:sp>
        <p:nvSpPr>
          <p:cNvPr id="38" name="TextBox 37">
            <a:extLst>
              <a:ext uri="{FF2B5EF4-FFF2-40B4-BE49-F238E27FC236}">
                <a16:creationId xmlns:a16="http://schemas.microsoft.com/office/drawing/2014/main" id="{3CFC6CE0-B043-5BBE-34A0-0743E2AD5098}"/>
              </a:ext>
            </a:extLst>
          </p:cNvPr>
          <p:cNvSpPr txBox="1"/>
          <p:nvPr/>
        </p:nvSpPr>
        <p:spPr>
          <a:xfrm>
            <a:off x="5650090" y="4408541"/>
            <a:ext cx="570089" cy="230832"/>
          </a:xfrm>
          <a:prstGeom prst="rect">
            <a:avLst/>
          </a:prstGeom>
          <a:noFill/>
        </p:spPr>
        <p:txBody>
          <a:bodyPr wrap="square" rtlCol="0">
            <a:spAutoFit/>
          </a:bodyPr>
          <a:lstStyle/>
          <a:p>
            <a:pPr algn="ctr"/>
            <a:r>
              <a:rPr lang="en-US" sz="900" dirty="0"/>
              <a:t>87</a:t>
            </a:r>
          </a:p>
        </p:txBody>
      </p:sp>
      <p:sp>
        <p:nvSpPr>
          <p:cNvPr id="39" name="TextBox 38">
            <a:extLst>
              <a:ext uri="{FF2B5EF4-FFF2-40B4-BE49-F238E27FC236}">
                <a16:creationId xmlns:a16="http://schemas.microsoft.com/office/drawing/2014/main" id="{32EB496B-D46D-324C-47F1-8EBC76894792}"/>
              </a:ext>
            </a:extLst>
          </p:cNvPr>
          <p:cNvSpPr txBox="1"/>
          <p:nvPr/>
        </p:nvSpPr>
        <p:spPr>
          <a:xfrm>
            <a:off x="3217333" y="273455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A86A84E8-F268-AB7C-C12F-3D152511F1A5}"/>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5BF5D690-D887-9C46-4E1E-AF261330E4D7}"/>
              </a:ext>
            </a:extLst>
          </p:cNvPr>
          <p:cNvSpPr txBox="1"/>
          <p:nvPr/>
        </p:nvSpPr>
        <p:spPr>
          <a:xfrm>
            <a:off x="3716867" y="1727886"/>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42" name="TextBox 41">
            <a:extLst>
              <a:ext uri="{FF2B5EF4-FFF2-40B4-BE49-F238E27FC236}">
                <a16:creationId xmlns:a16="http://schemas.microsoft.com/office/drawing/2014/main" id="{EC4EEFF6-5C81-C234-0E36-E1A41FAB317C}"/>
              </a:ext>
            </a:extLst>
          </p:cNvPr>
          <p:cNvSpPr txBox="1"/>
          <p:nvPr/>
        </p:nvSpPr>
        <p:spPr>
          <a:xfrm>
            <a:off x="4715935" y="2734556"/>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43" name="TextBox 42">
            <a:extLst>
              <a:ext uri="{FF2B5EF4-FFF2-40B4-BE49-F238E27FC236}">
                <a16:creationId xmlns:a16="http://schemas.microsoft.com/office/drawing/2014/main" id="{CA0E8785-1606-64FB-3BD8-B4E1F743AAF8}"/>
              </a:ext>
            </a:extLst>
          </p:cNvPr>
          <p:cNvSpPr txBox="1"/>
          <p:nvPr/>
        </p:nvSpPr>
        <p:spPr>
          <a:xfrm>
            <a:off x="5215469" y="3237891"/>
            <a:ext cx="462845" cy="584775"/>
          </a:xfrm>
          <a:prstGeom prst="rect">
            <a:avLst/>
          </a:prstGeom>
          <a:solidFill>
            <a:schemeClr val="accent5">
              <a:lumMod val="75000"/>
              <a:alpha val="25000"/>
            </a:schemeClr>
          </a:solidFill>
        </p:spPr>
        <p:txBody>
          <a:bodyPr wrap="square" rtlCol="0">
            <a:spAutoFit/>
          </a:bodyPr>
          <a:lstStyle/>
          <a:p>
            <a:pPr algn="ctr"/>
            <a:r>
              <a:rPr lang="en-US" sz="3200" dirty="0"/>
              <a:t>6</a:t>
            </a:r>
          </a:p>
        </p:txBody>
      </p:sp>
      <p:sp>
        <p:nvSpPr>
          <p:cNvPr id="44" name="TextBox 43">
            <a:extLst>
              <a:ext uri="{FF2B5EF4-FFF2-40B4-BE49-F238E27FC236}">
                <a16:creationId xmlns:a16="http://schemas.microsoft.com/office/drawing/2014/main" id="{D9DC7632-98DA-FB31-AB20-CAA4944710E5}"/>
              </a:ext>
            </a:extLst>
          </p:cNvPr>
          <p:cNvSpPr txBox="1"/>
          <p:nvPr/>
        </p:nvSpPr>
        <p:spPr>
          <a:xfrm>
            <a:off x="6214537" y="4244561"/>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45" name="TextBox 44">
            <a:extLst>
              <a:ext uri="{FF2B5EF4-FFF2-40B4-BE49-F238E27FC236}">
                <a16:creationId xmlns:a16="http://schemas.microsoft.com/office/drawing/2014/main" id="{B6486D52-F926-14D6-31C6-BA16CDA812B5}"/>
              </a:ext>
            </a:extLst>
          </p:cNvPr>
          <p:cNvSpPr txBox="1"/>
          <p:nvPr/>
        </p:nvSpPr>
        <p:spPr>
          <a:xfrm>
            <a:off x="4216401" y="2231221"/>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51" name="TextBox 50">
            <a:extLst>
              <a:ext uri="{FF2B5EF4-FFF2-40B4-BE49-F238E27FC236}">
                <a16:creationId xmlns:a16="http://schemas.microsoft.com/office/drawing/2014/main" id="{7B4A16F2-C60D-B306-F364-7E758FDB85B6}"/>
              </a:ext>
            </a:extLst>
          </p:cNvPr>
          <p:cNvSpPr txBox="1"/>
          <p:nvPr/>
        </p:nvSpPr>
        <p:spPr>
          <a:xfrm>
            <a:off x="5715003" y="3741226"/>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155BD2F9-D6EC-F0C5-DDDF-1A8736601B2F}"/>
              </a:ext>
            </a:extLst>
          </p:cNvPr>
          <p:cNvSpPr txBox="1"/>
          <p:nvPr/>
        </p:nvSpPr>
        <p:spPr>
          <a:xfrm>
            <a:off x="3640666" y="1903821"/>
            <a:ext cx="570089" cy="230832"/>
          </a:xfrm>
          <a:prstGeom prst="rect">
            <a:avLst/>
          </a:prstGeom>
          <a:noFill/>
        </p:spPr>
        <p:txBody>
          <a:bodyPr wrap="square" rtlCol="0">
            <a:spAutoFit/>
          </a:bodyPr>
          <a:lstStyle/>
          <a:p>
            <a:pPr algn="ctr"/>
            <a:r>
              <a:rPr lang="en-US" sz="900" dirty="0"/>
              <a:t>78</a:t>
            </a:r>
          </a:p>
        </p:txBody>
      </p:sp>
      <p:sp>
        <p:nvSpPr>
          <p:cNvPr id="53" name="TextBox 52">
            <a:extLst>
              <a:ext uri="{FF2B5EF4-FFF2-40B4-BE49-F238E27FC236}">
                <a16:creationId xmlns:a16="http://schemas.microsoft.com/office/drawing/2014/main" id="{DC1EE208-BE12-4BAE-F71F-86472C52AE8B}"/>
              </a:ext>
            </a:extLst>
          </p:cNvPr>
          <p:cNvSpPr txBox="1"/>
          <p:nvPr/>
        </p:nvSpPr>
        <p:spPr>
          <a:xfrm>
            <a:off x="4645378" y="2905709"/>
            <a:ext cx="570089" cy="230832"/>
          </a:xfrm>
          <a:prstGeom prst="rect">
            <a:avLst/>
          </a:prstGeom>
          <a:noFill/>
        </p:spPr>
        <p:txBody>
          <a:bodyPr wrap="square" rtlCol="0">
            <a:spAutoFit/>
          </a:bodyPr>
          <a:lstStyle/>
          <a:p>
            <a:pPr algn="ctr"/>
            <a:r>
              <a:rPr lang="en-US" sz="900" dirty="0"/>
              <a:t>78</a:t>
            </a:r>
          </a:p>
        </p:txBody>
      </p:sp>
      <p:sp>
        <p:nvSpPr>
          <p:cNvPr id="55" name="TextBox 54">
            <a:extLst>
              <a:ext uri="{FF2B5EF4-FFF2-40B4-BE49-F238E27FC236}">
                <a16:creationId xmlns:a16="http://schemas.microsoft.com/office/drawing/2014/main" id="{032FBC6B-620E-A0BF-1EC4-F36EDC1C4A91}"/>
              </a:ext>
            </a:extLst>
          </p:cNvPr>
          <p:cNvSpPr txBox="1"/>
          <p:nvPr/>
        </p:nvSpPr>
        <p:spPr>
          <a:xfrm>
            <a:off x="6152446" y="4408541"/>
            <a:ext cx="570089" cy="230832"/>
          </a:xfrm>
          <a:prstGeom prst="rect">
            <a:avLst/>
          </a:prstGeom>
          <a:noFill/>
        </p:spPr>
        <p:txBody>
          <a:bodyPr wrap="square" rtlCol="0">
            <a:spAutoFit/>
          </a:bodyPr>
          <a:lstStyle/>
          <a:p>
            <a:pPr algn="ctr"/>
            <a:r>
              <a:rPr lang="en-US" sz="900" dirty="0"/>
              <a:t>78</a:t>
            </a:r>
          </a:p>
        </p:txBody>
      </p:sp>
      <p:sp>
        <p:nvSpPr>
          <p:cNvPr id="11" name="TextBox 10">
            <a:extLst>
              <a:ext uri="{FF2B5EF4-FFF2-40B4-BE49-F238E27FC236}">
                <a16:creationId xmlns:a16="http://schemas.microsoft.com/office/drawing/2014/main" id="{ABC2DA6F-E0F5-53B3-8C91-6ABAE5FB16B9}"/>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90AF40FE-64A5-EF6F-5BB3-49A6EA5556F1}"/>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6136F233-439B-F294-CECC-9A1687D2345F}"/>
              </a:ext>
            </a:extLst>
          </p:cNvPr>
          <p:cNvSpPr txBox="1"/>
          <p:nvPr/>
        </p:nvSpPr>
        <p:spPr>
          <a:xfrm>
            <a:off x="5215469" y="172788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D5BF0FC5-3667-DED1-9500-CA142F42EFA0}"/>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28472611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E6DD4-09A9-2952-B0CF-06A35C1C8814}"/>
            </a:ext>
          </a:extLst>
        </p:cNvPr>
        <p:cNvGrpSpPr/>
        <p:nvPr/>
      </p:nvGrpSpPr>
      <p:grpSpPr>
        <a:xfrm>
          <a:off x="0" y="0"/>
          <a:ext cx="0" cy="0"/>
          <a:chOff x="0" y="0"/>
          <a:chExt cx="0" cy="0"/>
        </a:xfrm>
      </p:grpSpPr>
      <p:sp>
        <p:nvSpPr>
          <p:cNvPr id="46" name="TextBox 45">
            <a:extLst>
              <a:ext uri="{FF2B5EF4-FFF2-40B4-BE49-F238E27FC236}">
                <a16:creationId xmlns:a16="http://schemas.microsoft.com/office/drawing/2014/main" id="{67C16A12-49CB-1A26-6467-9B71A21CB3A3}"/>
              </a:ext>
            </a:extLst>
          </p:cNvPr>
          <p:cNvSpPr txBox="1"/>
          <p:nvPr/>
        </p:nvSpPr>
        <p:spPr>
          <a:xfrm>
            <a:off x="3716867" y="2231221"/>
            <a:ext cx="462845" cy="584775"/>
          </a:xfrm>
          <a:prstGeom prst="rect">
            <a:avLst/>
          </a:prstGeom>
          <a:solidFill>
            <a:srgbClr val="FF0000">
              <a:alpha val="15000"/>
            </a:srgbClr>
          </a:solidFill>
        </p:spPr>
        <p:txBody>
          <a:bodyPr wrap="square" rtlCol="0">
            <a:spAutoFit/>
          </a:bodyPr>
          <a:lstStyle/>
          <a:p>
            <a:pPr algn="ctr"/>
            <a:endParaRPr lang="en-US" sz="3200" dirty="0"/>
          </a:p>
        </p:txBody>
      </p:sp>
      <p:sp>
        <p:nvSpPr>
          <p:cNvPr id="47" name="TextBox 46">
            <a:extLst>
              <a:ext uri="{FF2B5EF4-FFF2-40B4-BE49-F238E27FC236}">
                <a16:creationId xmlns:a16="http://schemas.microsoft.com/office/drawing/2014/main" id="{E8CB05C9-F190-6BD9-1E6D-84C6B2D73607}"/>
              </a:ext>
            </a:extLst>
          </p:cNvPr>
          <p:cNvSpPr txBox="1"/>
          <p:nvPr/>
        </p:nvSpPr>
        <p:spPr>
          <a:xfrm>
            <a:off x="4216401" y="2734556"/>
            <a:ext cx="462845" cy="584775"/>
          </a:xfrm>
          <a:prstGeom prst="rect">
            <a:avLst/>
          </a:prstGeom>
          <a:solidFill>
            <a:srgbClr val="FF0000">
              <a:alpha val="15000"/>
            </a:srgbClr>
          </a:solid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98E61543-8118-9322-186B-D85FABBABF5C}"/>
              </a:ext>
            </a:extLst>
          </p:cNvPr>
          <p:cNvSpPr txBox="1"/>
          <p:nvPr/>
        </p:nvSpPr>
        <p:spPr>
          <a:xfrm>
            <a:off x="4715935" y="3237891"/>
            <a:ext cx="462845" cy="584775"/>
          </a:xfrm>
          <a:prstGeom prst="rect">
            <a:avLst/>
          </a:prstGeom>
          <a:solidFill>
            <a:srgbClr val="FF0000">
              <a:alpha val="15000"/>
            </a:srgbClr>
          </a:solidFill>
        </p:spPr>
        <p:txBody>
          <a:bodyPr wrap="square" rtlCol="0">
            <a:spAutoFit/>
          </a:bodyPr>
          <a:lstStyle/>
          <a:p>
            <a:pPr algn="ctr"/>
            <a:endParaRPr lang="en-US" sz="3200" dirty="0"/>
          </a:p>
        </p:txBody>
      </p:sp>
      <p:sp>
        <p:nvSpPr>
          <p:cNvPr id="49" name="TextBox 48">
            <a:extLst>
              <a:ext uri="{FF2B5EF4-FFF2-40B4-BE49-F238E27FC236}">
                <a16:creationId xmlns:a16="http://schemas.microsoft.com/office/drawing/2014/main" id="{886AA6EA-A670-C571-917A-EC9CDE1E8817}"/>
              </a:ext>
            </a:extLst>
          </p:cNvPr>
          <p:cNvSpPr txBox="1"/>
          <p:nvPr/>
        </p:nvSpPr>
        <p:spPr>
          <a:xfrm>
            <a:off x="5215469" y="3741226"/>
            <a:ext cx="462845" cy="584775"/>
          </a:xfrm>
          <a:prstGeom prst="rect">
            <a:avLst/>
          </a:prstGeom>
          <a:solidFill>
            <a:srgbClr val="FF0000">
              <a:alpha val="15000"/>
            </a:srgbClr>
          </a:solidFill>
        </p:spPr>
        <p:txBody>
          <a:bodyPr wrap="square" rtlCol="0">
            <a:spAutoFit/>
          </a:bodyPr>
          <a:lstStyle/>
          <a:p>
            <a:pPr algn="ctr"/>
            <a:r>
              <a:rPr lang="en-US" sz="3200" dirty="0"/>
              <a:t>4</a:t>
            </a:r>
          </a:p>
        </p:txBody>
      </p:sp>
      <p:sp>
        <p:nvSpPr>
          <p:cNvPr id="50" name="TextBox 49">
            <a:extLst>
              <a:ext uri="{FF2B5EF4-FFF2-40B4-BE49-F238E27FC236}">
                <a16:creationId xmlns:a16="http://schemas.microsoft.com/office/drawing/2014/main" id="{BE87644B-3B5D-7C85-DB7B-FE2CFAC1331C}"/>
              </a:ext>
            </a:extLst>
          </p:cNvPr>
          <p:cNvSpPr txBox="1"/>
          <p:nvPr/>
        </p:nvSpPr>
        <p:spPr>
          <a:xfrm>
            <a:off x="5715003" y="4244561"/>
            <a:ext cx="462845" cy="584775"/>
          </a:xfrm>
          <a:prstGeom prst="rect">
            <a:avLst/>
          </a:prstGeom>
          <a:solidFill>
            <a:srgbClr val="FF0000">
              <a:alpha val="15000"/>
            </a:srgbClr>
          </a:solidFill>
        </p:spPr>
        <p:txBody>
          <a:bodyPr wrap="square" rtlCol="0">
            <a:spAutoFit/>
          </a:bodyPr>
          <a:lstStyle/>
          <a:p>
            <a:pPr algn="ctr"/>
            <a:endParaRPr lang="en-US" sz="3200" dirty="0"/>
          </a:p>
        </p:txBody>
      </p:sp>
      <p:sp>
        <p:nvSpPr>
          <p:cNvPr id="2" name="Content Placeholder 1">
            <a:extLst>
              <a:ext uri="{FF2B5EF4-FFF2-40B4-BE49-F238E27FC236}">
                <a16:creationId xmlns:a16="http://schemas.microsoft.com/office/drawing/2014/main" id="{F5FEFED5-15B0-E586-9702-81F00338FE91}"/>
              </a:ext>
            </a:extLst>
          </p:cNvPr>
          <p:cNvSpPr>
            <a:spLocks noGrp="1"/>
          </p:cNvSpPr>
          <p:nvPr>
            <p:ph sz="half" idx="1"/>
          </p:nvPr>
        </p:nvSpPr>
        <p:spPr/>
        <p:txBody>
          <a:bodyPr>
            <a:normAutofit/>
          </a:bodyPr>
          <a:lstStyle/>
          <a:p>
            <a:r>
              <a:rPr lang="en-US" dirty="0"/>
              <a:t>Last possible 4 in upper center block.</a:t>
            </a:r>
          </a:p>
          <a:p>
            <a:r>
              <a:rPr lang="en-US" dirty="0"/>
              <a:t>Last possible 6 in left center block.</a:t>
            </a:r>
          </a:p>
        </p:txBody>
      </p:sp>
      <p:pic>
        <p:nvPicPr>
          <p:cNvPr id="4" name="Picture 3" descr="A grid of sudoku puzzle&#10;&#10;Description automatically generated">
            <a:extLst>
              <a:ext uri="{FF2B5EF4-FFF2-40B4-BE49-F238E27FC236}">
                <a16:creationId xmlns:a16="http://schemas.microsoft.com/office/drawing/2014/main" id="{2DFDC228-D748-595A-4E8C-474BD6DCF09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C1BB223-CC0C-E695-93FC-1983BF6B87E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0B96A8E-D40A-D220-9862-8BE0BF04EE8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83FB4D1-28BB-BE01-9CD6-7994F78A8DB3}"/>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02BF7FA4-006F-F2BA-6E22-363DDE28EDA0}"/>
              </a:ext>
            </a:extLst>
          </p:cNvPr>
          <p:cNvSpPr txBox="1"/>
          <p:nvPr/>
        </p:nvSpPr>
        <p:spPr>
          <a:xfrm>
            <a:off x="7213604" y="4747898"/>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F0587007-A288-0842-1C80-6DEFEE5ED485}"/>
              </a:ext>
            </a:extLst>
          </p:cNvPr>
          <p:cNvSpPr txBox="1"/>
          <p:nvPr/>
        </p:nvSpPr>
        <p:spPr>
          <a:xfrm>
            <a:off x="4645378" y="2404765"/>
            <a:ext cx="570089" cy="230832"/>
          </a:xfrm>
          <a:prstGeom prst="rect">
            <a:avLst/>
          </a:prstGeom>
          <a:noFill/>
        </p:spPr>
        <p:txBody>
          <a:bodyPr wrap="square" rtlCol="0">
            <a:spAutoFit/>
          </a:bodyPr>
          <a:lstStyle/>
          <a:p>
            <a:pPr algn="ctr"/>
            <a:r>
              <a:rPr lang="en-US" sz="900" dirty="0"/>
              <a:t>23</a:t>
            </a:r>
          </a:p>
        </p:txBody>
      </p:sp>
      <p:sp>
        <p:nvSpPr>
          <p:cNvPr id="12" name="TextBox 11">
            <a:extLst>
              <a:ext uri="{FF2B5EF4-FFF2-40B4-BE49-F238E27FC236}">
                <a16:creationId xmlns:a16="http://schemas.microsoft.com/office/drawing/2014/main" id="{41FDFF8A-FE0A-FB7C-9C15-34B24610AD00}"/>
              </a:ext>
            </a:extLst>
          </p:cNvPr>
          <p:cNvSpPr txBox="1"/>
          <p:nvPr/>
        </p:nvSpPr>
        <p:spPr>
          <a:xfrm>
            <a:off x="5650090" y="3406653"/>
            <a:ext cx="570089" cy="230832"/>
          </a:xfrm>
          <a:prstGeom prst="rect">
            <a:avLst/>
          </a:prstGeom>
          <a:noFill/>
        </p:spPr>
        <p:txBody>
          <a:bodyPr wrap="square" rtlCol="0">
            <a:spAutoFit/>
          </a:bodyPr>
          <a:lstStyle/>
          <a:p>
            <a:pPr algn="ctr"/>
            <a:r>
              <a:rPr lang="en-US" sz="900" dirty="0"/>
              <a:t>32</a:t>
            </a:r>
          </a:p>
        </p:txBody>
      </p:sp>
      <p:sp>
        <p:nvSpPr>
          <p:cNvPr id="15" name="TextBox 14">
            <a:extLst>
              <a:ext uri="{FF2B5EF4-FFF2-40B4-BE49-F238E27FC236}">
                <a16:creationId xmlns:a16="http://schemas.microsoft.com/office/drawing/2014/main" id="{A22BB10A-46E5-03E4-3246-EA31E3C0F506}"/>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1660C3B2-0C56-8344-1FFF-6D1C306CC3A1}"/>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17" name="TextBox 16">
            <a:extLst>
              <a:ext uri="{FF2B5EF4-FFF2-40B4-BE49-F238E27FC236}">
                <a16:creationId xmlns:a16="http://schemas.microsoft.com/office/drawing/2014/main" id="{877C4892-03B5-D14F-8398-1A9F003DB854}"/>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C8EAC4A7-9260-02B5-55A6-B078309C666B}"/>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4B8FFFDF-3F60-9317-DB6D-472C77BDBEC7}"/>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0C581F02-7153-91BF-4DC1-592017121B40}"/>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F03F0FF3-9125-16A8-E6F2-59B8FFBD1604}"/>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B608C778-6B82-218B-7323-0F772B11B107}"/>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AE82BED7-F721-0F83-C82A-13DE7E850066}"/>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BF435EE7-CA31-3A77-E201-18C083F1938B}"/>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0CB566BD-2C48-E7C8-3E01-39BB7D891277}"/>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8640C138-CA54-023B-03BA-E15A58AE0BF5}"/>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B6814C9D-E58F-681B-665A-C5A0151F9DC7}"/>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36CD1D4A-39F9-ABAB-8A33-8AFF5FACCD59}"/>
              </a:ext>
            </a:extLst>
          </p:cNvPr>
          <p:cNvSpPr txBox="1"/>
          <p:nvPr/>
        </p:nvSpPr>
        <p:spPr>
          <a:xfrm>
            <a:off x="5715003" y="2231221"/>
            <a:ext cx="462845" cy="584775"/>
          </a:xfrm>
          <a:prstGeom prst="rect">
            <a:avLst/>
          </a:prstGeom>
          <a:noFill/>
        </p:spPr>
        <p:txBody>
          <a:bodyPr wrap="square" rtlCol="0">
            <a:spAutoFit/>
          </a:bodyPr>
          <a:lstStyle/>
          <a:p>
            <a:pPr algn="ctr"/>
            <a:r>
              <a:rPr lang="en-US" sz="3200" dirty="0"/>
              <a:t>9</a:t>
            </a:r>
          </a:p>
        </p:txBody>
      </p:sp>
      <p:sp>
        <p:nvSpPr>
          <p:cNvPr id="34" name="TextBox 33">
            <a:extLst>
              <a:ext uri="{FF2B5EF4-FFF2-40B4-BE49-F238E27FC236}">
                <a16:creationId xmlns:a16="http://schemas.microsoft.com/office/drawing/2014/main" id="{2668EA30-28BA-2D81-A2F4-7EAD63D55F76}"/>
              </a:ext>
            </a:extLst>
          </p:cNvPr>
          <p:cNvSpPr txBox="1"/>
          <p:nvPr/>
        </p:nvSpPr>
        <p:spPr>
          <a:xfrm>
            <a:off x="4645378" y="3406653"/>
            <a:ext cx="570089" cy="230832"/>
          </a:xfrm>
          <a:prstGeom prst="rect">
            <a:avLst/>
          </a:prstGeom>
          <a:noFill/>
        </p:spPr>
        <p:txBody>
          <a:bodyPr wrap="square" rtlCol="0">
            <a:spAutoFit/>
          </a:bodyPr>
          <a:lstStyle/>
          <a:p>
            <a:pPr algn="ctr"/>
            <a:r>
              <a:rPr lang="en-US" sz="900" dirty="0"/>
              <a:t>87</a:t>
            </a:r>
          </a:p>
        </p:txBody>
      </p:sp>
      <p:sp>
        <p:nvSpPr>
          <p:cNvPr id="35" name="TextBox 34">
            <a:extLst>
              <a:ext uri="{FF2B5EF4-FFF2-40B4-BE49-F238E27FC236}">
                <a16:creationId xmlns:a16="http://schemas.microsoft.com/office/drawing/2014/main" id="{A28BC96C-800A-A989-B701-8C5D70A4DF2F}"/>
              </a:ext>
            </a:extLst>
          </p:cNvPr>
          <p:cNvSpPr txBox="1"/>
          <p:nvPr/>
        </p:nvSpPr>
        <p:spPr>
          <a:xfrm>
            <a:off x="3640666" y="2404765"/>
            <a:ext cx="570089" cy="230832"/>
          </a:xfrm>
          <a:prstGeom prst="rect">
            <a:avLst/>
          </a:prstGeom>
          <a:noFill/>
        </p:spPr>
        <p:txBody>
          <a:bodyPr wrap="square" rtlCol="0">
            <a:spAutoFit/>
          </a:bodyPr>
          <a:lstStyle/>
          <a:p>
            <a:pPr algn="ctr"/>
            <a:r>
              <a:rPr lang="en-US" sz="900" dirty="0"/>
              <a:t>87</a:t>
            </a:r>
          </a:p>
        </p:txBody>
      </p:sp>
      <p:sp>
        <p:nvSpPr>
          <p:cNvPr id="38" name="TextBox 37">
            <a:extLst>
              <a:ext uri="{FF2B5EF4-FFF2-40B4-BE49-F238E27FC236}">
                <a16:creationId xmlns:a16="http://schemas.microsoft.com/office/drawing/2014/main" id="{F648AD7F-3E31-2403-1AA2-25B3EB5A370F}"/>
              </a:ext>
            </a:extLst>
          </p:cNvPr>
          <p:cNvSpPr txBox="1"/>
          <p:nvPr/>
        </p:nvSpPr>
        <p:spPr>
          <a:xfrm>
            <a:off x="5650090" y="4408541"/>
            <a:ext cx="570089" cy="230832"/>
          </a:xfrm>
          <a:prstGeom prst="rect">
            <a:avLst/>
          </a:prstGeom>
          <a:noFill/>
        </p:spPr>
        <p:txBody>
          <a:bodyPr wrap="square" rtlCol="0">
            <a:spAutoFit/>
          </a:bodyPr>
          <a:lstStyle/>
          <a:p>
            <a:pPr algn="ctr"/>
            <a:r>
              <a:rPr lang="en-US" sz="900" dirty="0"/>
              <a:t>87</a:t>
            </a:r>
          </a:p>
        </p:txBody>
      </p:sp>
      <p:sp>
        <p:nvSpPr>
          <p:cNvPr id="39" name="TextBox 38">
            <a:extLst>
              <a:ext uri="{FF2B5EF4-FFF2-40B4-BE49-F238E27FC236}">
                <a16:creationId xmlns:a16="http://schemas.microsoft.com/office/drawing/2014/main" id="{FE4C88D6-5239-DB51-F423-9BFE08DFF370}"/>
              </a:ext>
            </a:extLst>
          </p:cNvPr>
          <p:cNvSpPr txBox="1"/>
          <p:nvPr/>
        </p:nvSpPr>
        <p:spPr>
          <a:xfrm>
            <a:off x="3217333" y="273455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3354ECAE-E270-36AC-71A8-BA94703FB606}"/>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DAA354AB-D6BA-EC37-8BEF-15F5D5CA2782}"/>
              </a:ext>
            </a:extLst>
          </p:cNvPr>
          <p:cNvSpPr txBox="1"/>
          <p:nvPr/>
        </p:nvSpPr>
        <p:spPr>
          <a:xfrm>
            <a:off x="3716867" y="1727886"/>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42" name="TextBox 41">
            <a:extLst>
              <a:ext uri="{FF2B5EF4-FFF2-40B4-BE49-F238E27FC236}">
                <a16:creationId xmlns:a16="http://schemas.microsoft.com/office/drawing/2014/main" id="{AA7BDF62-7CE5-7A04-0050-4E325DC6E085}"/>
              </a:ext>
            </a:extLst>
          </p:cNvPr>
          <p:cNvSpPr txBox="1"/>
          <p:nvPr/>
        </p:nvSpPr>
        <p:spPr>
          <a:xfrm>
            <a:off x="4715935" y="2734556"/>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43" name="TextBox 42">
            <a:extLst>
              <a:ext uri="{FF2B5EF4-FFF2-40B4-BE49-F238E27FC236}">
                <a16:creationId xmlns:a16="http://schemas.microsoft.com/office/drawing/2014/main" id="{93FF5C21-C6CF-DEF4-C4BE-37291E853807}"/>
              </a:ext>
            </a:extLst>
          </p:cNvPr>
          <p:cNvSpPr txBox="1"/>
          <p:nvPr/>
        </p:nvSpPr>
        <p:spPr>
          <a:xfrm>
            <a:off x="5215469" y="3237891"/>
            <a:ext cx="462845" cy="584775"/>
          </a:xfrm>
          <a:prstGeom prst="rect">
            <a:avLst/>
          </a:prstGeom>
          <a:solidFill>
            <a:schemeClr val="accent5">
              <a:lumMod val="75000"/>
              <a:alpha val="25000"/>
            </a:schemeClr>
          </a:solidFill>
        </p:spPr>
        <p:txBody>
          <a:bodyPr wrap="square" rtlCol="0">
            <a:spAutoFit/>
          </a:bodyPr>
          <a:lstStyle/>
          <a:p>
            <a:pPr algn="ctr"/>
            <a:r>
              <a:rPr lang="en-US" sz="3200" dirty="0"/>
              <a:t>6</a:t>
            </a:r>
          </a:p>
        </p:txBody>
      </p:sp>
      <p:sp>
        <p:nvSpPr>
          <p:cNvPr id="44" name="TextBox 43">
            <a:extLst>
              <a:ext uri="{FF2B5EF4-FFF2-40B4-BE49-F238E27FC236}">
                <a16:creationId xmlns:a16="http://schemas.microsoft.com/office/drawing/2014/main" id="{64622F0D-8C08-420B-4E6A-95C8766DC490}"/>
              </a:ext>
            </a:extLst>
          </p:cNvPr>
          <p:cNvSpPr txBox="1"/>
          <p:nvPr/>
        </p:nvSpPr>
        <p:spPr>
          <a:xfrm>
            <a:off x="6214537" y="4244561"/>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45" name="TextBox 44">
            <a:extLst>
              <a:ext uri="{FF2B5EF4-FFF2-40B4-BE49-F238E27FC236}">
                <a16:creationId xmlns:a16="http://schemas.microsoft.com/office/drawing/2014/main" id="{A4B5717D-4118-388F-8BA7-D2C726DF81F0}"/>
              </a:ext>
            </a:extLst>
          </p:cNvPr>
          <p:cNvSpPr txBox="1"/>
          <p:nvPr/>
        </p:nvSpPr>
        <p:spPr>
          <a:xfrm>
            <a:off x="4216401" y="2231221"/>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51" name="TextBox 50">
            <a:extLst>
              <a:ext uri="{FF2B5EF4-FFF2-40B4-BE49-F238E27FC236}">
                <a16:creationId xmlns:a16="http://schemas.microsoft.com/office/drawing/2014/main" id="{BEC2E72C-D233-F035-6CF9-77EDE4C53F6C}"/>
              </a:ext>
            </a:extLst>
          </p:cNvPr>
          <p:cNvSpPr txBox="1"/>
          <p:nvPr/>
        </p:nvSpPr>
        <p:spPr>
          <a:xfrm>
            <a:off x="5715003" y="3741226"/>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B3041324-5E02-393B-C694-AE8ABDE712D6}"/>
              </a:ext>
            </a:extLst>
          </p:cNvPr>
          <p:cNvSpPr txBox="1"/>
          <p:nvPr/>
        </p:nvSpPr>
        <p:spPr>
          <a:xfrm>
            <a:off x="3640666" y="1903821"/>
            <a:ext cx="570089" cy="230832"/>
          </a:xfrm>
          <a:prstGeom prst="rect">
            <a:avLst/>
          </a:prstGeom>
          <a:noFill/>
        </p:spPr>
        <p:txBody>
          <a:bodyPr wrap="square" rtlCol="0">
            <a:spAutoFit/>
          </a:bodyPr>
          <a:lstStyle/>
          <a:p>
            <a:pPr algn="ctr"/>
            <a:r>
              <a:rPr lang="en-US" sz="900" dirty="0"/>
              <a:t>78</a:t>
            </a:r>
          </a:p>
        </p:txBody>
      </p:sp>
      <p:sp>
        <p:nvSpPr>
          <p:cNvPr id="53" name="TextBox 52">
            <a:extLst>
              <a:ext uri="{FF2B5EF4-FFF2-40B4-BE49-F238E27FC236}">
                <a16:creationId xmlns:a16="http://schemas.microsoft.com/office/drawing/2014/main" id="{861281D8-884F-AC53-7939-FCA6A0CF2403}"/>
              </a:ext>
            </a:extLst>
          </p:cNvPr>
          <p:cNvSpPr txBox="1"/>
          <p:nvPr/>
        </p:nvSpPr>
        <p:spPr>
          <a:xfrm>
            <a:off x="4645378" y="2905709"/>
            <a:ext cx="570089" cy="230832"/>
          </a:xfrm>
          <a:prstGeom prst="rect">
            <a:avLst/>
          </a:prstGeom>
          <a:noFill/>
        </p:spPr>
        <p:txBody>
          <a:bodyPr wrap="square" rtlCol="0">
            <a:spAutoFit/>
          </a:bodyPr>
          <a:lstStyle/>
          <a:p>
            <a:pPr algn="ctr"/>
            <a:r>
              <a:rPr lang="en-US" sz="900" dirty="0"/>
              <a:t>78</a:t>
            </a:r>
          </a:p>
        </p:txBody>
      </p:sp>
      <p:sp>
        <p:nvSpPr>
          <p:cNvPr id="55" name="TextBox 54">
            <a:extLst>
              <a:ext uri="{FF2B5EF4-FFF2-40B4-BE49-F238E27FC236}">
                <a16:creationId xmlns:a16="http://schemas.microsoft.com/office/drawing/2014/main" id="{759F439C-2CBE-A568-F99A-A0FD179C2011}"/>
              </a:ext>
            </a:extLst>
          </p:cNvPr>
          <p:cNvSpPr txBox="1"/>
          <p:nvPr/>
        </p:nvSpPr>
        <p:spPr>
          <a:xfrm>
            <a:off x="6152446" y="4408541"/>
            <a:ext cx="570089" cy="230832"/>
          </a:xfrm>
          <a:prstGeom prst="rect">
            <a:avLst/>
          </a:prstGeom>
          <a:noFill/>
        </p:spPr>
        <p:txBody>
          <a:bodyPr wrap="square" rtlCol="0">
            <a:spAutoFit/>
          </a:bodyPr>
          <a:lstStyle/>
          <a:p>
            <a:pPr algn="ctr"/>
            <a:r>
              <a:rPr lang="en-US" sz="900" dirty="0"/>
              <a:t>78</a:t>
            </a:r>
          </a:p>
        </p:txBody>
      </p:sp>
      <p:sp>
        <p:nvSpPr>
          <p:cNvPr id="11" name="TextBox 10">
            <a:extLst>
              <a:ext uri="{FF2B5EF4-FFF2-40B4-BE49-F238E27FC236}">
                <a16:creationId xmlns:a16="http://schemas.microsoft.com/office/drawing/2014/main" id="{7454A6B4-6C75-1D0B-8CDE-51104CA05DA8}"/>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E09F8498-290B-F1D0-54D0-CE8F48A4B168}"/>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809D3A25-392D-CAB9-4962-8D6BE85E3F46}"/>
              </a:ext>
            </a:extLst>
          </p:cNvPr>
          <p:cNvSpPr txBox="1"/>
          <p:nvPr/>
        </p:nvSpPr>
        <p:spPr>
          <a:xfrm>
            <a:off x="5215469" y="172788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D28851C8-C659-78FB-73DD-4FED11AC67C1}"/>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793F0A81-D7BF-B4E9-28ED-4FCC33920169}"/>
              </a:ext>
            </a:extLst>
          </p:cNvPr>
          <p:cNvSpPr txBox="1"/>
          <p:nvPr/>
        </p:nvSpPr>
        <p:spPr>
          <a:xfrm>
            <a:off x="4715935" y="721216"/>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188CD7CB-F2E6-14F4-A16E-880441D44827}"/>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1653222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3E1621-1F68-ED56-4A10-9F227C0A6715}"/>
            </a:ext>
          </a:extLst>
        </p:cNvPr>
        <p:cNvGrpSpPr/>
        <p:nvPr/>
      </p:nvGrpSpPr>
      <p:grpSpPr>
        <a:xfrm>
          <a:off x="0" y="0"/>
          <a:ext cx="0" cy="0"/>
          <a:chOff x="0" y="0"/>
          <a:chExt cx="0" cy="0"/>
        </a:xfrm>
      </p:grpSpPr>
      <p:sp>
        <p:nvSpPr>
          <p:cNvPr id="46" name="TextBox 45">
            <a:extLst>
              <a:ext uri="{FF2B5EF4-FFF2-40B4-BE49-F238E27FC236}">
                <a16:creationId xmlns:a16="http://schemas.microsoft.com/office/drawing/2014/main" id="{2B6E526C-22B3-0B4C-9CC3-400BE09739D5}"/>
              </a:ext>
            </a:extLst>
          </p:cNvPr>
          <p:cNvSpPr txBox="1"/>
          <p:nvPr/>
        </p:nvSpPr>
        <p:spPr>
          <a:xfrm>
            <a:off x="3716867" y="2231221"/>
            <a:ext cx="462845" cy="584775"/>
          </a:xfrm>
          <a:prstGeom prst="rect">
            <a:avLst/>
          </a:prstGeom>
          <a:solidFill>
            <a:srgbClr val="FF0000">
              <a:alpha val="15000"/>
            </a:srgbClr>
          </a:solidFill>
        </p:spPr>
        <p:txBody>
          <a:bodyPr wrap="square" rtlCol="0">
            <a:spAutoFit/>
          </a:bodyPr>
          <a:lstStyle/>
          <a:p>
            <a:pPr algn="ctr"/>
            <a:endParaRPr lang="en-US" sz="3200" dirty="0"/>
          </a:p>
        </p:txBody>
      </p:sp>
      <p:sp>
        <p:nvSpPr>
          <p:cNvPr id="47" name="TextBox 46">
            <a:extLst>
              <a:ext uri="{FF2B5EF4-FFF2-40B4-BE49-F238E27FC236}">
                <a16:creationId xmlns:a16="http://schemas.microsoft.com/office/drawing/2014/main" id="{4199BE45-C908-83CC-98F2-6EB7BFE90222}"/>
              </a:ext>
            </a:extLst>
          </p:cNvPr>
          <p:cNvSpPr txBox="1"/>
          <p:nvPr/>
        </p:nvSpPr>
        <p:spPr>
          <a:xfrm>
            <a:off x="4216401" y="2734556"/>
            <a:ext cx="462845" cy="584775"/>
          </a:xfrm>
          <a:prstGeom prst="rect">
            <a:avLst/>
          </a:prstGeom>
          <a:solidFill>
            <a:srgbClr val="FF0000">
              <a:alpha val="15000"/>
            </a:srgbClr>
          </a:solid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B5C74133-30D6-F0D1-6219-89D2CE610D19}"/>
              </a:ext>
            </a:extLst>
          </p:cNvPr>
          <p:cNvSpPr txBox="1"/>
          <p:nvPr/>
        </p:nvSpPr>
        <p:spPr>
          <a:xfrm>
            <a:off x="4715935" y="3237891"/>
            <a:ext cx="462845" cy="584775"/>
          </a:xfrm>
          <a:prstGeom prst="rect">
            <a:avLst/>
          </a:prstGeom>
          <a:solidFill>
            <a:srgbClr val="FF0000">
              <a:alpha val="15000"/>
            </a:srgbClr>
          </a:solidFill>
        </p:spPr>
        <p:txBody>
          <a:bodyPr wrap="square" rtlCol="0">
            <a:spAutoFit/>
          </a:bodyPr>
          <a:lstStyle/>
          <a:p>
            <a:pPr algn="ctr"/>
            <a:endParaRPr lang="en-US" sz="3200" dirty="0"/>
          </a:p>
        </p:txBody>
      </p:sp>
      <p:sp>
        <p:nvSpPr>
          <p:cNvPr id="49" name="TextBox 48">
            <a:extLst>
              <a:ext uri="{FF2B5EF4-FFF2-40B4-BE49-F238E27FC236}">
                <a16:creationId xmlns:a16="http://schemas.microsoft.com/office/drawing/2014/main" id="{62A82622-FC94-814E-18EA-39F792B57432}"/>
              </a:ext>
            </a:extLst>
          </p:cNvPr>
          <p:cNvSpPr txBox="1"/>
          <p:nvPr/>
        </p:nvSpPr>
        <p:spPr>
          <a:xfrm>
            <a:off x="5215469" y="3741226"/>
            <a:ext cx="462845" cy="584775"/>
          </a:xfrm>
          <a:prstGeom prst="rect">
            <a:avLst/>
          </a:prstGeom>
          <a:solidFill>
            <a:srgbClr val="FF0000">
              <a:alpha val="15000"/>
            </a:srgbClr>
          </a:solidFill>
        </p:spPr>
        <p:txBody>
          <a:bodyPr wrap="square" rtlCol="0">
            <a:spAutoFit/>
          </a:bodyPr>
          <a:lstStyle/>
          <a:p>
            <a:pPr algn="ctr"/>
            <a:r>
              <a:rPr lang="en-US" sz="3200" dirty="0"/>
              <a:t>4</a:t>
            </a:r>
          </a:p>
        </p:txBody>
      </p:sp>
      <p:sp>
        <p:nvSpPr>
          <p:cNvPr id="50" name="TextBox 49">
            <a:extLst>
              <a:ext uri="{FF2B5EF4-FFF2-40B4-BE49-F238E27FC236}">
                <a16:creationId xmlns:a16="http://schemas.microsoft.com/office/drawing/2014/main" id="{4B9275F8-DC98-C2A6-C12C-504016C64031}"/>
              </a:ext>
            </a:extLst>
          </p:cNvPr>
          <p:cNvSpPr txBox="1"/>
          <p:nvPr/>
        </p:nvSpPr>
        <p:spPr>
          <a:xfrm>
            <a:off x="5715003" y="4244561"/>
            <a:ext cx="462845" cy="584775"/>
          </a:xfrm>
          <a:prstGeom prst="rect">
            <a:avLst/>
          </a:prstGeom>
          <a:solidFill>
            <a:srgbClr val="FF0000">
              <a:alpha val="15000"/>
            </a:srgbClr>
          </a:solidFill>
        </p:spPr>
        <p:txBody>
          <a:bodyPr wrap="square" rtlCol="0">
            <a:spAutoFit/>
          </a:bodyPr>
          <a:lstStyle/>
          <a:p>
            <a:pPr algn="ctr"/>
            <a:endParaRPr lang="en-US" sz="3200" dirty="0"/>
          </a:p>
        </p:txBody>
      </p:sp>
      <p:sp>
        <p:nvSpPr>
          <p:cNvPr id="2" name="Content Placeholder 1">
            <a:extLst>
              <a:ext uri="{FF2B5EF4-FFF2-40B4-BE49-F238E27FC236}">
                <a16:creationId xmlns:a16="http://schemas.microsoft.com/office/drawing/2014/main" id="{85E7A259-AE96-02E7-F321-2E12D358EBB3}"/>
              </a:ext>
            </a:extLst>
          </p:cNvPr>
          <p:cNvSpPr>
            <a:spLocks noGrp="1"/>
          </p:cNvSpPr>
          <p:nvPr>
            <p:ph sz="half" idx="1"/>
          </p:nvPr>
        </p:nvSpPr>
        <p:spPr/>
        <p:txBody>
          <a:bodyPr>
            <a:normAutofit/>
          </a:bodyPr>
          <a:lstStyle/>
          <a:p>
            <a:r>
              <a:rPr lang="en-US" dirty="0"/>
              <a:t>Last possible 6 in upper left block.</a:t>
            </a:r>
          </a:p>
        </p:txBody>
      </p:sp>
      <p:pic>
        <p:nvPicPr>
          <p:cNvPr id="4" name="Picture 3" descr="A grid of sudoku puzzle&#10;&#10;Description automatically generated">
            <a:extLst>
              <a:ext uri="{FF2B5EF4-FFF2-40B4-BE49-F238E27FC236}">
                <a16:creationId xmlns:a16="http://schemas.microsoft.com/office/drawing/2014/main" id="{A123B3F8-76DA-298B-890A-47789B9B042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AF5B1F9-923F-9450-74A9-C753864D2E7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8AE331BA-133E-3543-6C73-096701E57CA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5E36D64-6054-26CD-E5E9-163CB6A139D5}"/>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2EA754EF-7BA9-FEB2-5867-1EA36C217906}"/>
              </a:ext>
            </a:extLst>
          </p:cNvPr>
          <p:cNvSpPr txBox="1"/>
          <p:nvPr/>
        </p:nvSpPr>
        <p:spPr>
          <a:xfrm>
            <a:off x="7213604" y="4747898"/>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FC693546-B41D-E14C-DAF8-B24DE9760973}"/>
              </a:ext>
            </a:extLst>
          </p:cNvPr>
          <p:cNvSpPr txBox="1"/>
          <p:nvPr/>
        </p:nvSpPr>
        <p:spPr>
          <a:xfrm>
            <a:off x="4645378" y="2404765"/>
            <a:ext cx="570089" cy="230832"/>
          </a:xfrm>
          <a:prstGeom prst="rect">
            <a:avLst/>
          </a:prstGeom>
          <a:noFill/>
        </p:spPr>
        <p:txBody>
          <a:bodyPr wrap="square" rtlCol="0">
            <a:spAutoFit/>
          </a:bodyPr>
          <a:lstStyle/>
          <a:p>
            <a:pPr algn="ctr"/>
            <a:r>
              <a:rPr lang="en-US" sz="900" dirty="0"/>
              <a:t>23</a:t>
            </a:r>
          </a:p>
        </p:txBody>
      </p:sp>
      <p:sp>
        <p:nvSpPr>
          <p:cNvPr id="12" name="TextBox 11">
            <a:extLst>
              <a:ext uri="{FF2B5EF4-FFF2-40B4-BE49-F238E27FC236}">
                <a16:creationId xmlns:a16="http://schemas.microsoft.com/office/drawing/2014/main" id="{6361490E-5687-93EC-D770-043CEF1D44F9}"/>
              </a:ext>
            </a:extLst>
          </p:cNvPr>
          <p:cNvSpPr txBox="1"/>
          <p:nvPr/>
        </p:nvSpPr>
        <p:spPr>
          <a:xfrm>
            <a:off x="5650090" y="3406653"/>
            <a:ext cx="570089" cy="230832"/>
          </a:xfrm>
          <a:prstGeom prst="rect">
            <a:avLst/>
          </a:prstGeom>
          <a:noFill/>
        </p:spPr>
        <p:txBody>
          <a:bodyPr wrap="square" rtlCol="0">
            <a:spAutoFit/>
          </a:bodyPr>
          <a:lstStyle/>
          <a:p>
            <a:pPr algn="ctr"/>
            <a:r>
              <a:rPr lang="en-US" sz="900" dirty="0"/>
              <a:t>32</a:t>
            </a:r>
          </a:p>
        </p:txBody>
      </p:sp>
      <p:sp>
        <p:nvSpPr>
          <p:cNvPr id="15" name="TextBox 14">
            <a:extLst>
              <a:ext uri="{FF2B5EF4-FFF2-40B4-BE49-F238E27FC236}">
                <a16:creationId xmlns:a16="http://schemas.microsoft.com/office/drawing/2014/main" id="{DB571669-238E-CEA6-818D-D88D7C76F2C7}"/>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B42AE4AA-1A06-4B64-442B-4E43B60137ED}"/>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17" name="TextBox 16">
            <a:extLst>
              <a:ext uri="{FF2B5EF4-FFF2-40B4-BE49-F238E27FC236}">
                <a16:creationId xmlns:a16="http://schemas.microsoft.com/office/drawing/2014/main" id="{9D4AB582-9C92-376A-9645-0E6F3C441924}"/>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EC356E0C-C4BD-BD32-C171-714ABDB257F0}"/>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7DEDB6B6-02B4-44A3-F9B7-52ED6153C0D7}"/>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714FE122-7869-8097-DA91-E46025AE16EB}"/>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C4C3159A-6EB0-77E2-8D68-F7469D83DB64}"/>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FA29197C-E2EC-0D70-8934-84F0956B2EEC}"/>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352F6FA6-FEB4-E9BD-6DB9-ED6F288B6B92}"/>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96685B22-2626-6B82-E358-2D209D06B0AB}"/>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6C93419E-E6B4-AF28-4F0D-26684F2B6FC7}"/>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A85C9F49-2EB1-ACD1-C03A-93F0EC2AD802}"/>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16F57076-BFB8-F7F7-AC90-0422D321047B}"/>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94169573-F73D-A9FE-ECAC-37FF726B3328}"/>
              </a:ext>
            </a:extLst>
          </p:cNvPr>
          <p:cNvSpPr txBox="1"/>
          <p:nvPr/>
        </p:nvSpPr>
        <p:spPr>
          <a:xfrm>
            <a:off x="5715003" y="2231221"/>
            <a:ext cx="462845" cy="584775"/>
          </a:xfrm>
          <a:prstGeom prst="rect">
            <a:avLst/>
          </a:prstGeom>
          <a:noFill/>
        </p:spPr>
        <p:txBody>
          <a:bodyPr wrap="square" rtlCol="0">
            <a:spAutoFit/>
          </a:bodyPr>
          <a:lstStyle/>
          <a:p>
            <a:pPr algn="ctr"/>
            <a:r>
              <a:rPr lang="en-US" sz="3200" dirty="0"/>
              <a:t>9</a:t>
            </a:r>
          </a:p>
        </p:txBody>
      </p:sp>
      <p:sp>
        <p:nvSpPr>
          <p:cNvPr id="34" name="TextBox 33">
            <a:extLst>
              <a:ext uri="{FF2B5EF4-FFF2-40B4-BE49-F238E27FC236}">
                <a16:creationId xmlns:a16="http://schemas.microsoft.com/office/drawing/2014/main" id="{575395F9-B042-8B0B-2E31-77DB505DADB5}"/>
              </a:ext>
            </a:extLst>
          </p:cNvPr>
          <p:cNvSpPr txBox="1"/>
          <p:nvPr/>
        </p:nvSpPr>
        <p:spPr>
          <a:xfrm>
            <a:off x="4645378" y="3406653"/>
            <a:ext cx="570089" cy="230832"/>
          </a:xfrm>
          <a:prstGeom prst="rect">
            <a:avLst/>
          </a:prstGeom>
          <a:noFill/>
        </p:spPr>
        <p:txBody>
          <a:bodyPr wrap="square" rtlCol="0">
            <a:spAutoFit/>
          </a:bodyPr>
          <a:lstStyle/>
          <a:p>
            <a:pPr algn="ctr"/>
            <a:r>
              <a:rPr lang="en-US" sz="900" dirty="0"/>
              <a:t>87</a:t>
            </a:r>
          </a:p>
        </p:txBody>
      </p:sp>
      <p:sp>
        <p:nvSpPr>
          <p:cNvPr id="35" name="TextBox 34">
            <a:extLst>
              <a:ext uri="{FF2B5EF4-FFF2-40B4-BE49-F238E27FC236}">
                <a16:creationId xmlns:a16="http://schemas.microsoft.com/office/drawing/2014/main" id="{61225483-C1E3-3866-D9DB-94F7C00B847A}"/>
              </a:ext>
            </a:extLst>
          </p:cNvPr>
          <p:cNvSpPr txBox="1"/>
          <p:nvPr/>
        </p:nvSpPr>
        <p:spPr>
          <a:xfrm>
            <a:off x="3640666" y="2404765"/>
            <a:ext cx="570089" cy="230832"/>
          </a:xfrm>
          <a:prstGeom prst="rect">
            <a:avLst/>
          </a:prstGeom>
          <a:noFill/>
        </p:spPr>
        <p:txBody>
          <a:bodyPr wrap="square" rtlCol="0">
            <a:spAutoFit/>
          </a:bodyPr>
          <a:lstStyle/>
          <a:p>
            <a:pPr algn="ctr"/>
            <a:r>
              <a:rPr lang="en-US" sz="900" dirty="0"/>
              <a:t>87</a:t>
            </a:r>
          </a:p>
        </p:txBody>
      </p:sp>
      <p:sp>
        <p:nvSpPr>
          <p:cNvPr id="38" name="TextBox 37">
            <a:extLst>
              <a:ext uri="{FF2B5EF4-FFF2-40B4-BE49-F238E27FC236}">
                <a16:creationId xmlns:a16="http://schemas.microsoft.com/office/drawing/2014/main" id="{CDF5EB0C-8CFF-3498-7C4C-2C824EF9A1A6}"/>
              </a:ext>
            </a:extLst>
          </p:cNvPr>
          <p:cNvSpPr txBox="1"/>
          <p:nvPr/>
        </p:nvSpPr>
        <p:spPr>
          <a:xfrm>
            <a:off x="5650090" y="4408541"/>
            <a:ext cx="570089" cy="230832"/>
          </a:xfrm>
          <a:prstGeom prst="rect">
            <a:avLst/>
          </a:prstGeom>
          <a:noFill/>
        </p:spPr>
        <p:txBody>
          <a:bodyPr wrap="square" rtlCol="0">
            <a:spAutoFit/>
          </a:bodyPr>
          <a:lstStyle/>
          <a:p>
            <a:pPr algn="ctr"/>
            <a:r>
              <a:rPr lang="en-US" sz="900" dirty="0"/>
              <a:t>87</a:t>
            </a:r>
          </a:p>
        </p:txBody>
      </p:sp>
      <p:sp>
        <p:nvSpPr>
          <p:cNvPr id="39" name="TextBox 38">
            <a:extLst>
              <a:ext uri="{FF2B5EF4-FFF2-40B4-BE49-F238E27FC236}">
                <a16:creationId xmlns:a16="http://schemas.microsoft.com/office/drawing/2014/main" id="{201CBD7B-26BE-4DE6-3008-E7EFDF048460}"/>
              </a:ext>
            </a:extLst>
          </p:cNvPr>
          <p:cNvSpPr txBox="1"/>
          <p:nvPr/>
        </p:nvSpPr>
        <p:spPr>
          <a:xfrm>
            <a:off x="3217333" y="273455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55B53FA0-C61B-D185-6BE3-DBE19765F3D4}"/>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06E6E36F-B873-D26D-3926-FEB20F42ED70}"/>
              </a:ext>
            </a:extLst>
          </p:cNvPr>
          <p:cNvSpPr txBox="1"/>
          <p:nvPr/>
        </p:nvSpPr>
        <p:spPr>
          <a:xfrm>
            <a:off x="3716867" y="1727886"/>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42" name="TextBox 41">
            <a:extLst>
              <a:ext uri="{FF2B5EF4-FFF2-40B4-BE49-F238E27FC236}">
                <a16:creationId xmlns:a16="http://schemas.microsoft.com/office/drawing/2014/main" id="{E8C845CF-BEEF-1C3C-2E39-B6ABBA691E61}"/>
              </a:ext>
            </a:extLst>
          </p:cNvPr>
          <p:cNvSpPr txBox="1"/>
          <p:nvPr/>
        </p:nvSpPr>
        <p:spPr>
          <a:xfrm>
            <a:off x="4715935" y="2734556"/>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43" name="TextBox 42">
            <a:extLst>
              <a:ext uri="{FF2B5EF4-FFF2-40B4-BE49-F238E27FC236}">
                <a16:creationId xmlns:a16="http://schemas.microsoft.com/office/drawing/2014/main" id="{2AF49569-C8B6-E2E9-19F8-2E82F3F3612A}"/>
              </a:ext>
            </a:extLst>
          </p:cNvPr>
          <p:cNvSpPr txBox="1"/>
          <p:nvPr/>
        </p:nvSpPr>
        <p:spPr>
          <a:xfrm>
            <a:off x="5215469" y="3237891"/>
            <a:ext cx="462845" cy="584775"/>
          </a:xfrm>
          <a:prstGeom prst="rect">
            <a:avLst/>
          </a:prstGeom>
          <a:solidFill>
            <a:schemeClr val="accent5">
              <a:lumMod val="75000"/>
              <a:alpha val="25000"/>
            </a:schemeClr>
          </a:solidFill>
        </p:spPr>
        <p:txBody>
          <a:bodyPr wrap="square" rtlCol="0">
            <a:spAutoFit/>
          </a:bodyPr>
          <a:lstStyle/>
          <a:p>
            <a:pPr algn="ctr"/>
            <a:r>
              <a:rPr lang="en-US" sz="3200" dirty="0"/>
              <a:t>6</a:t>
            </a:r>
          </a:p>
        </p:txBody>
      </p:sp>
      <p:sp>
        <p:nvSpPr>
          <p:cNvPr id="44" name="TextBox 43">
            <a:extLst>
              <a:ext uri="{FF2B5EF4-FFF2-40B4-BE49-F238E27FC236}">
                <a16:creationId xmlns:a16="http://schemas.microsoft.com/office/drawing/2014/main" id="{E9B7C0D7-2271-86FD-3DDF-6011DE5057AA}"/>
              </a:ext>
            </a:extLst>
          </p:cNvPr>
          <p:cNvSpPr txBox="1"/>
          <p:nvPr/>
        </p:nvSpPr>
        <p:spPr>
          <a:xfrm>
            <a:off x="6214537" y="4244561"/>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45" name="TextBox 44">
            <a:extLst>
              <a:ext uri="{FF2B5EF4-FFF2-40B4-BE49-F238E27FC236}">
                <a16:creationId xmlns:a16="http://schemas.microsoft.com/office/drawing/2014/main" id="{52F7F6AF-E9DF-9938-B51E-B75446D32E24}"/>
              </a:ext>
            </a:extLst>
          </p:cNvPr>
          <p:cNvSpPr txBox="1"/>
          <p:nvPr/>
        </p:nvSpPr>
        <p:spPr>
          <a:xfrm>
            <a:off x="4216401" y="2231221"/>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51" name="TextBox 50">
            <a:extLst>
              <a:ext uri="{FF2B5EF4-FFF2-40B4-BE49-F238E27FC236}">
                <a16:creationId xmlns:a16="http://schemas.microsoft.com/office/drawing/2014/main" id="{392B1771-0F3A-7383-05D6-48D14B026057}"/>
              </a:ext>
            </a:extLst>
          </p:cNvPr>
          <p:cNvSpPr txBox="1"/>
          <p:nvPr/>
        </p:nvSpPr>
        <p:spPr>
          <a:xfrm>
            <a:off x="5715003" y="3741226"/>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CC60B0C3-D972-B68F-A346-9CB2E2B079C6}"/>
              </a:ext>
            </a:extLst>
          </p:cNvPr>
          <p:cNvSpPr txBox="1"/>
          <p:nvPr/>
        </p:nvSpPr>
        <p:spPr>
          <a:xfrm>
            <a:off x="3640666" y="1903821"/>
            <a:ext cx="570089" cy="230832"/>
          </a:xfrm>
          <a:prstGeom prst="rect">
            <a:avLst/>
          </a:prstGeom>
          <a:noFill/>
        </p:spPr>
        <p:txBody>
          <a:bodyPr wrap="square" rtlCol="0">
            <a:spAutoFit/>
          </a:bodyPr>
          <a:lstStyle/>
          <a:p>
            <a:pPr algn="ctr"/>
            <a:r>
              <a:rPr lang="en-US" sz="900" dirty="0"/>
              <a:t>78</a:t>
            </a:r>
          </a:p>
        </p:txBody>
      </p:sp>
      <p:sp>
        <p:nvSpPr>
          <p:cNvPr id="53" name="TextBox 52">
            <a:extLst>
              <a:ext uri="{FF2B5EF4-FFF2-40B4-BE49-F238E27FC236}">
                <a16:creationId xmlns:a16="http://schemas.microsoft.com/office/drawing/2014/main" id="{B49CA857-E942-2626-A636-5F134EEA2650}"/>
              </a:ext>
            </a:extLst>
          </p:cNvPr>
          <p:cNvSpPr txBox="1"/>
          <p:nvPr/>
        </p:nvSpPr>
        <p:spPr>
          <a:xfrm>
            <a:off x="4645378" y="2905709"/>
            <a:ext cx="570089" cy="230832"/>
          </a:xfrm>
          <a:prstGeom prst="rect">
            <a:avLst/>
          </a:prstGeom>
          <a:noFill/>
        </p:spPr>
        <p:txBody>
          <a:bodyPr wrap="square" rtlCol="0">
            <a:spAutoFit/>
          </a:bodyPr>
          <a:lstStyle/>
          <a:p>
            <a:pPr algn="ctr"/>
            <a:r>
              <a:rPr lang="en-US" sz="900" dirty="0"/>
              <a:t>78</a:t>
            </a:r>
          </a:p>
        </p:txBody>
      </p:sp>
      <p:sp>
        <p:nvSpPr>
          <p:cNvPr id="55" name="TextBox 54">
            <a:extLst>
              <a:ext uri="{FF2B5EF4-FFF2-40B4-BE49-F238E27FC236}">
                <a16:creationId xmlns:a16="http://schemas.microsoft.com/office/drawing/2014/main" id="{4B00EA40-6071-78E5-F14F-312403BF99CE}"/>
              </a:ext>
            </a:extLst>
          </p:cNvPr>
          <p:cNvSpPr txBox="1"/>
          <p:nvPr/>
        </p:nvSpPr>
        <p:spPr>
          <a:xfrm>
            <a:off x="6152446" y="4408541"/>
            <a:ext cx="570089" cy="230832"/>
          </a:xfrm>
          <a:prstGeom prst="rect">
            <a:avLst/>
          </a:prstGeom>
          <a:noFill/>
        </p:spPr>
        <p:txBody>
          <a:bodyPr wrap="square" rtlCol="0">
            <a:spAutoFit/>
          </a:bodyPr>
          <a:lstStyle/>
          <a:p>
            <a:pPr algn="ctr"/>
            <a:r>
              <a:rPr lang="en-US" sz="900" dirty="0"/>
              <a:t>78</a:t>
            </a:r>
          </a:p>
        </p:txBody>
      </p:sp>
      <p:sp>
        <p:nvSpPr>
          <p:cNvPr id="11" name="TextBox 10">
            <a:extLst>
              <a:ext uri="{FF2B5EF4-FFF2-40B4-BE49-F238E27FC236}">
                <a16:creationId xmlns:a16="http://schemas.microsoft.com/office/drawing/2014/main" id="{C0F88BE0-8FCF-EC51-F845-DEAAB0D6E7D9}"/>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51FE3382-5F9E-935D-1FF5-4F4A91C3BE6D}"/>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FFDB6ECF-A888-34AA-DDFF-4BE67DDE5EBB}"/>
              </a:ext>
            </a:extLst>
          </p:cNvPr>
          <p:cNvSpPr txBox="1"/>
          <p:nvPr/>
        </p:nvSpPr>
        <p:spPr>
          <a:xfrm>
            <a:off x="5215469" y="172788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C62BFFFE-27D8-E6DD-7986-E908C5DD4CB1}"/>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E6684A64-F0B7-B211-9673-C23FE3801874}"/>
              </a:ext>
            </a:extLst>
          </p:cNvPr>
          <p:cNvSpPr txBox="1"/>
          <p:nvPr/>
        </p:nvSpPr>
        <p:spPr>
          <a:xfrm>
            <a:off x="4715935" y="721216"/>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B57B17B6-0B94-BC57-44FD-93AE80F3A765}"/>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837ACEE1-714E-07B3-3BBB-E00AA1C1F90E}"/>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18259499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B765C-EA34-2B37-6526-AA9D0A88611E}"/>
            </a:ext>
          </a:extLst>
        </p:cNvPr>
        <p:cNvGrpSpPr/>
        <p:nvPr/>
      </p:nvGrpSpPr>
      <p:grpSpPr>
        <a:xfrm>
          <a:off x="0" y="0"/>
          <a:ext cx="0" cy="0"/>
          <a:chOff x="0" y="0"/>
          <a:chExt cx="0" cy="0"/>
        </a:xfrm>
      </p:grpSpPr>
      <p:sp>
        <p:nvSpPr>
          <p:cNvPr id="46" name="TextBox 45">
            <a:extLst>
              <a:ext uri="{FF2B5EF4-FFF2-40B4-BE49-F238E27FC236}">
                <a16:creationId xmlns:a16="http://schemas.microsoft.com/office/drawing/2014/main" id="{ADA936B2-645C-C9B0-C0F7-BEAE46E7350E}"/>
              </a:ext>
            </a:extLst>
          </p:cNvPr>
          <p:cNvSpPr txBox="1"/>
          <p:nvPr/>
        </p:nvSpPr>
        <p:spPr>
          <a:xfrm>
            <a:off x="3716867" y="2231221"/>
            <a:ext cx="462845" cy="584775"/>
          </a:xfrm>
          <a:prstGeom prst="rect">
            <a:avLst/>
          </a:prstGeom>
          <a:solidFill>
            <a:srgbClr val="FF0000">
              <a:alpha val="15000"/>
            </a:srgbClr>
          </a:solidFill>
        </p:spPr>
        <p:txBody>
          <a:bodyPr wrap="square" rtlCol="0">
            <a:spAutoFit/>
          </a:bodyPr>
          <a:lstStyle/>
          <a:p>
            <a:pPr algn="ctr"/>
            <a:endParaRPr lang="en-US" sz="3200" dirty="0"/>
          </a:p>
        </p:txBody>
      </p:sp>
      <p:sp>
        <p:nvSpPr>
          <p:cNvPr id="47" name="TextBox 46">
            <a:extLst>
              <a:ext uri="{FF2B5EF4-FFF2-40B4-BE49-F238E27FC236}">
                <a16:creationId xmlns:a16="http://schemas.microsoft.com/office/drawing/2014/main" id="{DCFEBB45-152E-67BB-6D3E-BEB02F5F14DD}"/>
              </a:ext>
            </a:extLst>
          </p:cNvPr>
          <p:cNvSpPr txBox="1"/>
          <p:nvPr/>
        </p:nvSpPr>
        <p:spPr>
          <a:xfrm>
            <a:off x="4216401" y="2734556"/>
            <a:ext cx="462845" cy="584775"/>
          </a:xfrm>
          <a:prstGeom prst="rect">
            <a:avLst/>
          </a:prstGeom>
          <a:solidFill>
            <a:srgbClr val="FF0000">
              <a:alpha val="15000"/>
            </a:srgbClr>
          </a:solid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A6B87402-ABF7-E6BF-2CF3-706D17CFF8A6}"/>
              </a:ext>
            </a:extLst>
          </p:cNvPr>
          <p:cNvSpPr txBox="1"/>
          <p:nvPr/>
        </p:nvSpPr>
        <p:spPr>
          <a:xfrm>
            <a:off x="4715935" y="3237891"/>
            <a:ext cx="462845" cy="584775"/>
          </a:xfrm>
          <a:prstGeom prst="rect">
            <a:avLst/>
          </a:prstGeom>
          <a:solidFill>
            <a:srgbClr val="FF0000">
              <a:alpha val="15000"/>
            </a:srgbClr>
          </a:solidFill>
        </p:spPr>
        <p:txBody>
          <a:bodyPr wrap="square" rtlCol="0">
            <a:spAutoFit/>
          </a:bodyPr>
          <a:lstStyle/>
          <a:p>
            <a:pPr algn="ctr"/>
            <a:endParaRPr lang="en-US" sz="3200" dirty="0"/>
          </a:p>
        </p:txBody>
      </p:sp>
      <p:sp>
        <p:nvSpPr>
          <p:cNvPr id="49" name="TextBox 48">
            <a:extLst>
              <a:ext uri="{FF2B5EF4-FFF2-40B4-BE49-F238E27FC236}">
                <a16:creationId xmlns:a16="http://schemas.microsoft.com/office/drawing/2014/main" id="{D988C874-E6E2-C9F3-AC34-1145554341C6}"/>
              </a:ext>
            </a:extLst>
          </p:cNvPr>
          <p:cNvSpPr txBox="1"/>
          <p:nvPr/>
        </p:nvSpPr>
        <p:spPr>
          <a:xfrm>
            <a:off x="5215469" y="3741226"/>
            <a:ext cx="462845" cy="584775"/>
          </a:xfrm>
          <a:prstGeom prst="rect">
            <a:avLst/>
          </a:prstGeom>
          <a:solidFill>
            <a:srgbClr val="FF0000">
              <a:alpha val="15000"/>
            </a:srgbClr>
          </a:solidFill>
        </p:spPr>
        <p:txBody>
          <a:bodyPr wrap="square" rtlCol="0">
            <a:spAutoFit/>
          </a:bodyPr>
          <a:lstStyle/>
          <a:p>
            <a:pPr algn="ctr"/>
            <a:r>
              <a:rPr lang="en-US" sz="3200" dirty="0"/>
              <a:t>4</a:t>
            </a:r>
          </a:p>
        </p:txBody>
      </p:sp>
      <p:sp>
        <p:nvSpPr>
          <p:cNvPr id="50" name="TextBox 49">
            <a:extLst>
              <a:ext uri="{FF2B5EF4-FFF2-40B4-BE49-F238E27FC236}">
                <a16:creationId xmlns:a16="http://schemas.microsoft.com/office/drawing/2014/main" id="{175ECBFB-F9A1-DED9-A392-9B09394DAC44}"/>
              </a:ext>
            </a:extLst>
          </p:cNvPr>
          <p:cNvSpPr txBox="1"/>
          <p:nvPr/>
        </p:nvSpPr>
        <p:spPr>
          <a:xfrm>
            <a:off x="5715003" y="4244561"/>
            <a:ext cx="462845" cy="584775"/>
          </a:xfrm>
          <a:prstGeom prst="rect">
            <a:avLst/>
          </a:prstGeom>
          <a:solidFill>
            <a:srgbClr val="FF0000">
              <a:alpha val="15000"/>
            </a:srgbClr>
          </a:solidFill>
        </p:spPr>
        <p:txBody>
          <a:bodyPr wrap="square" rtlCol="0">
            <a:spAutoFit/>
          </a:bodyPr>
          <a:lstStyle/>
          <a:p>
            <a:pPr algn="ctr"/>
            <a:endParaRPr lang="en-US" sz="3200" dirty="0"/>
          </a:p>
        </p:txBody>
      </p:sp>
      <p:sp>
        <p:nvSpPr>
          <p:cNvPr id="2" name="Content Placeholder 1">
            <a:extLst>
              <a:ext uri="{FF2B5EF4-FFF2-40B4-BE49-F238E27FC236}">
                <a16:creationId xmlns:a16="http://schemas.microsoft.com/office/drawing/2014/main" id="{605DD63E-F45C-B881-4C08-6B21EF022170}"/>
              </a:ext>
            </a:extLst>
          </p:cNvPr>
          <p:cNvSpPr>
            <a:spLocks noGrp="1"/>
          </p:cNvSpPr>
          <p:nvPr>
            <p:ph sz="half" idx="1"/>
          </p:nvPr>
        </p:nvSpPr>
        <p:spPr/>
        <p:txBody>
          <a:bodyPr>
            <a:normAutofit/>
          </a:bodyPr>
          <a:lstStyle/>
          <a:p>
            <a:r>
              <a:rPr lang="en-US" dirty="0"/>
              <a:t>On the blue line, the maximum is 15 (6+9). The minimum is 2+5+5=12. On the line, cells can tick upwards by no more than 3, and the bottom circle can tick downwards by no more than 3.</a:t>
            </a:r>
          </a:p>
        </p:txBody>
      </p:sp>
      <p:pic>
        <p:nvPicPr>
          <p:cNvPr id="4" name="Picture 3" descr="A grid of sudoku puzzle&#10;&#10;Description automatically generated">
            <a:extLst>
              <a:ext uri="{FF2B5EF4-FFF2-40B4-BE49-F238E27FC236}">
                <a16:creationId xmlns:a16="http://schemas.microsoft.com/office/drawing/2014/main" id="{1B7E111E-F91C-BF67-900E-0052E1D92AC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7854DB4-0413-5FFF-2696-8F51A443D12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39FB97E-69EC-A115-8536-16636580FD6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64573BD-740B-DB77-B30F-C4E8BAA76635}"/>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0B36389D-2C25-2A91-8746-901168B3B3EE}"/>
              </a:ext>
            </a:extLst>
          </p:cNvPr>
          <p:cNvSpPr txBox="1"/>
          <p:nvPr/>
        </p:nvSpPr>
        <p:spPr>
          <a:xfrm>
            <a:off x="7213604" y="4747898"/>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9CDA9A23-DB92-E4B1-A0DC-5461E67D3E00}"/>
              </a:ext>
            </a:extLst>
          </p:cNvPr>
          <p:cNvSpPr txBox="1"/>
          <p:nvPr/>
        </p:nvSpPr>
        <p:spPr>
          <a:xfrm>
            <a:off x="4645378" y="2404765"/>
            <a:ext cx="570089" cy="230832"/>
          </a:xfrm>
          <a:prstGeom prst="rect">
            <a:avLst/>
          </a:prstGeom>
          <a:noFill/>
        </p:spPr>
        <p:txBody>
          <a:bodyPr wrap="square" rtlCol="0">
            <a:spAutoFit/>
          </a:bodyPr>
          <a:lstStyle/>
          <a:p>
            <a:pPr algn="ctr"/>
            <a:r>
              <a:rPr lang="en-US" sz="900" dirty="0"/>
              <a:t>23</a:t>
            </a:r>
          </a:p>
        </p:txBody>
      </p:sp>
      <p:sp>
        <p:nvSpPr>
          <p:cNvPr id="12" name="TextBox 11">
            <a:extLst>
              <a:ext uri="{FF2B5EF4-FFF2-40B4-BE49-F238E27FC236}">
                <a16:creationId xmlns:a16="http://schemas.microsoft.com/office/drawing/2014/main" id="{35BC888F-7031-EEA5-B6A4-347072E0EB9E}"/>
              </a:ext>
            </a:extLst>
          </p:cNvPr>
          <p:cNvSpPr txBox="1"/>
          <p:nvPr/>
        </p:nvSpPr>
        <p:spPr>
          <a:xfrm>
            <a:off x="5650090" y="3406653"/>
            <a:ext cx="570089" cy="230832"/>
          </a:xfrm>
          <a:prstGeom prst="rect">
            <a:avLst/>
          </a:prstGeom>
          <a:noFill/>
        </p:spPr>
        <p:txBody>
          <a:bodyPr wrap="square" rtlCol="0">
            <a:spAutoFit/>
          </a:bodyPr>
          <a:lstStyle/>
          <a:p>
            <a:pPr algn="ctr"/>
            <a:r>
              <a:rPr lang="en-US" sz="900" dirty="0"/>
              <a:t>32</a:t>
            </a:r>
          </a:p>
        </p:txBody>
      </p:sp>
      <p:sp>
        <p:nvSpPr>
          <p:cNvPr id="15" name="TextBox 14">
            <a:extLst>
              <a:ext uri="{FF2B5EF4-FFF2-40B4-BE49-F238E27FC236}">
                <a16:creationId xmlns:a16="http://schemas.microsoft.com/office/drawing/2014/main" id="{7F7F5DA3-9A31-B4DF-D473-4D8486F886AF}"/>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4A5FDE35-91ED-B6FB-49A3-AAF57073726F}"/>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17" name="TextBox 16">
            <a:extLst>
              <a:ext uri="{FF2B5EF4-FFF2-40B4-BE49-F238E27FC236}">
                <a16:creationId xmlns:a16="http://schemas.microsoft.com/office/drawing/2014/main" id="{24596510-F8A3-5320-61DC-95D1BA729B80}"/>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FA1A8AB6-FD36-6E99-54A8-D9AE198EB4A5}"/>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F469D18F-C45C-CC61-F4F8-BCEDCE96976F}"/>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C62ECC64-7F67-4928-2AC1-EB83A38F9C50}"/>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1FBFAFD1-0C50-A470-2635-E7C7939F4726}"/>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26B60658-9190-FADB-439D-5FAB6BE31C18}"/>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91B89C3A-B2E4-E914-E2AB-AB02FFBCF3E8}"/>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9A3F9045-768A-2B56-7708-9528ABA669CC}"/>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A1E885D9-671E-0FDA-6A0A-F009555192DE}"/>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FA3204BA-2FFB-867F-CCC7-4201C674F0FE}"/>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30900D4C-8155-F785-B258-493EA8ED1DB2}"/>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03FC1A66-F74E-6ED3-4C99-8EB1FDA8F912}"/>
              </a:ext>
            </a:extLst>
          </p:cNvPr>
          <p:cNvSpPr txBox="1"/>
          <p:nvPr/>
        </p:nvSpPr>
        <p:spPr>
          <a:xfrm>
            <a:off x="5715003" y="2231221"/>
            <a:ext cx="462845" cy="584775"/>
          </a:xfrm>
          <a:prstGeom prst="rect">
            <a:avLst/>
          </a:prstGeom>
          <a:noFill/>
        </p:spPr>
        <p:txBody>
          <a:bodyPr wrap="square" rtlCol="0">
            <a:spAutoFit/>
          </a:bodyPr>
          <a:lstStyle/>
          <a:p>
            <a:pPr algn="ctr"/>
            <a:r>
              <a:rPr lang="en-US" sz="3200" dirty="0"/>
              <a:t>9</a:t>
            </a:r>
          </a:p>
        </p:txBody>
      </p:sp>
      <p:sp>
        <p:nvSpPr>
          <p:cNvPr id="34" name="TextBox 33">
            <a:extLst>
              <a:ext uri="{FF2B5EF4-FFF2-40B4-BE49-F238E27FC236}">
                <a16:creationId xmlns:a16="http://schemas.microsoft.com/office/drawing/2014/main" id="{815530F9-7BE0-9825-2273-3E62216C4035}"/>
              </a:ext>
            </a:extLst>
          </p:cNvPr>
          <p:cNvSpPr txBox="1"/>
          <p:nvPr/>
        </p:nvSpPr>
        <p:spPr>
          <a:xfrm>
            <a:off x="4645378" y="3406653"/>
            <a:ext cx="570089" cy="230832"/>
          </a:xfrm>
          <a:prstGeom prst="rect">
            <a:avLst/>
          </a:prstGeom>
          <a:noFill/>
        </p:spPr>
        <p:txBody>
          <a:bodyPr wrap="square" rtlCol="0">
            <a:spAutoFit/>
          </a:bodyPr>
          <a:lstStyle/>
          <a:p>
            <a:pPr algn="ctr"/>
            <a:r>
              <a:rPr lang="en-US" sz="900" dirty="0"/>
              <a:t>87</a:t>
            </a:r>
          </a:p>
        </p:txBody>
      </p:sp>
      <p:sp>
        <p:nvSpPr>
          <p:cNvPr id="35" name="TextBox 34">
            <a:extLst>
              <a:ext uri="{FF2B5EF4-FFF2-40B4-BE49-F238E27FC236}">
                <a16:creationId xmlns:a16="http://schemas.microsoft.com/office/drawing/2014/main" id="{028A3DE5-55B7-34BF-A37F-3EBBAE647E98}"/>
              </a:ext>
            </a:extLst>
          </p:cNvPr>
          <p:cNvSpPr txBox="1"/>
          <p:nvPr/>
        </p:nvSpPr>
        <p:spPr>
          <a:xfrm>
            <a:off x="3640666" y="2404765"/>
            <a:ext cx="570089" cy="230832"/>
          </a:xfrm>
          <a:prstGeom prst="rect">
            <a:avLst/>
          </a:prstGeom>
          <a:noFill/>
        </p:spPr>
        <p:txBody>
          <a:bodyPr wrap="square" rtlCol="0">
            <a:spAutoFit/>
          </a:bodyPr>
          <a:lstStyle/>
          <a:p>
            <a:pPr algn="ctr"/>
            <a:r>
              <a:rPr lang="en-US" sz="900" dirty="0"/>
              <a:t>87</a:t>
            </a:r>
          </a:p>
        </p:txBody>
      </p:sp>
      <p:sp>
        <p:nvSpPr>
          <p:cNvPr id="38" name="TextBox 37">
            <a:extLst>
              <a:ext uri="{FF2B5EF4-FFF2-40B4-BE49-F238E27FC236}">
                <a16:creationId xmlns:a16="http://schemas.microsoft.com/office/drawing/2014/main" id="{B66DC765-4C7F-479D-4593-A94A2A3CF7C5}"/>
              </a:ext>
            </a:extLst>
          </p:cNvPr>
          <p:cNvSpPr txBox="1"/>
          <p:nvPr/>
        </p:nvSpPr>
        <p:spPr>
          <a:xfrm>
            <a:off x="5650090" y="4408541"/>
            <a:ext cx="570089" cy="230832"/>
          </a:xfrm>
          <a:prstGeom prst="rect">
            <a:avLst/>
          </a:prstGeom>
          <a:noFill/>
        </p:spPr>
        <p:txBody>
          <a:bodyPr wrap="square" rtlCol="0">
            <a:spAutoFit/>
          </a:bodyPr>
          <a:lstStyle/>
          <a:p>
            <a:pPr algn="ctr"/>
            <a:r>
              <a:rPr lang="en-US" sz="900" dirty="0"/>
              <a:t>87</a:t>
            </a:r>
          </a:p>
        </p:txBody>
      </p:sp>
      <p:sp>
        <p:nvSpPr>
          <p:cNvPr id="39" name="TextBox 38">
            <a:extLst>
              <a:ext uri="{FF2B5EF4-FFF2-40B4-BE49-F238E27FC236}">
                <a16:creationId xmlns:a16="http://schemas.microsoft.com/office/drawing/2014/main" id="{DBEF9E48-8724-F57F-1D87-45FE1A70667B}"/>
              </a:ext>
            </a:extLst>
          </p:cNvPr>
          <p:cNvSpPr txBox="1"/>
          <p:nvPr/>
        </p:nvSpPr>
        <p:spPr>
          <a:xfrm>
            <a:off x="3217333" y="273455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58F559B3-AA31-5CF8-CE96-7438E3934138}"/>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24C0D560-1817-3A82-DD23-C7C141CF4CF7}"/>
              </a:ext>
            </a:extLst>
          </p:cNvPr>
          <p:cNvSpPr txBox="1"/>
          <p:nvPr/>
        </p:nvSpPr>
        <p:spPr>
          <a:xfrm>
            <a:off x="3716867" y="1727886"/>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42" name="TextBox 41">
            <a:extLst>
              <a:ext uri="{FF2B5EF4-FFF2-40B4-BE49-F238E27FC236}">
                <a16:creationId xmlns:a16="http://schemas.microsoft.com/office/drawing/2014/main" id="{70421751-F823-395D-E8D0-774BA4EEBB7F}"/>
              </a:ext>
            </a:extLst>
          </p:cNvPr>
          <p:cNvSpPr txBox="1"/>
          <p:nvPr/>
        </p:nvSpPr>
        <p:spPr>
          <a:xfrm>
            <a:off x="4715935" y="2734556"/>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43" name="TextBox 42">
            <a:extLst>
              <a:ext uri="{FF2B5EF4-FFF2-40B4-BE49-F238E27FC236}">
                <a16:creationId xmlns:a16="http://schemas.microsoft.com/office/drawing/2014/main" id="{698AE309-79CB-91D6-7F21-60BE772EE2E0}"/>
              </a:ext>
            </a:extLst>
          </p:cNvPr>
          <p:cNvSpPr txBox="1"/>
          <p:nvPr/>
        </p:nvSpPr>
        <p:spPr>
          <a:xfrm>
            <a:off x="5215469" y="3237891"/>
            <a:ext cx="462845" cy="584775"/>
          </a:xfrm>
          <a:prstGeom prst="rect">
            <a:avLst/>
          </a:prstGeom>
          <a:solidFill>
            <a:schemeClr val="accent5">
              <a:lumMod val="75000"/>
              <a:alpha val="25000"/>
            </a:schemeClr>
          </a:solidFill>
        </p:spPr>
        <p:txBody>
          <a:bodyPr wrap="square" rtlCol="0">
            <a:spAutoFit/>
          </a:bodyPr>
          <a:lstStyle/>
          <a:p>
            <a:pPr algn="ctr"/>
            <a:r>
              <a:rPr lang="en-US" sz="3200" dirty="0"/>
              <a:t>6</a:t>
            </a:r>
          </a:p>
        </p:txBody>
      </p:sp>
      <p:sp>
        <p:nvSpPr>
          <p:cNvPr id="44" name="TextBox 43">
            <a:extLst>
              <a:ext uri="{FF2B5EF4-FFF2-40B4-BE49-F238E27FC236}">
                <a16:creationId xmlns:a16="http://schemas.microsoft.com/office/drawing/2014/main" id="{CC583BC7-40B5-28A3-5498-8BCF4F9188A4}"/>
              </a:ext>
            </a:extLst>
          </p:cNvPr>
          <p:cNvSpPr txBox="1"/>
          <p:nvPr/>
        </p:nvSpPr>
        <p:spPr>
          <a:xfrm>
            <a:off x="6214537" y="4244561"/>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45" name="TextBox 44">
            <a:extLst>
              <a:ext uri="{FF2B5EF4-FFF2-40B4-BE49-F238E27FC236}">
                <a16:creationId xmlns:a16="http://schemas.microsoft.com/office/drawing/2014/main" id="{C1041720-773F-0D66-4F64-E3FB2FB71813}"/>
              </a:ext>
            </a:extLst>
          </p:cNvPr>
          <p:cNvSpPr txBox="1"/>
          <p:nvPr/>
        </p:nvSpPr>
        <p:spPr>
          <a:xfrm>
            <a:off x="4216401" y="2231221"/>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51" name="TextBox 50">
            <a:extLst>
              <a:ext uri="{FF2B5EF4-FFF2-40B4-BE49-F238E27FC236}">
                <a16:creationId xmlns:a16="http://schemas.microsoft.com/office/drawing/2014/main" id="{27C722D8-0625-AAD0-E606-633D1CDDBE22}"/>
              </a:ext>
            </a:extLst>
          </p:cNvPr>
          <p:cNvSpPr txBox="1"/>
          <p:nvPr/>
        </p:nvSpPr>
        <p:spPr>
          <a:xfrm>
            <a:off x="5715003" y="3741226"/>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9066F912-FE99-6E5F-AC1C-FEB9D3E4FE24}"/>
              </a:ext>
            </a:extLst>
          </p:cNvPr>
          <p:cNvSpPr txBox="1"/>
          <p:nvPr/>
        </p:nvSpPr>
        <p:spPr>
          <a:xfrm>
            <a:off x="3640666" y="1903821"/>
            <a:ext cx="570089" cy="230832"/>
          </a:xfrm>
          <a:prstGeom prst="rect">
            <a:avLst/>
          </a:prstGeom>
          <a:noFill/>
        </p:spPr>
        <p:txBody>
          <a:bodyPr wrap="square" rtlCol="0">
            <a:spAutoFit/>
          </a:bodyPr>
          <a:lstStyle/>
          <a:p>
            <a:pPr algn="ctr"/>
            <a:r>
              <a:rPr lang="en-US" sz="900" dirty="0"/>
              <a:t>78</a:t>
            </a:r>
          </a:p>
        </p:txBody>
      </p:sp>
      <p:sp>
        <p:nvSpPr>
          <p:cNvPr id="53" name="TextBox 52">
            <a:extLst>
              <a:ext uri="{FF2B5EF4-FFF2-40B4-BE49-F238E27FC236}">
                <a16:creationId xmlns:a16="http://schemas.microsoft.com/office/drawing/2014/main" id="{FB63068F-BA9D-B242-57DC-064DA4F8167F}"/>
              </a:ext>
            </a:extLst>
          </p:cNvPr>
          <p:cNvSpPr txBox="1"/>
          <p:nvPr/>
        </p:nvSpPr>
        <p:spPr>
          <a:xfrm>
            <a:off x="4645378" y="2905709"/>
            <a:ext cx="570089" cy="230832"/>
          </a:xfrm>
          <a:prstGeom prst="rect">
            <a:avLst/>
          </a:prstGeom>
          <a:noFill/>
        </p:spPr>
        <p:txBody>
          <a:bodyPr wrap="square" rtlCol="0">
            <a:spAutoFit/>
          </a:bodyPr>
          <a:lstStyle/>
          <a:p>
            <a:pPr algn="ctr"/>
            <a:r>
              <a:rPr lang="en-US" sz="900" dirty="0"/>
              <a:t>78</a:t>
            </a:r>
          </a:p>
        </p:txBody>
      </p:sp>
      <p:sp>
        <p:nvSpPr>
          <p:cNvPr id="55" name="TextBox 54">
            <a:extLst>
              <a:ext uri="{FF2B5EF4-FFF2-40B4-BE49-F238E27FC236}">
                <a16:creationId xmlns:a16="http://schemas.microsoft.com/office/drawing/2014/main" id="{AEA47872-60C5-A8F5-0EC7-96A165905C7E}"/>
              </a:ext>
            </a:extLst>
          </p:cNvPr>
          <p:cNvSpPr txBox="1"/>
          <p:nvPr/>
        </p:nvSpPr>
        <p:spPr>
          <a:xfrm>
            <a:off x="6152446" y="4408541"/>
            <a:ext cx="570089" cy="230832"/>
          </a:xfrm>
          <a:prstGeom prst="rect">
            <a:avLst/>
          </a:prstGeom>
          <a:noFill/>
        </p:spPr>
        <p:txBody>
          <a:bodyPr wrap="square" rtlCol="0">
            <a:spAutoFit/>
          </a:bodyPr>
          <a:lstStyle/>
          <a:p>
            <a:pPr algn="ctr"/>
            <a:r>
              <a:rPr lang="en-US" sz="900" dirty="0"/>
              <a:t>78</a:t>
            </a:r>
          </a:p>
        </p:txBody>
      </p:sp>
      <p:sp>
        <p:nvSpPr>
          <p:cNvPr id="11" name="TextBox 10">
            <a:extLst>
              <a:ext uri="{FF2B5EF4-FFF2-40B4-BE49-F238E27FC236}">
                <a16:creationId xmlns:a16="http://schemas.microsoft.com/office/drawing/2014/main" id="{CABDA04E-E7E5-8AE7-06F9-6F7B687C9F21}"/>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5F1469AB-EE00-F24A-42DF-ABE369BBF13D}"/>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CF064B18-8E06-2517-1D70-4A3F9D8CC1C7}"/>
              </a:ext>
            </a:extLst>
          </p:cNvPr>
          <p:cNvSpPr txBox="1"/>
          <p:nvPr/>
        </p:nvSpPr>
        <p:spPr>
          <a:xfrm>
            <a:off x="5215469" y="172788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5C433565-6BB0-36AF-E5D0-CC01298BEEF7}"/>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2525005E-BD64-18B6-163E-3CDC51375D2E}"/>
              </a:ext>
            </a:extLst>
          </p:cNvPr>
          <p:cNvSpPr txBox="1"/>
          <p:nvPr/>
        </p:nvSpPr>
        <p:spPr>
          <a:xfrm>
            <a:off x="4715935" y="721216"/>
            <a:ext cx="462845" cy="584775"/>
          </a:xfrm>
          <a:prstGeom prst="rect">
            <a:avLst/>
          </a:prstGeom>
          <a:noFill/>
        </p:spPr>
        <p:txBody>
          <a:bodyPr wrap="square" rtlCol="0">
            <a:spAutoFit/>
          </a:bodyPr>
          <a:lstStyle/>
          <a:p>
            <a:pPr algn="ctr"/>
            <a:r>
              <a:rPr lang="en-US" sz="3200" dirty="0"/>
              <a:t>4</a:t>
            </a:r>
          </a:p>
        </p:txBody>
      </p:sp>
      <p:sp>
        <p:nvSpPr>
          <p:cNvPr id="28" name="TextBox 27">
            <a:extLst>
              <a:ext uri="{FF2B5EF4-FFF2-40B4-BE49-F238E27FC236}">
                <a16:creationId xmlns:a16="http://schemas.microsoft.com/office/drawing/2014/main" id="{A1988D2A-39AE-08CB-1252-664555279A68}"/>
              </a:ext>
            </a:extLst>
          </p:cNvPr>
          <p:cNvSpPr txBox="1"/>
          <p:nvPr/>
        </p:nvSpPr>
        <p:spPr>
          <a:xfrm>
            <a:off x="3217333" y="2231221"/>
            <a:ext cx="462845" cy="584775"/>
          </a:xfrm>
          <a:prstGeom prst="rect">
            <a:avLst/>
          </a:prstGeom>
          <a:solidFill>
            <a:srgbClr val="00B0F0">
              <a:alpha val="15000"/>
            </a:srgbClr>
          </a:solidFill>
        </p:spPr>
        <p:txBody>
          <a:bodyPr wrap="square" rtlCol="0">
            <a:spAutoFit/>
          </a:bodyPr>
          <a:lstStyle/>
          <a:p>
            <a:pPr algn="ctr"/>
            <a:r>
              <a:rPr lang="en-US" sz="3200" dirty="0"/>
              <a:t>6</a:t>
            </a:r>
          </a:p>
        </p:txBody>
      </p:sp>
      <p:sp>
        <p:nvSpPr>
          <p:cNvPr id="29" name="TextBox 28">
            <a:extLst>
              <a:ext uri="{FF2B5EF4-FFF2-40B4-BE49-F238E27FC236}">
                <a16:creationId xmlns:a16="http://schemas.microsoft.com/office/drawing/2014/main" id="{57458A41-16DE-A680-49D7-78D2E5B581E3}"/>
              </a:ext>
            </a:extLst>
          </p:cNvPr>
          <p:cNvSpPr txBox="1"/>
          <p:nvPr/>
        </p:nvSpPr>
        <p:spPr>
          <a:xfrm>
            <a:off x="3716867" y="2734556"/>
            <a:ext cx="462845" cy="584775"/>
          </a:xfrm>
          <a:prstGeom prst="rect">
            <a:avLst/>
          </a:prstGeom>
          <a:solidFill>
            <a:srgbClr val="00B0F0">
              <a:alpha val="15000"/>
            </a:srgbClr>
          </a:solidFill>
        </p:spPr>
        <p:txBody>
          <a:bodyPr wrap="square" rtlCol="0">
            <a:spAutoFit/>
          </a:bodyPr>
          <a:lstStyle/>
          <a:p>
            <a:pPr algn="ctr"/>
            <a:endParaRPr lang="en-US" sz="3200" dirty="0"/>
          </a:p>
        </p:txBody>
      </p:sp>
      <p:sp>
        <p:nvSpPr>
          <p:cNvPr id="32" name="TextBox 31">
            <a:extLst>
              <a:ext uri="{FF2B5EF4-FFF2-40B4-BE49-F238E27FC236}">
                <a16:creationId xmlns:a16="http://schemas.microsoft.com/office/drawing/2014/main" id="{2713CBD4-AD4D-74B1-E2D3-09083225B73F}"/>
              </a:ext>
            </a:extLst>
          </p:cNvPr>
          <p:cNvSpPr txBox="1"/>
          <p:nvPr/>
        </p:nvSpPr>
        <p:spPr>
          <a:xfrm>
            <a:off x="4216401" y="3237891"/>
            <a:ext cx="462845" cy="584775"/>
          </a:xfrm>
          <a:prstGeom prst="rect">
            <a:avLst/>
          </a:prstGeom>
          <a:solidFill>
            <a:srgbClr val="00B0F0">
              <a:alpha val="15000"/>
            </a:srgbClr>
          </a:solidFill>
        </p:spPr>
        <p:txBody>
          <a:bodyPr wrap="square" rtlCol="0">
            <a:spAutoFit/>
          </a:bodyPr>
          <a:lstStyle/>
          <a:p>
            <a:pPr algn="ctr"/>
            <a:endParaRPr lang="en-US" sz="3200" dirty="0"/>
          </a:p>
        </p:txBody>
      </p:sp>
      <p:sp>
        <p:nvSpPr>
          <p:cNvPr id="33" name="TextBox 32">
            <a:extLst>
              <a:ext uri="{FF2B5EF4-FFF2-40B4-BE49-F238E27FC236}">
                <a16:creationId xmlns:a16="http://schemas.microsoft.com/office/drawing/2014/main" id="{CB2E13CB-16D0-4B09-B374-EA5772B26A6E}"/>
              </a:ext>
            </a:extLst>
          </p:cNvPr>
          <p:cNvSpPr txBox="1"/>
          <p:nvPr/>
        </p:nvSpPr>
        <p:spPr>
          <a:xfrm>
            <a:off x="4715935" y="3741226"/>
            <a:ext cx="462845" cy="584775"/>
          </a:xfrm>
          <a:prstGeom prst="rect">
            <a:avLst/>
          </a:prstGeom>
          <a:solidFill>
            <a:srgbClr val="00B0F0">
              <a:alpha val="15000"/>
            </a:srgbClr>
          </a:solidFill>
        </p:spPr>
        <p:txBody>
          <a:bodyPr wrap="square" rtlCol="0">
            <a:spAutoFit/>
          </a:bodyPr>
          <a:lstStyle/>
          <a:p>
            <a:pPr algn="ctr"/>
            <a:endParaRPr lang="en-US" sz="3200" dirty="0"/>
          </a:p>
        </p:txBody>
      </p:sp>
      <p:sp>
        <p:nvSpPr>
          <p:cNvPr id="36" name="TextBox 35">
            <a:extLst>
              <a:ext uri="{FF2B5EF4-FFF2-40B4-BE49-F238E27FC236}">
                <a16:creationId xmlns:a16="http://schemas.microsoft.com/office/drawing/2014/main" id="{87898204-2D02-FBA9-EDFB-A8ABAB54E335}"/>
              </a:ext>
            </a:extLst>
          </p:cNvPr>
          <p:cNvSpPr txBox="1"/>
          <p:nvPr/>
        </p:nvSpPr>
        <p:spPr>
          <a:xfrm>
            <a:off x="5215469" y="4244561"/>
            <a:ext cx="462845" cy="584775"/>
          </a:xfrm>
          <a:prstGeom prst="rect">
            <a:avLst/>
          </a:prstGeom>
          <a:solidFill>
            <a:srgbClr val="00B0F0">
              <a:alpha val="15000"/>
            </a:srgbClr>
          </a:solidFill>
        </p:spPr>
        <p:txBody>
          <a:bodyPr wrap="square" rtlCol="0">
            <a:spAutoFit/>
          </a:bodyPr>
          <a:lstStyle/>
          <a:p>
            <a:pPr algn="ctr"/>
            <a:endParaRPr lang="en-US" sz="3200" dirty="0"/>
          </a:p>
        </p:txBody>
      </p:sp>
      <p:sp>
        <p:nvSpPr>
          <p:cNvPr id="37" name="TextBox 36">
            <a:extLst>
              <a:ext uri="{FF2B5EF4-FFF2-40B4-BE49-F238E27FC236}">
                <a16:creationId xmlns:a16="http://schemas.microsoft.com/office/drawing/2014/main" id="{A57C0B83-B5C0-AB53-7E7B-610582C1F3EB}"/>
              </a:ext>
            </a:extLst>
          </p:cNvPr>
          <p:cNvSpPr txBox="1"/>
          <p:nvPr/>
        </p:nvSpPr>
        <p:spPr>
          <a:xfrm>
            <a:off x="3640666" y="2905709"/>
            <a:ext cx="570089" cy="230832"/>
          </a:xfrm>
          <a:prstGeom prst="rect">
            <a:avLst/>
          </a:prstGeom>
          <a:noFill/>
        </p:spPr>
        <p:txBody>
          <a:bodyPr wrap="square" rtlCol="0">
            <a:spAutoFit/>
          </a:bodyPr>
          <a:lstStyle/>
          <a:p>
            <a:pPr algn="ctr"/>
            <a:r>
              <a:rPr lang="en-US" sz="900" dirty="0"/>
              <a:t>25</a:t>
            </a:r>
          </a:p>
        </p:txBody>
      </p:sp>
      <p:sp>
        <p:nvSpPr>
          <p:cNvPr id="54" name="TextBox 53">
            <a:extLst>
              <a:ext uri="{FF2B5EF4-FFF2-40B4-BE49-F238E27FC236}">
                <a16:creationId xmlns:a16="http://schemas.microsoft.com/office/drawing/2014/main" id="{8E6D630F-B714-E90C-3654-4BB57573FC0F}"/>
              </a:ext>
            </a:extLst>
          </p:cNvPr>
          <p:cNvSpPr txBox="1"/>
          <p:nvPr/>
        </p:nvSpPr>
        <p:spPr>
          <a:xfrm>
            <a:off x="4143022" y="3406653"/>
            <a:ext cx="570089" cy="230832"/>
          </a:xfrm>
          <a:prstGeom prst="rect">
            <a:avLst/>
          </a:prstGeom>
          <a:noFill/>
        </p:spPr>
        <p:txBody>
          <a:bodyPr wrap="square" rtlCol="0">
            <a:spAutoFit/>
          </a:bodyPr>
          <a:lstStyle/>
          <a:p>
            <a:pPr algn="ctr"/>
            <a:r>
              <a:rPr lang="en-US" sz="900" dirty="0"/>
              <a:t>578</a:t>
            </a:r>
          </a:p>
        </p:txBody>
      </p:sp>
      <p:sp>
        <p:nvSpPr>
          <p:cNvPr id="56" name="TextBox 55">
            <a:extLst>
              <a:ext uri="{FF2B5EF4-FFF2-40B4-BE49-F238E27FC236}">
                <a16:creationId xmlns:a16="http://schemas.microsoft.com/office/drawing/2014/main" id="{81FD27A1-74F8-7DE2-4187-588FB20503E0}"/>
              </a:ext>
            </a:extLst>
          </p:cNvPr>
          <p:cNvSpPr txBox="1"/>
          <p:nvPr/>
        </p:nvSpPr>
        <p:spPr>
          <a:xfrm>
            <a:off x="4645378" y="3907597"/>
            <a:ext cx="570089" cy="230832"/>
          </a:xfrm>
          <a:prstGeom prst="rect">
            <a:avLst/>
          </a:prstGeom>
          <a:noFill/>
        </p:spPr>
        <p:txBody>
          <a:bodyPr wrap="square" rtlCol="0">
            <a:spAutoFit/>
          </a:bodyPr>
          <a:lstStyle/>
          <a:p>
            <a:pPr algn="ctr"/>
            <a:r>
              <a:rPr lang="en-US" sz="900" dirty="0"/>
              <a:t>5678</a:t>
            </a:r>
          </a:p>
        </p:txBody>
      </p:sp>
      <p:sp>
        <p:nvSpPr>
          <p:cNvPr id="57" name="TextBox 56">
            <a:extLst>
              <a:ext uri="{FF2B5EF4-FFF2-40B4-BE49-F238E27FC236}">
                <a16:creationId xmlns:a16="http://schemas.microsoft.com/office/drawing/2014/main" id="{751A2AF5-17C2-972B-BAF5-FE9D134B6347}"/>
              </a:ext>
            </a:extLst>
          </p:cNvPr>
          <p:cNvSpPr txBox="1"/>
          <p:nvPr/>
        </p:nvSpPr>
        <p:spPr>
          <a:xfrm>
            <a:off x="5147734" y="4408541"/>
            <a:ext cx="570089" cy="230832"/>
          </a:xfrm>
          <a:prstGeom prst="rect">
            <a:avLst/>
          </a:prstGeom>
          <a:noFill/>
        </p:spPr>
        <p:txBody>
          <a:bodyPr wrap="square" rtlCol="0">
            <a:spAutoFit/>
          </a:bodyPr>
          <a:lstStyle/>
          <a:p>
            <a:pPr algn="ctr"/>
            <a:r>
              <a:rPr lang="en-US" sz="900" dirty="0"/>
              <a:t>6789</a:t>
            </a:r>
          </a:p>
        </p:txBody>
      </p:sp>
      <p:sp>
        <p:nvSpPr>
          <p:cNvPr id="58" name="TextBox 57">
            <a:extLst>
              <a:ext uri="{FF2B5EF4-FFF2-40B4-BE49-F238E27FC236}">
                <a16:creationId xmlns:a16="http://schemas.microsoft.com/office/drawing/2014/main" id="{8C337C64-7947-F689-2A8C-C227D80B9620}"/>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24323637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478C3-4D4D-60EE-B6F4-F4B9D54D6561}"/>
            </a:ext>
          </a:extLst>
        </p:cNvPr>
        <p:cNvGrpSpPr/>
        <p:nvPr/>
      </p:nvGrpSpPr>
      <p:grpSpPr>
        <a:xfrm>
          <a:off x="0" y="0"/>
          <a:ext cx="0" cy="0"/>
          <a:chOff x="0" y="0"/>
          <a:chExt cx="0" cy="0"/>
        </a:xfrm>
      </p:grpSpPr>
      <p:sp>
        <p:nvSpPr>
          <p:cNvPr id="46" name="TextBox 45">
            <a:extLst>
              <a:ext uri="{FF2B5EF4-FFF2-40B4-BE49-F238E27FC236}">
                <a16:creationId xmlns:a16="http://schemas.microsoft.com/office/drawing/2014/main" id="{E43F4B24-690F-0396-A116-0D0B6B237E26}"/>
              </a:ext>
            </a:extLst>
          </p:cNvPr>
          <p:cNvSpPr txBox="1"/>
          <p:nvPr/>
        </p:nvSpPr>
        <p:spPr>
          <a:xfrm>
            <a:off x="3716867" y="2231221"/>
            <a:ext cx="462845" cy="584775"/>
          </a:xfrm>
          <a:prstGeom prst="rect">
            <a:avLst/>
          </a:prstGeom>
          <a:solidFill>
            <a:srgbClr val="FF0000">
              <a:alpha val="15000"/>
            </a:srgbClr>
          </a:solidFill>
        </p:spPr>
        <p:txBody>
          <a:bodyPr wrap="square" rtlCol="0">
            <a:spAutoFit/>
          </a:bodyPr>
          <a:lstStyle/>
          <a:p>
            <a:pPr algn="ctr"/>
            <a:endParaRPr lang="en-US" sz="3200" dirty="0"/>
          </a:p>
        </p:txBody>
      </p:sp>
      <p:sp>
        <p:nvSpPr>
          <p:cNvPr id="47" name="TextBox 46">
            <a:extLst>
              <a:ext uri="{FF2B5EF4-FFF2-40B4-BE49-F238E27FC236}">
                <a16:creationId xmlns:a16="http://schemas.microsoft.com/office/drawing/2014/main" id="{FF156075-4BFD-FBC3-F1EA-03D4BC7D0BA2}"/>
              </a:ext>
            </a:extLst>
          </p:cNvPr>
          <p:cNvSpPr txBox="1"/>
          <p:nvPr/>
        </p:nvSpPr>
        <p:spPr>
          <a:xfrm>
            <a:off x="4216401" y="2734556"/>
            <a:ext cx="462845" cy="584775"/>
          </a:xfrm>
          <a:prstGeom prst="rect">
            <a:avLst/>
          </a:prstGeom>
          <a:solidFill>
            <a:srgbClr val="FF0000">
              <a:alpha val="15000"/>
            </a:srgbClr>
          </a:solid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0251C954-8F34-18D5-5D49-D3EAE6A3C54E}"/>
              </a:ext>
            </a:extLst>
          </p:cNvPr>
          <p:cNvSpPr txBox="1"/>
          <p:nvPr/>
        </p:nvSpPr>
        <p:spPr>
          <a:xfrm>
            <a:off x="4715935" y="3237891"/>
            <a:ext cx="462845" cy="584775"/>
          </a:xfrm>
          <a:prstGeom prst="rect">
            <a:avLst/>
          </a:prstGeom>
          <a:solidFill>
            <a:srgbClr val="FF0000">
              <a:alpha val="15000"/>
            </a:srgbClr>
          </a:solidFill>
        </p:spPr>
        <p:txBody>
          <a:bodyPr wrap="square" rtlCol="0">
            <a:spAutoFit/>
          </a:bodyPr>
          <a:lstStyle/>
          <a:p>
            <a:pPr algn="ctr"/>
            <a:endParaRPr lang="en-US" sz="3200" dirty="0"/>
          </a:p>
        </p:txBody>
      </p:sp>
      <p:sp>
        <p:nvSpPr>
          <p:cNvPr id="49" name="TextBox 48">
            <a:extLst>
              <a:ext uri="{FF2B5EF4-FFF2-40B4-BE49-F238E27FC236}">
                <a16:creationId xmlns:a16="http://schemas.microsoft.com/office/drawing/2014/main" id="{C58DE426-B7C2-B132-15CB-062D984D9BBE}"/>
              </a:ext>
            </a:extLst>
          </p:cNvPr>
          <p:cNvSpPr txBox="1"/>
          <p:nvPr/>
        </p:nvSpPr>
        <p:spPr>
          <a:xfrm>
            <a:off x="5215469" y="3741226"/>
            <a:ext cx="462845" cy="584775"/>
          </a:xfrm>
          <a:prstGeom prst="rect">
            <a:avLst/>
          </a:prstGeom>
          <a:solidFill>
            <a:srgbClr val="FF0000">
              <a:alpha val="15000"/>
            </a:srgbClr>
          </a:solidFill>
        </p:spPr>
        <p:txBody>
          <a:bodyPr wrap="square" rtlCol="0">
            <a:spAutoFit/>
          </a:bodyPr>
          <a:lstStyle/>
          <a:p>
            <a:pPr algn="ctr"/>
            <a:r>
              <a:rPr lang="en-US" sz="3200" dirty="0"/>
              <a:t>4</a:t>
            </a:r>
          </a:p>
        </p:txBody>
      </p:sp>
      <p:sp>
        <p:nvSpPr>
          <p:cNvPr id="50" name="TextBox 49">
            <a:extLst>
              <a:ext uri="{FF2B5EF4-FFF2-40B4-BE49-F238E27FC236}">
                <a16:creationId xmlns:a16="http://schemas.microsoft.com/office/drawing/2014/main" id="{01750B14-B050-A689-05A0-D32FA2CFEA39}"/>
              </a:ext>
            </a:extLst>
          </p:cNvPr>
          <p:cNvSpPr txBox="1"/>
          <p:nvPr/>
        </p:nvSpPr>
        <p:spPr>
          <a:xfrm>
            <a:off x="5715003" y="4244561"/>
            <a:ext cx="462845" cy="584775"/>
          </a:xfrm>
          <a:prstGeom prst="rect">
            <a:avLst/>
          </a:prstGeom>
          <a:solidFill>
            <a:srgbClr val="FF0000">
              <a:alpha val="15000"/>
            </a:srgbClr>
          </a:solidFill>
        </p:spPr>
        <p:txBody>
          <a:bodyPr wrap="square" rtlCol="0">
            <a:spAutoFit/>
          </a:bodyPr>
          <a:lstStyle/>
          <a:p>
            <a:pPr algn="ctr"/>
            <a:endParaRPr lang="en-US" sz="3200" dirty="0"/>
          </a:p>
        </p:txBody>
      </p:sp>
      <p:sp>
        <p:nvSpPr>
          <p:cNvPr id="2" name="Content Placeholder 1">
            <a:extLst>
              <a:ext uri="{FF2B5EF4-FFF2-40B4-BE49-F238E27FC236}">
                <a16:creationId xmlns:a16="http://schemas.microsoft.com/office/drawing/2014/main" id="{707FC990-AD8B-F582-30A9-33369763393F}"/>
              </a:ext>
            </a:extLst>
          </p:cNvPr>
          <p:cNvSpPr>
            <a:spLocks noGrp="1"/>
          </p:cNvSpPr>
          <p:nvPr>
            <p:ph sz="half" idx="1"/>
          </p:nvPr>
        </p:nvSpPr>
        <p:spPr/>
        <p:txBody>
          <a:bodyPr>
            <a:normAutofit/>
          </a:bodyPr>
          <a:lstStyle/>
          <a:p>
            <a:r>
              <a:rPr lang="en-US" dirty="0"/>
              <a:t>Reduce.</a:t>
            </a:r>
          </a:p>
          <a:p>
            <a:r>
              <a:rPr lang="en-US" dirty="0"/>
              <a:t>The sum on the blue line is, in fact, 15. The minimum cell values are 2+5+5=12. These need three up-ticks in some combination, TBD.</a:t>
            </a:r>
          </a:p>
        </p:txBody>
      </p:sp>
      <p:pic>
        <p:nvPicPr>
          <p:cNvPr id="4" name="Picture 3" descr="A grid of sudoku puzzle&#10;&#10;Description automatically generated">
            <a:extLst>
              <a:ext uri="{FF2B5EF4-FFF2-40B4-BE49-F238E27FC236}">
                <a16:creationId xmlns:a16="http://schemas.microsoft.com/office/drawing/2014/main" id="{6CE2FF48-67BE-B449-CC03-1E95DBE4FE1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C635BDA-BC9E-1533-6FA1-F3B5E2A9D13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9281F3D-9C6A-2E85-5903-F0080B961D9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3D81CB6-7B77-40F0-78B6-77507489F5D0}"/>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310F1BA6-28DD-FA2C-915F-979AF779AF79}"/>
              </a:ext>
            </a:extLst>
          </p:cNvPr>
          <p:cNvSpPr txBox="1"/>
          <p:nvPr/>
        </p:nvSpPr>
        <p:spPr>
          <a:xfrm>
            <a:off x="7213604" y="4747898"/>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11277D07-C4E9-47E4-B08B-C4BDC8290500}"/>
              </a:ext>
            </a:extLst>
          </p:cNvPr>
          <p:cNvSpPr txBox="1"/>
          <p:nvPr/>
        </p:nvSpPr>
        <p:spPr>
          <a:xfrm>
            <a:off x="4645378" y="2404765"/>
            <a:ext cx="570089" cy="230832"/>
          </a:xfrm>
          <a:prstGeom prst="rect">
            <a:avLst/>
          </a:prstGeom>
          <a:noFill/>
        </p:spPr>
        <p:txBody>
          <a:bodyPr wrap="square" rtlCol="0">
            <a:spAutoFit/>
          </a:bodyPr>
          <a:lstStyle/>
          <a:p>
            <a:pPr algn="ctr"/>
            <a:r>
              <a:rPr lang="en-US" sz="900" dirty="0"/>
              <a:t>23</a:t>
            </a:r>
          </a:p>
        </p:txBody>
      </p:sp>
      <p:sp>
        <p:nvSpPr>
          <p:cNvPr id="12" name="TextBox 11">
            <a:extLst>
              <a:ext uri="{FF2B5EF4-FFF2-40B4-BE49-F238E27FC236}">
                <a16:creationId xmlns:a16="http://schemas.microsoft.com/office/drawing/2014/main" id="{5A05370E-236C-0772-89FB-F621B4A3C2C9}"/>
              </a:ext>
            </a:extLst>
          </p:cNvPr>
          <p:cNvSpPr txBox="1"/>
          <p:nvPr/>
        </p:nvSpPr>
        <p:spPr>
          <a:xfrm>
            <a:off x="5650090" y="3406653"/>
            <a:ext cx="570089" cy="230832"/>
          </a:xfrm>
          <a:prstGeom prst="rect">
            <a:avLst/>
          </a:prstGeom>
          <a:noFill/>
        </p:spPr>
        <p:txBody>
          <a:bodyPr wrap="square" rtlCol="0">
            <a:spAutoFit/>
          </a:bodyPr>
          <a:lstStyle/>
          <a:p>
            <a:pPr algn="ctr"/>
            <a:r>
              <a:rPr lang="en-US" sz="900" dirty="0"/>
              <a:t>32</a:t>
            </a:r>
          </a:p>
        </p:txBody>
      </p:sp>
      <p:sp>
        <p:nvSpPr>
          <p:cNvPr id="15" name="TextBox 14">
            <a:extLst>
              <a:ext uri="{FF2B5EF4-FFF2-40B4-BE49-F238E27FC236}">
                <a16:creationId xmlns:a16="http://schemas.microsoft.com/office/drawing/2014/main" id="{1D93D25C-9CF9-393C-CFCA-2592A917DE77}"/>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5033E480-2EBF-B0FD-D8D9-EEE5F9E84A4C}"/>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17" name="TextBox 16">
            <a:extLst>
              <a:ext uri="{FF2B5EF4-FFF2-40B4-BE49-F238E27FC236}">
                <a16:creationId xmlns:a16="http://schemas.microsoft.com/office/drawing/2014/main" id="{8036B2DC-1F5A-DEA2-127E-F2220BD7AE47}"/>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9E3F3756-D12A-9B9B-72BA-F97A5E44FECA}"/>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4411520A-4C1B-47E5-402B-30A8831B13B4}"/>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BD2C7F41-7611-756F-C8D3-FD2C7AAC7EE2}"/>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2D4F7B60-77E8-DA3C-4EA5-3524FE73FF6E}"/>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CBB26FB3-D1D8-4425-8AF5-7F02D5A884F9}"/>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ED1D93EC-6B9D-2935-0CF2-4AD1540523FC}"/>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8DD8534F-79B7-700C-9BA8-8DEF868057DD}"/>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7B792476-95D6-9AC7-17E7-4FDBD134DAC7}"/>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C7C4449E-DF2C-98C0-5818-890A21A8585C}"/>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2933B54D-4DC5-46A0-972E-3A311DBE8078}"/>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444FE4DE-8122-76A6-9FAD-B4E6B59F1054}"/>
              </a:ext>
            </a:extLst>
          </p:cNvPr>
          <p:cNvSpPr txBox="1"/>
          <p:nvPr/>
        </p:nvSpPr>
        <p:spPr>
          <a:xfrm>
            <a:off x="5715003" y="2231221"/>
            <a:ext cx="462845" cy="584775"/>
          </a:xfrm>
          <a:prstGeom prst="rect">
            <a:avLst/>
          </a:prstGeom>
          <a:noFill/>
        </p:spPr>
        <p:txBody>
          <a:bodyPr wrap="square" rtlCol="0">
            <a:spAutoFit/>
          </a:bodyPr>
          <a:lstStyle/>
          <a:p>
            <a:pPr algn="ctr"/>
            <a:r>
              <a:rPr lang="en-US" sz="3200" dirty="0"/>
              <a:t>9</a:t>
            </a:r>
          </a:p>
        </p:txBody>
      </p:sp>
      <p:sp>
        <p:nvSpPr>
          <p:cNvPr id="34" name="TextBox 33">
            <a:extLst>
              <a:ext uri="{FF2B5EF4-FFF2-40B4-BE49-F238E27FC236}">
                <a16:creationId xmlns:a16="http://schemas.microsoft.com/office/drawing/2014/main" id="{A3BC11AA-30C3-142B-EE36-8C25F1C833FE}"/>
              </a:ext>
            </a:extLst>
          </p:cNvPr>
          <p:cNvSpPr txBox="1"/>
          <p:nvPr/>
        </p:nvSpPr>
        <p:spPr>
          <a:xfrm>
            <a:off x="4645378" y="3406653"/>
            <a:ext cx="570089" cy="230832"/>
          </a:xfrm>
          <a:prstGeom prst="rect">
            <a:avLst/>
          </a:prstGeom>
          <a:noFill/>
        </p:spPr>
        <p:txBody>
          <a:bodyPr wrap="square" rtlCol="0">
            <a:spAutoFit/>
          </a:bodyPr>
          <a:lstStyle/>
          <a:p>
            <a:pPr algn="ctr"/>
            <a:r>
              <a:rPr lang="en-US" sz="900" dirty="0"/>
              <a:t>87</a:t>
            </a:r>
          </a:p>
        </p:txBody>
      </p:sp>
      <p:sp>
        <p:nvSpPr>
          <p:cNvPr id="35" name="TextBox 34">
            <a:extLst>
              <a:ext uri="{FF2B5EF4-FFF2-40B4-BE49-F238E27FC236}">
                <a16:creationId xmlns:a16="http://schemas.microsoft.com/office/drawing/2014/main" id="{2834A0FE-9FC1-A9D7-38B9-33BAD3C6DE27}"/>
              </a:ext>
            </a:extLst>
          </p:cNvPr>
          <p:cNvSpPr txBox="1"/>
          <p:nvPr/>
        </p:nvSpPr>
        <p:spPr>
          <a:xfrm>
            <a:off x="3640666" y="2404765"/>
            <a:ext cx="570089" cy="230832"/>
          </a:xfrm>
          <a:prstGeom prst="rect">
            <a:avLst/>
          </a:prstGeom>
          <a:noFill/>
        </p:spPr>
        <p:txBody>
          <a:bodyPr wrap="square" rtlCol="0">
            <a:spAutoFit/>
          </a:bodyPr>
          <a:lstStyle/>
          <a:p>
            <a:pPr algn="ctr"/>
            <a:r>
              <a:rPr lang="en-US" sz="900" dirty="0"/>
              <a:t>87</a:t>
            </a:r>
          </a:p>
        </p:txBody>
      </p:sp>
      <p:sp>
        <p:nvSpPr>
          <p:cNvPr id="38" name="TextBox 37">
            <a:extLst>
              <a:ext uri="{FF2B5EF4-FFF2-40B4-BE49-F238E27FC236}">
                <a16:creationId xmlns:a16="http://schemas.microsoft.com/office/drawing/2014/main" id="{3A0FAFA5-1C61-E58D-95F5-6819CCF45D6C}"/>
              </a:ext>
            </a:extLst>
          </p:cNvPr>
          <p:cNvSpPr txBox="1"/>
          <p:nvPr/>
        </p:nvSpPr>
        <p:spPr>
          <a:xfrm>
            <a:off x="5650090" y="4408541"/>
            <a:ext cx="570089" cy="230832"/>
          </a:xfrm>
          <a:prstGeom prst="rect">
            <a:avLst/>
          </a:prstGeom>
          <a:noFill/>
        </p:spPr>
        <p:txBody>
          <a:bodyPr wrap="square" rtlCol="0">
            <a:spAutoFit/>
          </a:bodyPr>
          <a:lstStyle/>
          <a:p>
            <a:pPr algn="ctr"/>
            <a:r>
              <a:rPr lang="en-US" sz="900" dirty="0"/>
              <a:t>87</a:t>
            </a:r>
          </a:p>
        </p:txBody>
      </p:sp>
      <p:sp>
        <p:nvSpPr>
          <p:cNvPr id="39" name="TextBox 38">
            <a:extLst>
              <a:ext uri="{FF2B5EF4-FFF2-40B4-BE49-F238E27FC236}">
                <a16:creationId xmlns:a16="http://schemas.microsoft.com/office/drawing/2014/main" id="{9C5067AA-6C82-253A-8463-D7731CB455F3}"/>
              </a:ext>
            </a:extLst>
          </p:cNvPr>
          <p:cNvSpPr txBox="1"/>
          <p:nvPr/>
        </p:nvSpPr>
        <p:spPr>
          <a:xfrm>
            <a:off x="3217333" y="273455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2C789092-7227-0C69-13F8-76936081636D}"/>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A82D3EE3-93AB-CD8A-4C3F-DCEEE5A6E27D}"/>
              </a:ext>
            </a:extLst>
          </p:cNvPr>
          <p:cNvSpPr txBox="1"/>
          <p:nvPr/>
        </p:nvSpPr>
        <p:spPr>
          <a:xfrm>
            <a:off x="3716867" y="1727886"/>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42" name="TextBox 41">
            <a:extLst>
              <a:ext uri="{FF2B5EF4-FFF2-40B4-BE49-F238E27FC236}">
                <a16:creationId xmlns:a16="http://schemas.microsoft.com/office/drawing/2014/main" id="{B37803C9-6BDB-76F4-463E-91C1847A59F2}"/>
              </a:ext>
            </a:extLst>
          </p:cNvPr>
          <p:cNvSpPr txBox="1"/>
          <p:nvPr/>
        </p:nvSpPr>
        <p:spPr>
          <a:xfrm>
            <a:off x="4715935" y="2734556"/>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43" name="TextBox 42">
            <a:extLst>
              <a:ext uri="{FF2B5EF4-FFF2-40B4-BE49-F238E27FC236}">
                <a16:creationId xmlns:a16="http://schemas.microsoft.com/office/drawing/2014/main" id="{48E0C6D2-F915-B61D-7E38-FFF67BED9951}"/>
              </a:ext>
            </a:extLst>
          </p:cNvPr>
          <p:cNvSpPr txBox="1"/>
          <p:nvPr/>
        </p:nvSpPr>
        <p:spPr>
          <a:xfrm>
            <a:off x="5215469" y="3237891"/>
            <a:ext cx="462845" cy="584775"/>
          </a:xfrm>
          <a:prstGeom prst="rect">
            <a:avLst/>
          </a:prstGeom>
          <a:solidFill>
            <a:schemeClr val="accent5">
              <a:lumMod val="75000"/>
              <a:alpha val="25000"/>
            </a:schemeClr>
          </a:solidFill>
        </p:spPr>
        <p:txBody>
          <a:bodyPr wrap="square" rtlCol="0">
            <a:spAutoFit/>
          </a:bodyPr>
          <a:lstStyle/>
          <a:p>
            <a:pPr algn="ctr"/>
            <a:r>
              <a:rPr lang="en-US" sz="3200" dirty="0"/>
              <a:t>6</a:t>
            </a:r>
          </a:p>
        </p:txBody>
      </p:sp>
      <p:sp>
        <p:nvSpPr>
          <p:cNvPr id="44" name="TextBox 43">
            <a:extLst>
              <a:ext uri="{FF2B5EF4-FFF2-40B4-BE49-F238E27FC236}">
                <a16:creationId xmlns:a16="http://schemas.microsoft.com/office/drawing/2014/main" id="{B4610575-02D3-9A35-E425-92A9103B635C}"/>
              </a:ext>
            </a:extLst>
          </p:cNvPr>
          <p:cNvSpPr txBox="1"/>
          <p:nvPr/>
        </p:nvSpPr>
        <p:spPr>
          <a:xfrm>
            <a:off x="6214537" y="4244561"/>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45" name="TextBox 44">
            <a:extLst>
              <a:ext uri="{FF2B5EF4-FFF2-40B4-BE49-F238E27FC236}">
                <a16:creationId xmlns:a16="http://schemas.microsoft.com/office/drawing/2014/main" id="{0A4204DE-CA2A-0755-236C-71E94EF44637}"/>
              </a:ext>
            </a:extLst>
          </p:cNvPr>
          <p:cNvSpPr txBox="1"/>
          <p:nvPr/>
        </p:nvSpPr>
        <p:spPr>
          <a:xfrm>
            <a:off x="4216401" y="2231221"/>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51" name="TextBox 50">
            <a:extLst>
              <a:ext uri="{FF2B5EF4-FFF2-40B4-BE49-F238E27FC236}">
                <a16:creationId xmlns:a16="http://schemas.microsoft.com/office/drawing/2014/main" id="{EB6CF208-B163-B462-CADD-34A780B42E30}"/>
              </a:ext>
            </a:extLst>
          </p:cNvPr>
          <p:cNvSpPr txBox="1"/>
          <p:nvPr/>
        </p:nvSpPr>
        <p:spPr>
          <a:xfrm>
            <a:off x="5715003" y="3741226"/>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0DB448F7-1AC5-0DAE-DD33-FFC13F4AE71A}"/>
              </a:ext>
            </a:extLst>
          </p:cNvPr>
          <p:cNvSpPr txBox="1"/>
          <p:nvPr/>
        </p:nvSpPr>
        <p:spPr>
          <a:xfrm>
            <a:off x="3640666" y="1903821"/>
            <a:ext cx="570089" cy="230832"/>
          </a:xfrm>
          <a:prstGeom prst="rect">
            <a:avLst/>
          </a:prstGeom>
          <a:noFill/>
        </p:spPr>
        <p:txBody>
          <a:bodyPr wrap="square" rtlCol="0">
            <a:spAutoFit/>
          </a:bodyPr>
          <a:lstStyle/>
          <a:p>
            <a:pPr algn="ctr"/>
            <a:r>
              <a:rPr lang="en-US" sz="900" dirty="0"/>
              <a:t>78</a:t>
            </a:r>
          </a:p>
        </p:txBody>
      </p:sp>
      <p:sp>
        <p:nvSpPr>
          <p:cNvPr id="53" name="TextBox 52">
            <a:extLst>
              <a:ext uri="{FF2B5EF4-FFF2-40B4-BE49-F238E27FC236}">
                <a16:creationId xmlns:a16="http://schemas.microsoft.com/office/drawing/2014/main" id="{FF188CCB-540B-9135-801F-5D16C8EBC6C1}"/>
              </a:ext>
            </a:extLst>
          </p:cNvPr>
          <p:cNvSpPr txBox="1"/>
          <p:nvPr/>
        </p:nvSpPr>
        <p:spPr>
          <a:xfrm>
            <a:off x="4645378" y="2905709"/>
            <a:ext cx="570089" cy="230832"/>
          </a:xfrm>
          <a:prstGeom prst="rect">
            <a:avLst/>
          </a:prstGeom>
          <a:noFill/>
        </p:spPr>
        <p:txBody>
          <a:bodyPr wrap="square" rtlCol="0">
            <a:spAutoFit/>
          </a:bodyPr>
          <a:lstStyle/>
          <a:p>
            <a:pPr algn="ctr"/>
            <a:r>
              <a:rPr lang="en-US" sz="900" dirty="0"/>
              <a:t>78</a:t>
            </a:r>
          </a:p>
        </p:txBody>
      </p:sp>
      <p:sp>
        <p:nvSpPr>
          <p:cNvPr id="55" name="TextBox 54">
            <a:extLst>
              <a:ext uri="{FF2B5EF4-FFF2-40B4-BE49-F238E27FC236}">
                <a16:creationId xmlns:a16="http://schemas.microsoft.com/office/drawing/2014/main" id="{0FCBA602-06DF-DB51-24E7-28C1F54433B5}"/>
              </a:ext>
            </a:extLst>
          </p:cNvPr>
          <p:cNvSpPr txBox="1"/>
          <p:nvPr/>
        </p:nvSpPr>
        <p:spPr>
          <a:xfrm>
            <a:off x="6152446" y="4408541"/>
            <a:ext cx="570089" cy="230832"/>
          </a:xfrm>
          <a:prstGeom prst="rect">
            <a:avLst/>
          </a:prstGeom>
          <a:noFill/>
        </p:spPr>
        <p:txBody>
          <a:bodyPr wrap="square" rtlCol="0">
            <a:spAutoFit/>
          </a:bodyPr>
          <a:lstStyle/>
          <a:p>
            <a:pPr algn="ctr"/>
            <a:r>
              <a:rPr lang="en-US" sz="900" dirty="0"/>
              <a:t>78</a:t>
            </a:r>
          </a:p>
        </p:txBody>
      </p:sp>
      <p:sp>
        <p:nvSpPr>
          <p:cNvPr id="11" name="TextBox 10">
            <a:extLst>
              <a:ext uri="{FF2B5EF4-FFF2-40B4-BE49-F238E27FC236}">
                <a16:creationId xmlns:a16="http://schemas.microsoft.com/office/drawing/2014/main" id="{7A5623C1-7060-A63B-A36A-9CAB159310A8}"/>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C4792B68-AC9D-DD29-FB33-2E0CE7517E6D}"/>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E428A9BA-A05D-4A64-FD4E-57635E04E794}"/>
              </a:ext>
            </a:extLst>
          </p:cNvPr>
          <p:cNvSpPr txBox="1"/>
          <p:nvPr/>
        </p:nvSpPr>
        <p:spPr>
          <a:xfrm>
            <a:off x="5215469" y="172788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64CFB509-63C2-862F-73EA-4F15D8841483}"/>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42DF91B7-3C0C-6047-26E8-DD65E74816B3}"/>
              </a:ext>
            </a:extLst>
          </p:cNvPr>
          <p:cNvSpPr txBox="1"/>
          <p:nvPr/>
        </p:nvSpPr>
        <p:spPr>
          <a:xfrm>
            <a:off x="4715935" y="721216"/>
            <a:ext cx="462845" cy="584775"/>
          </a:xfrm>
          <a:prstGeom prst="rect">
            <a:avLst/>
          </a:prstGeom>
          <a:noFill/>
        </p:spPr>
        <p:txBody>
          <a:bodyPr wrap="square" rtlCol="0">
            <a:spAutoFit/>
          </a:bodyPr>
          <a:lstStyle/>
          <a:p>
            <a:pPr algn="ctr"/>
            <a:r>
              <a:rPr lang="en-US" sz="3200" dirty="0"/>
              <a:t>4</a:t>
            </a:r>
          </a:p>
        </p:txBody>
      </p:sp>
      <p:sp>
        <p:nvSpPr>
          <p:cNvPr id="28" name="TextBox 27">
            <a:extLst>
              <a:ext uri="{FF2B5EF4-FFF2-40B4-BE49-F238E27FC236}">
                <a16:creationId xmlns:a16="http://schemas.microsoft.com/office/drawing/2014/main" id="{D8F3CF13-137E-5454-B275-F287D88D14CE}"/>
              </a:ext>
            </a:extLst>
          </p:cNvPr>
          <p:cNvSpPr txBox="1"/>
          <p:nvPr/>
        </p:nvSpPr>
        <p:spPr>
          <a:xfrm>
            <a:off x="3217333" y="2231221"/>
            <a:ext cx="462845" cy="584775"/>
          </a:xfrm>
          <a:prstGeom prst="rect">
            <a:avLst/>
          </a:prstGeom>
          <a:solidFill>
            <a:srgbClr val="00B0F0">
              <a:alpha val="15000"/>
            </a:srgbClr>
          </a:solidFill>
        </p:spPr>
        <p:txBody>
          <a:bodyPr wrap="square" rtlCol="0">
            <a:spAutoFit/>
          </a:bodyPr>
          <a:lstStyle/>
          <a:p>
            <a:pPr algn="ctr"/>
            <a:r>
              <a:rPr lang="en-US" sz="3200" dirty="0"/>
              <a:t>6</a:t>
            </a:r>
          </a:p>
        </p:txBody>
      </p:sp>
      <p:sp>
        <p:nvSpPr>
          <p:cNvPr id="29" name="TextBox 28">
            <a:extLst>
              <a:ext uri="{FF2B5EF4-FFF2-40B4-BE49-F238E27FC236}">
                <a16:creationId xmlns:a16="http://schemas.microsoft.com/office/drawing/2014/main" id="{F961537D-DF38-08D7-C2C7-5BC1846EC2D6}"/>
              </a:ext>
            </a:extLst>
          </p:cNvPr>
          <p:cNvSpPr txBox="1"/>
          <p:nvPr/>
        </p:nvSpPr>
        <p:spPr>
          <a:xfrm>
            <a:off x="3716867" y="2734556"/>
            <a:ext cx="462845" cy="584775"/>
          </a:xfrm>
          <a:prstGeom prst="rect">
            <a:avLst/>
          </a:prstGeom>
          <a:solidFill>
            <a:srgbClr val="00B0F0">
              <a:alpha val="15000"/>
            </a:srgbClr>
          </a:solidFill>
        </p:spPr>
        <p:txBody>
          <a:bodyPr wrap="square" rtlCol="0">
            <a:spAutoFit/>
          </a:bodyPr>
          <a:lstStyle/>
          <a:p>
            <a:pPr algn="ctr"/>
            <a:endParaRPr lang="en-US" sz="3200" dirty="0"/>
          </a:p>
        </p:txBody>
      </p:sp>
      <p:sp>
        <p:nvSpPr>
          <p:cNvPr id="32" name="TextBox 31">
            <a:extLst>
              <a:ext uri="{FF2B5EF4-FFF2-40B4-BE49-F238E27FC236}">
                <a16:creationId xmlns:a16="http://schemas.microsoft.com/office/drawing/2014/main" id="{5EAD045C-D4E2-913A-6EDB-8B68B37BA3AB}"/>
              </a:ext>
            </a:extLst>
          </p:cNvPr>
          <p:cNvSpPr txBox="1"/>
          <p:nvPr/>
        </p:nvSpPr>
        <p:spPr>
          <a:xfrm>
            <a:off x="4216401" y="3237891"/>
            <a:ext cx="462845" cy="584775"/>
          </a:xfrm>
          <a:prstGeom prst="rect">
            <a:avLst/>
          </a:prstGeom>
          <a:solidFill>
            <a:srgbClr val="00B0F0">
              <a:alpha val="15000"/>
            </a:srgbClr>
          </a:solidFill>
        </p:spPr>
        <p:txBody>
          <a:bodyPr wrap="square" rtlCol="0">
            <a:spAutoFit/>
          </a:bodyPr>
          <a:lstStyle/>
          <a:p>
            <a:pPr algn="ctr"/>
            <a:endParaRPr lang="en-US" sz="3200" dirty="0"/>
          </a:p>
        </p:txBody>
      </p:sp>
      <p:sp>
        <p:nvSpPr>
          <p:cNvPr id="33" name="TextBox 32">
            <a:extLst>
              <a:ext uri="{FF2B5EF4-FFF2-40B4-BE49-F238E27FC236}">
                <a16:creationId xmlns:a16="http://schemas.microsoft.com/office/drawing/2014/main" id="{F3FC13CA-7EAC-00B9-33BA-D7AFAD107EEF}"/>
              </a:ext>
            </a:extLst>
          </p:cNvPr>
          <p:cNvSpPr txBox="1"/>
          <p:nvPr/>
        </p:nvSpPr>
        <p:spPr>
          <a:xfrm>
            <a:off x="4715935" y="3741226"/>
            <a:ext cx="462845" cy="584775"/>
          </a:xfrm>
          <a:prstGeom prst="rect">
            <a:avLst/>
          </a:prstGeom>
          <a:solidFill>
            <a:srgbClr val="00B0F0">
              <a:alpha val="15000"/>
            </a:srgbClr>
          </a:solidFill>
        </p:spPr>
        <p:txBody>
          <a:bodyPr wrap="square" rtlCol="0">
            <a:spAutoFit/>
          </a:bodyPr>
          <a:lstStyle/>
          <a:p>
            <a:pPr algn="ctr"/>
            <a:endParaRPr lang="en-US" sz="3200" dirty="0"/>
          </a:p>
        </p:txBody>
      </p:sp>
      <p:sp>
        <p:nvSpPr>
          <p:cNvPr id="36" name="TextBox 35">
            <a:extLst>
              <a:ext uri="{FF2B5EF4-FFF2-40B4-BE49-F238E27FC236}">
                <a16:creationId xmlns:a16="http://schemas.microsoft.com/office/drawing/2014/main" id="{52F8DB24-9702-AB4D-F96B-2B957019D123}"/>
              </a:ext>
            </a:extLst>
          </p:cNvPr>
          <p:cNvSpPr txBox="1"/>
          <p:nvPr/>
        </p:nvSpPr>
        <p:spPr>
          <a:xfrm>
            <a:off x="5215469" y="4244561"/>
            <a:ext cx="462845" cy="584775"/>
          </a:xfrm>
          <a:prstGeom prst="rect">
            <a:avLst/>
          </a:prstGeom>
          <a:solidFill>
            <a:srgbClr val="00B0F0">
              <a:alpha val="15000"/>
            </a:srgbClr>
          </a:solidFill>
        </p:spPr>
        <p:txBody>
          <a:bodyPr wrap="square" rtlCol="0">
            <a:spAutoFit/>
          </a:bodyPr>
          <a:lstStyle/>
          <a:p>
            <a:pPr algn="ctr"/>
            <a:r>
              <a:rPr lang="en-US" sz="3200" dirty="0"/>
              <a:t>9</a:t>
            </a:r>
          </a:p>
        </p:txBody>
      </p:sp>
      <p:sp>
        <p:nvSpPr>
          <p:cNvPr id="37" name="TextBox 36">
            <a:extLst>
              <a:ext uri="{FF2B5EF4-FFF2-40B4-BE49-F238E27FC236}">
                <a16:creationId xmlns:a16="http://schemas.microsoft.com/office/drawing/2014/main" id="{9D10D56A-81E5-DD65-67F2-D33897234715}"/>
              </a:ext>
            </a:extLst>
          </p:cNvPr>
          <p:cNvSpPr txBox="1"/>
          <p:nvPr/>
        </p:nvSpPr>
        <p:spPr>
          <a:xfrm>
            <a:off x="3640666" y="2905709"/>
            <a:ext cx="570089" cy="230832"/>
          </a:xfrm>
          <a:prstGeom prst="rect">
            <a:avLst/>
          </a:prstGeom>
          <a:noFill/>
        </p:spPr>
        <p:txBody>
          <a:bodyPr wrap="square" rtlCol="0">
            <a:spAutoFit/>
          </a:bodyPr>
          <a:lstStyle/>
          <a:p>
            <a:pPr algn="ctr"/>
            <a:r>
              <a:rPr lang="en-US" sz="900" dirty="0"/>
              <a:t>25</a:t>
            </a:r>
          </a:p>
        </p:txBody>
      </p:sp>
      <p:sp>
        <p:nvSpPr>
          <p:cNvPr id="54" name="TextBox 53">
            <a:extLst>
              <a:ext uri="{FF2B5EF4-FFF2-40B4-BE49-F238E27FC236}">
                <a16:creationId xmlns:a16="http://schemas.microsoft.com/office/drawing/2014/main" id="{45728F39-EB75-C384-CA37-00C5C4CEF180}"/>
              </a:ext>
            </a:extLst>
          </p:cNvPr>
          <p:cNvSpPr txBox="1"/>
          <p:nvPr/>
        </p:nvSpPr>
        <p:spPr>
          <a:xfrm>
            <a:off x="4143022" y="3406653"/>
            <a:ext cx="570089" cy="230832"/>
          </a:xfrm>
          <a:prstGeom prst="rect">
            <a:avLst/>
          </a:prstGeom>
          <a:noFill/>
        </p:spPr>
        <p:txBody>
          <a:bodyPr wrap="square" rtlCol="0">
            <a:spAutoFit/>
          </a:bodyPr>
          <a:lstStyle/>
          <a:p>
            <a:pPr algn="ctr"/>
            <a:r>
              <a:rPr lang="en-US" sz="900" dirty="0"/>
              <a:t>578</a:t>
            </a:r>
          </a:p>
        </p:txBody>
      </p:sp>
      <p:sp>
        <p:nvSpPr>
          <p:cNvPr id="56" name="TextBox 55">
            <a:extLst>
              <a:ext uri="{FF2B5EF4-FFF2-40B4-BE49-F238E27FC236}">
                <a16:creationId xmlns:a16="http://schemas.microsoft.com/office/drawing/2014/main" id="{EBB21D67-797D-2CE7-7BEB-A4FDFB989A9D}"/>
              </a:ext>
            </a:extLst>
          </p:cNvPr>
          <p:cNvSpPr txBox="1"/>
          <p:nvPr/>
        </p:nvSpPr>
        <p:spPr>
          <a:xfrm>
            <a:off x="4645378" y="3907597"/>
            <a:ext cx="570089" cy="230832"/>
          </a:xfrm>
          <a:prstGeom prst="rect">
            <a:avLst/>
          </a:prstGeom>
          <a:noFill/>
        </p:spPr>
        <p:txBody>
          <a:bodyPr wrap="square" rtlCol="0">
            <a:spAutoFit/>
          </a:bodyPr>
          <a:lstStyle/>
          <a:p>
            <a:pPr algn="ctr"/>
            <a:r>
              <a:rPr lang="en-US" sz="900" dirty="0"/>
              <a:t>56</a:t>
            </a:r>
          </a:p>
        </p:txBody>
      </p:sp>
      <p:sp>
        <p:nvSpPr>
          <p:cNvPr id="27" name="TextBox 26">
            <a:extLst>
              <a:ext uri="{FF2B5EF4-FFF2-40B4-BE49-F238E27FC236}">
                <a16:creationId xmlns:a16="http://schemas.microsoft.com/office/drawing/2014/main" id="{1C8E8EA7-CE33-AEA1-5D2E-422B78FA2227}"/>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38219348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CE8D5-7949-689D-F0D1-BBC811D692C3}"/>
            </a:ext>
          </a:extLst>
        </p:cNvPr>
        <p:cNvGrpSpPr/>
        <p:nvPr/>
      </p:nvGrpSpPr>
      <p:grpSpPr>
        <a:xfrm>
          <a:off x="0" y="0"/>
          <a:ext cx="0" cy="0"/>
          <a:chOff x="0" y="0"/>
          <a:chExt cx="0" cy="0"/>
        </a:xfrm>
      </p:grpSpPr>
      <p:sp>
        <p:nvSpPr>
          <p:cNvPr id="46" name="TextBox 45">
            <a:extLst>
              <a:ext uri="{FF2B5EF4-FFF2-40B4-BE49-F238E27FC236}">
                <a16:creationId xmlns:a16="http://schemas.microsoft.com/office/drawing/2014/main" id="{C129DD04-B48B-2245-2CE2-05601DB0B60C}"/>
              </a:ext>
            </a:extLst>
          </p:cNvPr>
          <p:cNvSpPr txBox="1"/>
          <p:nvPr/>
        </p:nvSpPr>
        <p:spPr>
          <a:xfrm>
            <a:off x="3716867" y="2231221"/>
            <a:ext cx="462845" cy="584775"/>
          </a:xfrm>
          <a:prstGeom prst="rect">
            <a:avLst/>
          </a:prstGeom>
          <a:solidFill>
            <a:srgbClr val="FF0000">
              <a:alpha val="15000"/>
            </a:srgbClr>
          </a:solidFill>
        </p:spPr>
        <p:txBody>
          <a:bodyPr wrap="square" rtlCol="0">
            <a:spAutoFit/>
          </a:bodyPr>
          <a:lstStyle/>
          <a:p>
            <a:pPr algn="ctr"/>
            <a:endParaRPr lang="en-US" sz="3200" dirty="0"/>
          </a:p>
        </p:txBody>
      </p:sp>
      <p:sp>
        <p:nvSpPr>
          <p:cNvPr id="47" name="TextBox 46">
            <a:extLst>
              <a:ext uri="{FF2B5EF4-FFF2-40B4-BE49-F238E27FC236}">
                <a16:creationId xmlns:a16="http://schemas.microsoft.com/office/drawing/2014/main" id="{8D18ADFD-A137-EEFC-1692-569F46DD8E31}"/>
              </a:ext>
            </a:extLst>
          </p:cNvPr>
          <p:cNvSpPr txBox="1"/>
          <p:nvPr/>
        </p:nvSpPr>
        <p:spPr>
          <a:xfrm>
            <a:off x="4216401" y="2734556"/>
            <a:ext cx="462845" cy="584775"/>
          </a:xfrm>
          <a:prstGeom prst="rect">
            <a:avLst/>
          </a:prstGeom>
          <a:solidFill>
            <a:srgbClr val="FF0000">
              <a:alpha val="15000"/>
            </a:srgbClr>
          </a:solid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00259899-A109-6095-8A75-6E0C7CFFA954}"/>
              </a:ext>
            </a:extLst>
          </p:cNvPr>
          <p:cNvSpPr txBox="1"/>
          <p:nvPr/>
        </p:nvSpPr>
        <p:spPr>
          <a:xfrm>
            <a:off x="4715935" y="3237891"/>
            <a:ext cx="462845" cy="584775"/>
          </a:xfrm>
          <a:prstGeom prst="rect">
            <a:avLst/>
          </a:prstGeom>
          <a:solidFill>
            <a:srgbClr val="FF0000">
              <a:alpha val="15000"/>
            </a:srgbClr>
          </a:solidFill>
        </p:spPr>
        <p:txBody>
          <a:bodyPr wrap="square" rtlCol="0">
            <a:spAutoFit/>
          </a:bodyPr>
          <a:lstStyle/>
          <a:p>
            <a:pPr algn="ctr"/>
            <a:endParaRPr lang="en-US" sz="3200" dirty="0"/>
          </a:p>
        </p:txBody>
      </p:sp>
      <p:sp>
        <p:nvSpPr>
          <p:cNvPr id="49" name="TextBox 48">
            <a:extLst>
              <a:ext uri="{FF2B5EF4-FFF2-40B4-BE49-F238E27FC236}">
                <a16:creationId xmlns:a16="http://schemas.microsoft.com/office/drawing/2014/main" id="{6EF295FC-833E-EDF8-211B-0E7C7B9E3665}"/>
              </a:ext>
            </a:extLst>
          </p:cNvPr>
          <p:cNvSpPr txBox="1"/>
          <p:nvPr/>
        </p:nvSpPr>
        <p:spPr>
          <a:xfrm>
            <a:off x="5215469" y="3741226"/>
            <a:ext cx="462845" cy="584775"/>
          </a:xfrm>
          <a:prstGeom prst="rect">
            <a:avLst/>
          </a:prstGeom>
          <a:solidFill>
            <a:srgbClr val="FF0000">
              <a:alpha val="15000"/>
            </a:srgbClr>
          </a:solidFill>
        </p:spPr>
        <p:txBody>
          <a:bodyPr wrap="square" rtlCol="0">
            <a:spAutoFit/>
          </a:bodyPr>
          <a:lstStyle/>
          <a:p>
            <a:pPr algn="ctr"/>
            <a:r>
              <a:rPr lang="en-US" sz="3200" dirty="0"/>
              <a:t>4</a:t>
            </a:r>
          </a:p>
        </p:txBody>
      </p:sp>
      <p:sp>
        <p:nvSpPr>
          <p:cNvPr id="50" name="TextBox 49">
            <a:extLst>
              <a:ext uri="{FF2B5EF4-FFF2-40B4-BE49-F238E27FC236}">
                <a16:creationId xmlns:a16="http://schemas.microsoft.com/office/drawing/2014/main" id="{252F3B6B-58EF-7CBC-B2F9-C9F6F9AE4817}"/>
              </a:ext>
            </a:extLst>
          </p:cNvPr>
          <p:cNvSpPr txBox="1"/>
          <p:nvPr/>
        </p:nvSpPr>
        <p:spPr>
          <a:xfrm>
            <a:off x="5715003" y="4244561"/>
            <a:ext cx="462845" cy="584775"/>
          </a:xfrm>
          <a:prstGeom prst="rect">
            <a:avLst/>
          </a:prstGeom>
          <a:solidFill>
            <a:srgbClr val="FF0000">
              <a:alpha val="15000"/>
            </a:srgbClr>
          </a:solidFill>
        </p:spPr>
        <p:txBody>
          <a:bodyPr wrap="square" rtlCol="0">
            <a:spAutoFit/>
          </a:bodyPr>
          <a:lstStyle/>
          <a:p>
            <a:pPr algn="ctr"/>
            <a:endParaRPr lang="en-US" sz="3200" dirty="0"/>
          </a:p>
        </p:txBody>
      </p:sp>
      <p:sp>
        <p:nvSpPr>
          <p:cNvPr id="2" name="Content Placeholder 1">
            <a:extLst>
              <a:ext uri="{FF2B5EF4-FFF2-40B4-BE49-F238E27FC236}">
                <a16:creationId xmlns:a16="http://schemas.microsoft.com/office/drawing/2014/main" id="{CD2756BB-9FB7-6039-AB26-F882CAC03125}"/>
              </a:ext>
            </a:extLst>
          </p:cNvPr>
          <p:cNvSpPr>
            <a:spLocks noGrp="1"/>
          </p:cNvSpPr>
          <p:nvPr>
            <p:ph sz="half" idx="1"/>
          </p:nvPr>
        </p:nvSpPr>
        <p:spPr/>
        <p:txBody>
          <a:bodyPr>
            <a:normAutofit/>
          </a:bodyPr>
          <a:lstStyle/>
          <a:p>
            <a:r>
              <a:rPr lang="en-US" dirty="0"/>
              <a:t>Last possible 9 in upper center block.</a:t>
            </a:r>
          </a:p>
          <a:p>
            <a:r>
              <a:rPr lang="en-US" dirty="0"/>
              <a:t>Last possible 9 in lower left block.</a:t>
            </a:r>
          </a:p>
        </p:txBody>
      </p:sp>
      <p:pic>
        <p:nvPicPr>
          <p:cNvPr id="4" name="Picture 3" descr="A grid of sudoku puzzle&#10;&#10;Description automatically generated">
            <a:extLst>
              <a:ext uri="{FF2B5EF4-FFF2-40B4-BE49-F238E27FC236}">
                <a16:creationId xmlns:a16="http://schemas.microsoft.com/office/drawing/2014/main" id="{6C7F57D5-8939-9A1F-5944-44C4E68BF6E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71D6244-79CF-5913-071F-E79E58373F3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3A78DE5-0E44-AEF9-B5AA-98B12BA0062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C2E5FF7-9AC2-6A1E-C786-8FDBF929ABDA}"/>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84F65577-5415-8575-91F0-9A5079BEA0B0}"/>
              </a:ext>
            </a:extLst>
          </p:cNvPr>
          <p:cNvSpPr txBox="1"/>
          <p:nvPr/>
        </p:nvSpPr>
        <p:spPr>
          <a:xfrm>
            <a:off x="7213604" y="4747898"/>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AD1B7DFF-E530-9AC0-3C0E-DEBEBF126DC6}"/>
              </a:ext>
            </a:extLst>
          </p:cNvPr>
          <p:cNvSpPr txBox="1"/>
          <p:nvPr/>
        </p:nvSpPr>
        <p:spPr>
          <a:xfrm>
            <a:off x="4645378" y="2404765"/>
            <a:ext cx="570089" cy="230832"/>
          </a:xfrm>
          <a:prstGeom prst="rect">
            <a:avLst/>
          </a:prstGeom>
          <a:noFill/>
        </p:spPr>
        <p:txBody>
          <a:bodyPr wrap="square" rtlCol="0">
            <a:spAutoFit/>
          </a:bodyPr>
          <a:lstStyle/>
          <a:p>
            <a:pPr algn="ctr"/>
            <a:r>
              <a:rPr lang="en-US" sz="900" dirty="0"/>
              <a:t>23</a:t>
            </a:r>
          </a:p>
        </p:txBody>
      </p:sp>
      <p:sp>
        <p:nvSpPr>
          <p:cNvPr id="12" name="TextBox 11">
            <a:extLst>
              <a:ext uri="{FF2B5EF4-FFF2-40B4-BE49-F238E27FC236}">
                <a16:creationId xmlns:a16="http://schemas.microsoft.com/office/drawing/2014/main" id="{28FA5259-3853-0473-EE48-590EC220AD51}"/>
              </a:ext>
            </a:extLst>
          </p:cNvPr>
          <p:cNvSpPr txBox="1"/>
          <p:nvPr/>
        </p:nvSpPr>
        <p:spPr>
          <a:xfrm>
            <a:off x="5650090" y="3406653"/>
            <a:ext cx="570089" cy="230832"/>
          </a:xfrm>
          <a:prstGeom prst="rect">
            <a:avLst/>
          </a:prstGeom>
          <a:noFill/>
        </p:spPr>
        <p:txBody>
          <a:bodyPr wrap="square" rtlCol="0">
            <a:spAutoFit/>
          </a:bodyPr>
          <a:lstStyle/>
          <a:p>
            <a:pPr algn="ctr"/>
            <a:r>
              <a:rPr lang="en-US" sz="900" dirty="0"/>
              <a:t>32</a:t>
            </a:r>
          </a:p>
        </p:txBody>
      </p:sp>
      <p:sp>
        <p:nvSpPr>
          <p:cNvPr id="15" name="TextBox 14">
            <a:extLst>
              <a:ext uri="{FF2B5EF4-FFF2-40B4-BE49-F238E27FC236}">
                <a16:creationId xmlns:a16="http://schemas.microsoft.com/office/drawing/2014/main" id="{66D12B36-E468-38F6-98F4-7C9F0406B2FE}"/>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A3607826-67D8-16AA-1619-12BD6084E041}"/>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17" name="TextBox 16">
            <a:extLst>
              <a:ext uri="{FF2B5EF4-FFF2-40B4-BE49-F238E27FC236}">
                <a16:creationId xmlns:a16="http://schemas.microsoft.com/office/drawing/2014/main" id="{2E2CB685-6129-B300-9329-8CF16FC0F258}"/>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7F8E105E-C600-AB12-3D0C-0A93E828A526}"/>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DB285C06-6178-6C5A-4CEA-9625DFC81F3E}"/>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34B67088-F324-22B8-7BB2-BD20456C19B2}"/>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0291E128-EF0B-9AD8-1E7B-5416092D58DA}"/>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F2107182-9B12-8983-53DD-51BC2DDEA927}"/>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5AF48D21-D153-09BB-5674-CFB8F7E1168A}"/>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BEFB9629-C66A-F63B-21A5-DAF3E73C3D72}"/>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EA84EE68-914E-F5BD-C27E-E8FA734923B5}"/>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486BEEEF-D896-D1AF-09F8-EFA2DA8E520B}"/>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40BB9570-74A7-97BB-2589-CA69FB731768}"/>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51366736-9893-FBB3-B071-7E78F4A135F7}"/>
              </a:ext>
            </a:extLst>
          </p:cNvPr>
          <p:cNvSpPr txBox="1"/>
          <p:nvPr/>
        </p:nvSpPr>
        <p:spPr>
          <a:xfrm>
            <a:off x="5715003" y="2231221"/>
            <a:ext cx="462845" cy="584775"/>
          </a:xfrm>
          <a:prstGeom prst="rect">
            <a:avLst/>
          </a:prstGeom>
          <a:noFill/>
        </p:spPr>
        <p:txBody>
          <a:bodyPr wrap="square" rtlCol="0">
            <a:spAutoFit/>
          </a:bodyPr>
          <a:lstStyle/>
          <a:p>
            <a:pPr algn="ctr"/>
            <a:r>
              <a:rPr lang="en-US" sz="3200" dirty="0"/>
              <a:t>9</a:t>
            </a:r>
          </a:p>
        </p:txBody>
      </p:sp>
      <p:sp>
        <p:nvSpPr>
          <p:cNvPr id="34" name="TextBox 33">
            <a:extLst>
              <a:ext uri="{FF2B5EF4-FFF2-40B4-BE49-F238E27FC236}">
                <a16:creationId xmlns:a16="http://schemas.microsoft.com/office/drawing/2014/main" id="{693A5758-2062-D9E1-E9ED-C996C54C7B4E}"/>
              </a:ext>
            </a:extLst>
          </p:cNvPr>
          <p:cNvSpPr txBox="1"/>
          <p:nvPr/>
        </p:nvSpPr>
        <p:spPr>
          <a:xfrm>
            <a:off x="4645378" y="3406653"/>
            <a:ext cx="570089" cy="230832"/>
          </a:xfrm>
          <a:prstGeom prst="rect">
            <a:avLst/>
          </a:prstGeom>
          <a:noFill/>
        </p:spPr>
        <p:txBody>
          <a:bodyPr wrap="square" rtlCol="0">
            <a:spAutoFit/>
          </a:bodyPr>
          <a:lstStyle/>
          <a:p>
            <a:pPr algn="ctr"/>
            <a:r>
              <a:rPr lang="en-US" sz="900" dirty="0"/>
              <a:t>87</a:t>
            </a:r>
          </a:p>
        </p:txBody>
      </p:sp>
      <p:sp>
        <p:nvSpPr>
          <p:cNvPr id="35" name="TextBox 34">
            <a:extLst>
              <a:ext uri="{FF2B5EF4-FFF2-40B4-BE49-F238E27FC236}">
                <a16:creationId xmlns:a16="http://schemas.microsoft.com/office/drawing/2014/main" id="{03C12DB1-7062-1D62-7290-D59F71406356}"/>
              </a:ext>
            </a:extLst>
          </p:cNvPr>
          <p:cNvSpPr txBox="1"/>
          <p:nvPr/>
        </p:nvSpPr>
        <p:spPr>
          <a:xfrm>
            <a:off x="3640666" y="2404765"/>
            <a:ext cx="570089" cy="230832"/>
          </a:xfrm>
          <a:prstGeom prst="rect">
            <a:avLst/>
          </a:prstGeom>
          <a:noFill/>
        </p:spPr>
        <p:txBody>
          <a:bodyPr wrap="square" rtlCol="0">
            <a:spAutoFit/>
          </a:bodyPr>
          <a:lstStyle/>
          <a:p>
            <a:pPr algn="ctr"/>
            <a:r>
              <a:rPr lang="en-US" sz="900" dirty="0"/>
              <a:t>87</a:t>
            </a:r>
          </a:p>
        </p:txBody>
      </p:sp>
      <p:sp>
        <p:nvSpPr>
          <p:cNvPr id="38" name="TextBox 37">
            <a:extLst>
              <a:ext uri="{FF2B5EF4-FFF2-40B4-BE49-F238E27FC236}">
                <a16:creationId xmlns:a16="http://schemas.microsoft.com/office/drawing/2014/main" id="{CAFAFF78-188F-AB86-A374-6A0897314B38}"/>
              </a:ext>
            </a:extLst>
          </p:cNvPr>
          <p:cNvSpPr txBox="1"/>
          <p:nvPr/>
        </p:nvSpPr>
        <p:spPr>
          <a:xfrm>
            <a:off x="5650090" y="4408541"/>
            <a:ext cx="570089" cy="230832"/>
          </a:xfrm>
          <a:prstGeom prst="rect">
            <a:avLst/>
          </a:prstGeom>
          <a:noFill/>
        </p:spPr>
        <p:txBody>
          <a:bodyPr wrap="square" rtlCol="0">
            <a:spAutoFit/>
          </a:bodyPr>
          <a:lstStyle/>
          <a:p>
            <a:pPr algn="ctr"/>
            <a:r>
              <a:rPr lang="en-US" sz="900" dirty="0"/>
              <a:t>87</a:t>
            </a:r>
          </a:p>
        </p:txBody>
      </p:sp>
      <p:sp>
        <p:nvSpPr>
          <p:cNvPr id="39" name="TextBox 38">
            <a:extLst>
              <a:ext uri="{FF2B5EF4-FFF2-40B4-BE49-F238E27FC236}">
                <a16:creationId xmlns:a16="http://schemas.microsoft.com/office/drawing/2014/main" id="{1BB3AE38-1AB4-A26C-4E51-493B8D97C43C}"/>
              </a:ext>
            </a:extLst>
          </p:cNvPr>
          <p:cNvSpPr txBox="1"/>
          <p:nvPr/>
        </p:nvSpPr>
        <p:spPr>
          <a:xfrm>
            <a:off x="3217333" y="273455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31E5BD95-2FFF-0461-655D-1910343B0346}"/>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20C9139F-8E49-E4DC-32CB-5A7A7B5D89C5}"/>
              </a:ext>
            </a:extLst>
          </p:cNvPr>
          <p:cNvSpPr txBox="1"/>
          <p:nvPr/>
        </p:nvSpPr>
        <p:spPr>
          <a:xfrm>
            <a:off x="3716867" y="1727886"/>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42" name="TextBox 41">
            <a:extLst>
              <a:ext uri="{FF2B5EF4-FFF2-40B4-BE49-F238E27FC236}">
                <a16:creationId xmlns:a16="http://schemas.microsoft.com/office/drawing/2014/main" id="{65E99D8F-03F9-951E-A69B-6B4627D3CCEB}"/>
              </a:ext>
            </a:extLst>
          </p:cNvPr>
          <p:cNvSpPr txBox="1"/>
          <p:nvPr/>
        </p:nvSpPr>
        <p:spPr>
          <a:xfrm>
            <a:off x="4715935" y="2734556"/>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43" name="TextBox 42">
            <a:extLst>
              <a:ext uri="{FF2B5EF4-FFF2-40B4-BE49-F238E27FC236}">
                <a16:creationId xmlns:a16="http://schemas.microsoft.com/office/drawing/2014/main" id="{DE530651-3729-4944-56FA-0B4B5635296E}"/>
              </a:ext>
            </a:extLst>
          </p:cNvPr>
          <p:cNvSpPr txBox="1"/>
          <p:nvPr/>
        </p:nvSpPr>
        <p:spPr>
          <a:xfrm>
            <a:off x="5215469" y="3237891"/>
            <a:ext cx="462845" cy="584775"/>
          </a:xfrm>
          <a:prstGeom prst="rect">
            <a:avLst/>
          </a:prstGeom>
          <a:solidFill>
            <a:schemeClr val="accent5">
              <a:lumMod val="75000"/>
              <a:alpha val="25000"/>
            </a:schemeClr>
          </a:solidFill>
        </p:spPr>
        <p:txBody>
          <a:bodyPr wrap="square" rtlCol="0">
            <a:spAutoFit/>
          </a:bodyPr>
          <a:lstStyle/>
          <a:p>
            <a:pPr algn="ctr"/>
            <a:r>
              <a:rPr lang="en-US" sz="3200" dirty="0"/>
              <a:t>6</a:t>
            </a:r>
          </a:p>
        </p:txBody>
      </p:sp>
      <p:sp>
        <p:nvSpPr>
          <p:cNvPr id="44" name="TextBox 43">
            <a:extLst>
              <a:ext uri="{FF2B5EF4-FFF2-40B4-BE49-F238E27FC236}">
                <a16:creationId xmlns:a16="http://schemas.microsoft.com/office/drawing/2014/main" id="{3FA40DE7-B4E3-07AF-CF76-27C605B14C0D}"/>
              </a:ext>
            </a:extLst>
          </p:cNvPr>
          <p:cNvSpPr txBox="1"/>
          <p:nvPr/>
        </p:nvSpPr>
        <p:spPr>
          <a:xfrm>
            <a:off x="6214537" y="4244561"/>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45" name="TextBox 44">
            <a:extLst>
              <a:ext uri="{FF2B5EF4-FFF2-40B4-BE49-F238E27FC236}">
                <a16:creationId xmlns:a16="http://schemas.microsoft.com/office/drawing/2014/main" id="{2D8C3342-6137-1A6B-0E93-AC5CB240BF08}"/>
              </a:ext>
            </a:extLst>
          </p:cNvPr>
          <p:cNvSpPr txBox="1"/>
          <p:nvPr/>
        </p:nvSpPr>
        <p:spPr>
          <a:xfrm>
            <a:off x="4216401" y="2231221"/>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51" name="TextBox 50">
            <a:extLst>
              <a:ext uri="{FF2B5EF4-FFF2-40B4-BE49-F238E27FC236}">
                <a16:creationId xmlns:a16="http://schemas.microsoft.com/office/drawing/2014/main" id="{AA8903F7-646A-5F66-4380-E6324D40B92F}"/>
              </a:ext>
            </a:extLst>
          </p:cNvPr>
          <p:cNvSpPr txBox="1"/>
          <p:nvPr/>
        </p:nvSpPr>
        <p:spPr>
          <a:xfrm>
            <a:off x="5715003" y="3741226"/>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81B7E75C-54D2-5B02-06AB-30C6126AA162}"/>
              </a:ext>
            </a:extLst>
          </p:cNvPr>
          <p:cNvSpPr txBox="1"/>
          <p:nvPr/>
        </p:nvSpPr>
        <p:spPr>
          <a:xfrm>
            <a:off x="3640666" y="1903821"/>
            <a:ext cx="570089" cy="230832"/>
          </a:xfrm>
          <a:prstGeom prst="rect">
            <a:avLst/>
          </a:prstGeom>
          <a:noFill/>
        </p:spPr>
        <p:txBody>
          <a:bodyPr wrap="square" rtlCol="0">
            <a:spAutoFit/>
          </a:bodyPr>
          <a:lstStyle/>
          <a:p>
            <a:pPr algn="ctr"/>
            <a:r>
              <a:rPr lang="en-US" sz="900" dirty="0"/>
              <a:t>78</a:t>
            </a:r>
          </a:p>
        </p:txBody>
      </p:sp>
      <p:sp>
        <p:nvSpPr>
          <p:cNvPr id="53" name="TextBox 52">
            <a:extLst>
              <a:ext uri="{FF2B5EF4-FFF2-40B4-BE49-F238E27FC236}">
                <a16:creationId xmlns:a16="http://schemas.microsoft.com/office/drawing/2014/main" id="{D3251739-C6A0-F34F-7131-1961197BB37B}"/>
              </a:ext>
            </a:extLst>
          </p:cNvPr>
          <p:cNvSpPr txBox="1"/>
          <p:nvPr/>
        </p:nvSpPr>
        <p:spPr>
          <a:xfrm>
            <a:off x="4645378" y="2905709"/>
            <a:ext cx="570089" cy="230832"/>
          </a:xfrm>
          <a:prstGeom prst="rect">
            <a:avLst/>
          </a:prstGeom>
          <a:noFill/>
        </p:spPr>
        <p:txBody>
          <a:bodyPr wrap="square" rtlCol="0">
            <a:spAutoFit/>
          </a:bodyPr>
          <a:lstStyle/>
          <a:p>
            <a:pPr algn="ctr"/>
            <a:r>
              <a:rPr lang="en-US" sz="900" dirty="0"/>
              <a:t>78</a:t>
            </a:r>
          </a:p>
        </p:txBody>
      </p:sp>
      <p:sp>
        <p:nvSpPr>
          <p:cNvPr id="55" name="TextBox 54">
            <a:extLst>
              <a:ext uri="{FF2B5EF4-FFF2-40B4-BE49-F238E27FC236}">
                <a16:creationId xmlns:a16="http://schemas.microsoft.com/office/drawing/2014/main" id="{928F8D10-006C-C851-F2DD-4AE68289F6FA}"/>
              </a:ext>
            </a:extLst>
          </p:cNvPr>
          <p:cNvSpPr txBox="1"/>
          <p:nvPr/>
        </p:nvSpPr>
        <p:spPr>
          <a:xfrm>
            <a:off x="6152446" y="4408541"/>
            <a:ext cx="570089" cy="230832"/>
          </a:xfrm>
          <a:prstGeom prst="rect">
            <a:avLst/>
          </a:prstGeom>
          <a:noFill/>
        </p:spPr>
        <p:txBody>
          <a:bodyPr wrap="square" rtlCol="0">
            <a:spAutoFit/>
          </a:bodyPr>
          <a:lstStyle/>
          <a:p>
            <a:pPr algn="ctr"/>
            <a:r>
              <a:rPr lang="en-US" sz="900" dirty="0"/>
              <a:t>78</a:t>
            </a:r>
          </a:p>
        </p:txBody>
      </p:sp>
      <p:sp>
        <p:nvSpPr>
          <p:cNvPr id="11" name="TextBox 10">
            <a:extLst>
              <a:ext uri="{FF2B5EF4-FFF2-40B4-BE49-F238E27FC236}">
                <a16:creationId xmlns:a16="http://schemas.microsoft.com/office/drawing/2014/main" id="{4149D0E6-DC8C-9972-7315-A52E68722C09}"/>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BD7F4A32-09E8-7192-F912-A2695491852F}"/>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5023AC9A-070F-9C5E-843C-EBDB2742244F}"/>
              </a:ext>
            </a:extLst>
          </p:cNvPr>
          <p:cNvSpPr txBox="1"/>
          <p:nvPr/>
        </p:nvSpPr>
        <p:spPr>
          <a:xfrm>
            <a:off x="5215469" y="172788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1BD04562-8295-2287-1D62-2EB3C9A6169E}"/>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E2FBCE7A-BCEF-3016-7D62-F394079272AE}"/>
              </a:ext>
            </a:extLst>
          </p:cNvPr>
          <p:cNvSpPr txBox="1"/>
          <p:nvPr/>
        </p:nvSpPr>
        <p:spPr>
          <a:xfrm>
            <a:off x="4715935" y="721216"/>
            <a:ext cx="462845" cy="584775"/>
          </a:xfrm>
          <a:prstGeom prst="rect">
            <a:avLst/>
          </a:prstGeom>
          <a:noFill/>
        </p:spPr>
        <p:txBody>
          <a:bodyPr wrap="square" rtlCol="0">
            <a:spAutoFit/>
          </a:bodyPr>
          <a:lstStyle/>
          <a:p>
            <a:pPr algn="ctr"/>
            <a:r>
              <a:rPr lang="en-US" sz="3200" dirty="0"/>
              <a:t>4</a:t>
            </a:r>
          </a:p>
        </p:txBody>
      </p:sp>
      <p:sp>
        <p:nvSpPr>
          <p:cNvPr id="28" name="TextBox 27">
            <a:extLst>
              <a:ext uri="{FF2B5EF4-FFF2-40B4-BE49-F238E27FC236}">
                <a16:creationId xmlns:a16="http://schemas.microsoft.com/office/drawing/2014/main" id="{D8D45045-FCB2-4902-281F-99648D658049}"/>
              </a:ext>
            </a:extLst>
          </p:cNvPr>
          <p:cNvSpPr txBox="1"/>
          <p:nvPr/>
        </p:nvSpPr>
        <p:spPr>
          <a:xfrm>
            <a:off x="3217333" y="2231221"/>
            <a:ext cx="462845" cy="584775"/>
          </a:xfrm>
          <a:prstGeom prst="rect">
            <a:avLst/>
          </a:prstGeom>
          <a:solidFill>
            <a:srgbClr val="00B0F0">
              <a:alpha val="15000"/>
            </a:srgbClr>
          </a:solidFill>
        </p:spPr>
        <p:txBody>
          <a:bodyPr wrap="square" rtlCol="0">
            <a:spAutoFit/>
          </a:bodyPr>
          <a:lstStyle/>
          <a:p>
            <a:pPr algn="ctr"/>
            <a:r>
              <a:rPr lang="en-US" sz="3200" dirty="0"/>
              <a:t>6</a:t>
            </a:r>
          </a:p>
        </p:txBody>
      </p:sp>
      <p:sp>
        <p:nvSpPr>
          <p:cNvPr id="29" name="TextBox 28">
            <a:extLst>
              <a:ext uri="{FF2B5EF4-FFF2-40B4-BE49-F238E27FC236}">
                <a16:creationId xmlns:a16="http://schemas.microsoft.com/office/drawing/2014/main" id="{8AC71BC8-5584-5FE6-D721-5BC608C5952A}"/>
              </a:ext>
            </a:extLst>
          </p:cNvPr>
          <p:cNvSpPr txBox="1"/>
          <p:nvPr/>
        </p:nvSpPr>
        <p:spPr>
          <a:xfrm>
            <a:off x="3716867" y="2734556"/>
            <a:ext cx="462845" cy="584775"/>
          </a:xfrm>
          <a:prstGeom prst="rect">
            <a:avLst/>
          </a:prstGeom>
          <a:solidFill>
            <a:srgbClr val="00B0F0">
              <a:alpha val="15000"/>
            </a:srgbClr>
          </a:solidFill>
        </p:spPr>
        <p:txBody>
          <a:bodyPr wrap="square" rtlCol="0">
            <a:spAutoFit/>
          </a:bodyPr>
          <a:lstStyle/>
          <a:p>
            <a:pPr algn="ctr"/>
            <a:endParaRPr lang="en-US" sz="3200" dirty="0"/>
          </a:p>
        </p:txBody>
      </p:sp>
      <p:sp>
        <p:nvSpPr>
          <p:cNvPr id="32" name="TextBox 31">
            <a:extLst>
              <a:ext uri="{FF2B5EF4-FFF2-40B4-BE49-F238E27FC236}">
                <a16:creationId xmlns:a16="http://schemas.microsoft.com/office/drawing/2014/main" id="{0A1466FB-A9E9-2B31-D7D0-19B5BA718EB8}"/>
              </a:ext>
            </a:extLst>
          </p:cNvPr>
          <p:cNvSpPr txBox="1"/>
          <p:nvPr/>
        </p:nvSpPr>
        <p:spPr>
          <a:xfrm>
            <a:off x="4216401" y="3237891"/>
            <a:ext cx="462845" cy="584775"/>
          </a:xfrm>
          <a:prstGeom prst="rect">
            <a:avLst/>
          </a:prstGeom>
          <a:solidFill>
            <a:srgbClr val="00B0F0">
              <a:alpha val="15000"/>
            </a:srgbClr>
          </a:solidFill>
        </p:spPr>
        <p:txBody>
          <a:bodyPr wrap="square" rtlCol="0">
            <a:spAutoFit/>
          </a:bodyPr>
          <a:lstStyle/>
          <a:p>
            <a:pPr algn="ctr"/>
            <a:endParaRPr lang="en-US" sz="3200" dirty="0"/>
          </a:p>
        </p:txBody>
      </p:sp>
      <p:sp>
        <p:nvSpPr>
          <p:cNvPr id="33" name="TextBox 32">
            <a:extLst>
              <a:ext uri="{FF2B5EF4-FFF2-40B4-BE49-F238E27FC236}">
                <a16:creationId xmlns:a16="http://schemas.microsoft.com/office/drawing/2014/main" id="{EB0FB27C-09AD-E5BF-2259-DBD895883FFA}"/>
              </a:ext>
            </a:extLst>
          </p:cNvPr>
          <p:cNvSpPr txBox="1"/>
          <p:nvPr/>
        </p:nvSpPr>
        <p:spPr>
          <a:xfrm>
            <a:off x="4715935" y="3741226"/>
            <a:ext cx="462845" cy="584775"/>
          </a:xfrm>
          <a:prstGeom prst="rect">
            <a:avLst/>
          </a:prstGeom>
          <a:solidFill>
            <a:srgbClr val="00B0F0">
              <a:alpha val="15000"/>
            </a:srgbClr>
          </a:solidFill>
        </p:spPr>
        <p:txBody>
          <a:bodyPr wrap="square" rtlCol="0">
            <a:spAutoFit/>
          </a:bodyPr>
          <a:lstStyle/>
          <a:p>
            <a:pPr algn="ctr"/>
            <a:endParaRPr lang="en-US" sz="3200" dirty="0"/>
          </a:p>
        </p:txBody>
      </p:sp>
      <p:sp>
        <p:nvSpPr>
          <p:cNvPr id="36" name="TextBox 35">
            <a:extLst>
              <a:ext uri="{FF2B5EF4-FFF2-40B4-BE49-F238E27FC236}">
                <a16:creationId xmlns:a16="http://schemas.microsoft.com/office/drawing/2014/main" id="{ED9752B7-C37E-4D81-5EA5-686A61D2AF52}"/>
              </a:ext>
            </a:extLst>
          </p:cNvPr>
          <p:cNvSpPr txBox="1"/>
          <p:nvPr/>
        </p:nvSpPr>
        <p:spPr>
          <a:xfrm>
            <a:off x="5215469" y="4244561"/>
            <a:ext cx="462845" cy="584775"/>
          </a:xfrm>
          <a:prstGeom prst="rect">
            <a:avLst/>
          </a:prstGeom>
          <a:solidFill>
            <a:srgbClr val="00B0F0">
              <a:alpha val="15000"/>
            </a:srgbClr>
          </a:solidFill>
        </p:spPr>
        <p:txBody>
          <a:bodyPr wrap="square" rtlCol="0">
            <a:spAutoFit/>
          </a:bodyPr>
          <a:lstStyle/>
          <a:p>
            <a:pPr algn="ctr"/>
            <a:r>
              <a:rPr lang="en-US" sz="3200" dirty="0"/>
              <a:t>9</a:t>
            </a:r>
          </a:p>
        </p:txBody>
      </p:sp>
      <p:sp>
        <p:nvSpPr>
          <p:cNvPr id="37" name="TextBox 36">
            <a:extLst>
              <a:ext uri="{FF2B5EF4-FFF2-40B4-BE49-F238E27FC236}">
                <a16:creationId xmlns:a16="http://schemas.microsoft.com/office/drawing/2014/main" id="{7BBF0015-DA6D-CEA9-DB12-CC0D1B01D812}"/>
              </a:ext>
            </a:extLst>
          </p:cNvPr>
          <p:cNvSpPr txBox="1"/>
          <p:nvPr/>
        </p:nvSpPr>
        <p:spPr>
          <a:xfrm>
            <a:off x="3640666" y="2905709"/>
            <a:ext cx="570089" cy="230832"/>
          </a:xfrm>
          <a:prstGeom prst="rect">
            <a:avLst/>
          </a:prstGeom>
          <a:noFill/>
        </p:spPr>
        <p:txBody>
          <a:bodyPr wrap="square" rtlCol="0">
            <a:spAutoFit/>
          </a:bodyPr>
          <a:lstStyle/>
          <a:p>
            <a:pPr algn="ctr"/>
            <a:r>
              <a:rPr lang="en-US" sz="900" dirty="0"/>
              <a:t>25</a:t>
            </a:r>
          </a:p>
        </p:txBody>
      </p:sp>
      <p:sp>
        <p:nvSpPr>
          <p:cNvPr id="54" name="TextBox 53">
            <a:extLst>
              <a:ext uri="{FF2B5EF4-FFF2-40B4-BE49-F238E27FC236}">
                <a16:creationId xmlns:a16="http://schemas.microsoft.com/office/drawing/2014/main" id="{23579B23-800C-0B57-CA6A-FDC214C41CAB}"/>
              </a:ext>
            </a:extLst>
          </p:cNvPr>
          <p:cNvSpPr txBox="1"/>
          <p:nvPr/>
        </p:nvSpPr>
        <p:spPr>
          <a:xfrm>
            <a:off x="4143022" y="3406653"/>
            <a:ext cx="570089" cy="230832"/>
          </a:xfrm>
          <a:prstGeom prst="rect">
            <a:avLst/>
          </a:prstGeom>
          <a:noFill/>
        </p:spPr>
        <p:txBody>
          <a:bodyPr wrap="square" rtlCol="0">
            <a:spAutoFit/>
          </a:bodyPr>
          <a:lstStyle/>
          <a:p>
            <a:pPr algn="ctr"/>
            <a:r>
              <a:rPr lang="en-US" sz="900" dirty="0"/>
              <a:t>578</a:t>
            </a:r>
          </a:p>
        </p:txBody>
      </p:sp>
      <p:sp>
        <p:nvSpPr>
          <p:cNvPr id="56" name="TextBox 55">
            <a:extLst>
              <a:ext uri="{FF2B5EF4-FFF2-40B4-BE49-F238E27FC236}">
                <a16:creationId xmlns:a16="http://schemas.microsoft.com/office/drawing/2014/main" id="{D32FF93B-58E5-344D-D08A-333CED63303B}"/>
              </a:ext>
            </a:extLst>
          </p:cNvPr>
          <p:cNvSpPr txBox="1"/>
          <p:nvPr/>
        </p:nvSpPr>
        <p:spPr>
          <a:xfrm>
            <a:off x="4645378" y="3907597"/>
            <a:ext cx="570089" cy="230832"/>
          </a:xfrm>
          <a:prstGeom prst="rect">
            <a:avLst/>
          </a:prstGeom>
          <a:noFill/>
        </p:spPr>
        <p:txBody>
          <a:bodyPr wrap="square" rtlCol="0">
            <a:spAutoFit/>
          </a:bodyPr>
          <a:lstStyle/>
          <a:p>
            <a:pPr algn="ctr"/>
            <a:r>
              <a:rPr lang="en-US" sz="900" dirty="0"/>
              <a:t>56</a:t>
            </a:r>
          </a:p>
        </p:txBody>
      </p:sp>
      <p:sp>
        <p:nvSpPr>
          <p:cNvPr id="27" name="TextBox 26">
            <a:extLst>
              <a:ext uri="{FF2B5EF4-FFF2-40B4-BE49-F238E27FC236}">
                <a16:creationId xmlns:a16="http://schemas.microsoft.com/office/drawing/2014/main" id="{6DFA0F3F-6AA7-6730-933D-7D96C6596BEB}"/>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34DCA97F-D96C-4F42-4A96-762FC68A7509}"/>
              </a:ext>
            </a:extLst>
          </p:cNvPr>
          <p:cNvSpPr txBox="1"/>
          <p:nvPr/>
        </p:nvSpPr>
        <p:spPr>
          <a:xfrm>
            <a:off x="4216401" y="3741226"/>
            <a:ext cx="462845" cy="584775"/>
          </a:xfrm>
          <a:prstGeom prst="rect">
            <a:avLst/>
          </a:prstGeom>
          <a:noFill/>
        </p:spPr>
        <p:txBody>
          <a:bodyPr wrap="square" rtlCol="0">
            <a:spAutoFit/>
          </a:bodyPr>
          <a:lstStyle/>
          <a:p>
            <a:pPr algn="ctr"/>
            <a:r>
              <a:rPr lang="en-US" sz="3200" dirty="0"/>
              <a:t>9</a:t>
            </a:r>
          </a:p>
        </p:txBody>
      </p:sp>
      <p:sp>
        <p:nvSpPr>
          <p:cNvPr id="58" name="TextBox 57">
            <a:extLst>
              <a:ext uri="{FF2B5EF4-FFF2-40B4-BE49-F238E27FC236}">
                <a16:creationId xmlns:a16="http://schemas.microsoft.com/office/drawing/2014/main" id="{CD54DD76-7536-F38C-82D9-71C7EAC87F98}"/>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1421148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B4A3B-5222-4C96-9132-E15D01D17F63}"/>
            </a:ext>
          </a:extLst>
        </p:cNvPr>
        <p:cNvGrpSpPr/>
        <p:nvPr/>
      </p:nvGrpSpPr>
      <p:grpSpPr>
        <a:xfrm>
          <a:off x="0" y="0"/>
          <a:ext cx="0" cy="0"/>
          <a:chOff x="0" y="0"/>
          <a:chExt cx="0" cy="0"/>
        </a:xfrm>
      </p:grpSpPr>
      <p:sp>
        <p:nvSpPr>
          <p:cNvPr id="46" name="TextBox 45">
            <a:extLst>
              <a:ext uri="{FF2B5EF4-FFF2-40B4-BE49-F238E27FC236}">
                <a16:creationId xmlns:a16="http://schemas.microsoft.com/office/drawing/2014/main" id="{FC29DCAE-6856-5094-74BA-86D79E42D8E7}"/>
              </a:ext>
            </a:extLst>
          </p:cNvPr>
          <p:cNvSpPr txBox="1"/>
          <p:nvPr/>
        </p:nvSpPr>
        <p:spPr>
          <a:xfrm>
            <a:off x="3716867" y="2231221"/>
            <a:ext cx="462845" cy="584775"/>
          </a:xfrm>
          <a:prstGeom prst="rect">
            <a:avLst/>
          </a:prstGeom>
          <a:solidFill>
            <a:srgbClr val="FF0000">
              <a:alpha val="15000"/>
            </a:srgbClr>
          </a:solidFill>
        </p:spPr>
        <p:txBody>
          <a:bodyPr wrap="square" rtlCol="0">
            <a:spAutoFit/>
          </a:bodyPr>
          <a:lstStyle/>
          <a:p>
            <a:pPr algn="ctr"/>
            <a:endParaRPr lang="en-US" sz="3200" dirty="0"/>
          </a:p>
        </p:txBody>
      </p:sp>
      <p:sp>
        <p:nvSpPr>
          <p:cNvPr id="47" name="TextBox 46">
            <a:extLst>
              <a:ext uri="{FF2B5EF4-FFF2-40B4-BE49-F238E27FC236}">
                <a16:creationId xmlns:a16="http://schemas.microsoft.com/office/drawing/2014/main" id="{E994F336-7CA2-6025-9C23-8D624D05E993}"/>
              </a:ext>
            </a:extLst>
          </p:cNvPr>
          <p:cNvSpPr txBox="1"/>
          <p:nvPr/>
        </p:nvSpPr>
        <p:spPr>
          <a:xfrm>
            <a:off x="4216401" y="2734556"/>
            <a:ext cx="462845" cy="584775"/>
          </a:xfrm>
          <a:prstGeom prst="rect">
            <a:avLst/>
          </a:prstGeom>
          <a:solidFill>
            <a:srgbClr val="FF0000">
              <a:alpha val="15000"/>
            </a:srgbClr>
          </a:solid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6121C2D3-7267-3BAD-3006-1A93D6F0E24C}"/>
              </a:ext>
            </a:extLst>
          </p:cNvPr>
          <p:cNvSpPr txBox="1"/>
          <p:nvPr/>
        </p:nvSpPr>
        <p:spPr>
          <a:xfrm>
            <a:off x="4715935" y="3237891"/>
            <a:ext cx="462845" cy="584775"/>
          </a:xfrm>
          <a:prstGeom prst="rect">
            <a:avLst/>
          </a:prstGeom>
          <a:solidFill>
            <a:srgbClr val="FF0000">
              <a:alpha val="15000"/>
            </a:srgbClr>
          </a:solidFill>
        </p:spPr>
        <p:txBody>
          <a:bodyPr wrap="square" rtlCol="0">
            <a:spAutoFit/>
          </a:bodyPr>
          <a:lstStyle/>
          <a:p>
            <a:pPr algn="ctr"/>
            <a:endParaRPr lang="en-US" sz="3200" dirty="0"/>
          </a:p>
        </p:txBody>
      </p:sp>
      <p:sp>
        <p:nvSpPr>
          <p:cNvPr id="49" name="TextBox 48">
            <a:extLst>
              <a:ext uri="{FF2B5EF4-FFF2-40B4-BE49-F238E27FC236}">
                <a16:creationId xmlns:a16="http://schemas.microsoft.com/office/drawing/2014/main" id="{8058221D-DA5F-C3E6-F0F8-26C6D86770E6}"/>
              </a:ext>
            </a:extLst>
          </p:cNvPr>
          <p:cNvSpPr txBox="1"/>
          <p:nvPr/>
        </p:nvSpPr>
        <p:spPr>
          <a:xfrm>
            <a:off x="5215469" y="3741226"/>
            <a:ext cx="462845" cy="584775"/>
          </a:xfrm>
          <a:prstGeom prst="rect">
            <a:avLst/>
          </a:prstGeom>
          <a:solidFill>
            <a:srgbClr val="FF0000">
              <a:alpha val="15000"/>
            </a:srgbClr>
          </a:solidFill>
        </p:spPr>
        <p:txBody>
          <a:bodyPr wrap="square" rtlCol="0">
            <a:spAutoFit/>
          </a:bodyPr>
          <a:lstStyle/>
          <a:p>
            <a:pPr algn="ctr"/>
            <a:r>
              <a:rPr lang="en-US" sz="3200" dirty="0"/>
              <a:t>4</a:t>
            </a:r>
          </a:p>
        </p:txBody>
      </p:sp>
      <p:sp>
        <p:nvSpPr>
          <p:cNvPr id="50" name="TextBox 49">
            <a:extLst>
              <a:ext uri="{FF2B5EF4-FFF2-40B4-BE49-F238E27FC236}">
                <a16:creationId xmlns:a16="http://schemas.microsoft.com/office/drawing/2014/main" id="{84F276E4-3B9B-B76E-1FC8-8F2DEDC4FB29}"/>
              </a:ext>
            </a:extLst>
          </p:cNvPr>
          <p:cNvSpPr txBox="1"/>
          <p:nvPr/>
        </p:nvSpPr>
        <p:spPr>
          <a:xfrm>
            <a:off x="5715003" y="4244561"/>
            <a:ext cx="462845" cy="584775"/>
          </a:xfrm>
          <a:prstGeom prst="rect">
            <a:avLst/>
          </a:prstGeom>
          <a:solidFill>
            <a:srgbClr val="FF0000">
              <a:alpha val="15000"/>
            </a:srgbClr>
          </a:solidFill>
        </p:spPr>
        <p:txBody>
          <a:bodyPr wrap="square" rtlCol="0">
            <a:spAutoFit/>
          </a:bodyPr>
          <a:lstStyle/>
          <a:p>
            <a:pPr algn="ctr"/>
            <a:endParaRPr lang="en-US" sz="3200" dirty="0"/>
          </a:p>
        </p:txBody>
      </p:sp>
      <p:sp>
        <p:nvSpPr>
          <p:cNvPr id="2" name="Content Placeholder 1">
            <a:extLst>
              <a:ext uri="{FF2B5EF4-FFF2-40B4-BE49-F238E27FC236}">
                <a16:creationId xmlns:a16="http://schemas.microsoft.com/office/drawing/2014/main" id="{C09786FE-E10C-2D31-EFB2-D0F2E346C0E3}"/>
              </a:ext>
            </a:extLst>
          </p:cNvPr>
          <p:cNvSpPr>
            <a:spLocks noGrp="1"/>
          </p:cNvSpPr>
          <p:nvPr>
            <p:ph sz="half" idx="1"/>
          </p:nvPr>
        </p:nvSpPr>
        <p:spPr/>
        <p:txBody>
          <a:bodyPr>
            <a:normAutofit/>
          </a:bodyPr>
          <a:lstStyle/>
          <a:p>
            <a:r>
              <a:rPr lang="en-US" dirty="0"/>
              <a:t>Last possible locations for 78 in the bottom left block.</a:t>
            </a:r>
          </a:p>
          <a:p>
            <a:r>
              <a:rPr lang="en-US" dirty="0"/>
              <a:t>Then, complete bottom left block.  (1)234 must be in the corner. 56 fits in only one way.</a:t>
            </a:r>
          </a:p>
        </p:txBody>
      </p:sp>
      <p:pic>
        <p:nvPicPr>
          <p:cNvPr id="4" name="Picture 3" descr="A grid of sudoku puzzle&#10;&#10;Description automatically generated">
            <a:extLst>
              <a:ext uri="{FF2B5EF4-FFF2-40B4-BE49-F238E27FC236}">
                <a16:creationId xmlns:a16="http://schemas.microsoft.com/office/drawing/2014/main" id="{F32052BC-8199-2074-0167-21751F8EBC8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18D3452-8F26-3223-1C7A-74BCB9AC7D3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37537F4-7C33-A72C-B7BF-609AA5542B3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A1D966C-8633-63E8-4ECB-7BE5EA988235}"/>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1F6109AC-57E1-911B-5903-8B81F5A4F8E1}"/>
              </a:ext>
            </a:extLst>
          </p:cNvPr>
          <p:cNvSpPr txBox="1"/>
          <p:nvPr/>
        </p:nvSpPr>
        <p:spPr>
          <a:xfrm>
            <a:off x="7213604" y="4747898"/>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BB53B084-ED39-F7BD-169D-B4BEDA1651F7}"/>
              </a:ext>
            </a:extLst>
          </p:cNvPr>
          <p:cNvSpPr txBox="1"/>
          <p:nvPr/>
        </p:nvSpPr>
        <p:spPr>
          <a:xfrm>
            <a:off x="4645378" y="2404765"/>
            <a:ext cx="570089" cy="230832"/>
          </a:xfrm>
          <a:prstGeom prst="rect">
            <a:avLst/>
          </a:prstGeom>
          <a:noFill/>
        </p:spPr>
        <p:txBody>
          <a:bodyPr wrap="square" rtlCol="0">
            <a:spAutoFit/>
          </a:bodyPr>
          <a:lstStyle/>
          <a:p>
            <a:pPr algn="ctr"/>
            <a:r>
              <a:rPr lang="en-US" sz="900" dirty="0"/>
              <a:t>23</a:t>
            </a:r>
          </a:p>
        </p:txBody>
      </p:sp>
      <p:sp>
        <p:nvSpPr>
          <p:cNvPr id="12" name="TextBox 11">
            <a:extLst>
              <a:ext uri="{FF2B5EF4-FFF2-40B4-BE49-F238E27FC236}">
                <a16:creationId xmlns:a16="http://schemas.microsoft.com/office/drawing/2014/main" id="{A6162757-78CE-FFF9-3558-38361E67FF6F}"/>
              </a:ext>
            </a:extLst>
          </p:cNvPr>
          <p:cNvSpPr txBox="1"/>
          <p:nvPr/>
        </p:nvSpPr>
        <p:spPr>
          <a:xfrm>
            <a:off x="5650090" y="3406653"/>
            <a:ext cx="570089" cy="230832"/>
          </a:xfrm>
          <a:prstGeom prst="rect">
            <a:avLst/>
          </a:prstGeom>
          <a:noFill/>
        </p:spPr>
        <p:txBody>
          <a:bodyPr wrap="square" rtlCol="0">
            <a:spAutoFit/>
          </a:bodyPr>
          <a:lstStyle/>
          <a:p>
            <a:pPr algn="ctr"/>
            <a:r>
              <a:rPr lang="en-US" sz="900" dirty="0"/>
              <a:t>32</a:t>
            </a:r>
          </a:p>
        </p:txBody>
      </p:sp>
      <p:sp>
        <p:nvSpPr>
          <p:cNvPr id="15" name="TextBox 14">
            <a:extLst>
              <a:ext uri="{FF2B5EF4-FFF2-40B4-BE49-F238E27FC236}">
                <a16:creationId xmlns:a16="http://schemas.microsoft.com/office/drawing/2014/main" id="{D56A21FB-2621-04FD-4A40-7628F5790162}"/>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506656B2-8839-C180-971A-E38E76EFE977}"/>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17" name="TextBox 16">
            <a:extLst>
              <a:ext uri="{FF2B5EF4-FFF2-40B4-BE49-F238E27FC236}">
                <a16:creationId xmlns:a16="http://schemas.microsoft.com/office/drawing/2014/main" id="{02BD8DE8-A8B6-7910-C532-40C49F85EC7E}"/>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1D9CA4A7-897B-19B4-456A-A711DAC8B526}"/>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4C74F80B-56A1-685D-BDB1-544489FFDADF}"/>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89692E69-F134-4868-C303-CE74F0835324}"/>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E2FDF7E1-E0AD-6194-7C46-F24A64126C1F}"/>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9EB5E777-049A-DCDF-5D63-F155332DDD77}"/>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87A2BAE7-1C7B-83EA-FBC0-5B41D638B2FE}"/>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DFCB98E4-568C-770B-4A7D-2932DA2BCB68}"/>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3E2B5E09-B975-05A4-5CFF-541702F0A4B4}"/>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B9D496F8-9FE8-DC3D-DD09-7EF6D8EA0315}"/>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BBD760BA-FF6F-651F-9F71-BB98D78B6523}"/>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F8F9201D-1B12-5C20-B38C-7D7B441CB474}"/>
              </a:ext>
            </a:extLst>
          </p:cNvPr>
          <p:cNvSpPr txBox="1"/>
          <p:nvPr/>
        </p:nvSpPr>
        <p:spPr>
          <a:xfrm>
            <a:off x="5715003" y="2231221"/>
            <a:ext cx="462845" cy="584775"/>
          </a:xfrm>
          <a:prstGeom prst="rect">
            <a:avLst/>
          </a:prstGeom>
          <a:noFill/>
        </p:spPr>
        <p:txBody>
          <a:bodyPr wrap="square" rtlCol="0">
            <a:spAutoFit/>
          </a:bodyPr>
          <a:lstStyle/>
          <a:p>
            <a:pPr algn="ctr"/>
            <a:r>
              <a:rPr lang="en-US" sz="3200" dirty="0"/>
              <a:t>9</a:t>
            </a:r>
          </a:p>
        </p:txBody>
      </p:sp>
      <p:sp>
        <p:nvSpPr>
          <p:cNvPr id="34" name="TextBox 33">
            <a:extLst>
              <a:ext uri="{FF2B5EF4-FFF2-40B4-BE49-F238E27FC236}">
                <a16:creationId xmlns:a16="http://schemas.microsoft.com/office/drawing/2014/main" id="{EFAA6028-4409-ED8D-B627-54A2E3D4DC7B}"/>
              </a:ext>
            </a:extLst>
          </p:cNvPr>
          <p:cNvSpPr txBox="1"/>
          <p:nvPr/>
        </p:nvSpPr>
        <p:spPr>
          <a:xfrm>
            <a:off x="4645378" y="3406653"/>
            <a:ext cx="570089" cy="230832"/>
          </a:xfrm>
          <a:prstGeom prst="rect">
            <a:avLst/>
          </a:prstGeom>
          <a:noFill/>
        </p:spPr>
        <p:txBody>
          <a:bodyPr wrap="square" rtlCol="0">
            <a:spAutoFit/>
          </a:bodyPr>
          <a:lstStyle/>
          <a:p>
            <a:pPr algn="ctr"/>
            <a:r>
              <a:rPr lang="en-US" sz="900" dirty="0"/>
              <a:t>87</a:t>
            </a:r>
          </a:p>
        </p:txBody>
      </p:sp>
      <p:sp>
        <p:nvSpPr>
          <p:cNvPr id="35" name="TextBox 34">
            <a:extLst>
              <a:ext uri="{FF2B5EF4-FFF2-40B4-BE49-F238E27FC236}">
                <a16:creationId xmlns:a16="http://schemas.microsoft.com/office/drawing/2014/main" id="{FD0AEEF3-DB19-11A1-0FE2-379EB9B75CCB}"/>
              </a:ext>
            </a:extLst>
          </p:cNvPr>
          <p:cNvSpPr txBox="1"/>
          <p:nvPr/>
        </p:nvSpPr>
        <p:spPr>
          <a:xfrm>
            <a:off x="3640666" y="2404765"/>
            <a:ext cx="570089" cy="230832"/>
          </a:xfrm>
          <a:prstGeom prst="rect">
            <a:avLst/>
          </a:prstGeom>
          <a:noFill/>
        </p:spPr>
        <p:txBody>
          <a:bodyPr wrap="square" rtlCol="0">
            <a:spAutoFit/>
          </a:bodyPr>
          <a:lstStyle/>
          <a:p>
            <a:pPr algn="ctr"/>
            <a:r>
              <a:rPr lang="en-US" sz="900" dirty="0"/>
              <a:t>87</a:t>
            </a:r>
          </a:p>
        </p:txBody>
      </p:sp>
      <p:sp>
        <p:nvSpPr>
          <p:cNvPr id="38" name="TextBox 37">
            <a:extLst>
              <a:ext uri="{FF2B5EF4-FFF2-40B4-BE49-F238E27FC236}">
                <a16:creationId xmlns:a16="http://schemas.microsoft.com/office/drawing/2014/main" id="{C76D2891-52C3-C61D-4512-BF28B49C3056}"/>
              </a:ext>
            </a:extLst>
          </p:cNvPr>
          <p:cNvSpPr txBox="1"/>
          <p:nvPr/>
        </p:nvSpPr>
        <p:spPr>
          <a:xfrm>
            <a:off x="5650090" y="4408541"/>
            <a:ext cx="570089" cy="230832"/>
          </a:xfrm>
          <a:prstGeom prst="rect">
            <a:avLst/>
          </a:prstGeom>
          <a:noFill/>
        </p:spPr>
        <p:txBody>
          <a:bodyPr wrap="square" rtlCol="0">
            <a:spAutoFit/>
          </a:bodyPr>
          <a:lstStyle/>
          <a:p>
            <a:pPr algn="ctr"/>
            <a:r>
              <a:rPr lang="en-US" sz="900" dirty="0"/>
              <a:t>87</a:t>
            </a:r>
          </a:p>
        </p:txBody>
      </p:sp>
      <p:sp>
        <p:nvSpPr>
          <p:cNvPr id="39" name="TextBox 38">
            <a:extLst>
              <a:ext uri="{FF2B5EF4-FFF2-40B4-BE49-F238E27FC236}">
                <a16:creationId xmlns:a16="http://schemas.microsoft.com/office/drawing/2014/main" id="{11A49AC7-EC06-988C-C1B0-253F6F7F6F9D}"/>
              </a:ext>
            </a:extLst>
          </p:cNvPr>
          <p:cNvSpPr txBox="1"/>
          <p:nvPr/>
        </p:nvSpPr>
        <p:spPr>
          <a:xfrm>
            <a:off x="3217333" y="273455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A378E0E3-ED56-AA44-2FDA-54DA02BFA829}"/>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E3860539-301E-F81B-774B-2F7DD9FFBA33}"/>
              </a:ext>
            </a:extLst>
          </p:cNvPr>
          <p:cNvSpPr txBox="1"/>
          <p:nvPr/>
        </p:nvSpPr>
        <p:spPr>
          <a:xfrm>
            <a:off x="3716867" y="1727886"/>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42" name="TextBox 41">
            <a:extLst>
              <a:ext uri="{FF2B5EF4-FFF2-40B4-BE49-F238E27FC236}">
                <a16:creationId xmlns:a16="http://schemas.microsoft.com/office/drawing/2014/main" id="{776F7726-06ED-E5FC-F923-FEC0B7C38D0E}"/>
              </a:ext>
            </a:extLst>
          </p:cNvPr>
          <p:cNvSpPr txBox="1"/>
          <p:nvPr/>
        </p:nvSpPr>
        <p:spPr>
          <a:xfrm>
            <a:off x="4715935" y="2734556"/>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43" name="TextBox 42">
            <a:extLst>
              <a:ext uri="{FF2B5EF4-FFF2-40B4-BE49-F238E27FC236}">
                <a16:creationId xmlns:a16="http://schemas.microsoft.com/office/drawing/2014/main" id="{62C8A214-3F2E-72C4-0FD3-79B5D8B11015}"/>
              </a:ext>
            </a:extLst>
          </p:cNvPr>
          <p:cNvSpPr txBox="1"/>
          <p:nvPr/>
        </p:nvSpPr>
        <p:spPr>
          <a:xfrm>
            <a:off x="5215469" y="3237891"/>
            <a:ext cx="462845" cy="584775"/>
          </a:xfrm>
          <a:prstGeom prst="rect">
            <a:avLst/>
          </a:prstGeom>
          <a:solidFill>
            <a:schemeClr val="accent5">
              <a:lumMod val="75000"/>
              <a:alpha val="25000"/>
            </a:schemeClr>
          </a:solidFill>
        </p:spPr>
        <p:txBody>
          <a:bodyPr wrap="square" rtlCol="0">
            <a:spAutoFit/>
          </a:bodyPr>
          <a:lstStyle/>
          <a:p>
            <a:pPr algn="ctr"/>
            <a:r>
              <a:rPr lang="en-US" sz="3200" dirty="0"/>
              <a:t>6</a:t>
            </a:r>
          </a:p>
        </p:txBody>
      </p:sp>
      <p:sp>
        <p:nvSpPr>
          <p:cNvPr id="44" name="TextBox 43">
            <a:extLst>
              <a:ext uri="{FF2B5EF4-FFF2-40B4-BE49-F238E27FC236}">
                <a16:creationId xmlns:a16="http://schemas.microsoft.com/office/drawing/2014/main" id="{C2E27E65-96CE-9C19-7B81-1F5F64C0876C}"/>
              </a:ext>
            </a:extLst>
          </p:cNvPr>
          <p:cNvSpPr txBox="1"/>
          <p:nvPr/>
        </p:nvSpPr>
        <p:spPr>
          <a:xfrm>
            <a:off x="6214537" y="4244561"/>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45" name="TextBox 44">
            <a:extLst>
              <a:ext uri="{FF2B5EF4-FFF2-40B4-BE49-F238E27FC236}">
                <a16:creationId xmlns:a16="http://schemas.microsoft.com/office/drawing/2014/main" id="{E52971AF-453F-4718-8355-6460A9700EDA}"/>
              </a:ext>
            </a:extLst>
          </p:cNvPr>
          <p:cNvSpPr txBox="1"/>
          <p:nvPr/>
        </p:nvSpPr>
        <p:spPr>
          <a:xfrm>
            <a:off x="4216401" y="2231221"/>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51" name="TextBox 50">
            <a:extLst>
              <a:ext uri="{FF2B5EF4-FFF2-40B4-BE49-F238E27FC236}">
                <a16:creationId xmlns:a16="http://schemas.microsoft.com/office/drawing/2014/main" id="{52BC3EC2-4903-BC17-9549-8FF57976F90B}"/>
              </a:ext>
            </a:extLst>
          </p:cNvPr>
          <p:cNvSpPr txBox="1"/>
          <p:nvPr/>
        </p:nvSpPr>
        <p:spPr>
          <a:xfrm>
            <a:off x="5715003" y="3741226"/>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0F52970F-F625-15E8-37A9-87CAD77C31BE}"/>
              </a:ext>
            </a:extLst>
          </p:cNvPr>
          <p:cNvSpPr txBox="1"/>
          <p:nvPr/>
        </p:nvSpPr>
        <p:spPr>
          <a:xfrm>
            <a:off x="3640666" y="1903821"/>
            <a:ext cx="570089" cy="230832"/>
          </a:xfrm>
          <a:prstGeom prst="rect">
            <a:avLst/>
          </a:prstGeom>
          <a:noFill/>
        </p:spPr>
        <p:txBody>
          <a:bodyPr wrap="square" rtlCol="0">
            <a:spAutoFit/>
          </a:bodyPr>
          <a:lstStyle/>
          <a:p>
            <a:pPr algn="ctr"/>
            <a:r>
              <a:rPr lang="en-US" sz="900" dirty="0"/>
              <a:t>78</a:t>
            </a:r>
          </a:p>
        </p:txBody>
      </p:sp>
      <p:sp>
        <p:nvSpPr>
          <p:cNvPr id="53" name="TextBox 52">
            <a:extLst>
              <a:ext uri="{FF2B5EF4-FFF2-40B4-BE49-F238E27FC236}">
                <a16:creationId xmlns:a16="http://schemas.microsoft.com/office/drawing/2014/main" id="{C39DC527-51EF-F345-B506-02677980F438}"/>
              </a:ext>
            </a:extLst>
          </p:cNvPr>
          <p:cNvSpPr txBox="1"/>
          <p:nvPr/>
        </p:nvSpPr>
        <p:spPr>
          <a:xfrm>
            <a:off x="4645378" y="2905709"/>
            <a:ext cx="570089" cy="230832"/>
          </a:xfrm>
          <a:prstGeom prst="rect">
            <a:avLst/>
          </a:prstGeom>
          <a:noFill/>
        </p:spPr>
        <p:txBody>
          <a:bodyPr wrap="square" rtlCol="0">
            <a:spAutoFit/>
          </a:bodyPr>
          <a:lstStyle/>
          <a:p>
            <a:pPr algn="ctr"/>
            <a:r>
              <a:rPr lang="en-US" sz="900" dirty="0"/>
              <a:t>78</a:t>
            </a:r>
          </a:p>
        </p:txBody>
      </p:sp>
      <p:sp>
        <p:nvSpPr>
          <p:cNvPr id="55" name="TextBox 54">
            <a:extLst>
              <a:ext uri="{FF2B5EF4-FFF2-40B4-BE49-F238E27FC236}">
                <a16:creationId xmlns:a16="http://schemas.microsoft.com/office/drawing/2014/main" id="{2A31A27E-F3F0-1D3A-3EB6-14E86401AA7A}"/>
              </a:ext>
            </a:extLst>
          </p:cNvPr>
          <p:cNvSpPr txBox="1"/>
          <p:nvPr/>
        </p:nvSpPr>
        <p:spPr>
          <a:xfrm>
            <a:off x="6152446" y="4408541"/>
            <a:ext cx="570089" cy="230832"/>
          </a:xfrm>
          <a:prstGeom prst="rect">
            <a:avLst/>
          </a:prstGeom>
          <a:noFill/>
        </p:spPr>
        <p:txBody>
          <a:bodyPr wrap="square" rtlCol="0">
            <a:spAutoFit/>
          </a:bodyPr>
          <a:lstStyle/>
          <a:p>
            <a:pPr algn="ctr"/>
            <a:r>
              <a:rPr lang="en-US" sz="900" dirty="0"/>
              <a:t>78</a:t>
            </a:r>
          </a:p>
        </p:txBody>
      </p:sp>
      <p:sp>
        <p:nvSpPr>
          <p:cNvPr id="11" name="TextBox 10">
            <a:extLst>
              <a:ext uri="{FF2B5EF4-FFF2-40B4-BE49-F238E27FC236}">
                <a16:creationId xmlns:a16="http://schemas.microsoft.com/office/drawing/2014/main" id="{217DBCE7-52AF-8945-700C-2CC0A0AC273F}"/>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98ED29E7-5DA7-BCDF-BB2F-A121841F1EFC}"/>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1F6850B7-134E-ED90-B2B0-2262C179A8ED}"/>
              </a:ext>
            </a:extLst>
          </p:cNvPr>
          <p:cNvSpPr txBox="1"/>
          <p:nvPr/>
        </p:nvSpPr>
        <p:spPr>
          <a:xfrm>
            <a:off x="5215469" y="172788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4A417C91-7A55-9656-386B-5DA7A3BD96F8}"/>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0757A0A6-73CE-18A7-E428-F6D761A8B27A}"/>
              </a:ext>
            </a:extLst>
          </p:cNvPr>
          <p:cNvSpPr txBox="1"/>
          <p:nvPr/>
        </p:nvSpPr>
        <p:spPr>
          <a:xfrm>
            <a:off x="4715935" y="721216"/>
            <a:ext cx="462845" cy="584775"/>
          </a:xfrm>
          <a:prstGeom prst="rect">
            <a:avLst/>
          </a:prstGeom>
          <a:noFill/>
        </p:spPr>
        <p:txBody>
          <a:bodyPr wrap="square" rtlCol="0">
            <a:spAutoFit/>
          </a:bodyPr>
          <a:lstStyle/>
          <a:p>
            <a:pPr algn="ctr"/>
            <a:r>
              <a:rPr lang="en-US" sz="3200" dirty="0"/>
              <a:t>4</a:t>
            </a:r>
          </a:p>
        </p:txBody>
      </p:sp>
      <p:sp>
        <p:nvSpPr>
          <p:cNvPr id="28" name="TextBox 27">
            <a:extLst>
              <a:ext uri="{FF2B5EF4-FFF2-40B4-BE49-F238E27FC236}">
                <a16:creationId xmlns:a16="http://schemas.microsoft.com/office/drawing/2014/main" id="{3C53EB6B-E9F4-93DF-AE20-DDD2DC9EE232}"/>
              </a:ext>
            </a:extLst>
          </p:cNvPr>
          <p:cNvSpPr txBox="1"/>
          <p:nvPr/>
        </p:nvSpPr>
        <p:spPr>
          <a:xfrm>
            <a:off x="3217333" y="2231221"/>
            <a:ext cx="462845" cy="584775"/>
          </a:xfrm>
          <a:prstGeom prst="rect">
            <a:avLst/>
          </a:prstGeom>
          <a:solidFill>
            <a:srgbClr val="00B0F0">
              <a:alpha val="15000"/>
            </a:srgbClr>
          </a:solidFill>
        </p:spPr>
        <p:txBody>
          <a:bodyPr wrap="square" rtlCol="0">
            <a:spAutoFit/>
          </a:bodyPr>
          <a:lstStyle/>
          <a:p>
            <a:pPr algn="ctr"/>
            <a:r>
              <a:rPr lang="en-US" sz="3200" dirty="0"/>
              <a:t>6</a:t>
            </a:r>
          </a:p>
        </p:txBody>
      </p:sp>
      <p:sp>
        <p:nvSpPr>
          <p:cNvPr id="29" name="TextBox 28">
            <a:extLst>
              <a:ext uri="{FF2B5EF4-FFF2-40B4-BE49-F238E27FC236}">
                <a16:creationId xmlns:a16="http://schemas.microsoft.com/office/drawing/2014/main" id="{5EAFC9F8-F7DE-2BC7-0A93-5E4C0797C764}"/>
              </a:ext>
            </a:extLst>
          </p:cNvPr>
          <p:cNvSpPr txBox="1"/>
          <p:nvPr/>
        </p:nvSpPr>
        <p:spPr>
          <a:xfrm>
            <a:off x="3716867" y="2734556"/>
            <a:ext cx="462845" cy="584775"/>
          </a:xfrm>
          <a:prstGeom prst="rect">
            <a:avLst/>
          </a:prstGeom>
          <a:solidFill>
            <a:srgbClr val="00B0F0">
              <a:alpha val="15000"/>
            </a:srgbClr>
          </a:solidFill>
        </p:spPr>
        <p:txBody>
          <a:bodyPr wrap="square" rtlCol="0">
            <a:spAutoFit/>
          </a:bodyPr>
          <a:lstStyle/>
          <a:p>
            <a:pPr algn="ctr"/>
            <a:endParaRPr lang="en-US" sz="3200" dirty="0"/>
          </a:p>
        </p:txBody>
      </p:sp>
      <p:sp>
        <p:nvSpPr>
          <p:cNvPr id="32" name="TextBox 31">
            <a:extLst>
              <a:ext uri="{FF2B5EF4-FFF2-40B4-BE49-F238E27FC236}">
                <a16:creationId xmlns:a16="http://schemas.microsoft.com/office/drawing/2014/main" id="{53E92A68-FC58-C7AB-FB2B-0388BA6F0DE4}"/>
              </a:ext>
            </a:extLst>
          </p:cNvPr>
          <p:cNvSpPr txBox="1"/>
          <p:nvPr/>
        </p:nvSpPr>
        <p:spPr>
          <a:xfrm>
            <a:off x="4216401" y="3237891"/>
            <a:ext cx="462845" cy="584775"/>
          </a:xfrm>
          <a:prstGeom prst="rect">
            <a:avLst/>
          </a:prstGeom>
          <a:solidFill>
            <a:srgbClr val="00B0F0">
              <a:alpha val="15000"/>
            </a:srgbClr>
          </a:solidFill>
        </p:spPr>
        <p:txBody>
          <a:bodyPr wrap="square" rtlCol="0">
            <a:spAutoFit/>
          </a:bodyPr>
          <a:lstStyle/>
          <a:p>
            <a:pPr algn="ctr"/>
            <a:endParaRPr lang="en-US" sz="3200" dirty="0"/>
          </a:p>
        </p:txBody>
      </p:sp>
      <p:sp>
        <p:nvSpPr>
          <p:cNvPr id="33" name="TextBox 32">
            <a:extLst>
              <a:ext uri="{FF2B5EF4-FFF2-40B4-BE49-F238E27FC236}">
                <a16:creationId xmlns:a16="http://schemas.microsoft.com/office/drawing/2014/main" id="{73BC8BAE-F570-67A2-4E4C-F574AF21AA8F}"/>
              </a:ext>
            </a:extLst>
          </p:cNvPr>
          <p:cNvSpPr txBox="1"/>
          <p:nvPr/>
        </p:nvSpPr>
        <p:spPr>
          <a:xfrm>
            <a:off x="4715935" y="3741226"/>
            <a:ext cx="462845" cy="584775"/>
          </a:xfrm>
          <a:prstGeom prst="rect">
            <a:avLst/>
          </a:prstGeom>
          <a:solidFill>
            <a:srgbClr val="00B0F0">
              <a:alpha val="15000"/>
            </a:srgbClr>
          </a:solidFill>
        </p:spPr>
        <p:txBody>
          <a:bodyPr wrap="square" rtlCol="0">
            <a:spAutoFit/>
          </a:bodyPr>
          <a:lstStyle/>
          <a:p>
            <a:pPr algn="ctr"/>
            <a:endParaRPr lang="en-US" sz="3200" dirty="0"/>
          </a:p>
        </p:txBody>
      </p:sp>
      <p:sp>
        <p:nvSpPr>
          <p:cNvPr id="36" name="TextBox 35">
            <a:extLst>
              <a:ext uri="{FF2B5EF4-FFF2-40B4-BE49-F238E27FC236}">
                <a16:creationId xmlns:a16="http://schemas.microsoft.com/office/drawing/2014/main" id="{F6CD7FAB-613B-A35D-EEFC-747C87BE3C3F}"/>
              </a:ext>
            </a:extLst>
          </p:cNvPr>
          <p:cNvSpPr txBox="1"/>
          <p:nvPr/>
        </p:nvSpPr>
        <p:spPr>
          <a:xfrm>
            <a:off x="5215469" y="4244561"/>
            <a:ext cx="462845" cy="584775"/>
          </a:xfrm>
          <a:prstGeom prst="rect">
            <a:avLst/>
          </a:prstGeom>
          <a:solidFill>
            <a:srgbClr val="00B0F0">
              <a:alpha val="15000"/>
            </a:srgbClr>
          </a:solidFill>
        </p:spPr>
        <p:txBody>
          <a:bodyPr wrap="square" rtlCol="0">
            <a:spAutoFit/>
          </a:bodyPr>
          <a:lstStyle/>
          <a:p>
            <a:pPr algn="ctr"/>
            <a:r>
              <a:rPr lang="en-US" sz="3200" dirty="0"/>
              <a:t>9</a:t>
            </a:r>
          </a:p>
        </p:txBody>
      </p:sp>
      <p:sp>
        <p:nvSpPr>
          <p:cNvPr id="37" name="TextBox 36">
            <a:extLst>
              <a:ext uri="{FF2B5EF4-FFF2-40B4-BE49-F238E27FC236}">
                <a16:creationId xmlns:a16="http://schemas.microsoft.com/office/drawing/2014/main" id="{1347A9D6-70B1-9FE7-F269-382CEE11FDAF}"/>
              </a:ext>
            </a:extLst>
          </p:cNvPr>
          <p:cNvSpPr txBox="1"/>
          <p:nvPr/>
        </p:nvSpPr>
        <p:spPr>
          <a:xfrm>
            <a:off x="3640666" y="2905709"/>
            <a:ext cx="570089" cy="230832"/>
          </a:xfrm>
          <a:prstGeom prst="rect">
            <a:avLst/>
          </a:prstGeom>
          <a:noFill/>
        </p:spPr>
        <p:txBody>
          <a:bodyPr wrap="square" rtlCol="0">
            <a:spAutoFit/>
          </a:bodyPr>
          <a:lstStyle/>
          <a:p>
            <a:pPr algn="ctr"/>
            <a:r>
              <a:rPr lang="en-US" sz="900" dirty="0"/>
              <a:t>25</a:t>
            </a:r>
          </a:p>
        </p:txBody>
      </p:sp>
      <p:sp>
        <p:nvSpPr>
          <p:cNvPr id="54" name="TextBox 53">
            <a:extLst>
              <a:ext uri="{FF2B5EF4-FFF2-40B4-BE49-F238E27FC236}">
                <a16:creationId xmlns:a16="http://schemas.microsoft.com/office/drawing/2014/main" id="{091E019D-74DB-EA7E-25DB-0AE7004E64E0}"/>
              </a:ext>
            </a:extLst>
          </p:cNvPr>
          <p:cNvSpPr txBox="1"/>
          <p:nvPr/>
        </p:nvSpPr>
        <p:spPr>
          <a:xfrm>
            <a:off x="4143022" y="3406653"/>
            <a:ext cx="570089" cy="230832"/>
          </a:xfrm>
          <a:prstGeom prst="rect">
            <a:avLst/>
          </a:prstGeom>
          <a:noFill/>
        </p:spPr>
        <p:txBody>
          <a:bodyPr wrap="square" rtlCol="0">
            <a:spAutoFit/>
          </a:bodyPr>
          <a:lstStyle/>
          <a:p>
            <a:pPr algn="ctr"/>
            <a:r>
              <a:rPr lang="en-US" sz="900" dirty="0"/>
              <a:t>578</a:t>
            </a:r>
          </a:p>
        </p:txBody>
      </p:sp>
      <p:sp>
        <p:nvSpPr>
          <p:cNvPr id="56" name="TextBox 55">
            <a:extLst>
              <a:ext uri="{FF2B5EF4-FFF2-40B4-BE49-F238E27FC236}">
                <a16:creationId xmlns:a16="http://schemas.microsoft.com/office/drawing/2014/main" id="{6CFFD4E7-9656-CB36-B85A-A08BA3C30C74}"/>
              </a:ext>
            </a:extLst>
          </p:cNvPr>
          <p:cNvSpPr txBox="1"/>
          <p:nvPr/>
        </p:nvSpPr>
        <p:spPr>
          <a:xfrm>
            <a:off x="4645378" y="3907597"/>
            <a:ext cx="570089" cy="230832"/>
          </a:xfrm>
          <a:prstGeom prst="rect">
            <a:avLst/>
          </a:prstGeom>
          <a:noFill/>
        </p:spPr>
        <p:txBody>
          <a:bodyPr wrap="square" rtlCol="0">
            <a:spAutoFit/>
          </a:bodyPr>
          <a:lstStyle/>
          <a:p>
            <a:pPr algn="ctr"/>
            <a:r>
              <a:rPr lang="en-US" sz="900" dirty="0"/>
              <a:t>56</a:t>
            </a:r>
          </a:p>
        </p:txBody>
      </p:sp>
      <p:sp>
        <p:nvSpPr>
          <p:cNvPr id="27" name="TextBox 26">
            <a:extLst>
              <a:ext uri="{FF2B5EF4-FFF2-40B4-BE49-F238E27FC236}">
                <a16:creationId xmlns:a16="http://schemas.microsoft.com/office/drawing/2014/main" id="{3724AAD0-5744-322C-5DA3-9186213B75E8}"/>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D57D04D6-1F35-EE31-3426-FD65BEA0C1D9}"/>
              </a:ext>
            </a:extLst>
          </p:cNvPr>
          <p:cNvSpPr txBox="1"/>
          <p:nvPr/>
        </p:nvSpPr>
        <p:spPr>
          <a:xfrm>
            <a:off x="4216401" y="3741226"/>
            <a:ext cx="462845" cy="584775"/>
          </a:xfrm>
          <a:prstGeom prst="rect">
            <a:avLst/>
          </a:prstGeom>
          <a:noFill/>
        </p:spPr>
        <p:txBody>
          <a:bodyPr wrap="square" rtlCol="0">
            <a:spAutoFit/>
          </a:bodyPr>
          <a:lstStyle/>
          <a:p>
            <a:pPr algn="ctr"/>
            <a:r>
              <a:rPr lang="en-US" sz="3200" dirty="0"/>
              <a:t>9</a:t>
            </a:r>
          </a:p>
        </p:txBody>
      </p:sp>
      <p:sp>
        <p:nvSpPr>
          <p:cNvPr id="59" name="TextBox 58">
            <a:extLst>
              <a:ext uri="{FF2B5EF4-FFF2-40B4-BE49-F238E27FC236}">
                <a16:creationId xmlns:a16="http://schemas.microsoft.com/office/drawing/2014/main" id="{57E78B6F-780D-F4B3-1382-A868CE4EDFE7}"/>
              </a:ext>
            </a:extLst>
          </p:cNvPr>
          <p:cNvSpPr txBox="1"/>
          <p:nvPr/>
        </p:nvSpPr>
        <p:spPr>
          <a:xfrm>
            <a:off x="3138310" y="3907597"/>
            <a:ext cx="570089" cy="230832"/>
          </a:xfrm>
          <a:prstGeom prst="rect">
            <a:avLst/>
          </a:prstGeom>
          <a:noFill/>
        </p:spPr>
        <p:txBody>
          <a:bodyPr wrap="square" rtlCol="0">
            <a:spAutoFit/>
          </a:bodyPr>
          <a:lstStyle/>
          <a:p>
            <a:pPr algn="ctr"/>
            <a:r>
              <a:rPr lang="en-US" sz="900" dirty="0"/>
              <a:t>78</a:t>
            </a:r>
          </a:p>
        </p:txBody>
      </p:sp>
      <p:sp>
        <p:nvSpPr>
          <p:cNvPr id="60" name="TextBox 59">
            <a:extLst>
              <a:ext uri="{FF2B5EF4-FFF2-40B4-BE49-F238E27FC236}">
                <a16:creationId xmlns:a16="http://schemas.microsoft.com/office/drawing/2014/main" id="{F0CE98C6-DB99-7561-9811-62E6F78BC8A8}"/>
              </a:ext>
            </a:extLst>
          </p:cNvPr>
          <p:cNvSpPr txBox="1"/>
          <p:nvPr/>
        </p:nvSpPr>
        <p:spPr>
          <a:xfrm>
            <a:off x="3640666" y="4408541"/>
            <a:ext cx="570089" cy="230832"/>
          </a:xfrm>
          <a:prstGeom prst="rect">
            <a:avLst/>
          </a:prstGeom>
          <a:noFill/>
        </p:spPr>
        <p:txBody>
          <a:bodyPr wrap="square" rtlCol="0">
            <a:spAutoFit/>
          </a:bodyPr>
          <a:lstStyle/>
          <a:p>
            <a:pPr algn="ctr"/>
            <a:r>
              <a:rPr lang="en-US" sz="900" dirty="0"/>
              <a:t>234</a:t>
            </a:r>
          </a:p>
        </p:txBody>
      </p:sp>
      <p:sp>
        <p:nvSpPr>
          <p:cNvPr id="62" name="TextBox 61">
            <a:extLst>
              <a:ext uri="{FF2B5EF4-FFF2-40B4-BE49-F238E27FC236}">
                <a16:creationId xmlns:a16="http://schemas.microsoft.com/office/drawing/2014/main" id="{BA9D9783-5B87-C3B4-B988-B4712B7CBED5}"/>
              </a:ext>
            </a:extLst>
          </p:cNvPr>
          <p:cNvSpPr txBox="1"/>
          <p:nvPr/>
        </p:nvSpPr>
        <p:spPr>
          <a:xfrm>
            <a:off x="3138310" y="4408541"/>
            <a:ext cx="570089" cy="230832"/>
          </a:xfrm>
          <a:prstGeom prst="rect">
            <a:avLst/>
          </a:prstGeom>
          <a:noFill/>
        </p:spPr>
        <p:txBody>
          <a:bodyPr wrap="square" rtlCol="0">
            <a:spAutoFit/>
          </a:bodyPr>
          <a:lstStyle/>
          <a:p>
            <a:pPr algn="ctr"/>
            <a:r>
              <a:rPr lang="en-US" sz="900" dirty="0"/>
              <a:t>24</a:t>
            </a:r>
          </a:p>
        </p:txBody>
      </p:sp>
      <p:sp>
        <p:nvSpPr>
          <p:cNvPr id="63" name="TextBox 62">
            <a:extLst>
              <a:ext uri="{FF2B5EF4-FFF2-40B4-BE49-F238E27FC236}">
                <a16:creationId xmlns:a16="http://schemas.microsoft.com/office/drawing/2014/main" id="{03F1CAF9-58C1-C790-98AD-1F544E606FDC}"/>
              </a:ext>
            </a:extLst>
          </p:cNvPr>
          <p:cNvSpPr txBox="1"/>
          <p:nvPr/>
        </p:nvSpPr>
        <p:spPr>
          <a:xfrm>
            <a:off x="3640666" y="4909484"/>
            <a:ext cx="570089" cy="230832"/>
          </a:xfrm>
          <a:prstGeom prst="rect">
            <a:avLst/>
          </a:prstGeom>
          <a:noFill/>
        </p:spPr>
        <p:txBody>
          <a:bodyPr wrap="square" rtlCol="0">
            <a:spAutoFit/>
          </a:bodyPr>
          <a:lstStyle/>
          <a:p>
            <a:pPr algn="ctr"/>
            <a:r>
              <a:rPr lang="en-US" sz="900" dirty="0"/>
              <a:t>234</a:t>
            </a:r>
          </a:p>
        </p:txBody>
      </p:sp>
      <p:sp>
        <p:nvSpPr>
          <p:cNvPr id="64" name="TextBox 63">
            <a:extLst>
              <a:ext uri="{FF2B5EF4-FFF2-40B4-BE49-F238E27FC236}">
                <a16:creationId xmlns:a16="http://schemas.microsoft.com/office/drawing/2014/main" id="{7EDC102C-9BD4-A3AE-65AC-A50A09B9BA3C}"/>
              </a:ext>
            </a:extLst>
          </p:cNvPr>
          <p:cNvSpPr txBox="1"/>
          <p:nvPr/>
        </p:nvSpPr>
        <p:spPr>
          <a:xfrm>
            <a:off x="4143022" y="4909484"/>
            <a:ext cx="570089" cy="230832"/>
          </a:xfrm>
          <a:prstGeom prst="rect">
            <a:avLst/>
          </a:prstGeom>
          <a:noFill/>
        </p:spPr>
        <p:txBody>
          <a:bodyPr wrap="square" rtlCol="0">
            <a:spAutoFit/>
          </a:bodyPr>
          <a:lstStyle/>
          <a:p>
            <a:pPr algn="ctr"/>
            <a:r>
              <a:rPr lang="en-US" sz="900" dirty="0"/>
              <a:t>87</a:t>
            </a:r>
          </a:p>
        </p:txBody>
      </p:sp>
      <p:sp>
        <p:nvSpPr>
          <p:cNvPr id="65" name="TextBox 64">
            <a:extLst>
              <a:ext uri="{FF2B5EF4-FFF2-40B4-BE49-F238E27FC236}">
                <a16:creationId xmlns:a16="http://schemas.microsoft.com/office/drawing/2014/main" id="{8395AB86-2ADE-113B-EB8A-BCEEA1B06EA8}"/>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66" name="TextBox 65">
            <a:extLst>
              <a:ext uri="{FF2B5EF4-FFF2-40B4-BE49-F238E27FC236}">
                <a16:creationId xmlns:a16="http://schemas.microsoft.com/office/drawing/2014/main" id="{92467428-19DE-1F4A-138A-487EA72DADA0}"/>
              </a:ext>
            </a:extLst>
          </p:cNvPr>
          <p:cNvSpPr txBox="1"/>
          <p:nvPr/>
        </p:nvSpPr>
        <p:spPr>
          <a:xfrm>
            <a:off x="3716867" y="3741226"/>
            <a:ext cx="462845" cy="584775"/>
          </a:xfrm>
          <a:prstGeom prst="rect">
            <a:avLst/>
          </a:prstGeom>
          <a:noFill/>
        </p:spPr>
        <p:txBody>
          <a:bodyPr wrap="square" rtlCol="0">
            <a:spAutoFit/>
          </a:bodyPr>
          <a:lstStyle/>
          <a:p>
            <a:pPr algn="ctr"/>
            <a:r>
              <a:rPr lang="en-US" sz="3200" dirty="0"/>
              <a:t>6</a:t>
            </a:r>
          </a:p>
        </p:txBody>
      </p:sp>
      <p:sp>
        <p:nvSpPr>
          <p:cNvPr id="67" name="TextBox 66">
            <a:extLst>
              <a:ext uri="{FF2B5EF4-FFF2-40B4-BE49-F238E27FC236}">
                <a16:creationId xmlns:a16="http://schemas.microsoft.com/office/drawing/2014/main" id="{EA4C8640-5157-6817-EA8C-84DB77EEE052}"/>
              </a:ext>
            </a:extLst>
          </p:cNvPr>
          <p:cNvSpPr txBox="1"/>
          <p:nvPr/>
        </p:nvSpPr>
        <p:spPr>
          <a:xfrm>
            <a:off x="4216401" y="4244561"/>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2191165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5ECAE4-F222-FD64-4BD8-35F2BEBD254D}"/>
            </a:ext>
          </a:extLst>
        </p:cNvPr>
        <p:cNvGrpSpPr/>
        <p:nvPr/>
      </p:nvGrpSpPr>
      <p:grpSpPr>
        <a:xfrm>
          <a:off x="0" y="0"/>
          <a:ext cx="0" cy="0"/>
          <a:chOff x="0" y="0"/>
          <a:chExt cx="0" cy="0"/>
        </a:xfrm>
      </p:grpSpPr>
      <p:sp>
        <p:nvSpPr>
          <p:cNvPr id="46" name="TextBox 45">
            <a:extLst>
              <a:ext uri="{FF2B5EF4-FFF2-40B4-BE49-F238E27FC236}">
                <a16:creationId xmlns:a16="http://schemas.microsoft.com/office/drawing/2014/main" id="{1CA7D949-9957-41A4-FCBF-798EFFCB34CC}"/>
              </a:ext>
            </a:extLst>
          </p:cNvPr>
          <p:cNvSpPr txBox="1"/>
          <p:nvPr/>
        </p:nvSpPr>
        <p:spPr>
          <a:xfrm>
            <a:off x="3716867" y="2231221"/>
            <a:ext cx="462845" cy="584775"/>
          </a:xfrm>
          <a:prstGeom prst="rect">
            <a:avLst/>
          </a:prstGeom>
          <a:solidFill>
            <a:srgbClr val="FF0000">
              <a:alpha val="15000"/>
            </a:srgbClr>
          </a:solidFill>
        </p:spPr>
        <p:txBody>
          <a:bodyPr wrap="square" rtlCol="0">
            <a:spAutoFit/>
          </a:bodyPr>
          <a:lstStyle/>
          <a:p>
            <a:pPr algn="ctr"/>
            <a:endParaRPr lang="en-US" sz="3200" dirty="0"/>
          </a:p>
        </p:txBody>
      </p:sp>
      <p:sp>
        <p:nvSpPr>
          <p:cNvPr id="47" name="TextBox 46">
            <a:extLst>
              <a:ext uri="{FF2B5EF4-FFF2-40B4-BE49-F238E27FC236}">
                <a16:creationId xmlns:a16="http://schemas.microsoft.com/office/drawing/2014/main" id="{D1A1C01E-37CC-8F8E-90BE-92686AEBFD03}"/>
              </a:ext>
            </a:extLst>
          </p:cNvPr>
          <p:cNvSpPr txBox="1"/>
          <p:nvPr/>
        </p:nvSpPr>
        <p:spPr>
          <a:xfrm>
            <a:off x="4216401" y="2734556"/>
            <a:ext cx="462845" cy="584775"/>
          </a:xfrm>
          <a:prstGeom prst="rect">
            <a:avLst/>
          </a:prstGeom>
          <a:solidFill>
            <a:srgbClr val="FF0000">
              <a:alpha val="15000"/>
            </a:srgbClr>
          </a:solid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49053691-D2D5-8DF3-2F8E-AB10D0C929AA}"/>
              </a:ext>
            </a:extLst>
          </p:cNvPr>
          <p:cNvSpPr txBox="1"/>
          <p:nvPr/>
        </p:nvSpPr>
        <p:spPr>
          <a:xfrm>
            <a:off x="4715935" y="3237891"/>
            <a:ext cx="462845" cy="584775"/>
          </a:xfrm>
          <a:prstGeom prst="rect">
            <a:avLst/>
          </a:prstGeom>
          <a:solidFill>
            <a:srgbClr val="FF0000">
              <a:alpha val="15000"/>
            </a:srgbClr>
          </a:solidFill>
        </p:spPr>
        <p:txBody>
          <a:bodyPr wrap="square" rtlCol="0">
            <a:spAutoFit/>
          </a:bodyPr>
          <a:lstStyle/>
          <a:p>
            <a:pPr algn="ctr"/>
            <a:endParaRPr lang="en-US" sz="3200" dirty="0"/>
          </a:p>
        </p:txBody>
      </p:sp>
      <p:sp>
        <p:nvSpPr>
          <p:cNvPr id="49" name="TextBox 48">
            <a:extLst>
              <a:ext uri="{FF2B5EF4-FFF2-40B4-BE49-F238E27FC236}">
                <a16:creationId xmlns:a16="http://schemas.microsoft.com/office/drawing/2014/main" id="{4ED109DE-59C4-BEB9-E290-EFB6502461EB}"/>
              </a:ext>
            </a:extLst>
          </p:cNvPr>
          <p:cNvSpPr txBox="1"/>
          <p:nvPr/>
        </p:nvSpPr>
        <p:spPr>
          <a:xfrm>
            <a:off x="5215469" y="3741226"/>
            <a:ext cx="462845" cy="584775"/>
          </a:xfrm>
          <a:prstGeom prst="rect">
            <a:avLst/>
          </a:prstGeom>
          <a:solidFill>
            <a:srgbClr val="FF0000">
              <a:alpha val="15000"/>
            </a:srgbClr>
          </a:solidFill>
        </p:spPr>
        <p:txBody>
          <a:bodyPr wrap="square" rtlCol="0">
            <a:spAutoFit/>
          </a:bodyPr>
          <a:lstStyle/>
          <a:p>
            <a:pPr algn="ctr"/>
            <a:r>
              <a:rPr lang="en-US" sz="3200" dirty="0"/>
              <a:t>4</a:t>
            </a:r>
          </a:p>
        </p:txBody>
      </p:sp>
      <p:sp>
        <p:nvSpPr>
          <p:cNvPr id="50" name="TextBox 49">
            <a:extLst>
              <a:ext uri="{FF2B5EF4-FFF2-40B4-BE49-F238E27FC236}">
                <a16:creationId xmlns:a16="http://schemas.microsoft.com/office/drawing/2014/main" id="{9769902E-1207-5C0F-BAF8-799B27B1A761}"/>
              </a:ext>
            </a:extLst>
          </p:cNvPr>
          <p:cNvSpPr txBox="1"/>
          <p:nvPr/>
        </p:nvSpPr>
        <p:spPr>
          <a:xfrm>
            <a:off x="5715003" y="4244561"/>
            <a:ext cx="462845" cy="584775"/>
          </a:xfrm>
          <a:prstGeom prst="rect">
            <a:avLst/>
          </a:prstGeom>
          <a:solidFill>
            <a:srgbClr val="FF0000">
              <a:alpha val="15000"/>
            </a:srgbClr>
          </a:solidFill>
        </p:spPr>
        <p:txBody>
          <a:bodyPr wrap="square" rtlCol="0">
            <a:spAutoFit/>
          </a:bodyPr>
          <a:lstStyle/>
          <a:p>
            <a:pPr algn="ctr"/>
            <a:endParaRPr lang="en-US" sz="3200" dirty="0"/>
          </a:p>
        </p:txBody>
      </p:sp>
      <p:sp>
        <p:nvSpPr>
          <p:cNvPr id="2" name="Content Placeholder 1">
            <a:extLst>
              <a:ext uri="{FF2B5EF4-FFF2-40B4-BE49-F238E27FC236}">
                <a16:creationId xmlns:a16="http://schemas.microsoft.com/office/drawing/2014/main" id="{BE3EB850-E8EA-49C7-7583-B13C6651869B}"/>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AE3D005E-F49F-BDE7-C6D3-3A348BBEC64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CEB96CA8-70F1-67DC-E9B1-569D34FF0DB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8E5C578-4BE8-80B1-3090-992D05AA73C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659117C-D806-0BD4-6003-4FA3D371EA77}"/>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0208788D-B566-9129-AA88-CC140F67F3BA}"/>
              </a:ext>
            </a:extLst>
          </p:cNvPr>
          <p:cNvSpPr txBox="1"/>
          <p:nvPr/>
        </p:nvSpPr>
        <p:spPr>
          <a:xfrm>
            <a:off x="7213604" y="4747898"/>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810A6267-67A3-D1CA-2382-A7B3F2FBCB27}"/>
              </a:ext>
            </a:extLst>
          </p:cNvPr>
          <p:cNvSpPr txBox="1"/>
          <p:nvPr/>
        </p:nvSpPr>
        <p:spPr>
          <a:xfrm>
            <a:off x="4645378" y="2404765"/>
            <a:ext cx="570089" cy="230832"/>
          </a:xfrm>
          <a:prstGeom prst="rect">
            <a:avLst/>
          </a:prstGeom>
          <a:noFill/>
        </p:spPr>
        <p:txBody>
          <a:bodyPr wrap="square" rtlCol="0">
            <a:spAutoFit/>
          </a:bodyPr>
          <a:lstStyle/>
          <a:p>
            <a:pPr algn="ctr"/>
            <a:r>
              <a:rPr lang="en-US" sz="900" dirty="0"/>
              <a:t>23</a:t>
            </a:r>
          </a:p>
        </p:txBody>
      </p:sp>
      <p:sp>
        <p:nvSpPr>
          <p:cNvPr id="12" name="TextBox 11">
            <a:extLst>
              <a:ext uri="{FF2B5EF4-FFF2-40B4-BE49-F238E27FC236}">
                <a16:creationId xmlns:a16="http://schemas.microsoft.com/office/drawing/2014/main" id="{FDB00AC4-E19C-DA0C-7C7E-F93DC2741F97}"/>
              </a:ext>
            </a:extLst>
          </p:cNvPr>
          <p:cNvSpPr txBox="1"/>
          <p:nvPr/>
        </p:nvSpPr>
        <p:spPr>
          <a:xfrm>
            <a:off x="5650090" y="3406653"/>
            <a:ext cx="570089" cy="230832"/>
          </a:xfrm>
          <a:prstGeom prst="rect">
            <a:avLst/>
          </a:prstGeom>
          <a:noFill/>
        </p:spPr>
        <p:txBody>
          <a:bodyPr wrap="square" rtlCol="0">
            <a:spAutoFit/>
          </a:bodyPr>
          <a:lstStyle/>
          <a:p>
            <a:pPr algn="ctr"/>
            <a:r>
              <a:rPr lang="en-US" sz="900" dirty="0"/>
              <a:t>32</a:t>
            </a:r>
          </a:p>
        </p:txBody>
      </p:sp>
      <p:sp>
        <p:nvSpPr>
          <p:cNvPr id="15" name="TextBox 14">
            <a:extLst>
              <a:ext uri="{FF2B5EF4-FFF2-40B4-BE49-F238E27FC236}">
                <a16:creationId xmlns:a16="http://schemas.microsoft.com/office/drawing/2014/main" id="{2CA13EEA-F3E9-4929-9A3A-B6B80649A86B}"/>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AC1425D1-DC3F-A4EF-6629-56401A6BCEEE}"/>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17" name="TextBox 16">
            <a:extLst>
              <a:ext uri="{FF2B5EF4-FFF2-40B4-BE49-F238E27FC236}">
                <a16:creationId xmlns:a16="http://schemas.microsoft.com/office/drawing/2014/main" id="{BD6162F2-D438-EA06-4C58-BE64F5659978}"/>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D89C37BA-4AFC-436A-D9F0-201400EFC1A5}"/>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D167B9F5-98DD-66CE-AAAE-0B35A1C35B6B}"/>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B33B06DE-7C5C-6B1B-6469-2D6BE1934DED}"/>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295ED205-8E08-3672-9D17-5DFD8CADAB77}"/>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E85DE40C-29F4-9AB6-EE58-B647DA811F78}"/>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6FB8B33C-B91D-F813-A9AA-F065884B8806}"/>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245FCF49-0A2C-F0D2-A4FB-AD4F41D5AA07}"/>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232D33EA-FA77-0466-1A32-0B6955B7304D}"/>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D48DCFEB-53FB-ADCC-0498-081792674F72}"/>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B4A7885A-37DF-6E24-2BD5-48AC816DF60C}"/>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AA5606BF-505C-37F2-0CBE-7C178526A763}"/>
              </a:ext>
            </a:extLst>
          </p:cNvPr>
          <p:cNvSpPr txBox="1"/>
          <p:nvPr/>
        </p:nvSpPr>
        <p:spPr>
          <a:xfrm>
            <a:off x="5715003" y="2231221"/>
            <a:ext cx="462845" cy="584775"/>
          </a:xfrm>
          <a:prstGeom prst="rect">
            <a:avLst/>
          </a:prstGeom>
          <a:noFill/>
        </p:spPr>
        <p:txBody>
          <a:bodyPr wrap="square" rtlCol="0">
            <a:spAutoFit/>
          </a:bodyPr>
          <a:lstStyle/>
          <a:p>
            <a:pPr algn="ctr"/>
            <a:r>
              <a:rPr lang="en-US" sz="3200" dirty="0"/>
              <a:t>9</a:t>
            </a:r>
          </a:p>
        </p:txBody>
      </p:sp>
      <p:sp>
        <p:nvSpPr>
          <p:cNvPr id="34" name="TextBox 33">
            <a:extLst>
              <a:ext uri="{FF2B5EF4-FFF2-40B4-BE49-F238E27FC236}">
                <a16:creationId xmlns:a16="http://schemas.microsoft.com/office/drawing/2014/main" id="{29C1A80F-B040-F61F-FD90-7B371A73B766}"/>
              </a:ext>
            </a:extLst>
          </p:cNvPr>
          <p:cNvSpPr txBox="1"/>
          <p:nvPr/>
        </p:nvSpPr>
        <p:spPr>
          <a:xfrm>
            <a:off x="4645378" y="3406653"/>
            <a:ext cx="570089" cy="230832"/>
          </a:xfrm>
          <a:prstGeom prst="rect">
            <a:avLst/>
          </a:prstGeom>
          <a:noFill/>
        </p:spPr>
        <p:txBody>
          <a:bodyPr wrap="square" rtlCol="0">
            <a:spAutoFit/>
          </a:bodyPr>
          <a:lstStyle/>
          <a:p>
            <a:pPr algn="ctr"/>
            <a:r>
              <a:rPr lang="en-US" sz="900" dirty="0"/>
              <a:t>87</a:t>
            </a:r>
          </a:p>
        </p:txBody>
      </p:sp>
      <p:sp>
        <p:nvSpPr>
          <p:cNvPr id="35" name="TextBox 34">
            <a:extLst>
              <a:ext uri="{FF2B5EF4-FFF2-40B4-BE49-F238E27FC236}">
                <a16:creationId xmlns:a16="http://schemas.microsoft.com/office/drawing/2014/main" id="{81DB1ABB-8F8B-8EA4-303A-CFD904B6AF71}"/>
              </a:ext>
            </a:extLst>
          </p:cNvPr>
          <p:cNvSpPr txBox="1"/>
          <p:nvPr/>
        </p:nvSpPr>
        <p:spPr>
          <a:xfrm>
            <a:off x="3640666" y="2404765"/>
            <a:ext cx="570089" cy="230832"/>
          </a:xfrm>
          <a:prstGeom prst="rect">
            <a:avLst/>
          </a:prstGeom>
          <a:noFill/>
        </p:spPr>
        <p:txBody>
          <a:bodyPr wrap="square" rtlCol="0">
            <a:spAutoFit/>
          </a:bodyPr>
          <a:lstStyle/>
          <a:p>
            <a:pPr algn="ctr"/>
            <a:r>
              <a:rPr lang="en-US" sz="900" dirty="0"/>
              <a:t>87</a:t>
            </a:r>
          </a:p>
        </p:txBody>
      </p:sp>
      <p:sp>
        <p:nvSpPr>
          <p:cNvPr id="38" name="TextBox 37">
            <a:extLst>
              <a:ext uri="{FF2B5EF4-FFF2-40B4-BE49-F238E27FC236}">
                <a16:creationId xmlns:a16="http://schemas.microsoft.com/office/drawing/2014/main" id="{7B1A5BAF-78F2-2FCC-3BA3-AC642D2E4D3C}"/>
              </a:ext>
            </a:extLst>
          </p:cNvPr>
          <p:cNvSpPr txBox="1"/>
          <p:nvPr/>
        </p:nvSpPr>
        <p:spPr>
          <a:xfrm>
            <a:off x="5650090" y="4408541"/>
            <a:ext cx="570089" cy="230832"/>
          </a:xfrm>
          <a:prstGeom prst="rect">
            <a:avLst/>
          </a:prstGeom>
          <a:noFill/>
        </p:spPr>
        <p:txBody>
          <a:bodyPr wrap="square" rtlCol="0">
            <a:spAutoFit/>
          </a:bodyPr>
          <a:lstStyle/>
          <a:p>
            <a:pPr algn="ctr"/>
            <a:r>
              <a:rPr lang="en-US" sz="900" dirty="0"/>
              <a:t>87</a:t>
            </a:r>
          </a:p>
        </p:txBody>
      </p:sp>
      <p:sp>
        <p:nvSpPr>
          <p:cNvPr id="39" name="TextBox 38">
            <a:extLst>
              <a:ext uri="{FF2B5EF4-FFF2-40B4-BE49-F238E27FC236}">
                <a16:creationId xmlns:a16="http://schemas.microsoft.com/office/drawing/2014/main" id="{7B7FC133-84F9-7783-9E91-D37259BA8789}"/>
              </a:ext>
            </a:extLst>
          </p:cNvPr>
          <p:cNvSpPr txBox="1"/>
          <p:nvPr/>
        </p:nvSpPr>
        <p:spPr>
          <a:xfrm>
            <a:off x="3217333" y="273455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27985AD6-5D23-0B9B-AB4F-00351BC31714}"/>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40FE5960-D5E8-F11E-A27C-EB5EADAB4233}"/>
              </a:ext>
            </a:extLst>
          </p:cNvPr>
          <p:cNvSpPr txBox="1"/>
          <p:nvPr/>
        </p:nvSpPr>
        <p:spPr>
          <a:xfrm>
            <a:off x="3716867" y="1727886"/>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42" name="TextBox 41">
            <a:extLst>
              <a:ext uri="{FF2B5EF4-FFF2-40B4-BE49-F238E27FC236}">
                <a16:creationId xmlns:a16="http://schemas.microsoft.com/office/drawing/2014/main" id="{C8C36623-03AC-4F60-EC68-34373CCEA576}"/>
              </a:ext>
            </a:extLst>
          </p:cNvPr>
          <p:cNvSpPr txBox="1"/>
          <p:nvPr/>
        </p:nvSpPr>
        <p:spPr>
          <a:xfrm>
            <a:off x="4715935" y="2734556"/>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43" name="TextBox 42">
            <a:extLst>
              <a:ext uri="{FF2B5EF4-FFF2-40B4-BE49-F238E27FC236}">
                <a16:creationId xmlns:a16="http://schemas.microsoft.com/office/drawing/2014/main" id="{D909EFC9-730E-B76B-5C88-56BAFA779AF8}"/>
              </a:ext>
            </a:extLst>
          </p:cNvPr>
          <p:cNvSpPr txBox="1"/>
          <p:nvPr/>
        </p:nvSpPr>
        <p:spPr>
          <a:xfrm>
            <a:off x="5215469" y="3237891"/>
            <a:ext cx="462845" cy="584775"/>
          </a:xfrm>
          <a:prstGeom prst="rect">
            <a:avLst/>
          </a:prstGeom>
          <a:solidFill>
            <a:schemeClr val="accent5">
              <a:lumMod val="75000"/>
              <a:alpha val="25000"/>
            </a:schemeClr>
          </a:solidFill>
        </p:spPr>
        <p:txBody>
          <a:bodyPr wrap="square" rtlCol="0">
            <a:spAutoFit/>
          </a:bodyPr>
          <a:lstStyle/>
          <a:p>
            <a:pPr algn="ctr"/>
            <a:r>
              <a:rPr lang="en-US" sz="3200" dirty="0"/>
              <a:t>6</a:t>
            </a:r>
          </a:p>
        </p:txBody>
      </p:sp>
      <p:sp>
        <p:nvSpPr>
          <p:cNvPr id="44" name="TextBox 43">
            <a:extLst>
              <a:ext uri="{FF2B5EF4-FFF2-40B4-BE49-F238E27FC236}">
                <a16:creationId xmlns:a16="http://schemas.microsoft.com/office/drawing/2014/main" id="{93EFAAEF-C6D7-A517-297C-7A576045E983}"/>
              </a:ext>
            </a:extLst>
          </p:cNvPr>
          <p:cNvSpPr txBox="1"/>
          <p:nvPr/>
        </p:nvSpPr>
        <p:spPr>
          <a:xfrm>
            <a:off x="6214537" y="4244561"/>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45" name="TextBox 44">
            <a:extLst>
              <a:ext uri="{FF2B5EF4-FFF2-40B4-BE49-F238E27FC236}">
                <a16:creationId xmlns:a16="http://schemas.microsoft.com/office/drawing/2014/main" id="{1CB7F0EF-8B89-AC49-84EA-752ED2CC8ECB}"/>
              </a:ext>
            </a:extLst>
          </p:cNvPr>
          <p:cNvSpPr txBox="1"/>
          <p:nvPr/>
        </p:nvSpPr>
        <p:spPr>
          <a:xfrm>
            <a:off x="4216401" y="2231221"/>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51" name="TextBox 50">
            <a:extLst>
              <a:ext uri="{FF2B5EF4-FFF2-40B4-BE49-F238E27FC236}">
                <a16:creationId xmlns:a16="http://schemas.microsoft.com/office/drawing/2014/main" id="{282DE5C7-B46E-9E99-AB24-23DFA91EC2E1}"/>
              </a:ext>
            </a:extLst>
          </p:cNvPr>
          <p:cNvSpPr txBox="1"/>
          <p:nvPr/>
        </p:nvSpPr>
        <p:spPr>
          <a:xfrm>
            <a:off x="5715003" y="3741226"/>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9E4190E9-FED6-EA14-E66C-78985D8B1122}"/>
              </a:ext>
            </a:extLst>
          </p:cNvPr>
          <p:cNvSpPr txBox="1"/>
          <p:nvPr/>
        </p:nvSpPr>
        <p:spPr>
          <a:xfrm>
            <a:off x="3640666" y="1903821"/>
            <a:ext cx="570089" cy="230832"/>
          </a:xfrm>
          <a:prstGeom prst="rect">
            <a:avLst/>
          </a:prstGeom>
          <a:noFill/>
        </p:spPr>
        <p:txBody>
          <a:bodyPr wrap="square" rtlCol="0">
            <a:spAutoFit/>
          </a:bodyPr>
          <a:lstStyle/>
          <a:p>
            <a:pPr algn="ctr"/>
            <a:r>
              <a:rPr lang="en-US" sz="900" dirty="0"/>
              <a:t>78</a:t>
            </a:r>
          </a:p>
        </p:txBody>
      </p:sp>
      <p:sp>
        <p:nvSpPr>
          <p:cNvPr id="53" name="TextBox 52">
            <a:extLst>
              <a:ext uri="{FF2B5EF4-FFF2-40B4-BE49-F238E27FC236}">
                <a16:creationId xmlns:a16="http://schemas.microsoft.com/office/drawing/2014/main" id="{0FD16F58-E7C4-2AC7-676D-191A416FC9E8}"/>
              </a:ext>
            </a:extLst>
          </p:cNvPr>
          <p:cNvSpPr txBox="1"/>
          <p:nvPr/>
        </p:nvSpPr>
        <p:spPr>
          <a:xfrm>
            <a:off x="4645378" y="2905709"/>
            <a:ext cx="570089" cy="230832"/>
          </a:xfrm>
          <a:prstGeom prst="rect">
            <a:avLst/>
          </a:prstGeom>
          <a:noFill/>
        </p:spPr>
        <p:txBody>
          <a:bodyPr wrap="square" rtlCol="0">
            <a:spAutoFit/>
          </a:bodyPr>
          <a:lstStyle/>
          <a:p>
            <a:pPr algn="ctr"/>
            <a:r>
              <a:rPr lang="en-US" sz="900" dirty="0"/>
              <a:t>78</a:t>
            </a:r>
          </a:p>
        </p:txBody>
      </p:sp>
      <p:sp>
        <p:nvSpPr>
          <p:cNvPr id="55" name="TextBox 54">
            <a:extLst>
              <a:ext uri="{FF2B5EF4-FFF2-40B4-BE49-F238E27FC236}">
                <a16:creationId xmlns:a16="http://schemas.microsoft.com/office/drawing/2014/main" id="{E5367156-B49A-26A8-FF50-CDBF69520B03}"/>
              </a:ext>
            </a:extLst>
          </p:cNvPr>
          <p:cNvSpPr txBox="1"/>
          <p:nvPr/>
        </p:nvSpPr>
        <p:spPr>
          <a:xfrm>
            <a:off x="6152446" y="4408541"/>
            <a:ext cx="570089" cy="230832"/>
          </a:xfrm>
          <a:prstGeom prst="rect">
            <a:avLst/>
          </a:prstGeom>
          <a:noFill/>
        </p:spPr>
        <p:txBody>
          <a:bodyPr wrap="square" rtlCol="0">
            <a:spAutoFit/>
          </a:bodyPr>
          <a:lstStyle/>
          <a:p>
            <a:pPr algn="ctr"/>
            <a:r>
              <a:rPr lang="en-US" sz="900" dirty="0"/>
              <a:t>78</a:t>
            </a:r>
          </a:p>
        </p:txBody>
      </p:sp>
      <p:sp>
        <p:nvSpPr>
          <p:cNvPr id="11" name="TextBox 10">
            <a:extLst>
              <a:ext uri="{FF2B5EF4-FFF2-40B4-BE49-F238E27FC236}">
                <a16:creationId xmlns:a16="http://schemas.microsoft.com/office/drawing/2014/main" id="{BBA71868-9AC2-DCDD-195E-0617E638B4ED}"/>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774C80D7-08C4-E813-70E5-480F658BD4C0}"/>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3A9333CF-C357-7A8D-D2A0-377484787389}"/>
              </a:ext>
            </a:extLst>
          </p:cNvPr>
          <p:cNvSpPr txBox="1"/>
          <p:nvPr/>
        </p:nvSpPr>
        <p:spPr>
          <a:xfrm>
            <a:off x="5215469" y="172788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79A7D762-8BB1-26A0-2B61-EEDAE9474AFC}"/>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E194458B-60B4-99AA-BE18-C84A30A91A05}"/>
              </a:ext>
            </a:extLst>
          </p:cNvPr>
          <p:cNvSpPr txBox="1"/>
          <p:nvPr/>
        </p:nvSpPr>
        <p:spPr>
          <a:xfrm>
            <a:off x="4715935" y="721216"/>
            <a:ext cx="462845" cy="584775"/>
          </a:xfrm>
          <a:prstGeom prst="rect">
            <a:avLst/>
          </a:prstGeom>
          <a:noFill/>
        </p:spPr>
        <p:txBody>
          <a:bodyPr wrap="square" rtlCol="0">
            <a:spAutoFit/>
          </a:bodyPr>
          <a:lstStyle/>
          <a:p>
            <a:pPr algn="ctr"/>
            <a:r>
              <a:rPr lang="en-US" sz="3200" dirty="0"/>
              <a:t>4</a:t>
            </a:r>
          </a:p>
        </p:txBody>
      </p:sp>
      <p:sp>
        <p:nvSpPr>
          <p:cNvPr id="28" name="TextBox 27">
            <a:extLst>
              <a:ext uri="{FF2B5EF4-FFF2-40B4-BE49-F238E27FC236}">
                <a16:creationId xmlns:a16="http://schemas.microsoft.com/office/drawing/2014/main" id="{7596A9CE-3140-1CEC-AD58-081274045496}"/>
              </a:ext>
            </a:extLst>
          </p:cNvPr>
          <p:cNvSpPr txBox="1"/>
          <p:nvPr/>
        </p:nvSpPr>
        <p:spPr>
          <a:xfrm>
            <a:off x="3217333" y="2231221"/>
            <a:ext cx="462845" cy="584775"/>
          </a:xfrm>
          <a:prstGeom prst="rect">
            <a:avLst/>
          </a:prstGeom>
          <a:solidFill>
            <a:srgbClr val="00B0F0">
              <a:alpha val="15000"/>
            </a:srgbClr>
          </a:solidFill>
        </p:spPr>
        <p:txBody>
          <a:bodyPr wrap="square" rtlCol="0">
            <a:spAutoFit/>
          </a:bodyPr>
          <a:lstStyle/>
          <a:p>
            <a:pPr algn="ctr"/>
            <a:r>
              <a:rPr lang="en-US" sz="3200" dirty="0"/>
              <a:t>6</a:t>
            </a:r>
          </a:p>
        </p:txBody>
      </p:sp>
      <p:sp>
        <p:nvSpPr>
          <p:cNvPr id="29" name="TextBox 28">
            <a:extLst>
              <a:ext uri="{FF2B5EF4-FFF2-40B4-BE49-F238E27FC236}">
                <a16:creationId xmlns:a16="http://schemas.microsoft.com/office/drawing/2014/main" id="{275510F2-3C08-5792-3CF5-C66CABF7DCB6}"/>
              </a:ext>
            </a:extLst>
          </p:cNvPr>
          <p:cNvSpPr txBox="1"/>
          <p:nvPr/>
        </p:nvSpPr>
        <p:spPr>
          <a:xfrm>
            <a:off x="3716867" y="2734556"/>
            <a:ext cx="462845" cy="584775"/>
          </a:xfrm>
          <a:prstGeom prst="rect">
            <a:avLst/>
          </a:prstGeom>
          <a:solidFill>
            <a:srgbClr val="00B0F0">
              <a:alpha val="15000"/>
            </a:srgbClr>
          </a:solidFill>
        </p:spPr>
        <p:txBody>
          <a:bodyPr wrap="square" rtlCol="0">
            <a:spAutoFit/>
          </a:bodyPr>
          <a:lstStyle/>
          <a:p>
            <a:pPr algn="ctr"/>
            <a:endParaRPr lang="en-US" sz="3200" dirty="0"/>
          </a:p>
        </p:txBody>
      </p:sp>
      <p:sp>
        <p:nvSpPr>
          <p:cNvPr id="32" name="TextBox 31">
            <a:extLst>
              <a:ext uri="{FF2B5EF4-FFF2-40B4-BE49-F238E27FC236}">
                <a16:creationId xmlns:a16="http://schemas.microsoft.com/office/drawing/2014/main" id="{51C2FCB4-0AD6-462B-4872-2DECD9E4845A}"/>
              </a:ext>
            </a:extLst>
          </p:cNvPr>
          <p:cNvSpPr txBox="1"/>
          <p:nvPr/>
        </p:nvSpPr>
        <p:spPr>
          <a:xfrm>
            <a:off x="4216401" y="3237891"/>
            <a:ext cx="462845" cy="584775"/>
          </a:xfrm>
          <a:prstGeom prst="rect">
            <a:avLst/>
          </a:prstGeom>
          <a:solidFill>
            <a:srgbClr val="00B0F0">
              <a:alpha val="15000"/>
            </a:srgbClr>
          </a:solidFill>
        </p:spPr>
        <p:txBody>
          <a:bodyPr wrap="square" rtlCol="0">
            <a:spAutoFit/>
          </a:bodyPr>
          <a:lstStyle/>
          <a:p>
            <a:pPr algn="ctr"/>
            <a:endParaRPr lang="en-US" sz="3200" dirty="0"/>
          </a:p>
        </p:txBody>
      </p:sp>
      <p:sp>
        <p:nvSpPr>
          <p:cNvPr id="33" name="TextBox 32">
            <a:extLst>
              <a:ext uri="{FF2B5EF4-FFF2-40B4-BE49-F238E27FC236}">
                <a16:creationId xmlns:a16="http://schemas.microsoft.com/office/drawing/2014/main" id="{2431BBDA-D2D6-B192-FF2C-0F830E24F2C2}"/>
              </a:ext>
            </a:extLst>
          </p:cNvPr>
          <p:cNvSpPr txBox="1"/>
          <p:nvPr/>
        </p:nvSpPr>
        <p:spPr>
          <a:xfrm>
            <a:off x="4715935" y="3741226"/>
            <a:ext cx="462845" cy="584775"/>
          </a:xfrm>
          <a:prstGeom prst="rect">
            <a:avLst/>
          </a:prstGeom>
          <a:solidFill>
            <a:srgbClr val="00B0F0">
              <a:alpha val="15000"/>
            </a:srgbClr>
          </a:solid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73094762-C6F1-9904-1506-3F1221B0AEF5}"/>
              </a:ext>
            </a:extLst>
          </p:cNvPr>
          <p:cNvSpPr txBox="1"/>
          <p:nvPr/>
        </p:nvSpPr>
        <p:spPr>
          <a:xfrm>
            <a:off x="5215469" y="4244561"/>
            <a:ext cx="462845" cy="584775"/>
          </a:xfrm>
          <a:prstGeom prst="rect">
            <a:avLst/>
          </a:prstGeom>
          <a:solidFill>
            <a:srgbClr val="00B0F0">
              <a:alpha val="15000"/>
            </a:srgbClr>
          </a:solidFill>
        </p:spPr>
        <p:txBody>
          <a:bodyPr wrap="square" rtlCol="0">
            <a:spAutoFit/>
          </a:bodyPr>
          <a:lstStyle/>
          <a:p>
            <a:pPr algn="ctr"/>
            <a:r>
              <a:rPr lang="en-US" sz="3200" dirty="0"/>
              <a:t>9</a:t>
            </a:r>
          </a:p>
        </p:txBody>
      </p:sp>
      <p:sp>
        <p:nvSpPr>
          <p:cNvPr id="37" name="TextBox 36">
            <a:extLst>
              <a:ext uri="{FF2B5EF4-FFF2-40B4-BE49-F238E27FC236}">
                <a16:creationId xmlns:a16="http://schemas.microsoft.com/office/drawing/2014/main" id="{97C88F43-4814-391D-BFDC-5E72F9B6F200}"/>
              </a:ext>
            </a:extLst>
          </p:cNvPr>
          <p:cNvSpPr txBox="1"/>
          <p:nvPr/>
        </p:nvSpPr>
        <p:spPr>
          <a:xfrm>
            <a:off x="3640666" y="2905709"/>
            <a:ext cx="570089" cy="230832"/>
          </a:xfrm>
          <a:prstGeom prst="rect">
            <a:avLst/>
          </a:prstGeom>
          <a:noFill/>
        </p:spPr>
        <p:txBody>
          <a:bodyPr wrap="square" rtlCol="0">
            <a:spAutoFit/>
          </a:bodyPr>
          <a:lstStyle/>
          <a:p>
            <a:pPr algn="ctr"/>
            <a:r>
              <a:rPr lang="en-US" sz="900" dirty="0"/>
              <a:t>25</a:t>
            </a:r>
          </a:p>
        </p:txBody>
      </p:sp>
      <p:sp>
        <p:nvSpPr>
          <p:cNvPr id="54" name="TextBox 53">
            <a:extLst>
              <a:ext uri="{FF2B5EF4-FFF2-40B4-BE49-F238E27FC236}">
                <a16:creationId xmlns:a16="http://schemas.microsoft.com/office/drawing/2014/main" id="{1E29752B-3794-8EAC-4C2B-6B21422BAB63}"/>
              </a:ext>
            </a:extLst>
          </p:cNvPr>
          <p:cNvSpPr txBox="1"/>
          <p:nvPr/>
        </p:nvSpPr>
        <p:spPr>
          <a:xfrm>
            <a:off x="4143022" y="3406653"/>
            <a:ext cx="570089" cy="230832"/>
          </a:xfrm>
          <a:prstGeom prst="rect">
            <a:avLst/>
          </a:prstGeom>
          <a:noFill/>
        </p:spPr>
        <p:txBody>
          <a:bodyPr wrap="square" rtlCol="0">
            <a:spAutoFit/>
          </a:bodyPr>
          <a:lstStyle/>
          <a:p>
            <a:pPr algn="ctr"/>
            <a:r>
              <a:rPr lang="en-US" sz="900" dirty="0"/>
              <a:t>78</a:t>
            </a:r>
          </a:p>
        </p:txBody>
      </p:sp>
      <p:sp>
        <p:nvSpPr>
          <p:cNvPr id="27" name="TextBox 26">
            <a:extLst>
              <a:ext uri="{FF2B5EF4-FFF2-40B4-BE49-F238E27FC236}">
                <a16:creationId xmlns:a16="http://schemas.microsoft.com/office/drawing/2014/main" id="{B46B86DA-FAE3-C2EB-AC83-BF0F42F52988}"/>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5C5BB676-46D0-7714-74E7-59BC0AF9D611}"/>
              </a:ext>
            </a:extLst>
          </p:cNvPr>
          <p:cNvSpPr txBox="1"/>
          <p:nvPr/>
        </p:nvSpPr>
        <p:spPr>
          <a:xfrm>
            <a:off x="4216401" y="3741226"/>
            <a:ext cx="462845" cy="584775"/>
          </a:xfrm>
          <a:prstGeom prst="rect">
            <a:avLst/>
          </a:prstGeom>
          <a:noFill/>
        </p:spPr>
        <p:txBody>
          <a:bodyPr wrap="square" rtlCol="0">
            <a:spAutoFit/>
          </a:bodyPr>
          <a:lstStyle/>
          <a:p>
            <a:pPr algn="ctr"/>
            <a:r>
              <a:rPr lang="en-US" sz="3200" dirty="0"/>
              <a:t>9</a:t>
            </a:r>
          </a:p>
        </p:txBody>
      </p:sp>
      <p:sp>
        <p:nvSpPr>
          <p:cNvPr id="59" name="TextBox 58">
            <a:extLst>
              <a:ext uri="{FF2B5EF4-FFF2-40B4-BE49-F238E27FC236}">
                <a16:creationId xmlns:a16="http://schemas.microsoft.com/office/drawing/2014/main" id="{08F45806-AC9D-CA47-3FAE-08273F7C4352}"/>
              </a:ext>
            </a:extLst>
          </p:cNvPr>
          <p:cNvSpPr txBox="1"/>
          <p:nvPr/>
        </p:nvSpPr>
        <p:spPr>
          <a:xfrm>
            <a:off x="3138310" y="3907597"/>
            <a:ext cx="570089" cy="230832"/>
          </a:xfrm>
          <a:prstGeom prst="rect">
            <a:avLst/>
          </a:prstGeom>
          <a:noFill/>
        </p:spPr>
        <p:txBody>
          <a:bodyPr wrap="square" rtlCol="0">
            <a:spAutoFit/>
          </a:bodyPr>
          <a:lstStyle/>
          <a:p>
            <a:pPr algn="ctr"/>
            <a:r>
              <a:rPr lang="en-US" sz="900" dirty="0"/>
              <a:t>78</a:t>
            </a:r>
          </a:p>
        </p:txBody>
      </p:sp>
      <p:sp>
        <p:nvSpPr>
          <p:cNvPr id="60" name="TextBox 59">
            <a:extLst>
              <a:ext uri="{FF2B5EF4-FFF2-40B4-BE49-F238E27FC236}">
                <a16:creationId xmlns:a16="http://schemas.microsoft.com/office/drawing/2014/main" id="{1CF15EE9-20AA-3288-8D81-8C83F9C81173}"/>
              </a:ext>
            </a:extLst>
          </p:cNvPr>
          <p:cNvSpPr txBox="1"/>
          <p:nvPr/>
        </p:nvSpPr>
        <p:spPr>
          <a:xfrm>
            <a:off x="3640666" y="4408541"/>
            <a:ext cx="570089" cy="230832"/>
          </a:xfrm>
          <a:prstGeom prst="rect">
            <a:avLst/>
          </a:prstGeom>
          <a:noFill/>
        </p:spPr>
        <p:txBody>
          <a:bodyPr wrap="square" rtlCol="0">
            <a:spAutoFit/>
          </a:bodyPr>
          <a:lstStyle/>
          <a:p>
            <a:pPr algn="ctr"/>
            <a:r>
              <a:rPr lang="en-US" sz="900" dirty="0"/>
              <a:t>234</a:t>
            </a:r>
          </a:p>
        </p:txBody>
      </p:sp>
      <p:sp>
        <p:nvSpPr>
          <p:cNvPr id="62" name="TextBox 61">
            <a:extLst>
              <a:ext uri="{FF2B5EF4-FFF2-40B4-BE49-F238E27FC236}">
                <a16:creationId xmlns:a16="http://schemas.microsoft.com/office/drawing/2014/main" id="{E1AC6FCD-3B60-CDAA-4056-90858B13B989}"/>
              </a:ext>
            </a:extLst>
          </p:cNvPr>
          <p:cNvSpPr txBox="1"/>
          <p:nvPr/>
        </p:nvSpPr>
        <p:spPr>
          <a:xfrm>
            <a:off x="3138310" y="4408541"/>
            <a:ext cx="570089" cy="230832"/>
          </a:xfrm>
          <a:prstGeom prst="rect">
            <a:avLst/>
          </a:prstGeom>
          <a:noFill/>
        </p:spPr>
        <p:txBody>
          <a:bodyPr wrap="square" rtlCol="0">
            <a:spAutoFit/>
          </a:bodyPr>
          <a:lstStyle/>
          <a:p>
            <a:pPr algn="ctr"/>
            <a:r>
              <a:rPr lang="en-US" sz="900" dirty="0"/>
              <a:t>24</a:t>
            </a:r>
          </a:p>
        </p:txBody>
      </p:sp>
      <p:sp>
        <p:nvSpPr>
          <p:cNvPr id="63" name="TextBox 62">
            <a:extLst>
              <a:ext uri="{FF2B5EF4-FFF2-40B4-BE49-F238E27FC236}">
                <a16:creationId xmlns:a16="http://schemas.microsoft.com/office/drawing/2014/main" id="{049D8D49-2A9A-712B-5BFF-ED4F3E2FDF50}"/>
              </a:ext>
            </a:extLst>
          </p:cNvPr>
          <p:cNvSpPr txBox="1"/>
          <p:nvPr/>
        </p:nvSpPr>
        <p:spPr>
          <a:xfrm>
            <a:off x="3640666" y="4909484"/>
            <a:ext cx="570089" cy="230832"/>
          </a:xfrm>
          <a:prstGeom prst="rect">
            <a:avLst/>
          </a:prstGeom>
          <a:noFill/>
        </p:spPr>
        <p:txBody>
          <a:bodyPr wrap="square" rtlCol="0">
            <a:spAutoFit/>
          </a:bodyPr>
          <a:lstStyle/>
          <a:p>
            <a:pPr algn="ctr"/>
            <a:r>
              <a:rPr lang="en-US" sz="900" dirty="0"/>
              <a:t>234</a:t>
            </a:r>
          </a:p>
        </p:txBody>
      </p:sp>
      <p:sp>
        <p:nvSpPr>
          <p:cNvPr id="64" name="TextBox 63">
            <a:extLst>
              <a:ext uri="{FF2B5EF4-FFF2-40B4-BE49-F238E27FC236}">
                <a16:creationId xmlns:a16="http://schemas.microsoft.com/office/drawing/2014/main" id="{1E1BE4DD-DD15-13A0-299C-63CCBAF6EBC7}"/>
              </a:ext>
            </a:extLst>
          </p:cNvPr>
          <p:cNvSpPr txBox="1"/>
          <p:nvPr/>
        </p:nvSpPr>
        <p:spPr>
          <a:xfrm>
            <a:off x="4143022" y="4909484"/>
            <a:ext cx="570089" cy="230832"/>
          </a:xfrm>
          <a:prstGeom prst="rect">
            <a:avLst/>
          </a:prstGeom>
          <a:noFill/>
        </p:spPr>
        <p:txBody>
          <a:bodyPr wrap="square" rtlCol="0">
            <a:spAutoFit/>
          </a:bodyPr>
          <a:lstStyle/>
          <a:p>
            <a:pPr algn="ctr"/>
            <a:r>
              <a:rPr lang="en-US" sz="900" dirty="0"/>
              <a:t>87</a:t>
            </a:r>
          </a:p>
        </p:txBody>
      </p:sp>
      <p:sp>
        <p:nvSpPr>
          <p:cNvPr id="65" name="TextBox 64">
            <a:extLst>
              <a:ext uri="{FF2B5EF4-FFF2-40B4-BE49-F238E27FC236}">
                <a16:creationId xmlns:a16="http://schemas.microsoft.com/office/drawing/2014/main" id="{B6ACAD35-0C7A-8E33-09BB-7A10E1A5B94B}"/>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66" name="TextBox 65">
            <a:extLst>
              <a:ext uri="{FF2B5EF4-FFF2-40B4-BE49-F238E27FC236}">
                <a16:creationId xmlns:a16="http://schemas.microsoft.com/office/drawing/2014/main" id="{A53D6B25-9627-97CA-D8AD-EFC9EA0FAD63}"/>
              </a:ext>
            </a:extLst>
          </p:cNvPr>
          <p:cNvSpPr txBox="1"/>
          <p:nvPr/>
        </p:nvSpPr>
        <p:spPr>
          <a:xfrm>
            <a:off x="3716867" y="3741226"/>
            <a:ext cx="462845" cy="584775"/>
          </a:xfrm>
          <a:prstGeom prst="rect">
            <a:avLst/>
          </a:prstGeom>
          <a:noFill/>
        </p:spPr>
        <p:txBody>
          <a:bodyPr wrap="square" rtlCol="0">
            <a:spAutoFit/>
          </a:bodyPr>
          <a:lstStyle/>
          <a:p>
            <a:pPr algn="ctr"/>
            <a:r>
              <a:rPr lang="en-US" sz="3200" dirty="0"/>
              <a:t>6</a:t>
            </a:r>
          </a:p>
        </p:txBody>
      </p:sp>
      <p:sp>
        <p:nvSpPr>
          <p:cNvPr id="67" name="TextBox 66">
            <a:extLst>
              <a:ext uri="{FF2B5EF4-FFF2-40B4-BE49-F238E27FC236}">
                <a16:creationId xmlns:a16="http://schemas.microsoft.com/office/drawing/2014/main" id="{6E4C858B-4313-3962-82C8-C5902F115BD7}"/>
              </a:ext>
            </a:extLst>
          </p:cNvPr>
          <p:cNvSpPr txBox="1"/>
          <p:nvPr/>
        </p:nvSpPr>
        <p:spPr>
          <a:xfrm>
            <a:off x="4216401" y="4244561"/>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41583661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3A9D4-8FAB-7A0E-0D7A-3EF83F5C0CA5}"/>
            </a:ext>
          </a:extLst>
        </p:cNvPr>
        <p:cNvGrpSpPr/>
        <p:nvPr/>
      </p:nvGrpSpPr>
      <p:grpSpPr>
        <a:xfrm>
          <a:off x="0" y="0"/>
          <a:ext cx="0" cy="0"/>
          <a:chOff x="0" y="0"/>
          <a:chExt cx="0" cy="0"/>
        </a:xfrm>
      </p:grpSpPr>
      <p:sp>
        <p:nvSpPr>
          <p:cNvPr id="46" name="TextBox 45">
            <a:extLst>
              <a:ext uri="{FF2B5EF4-FFF2-40B4-BE49-F238E27FC236}">
                <a16:creationId xmlns:a16="http://schemas.microsoft.com/office/drawing/2014/main" id="{A7107619-53D3-B5C2-48F8-AB11F77AAAFC}"/>
              </a:ext>
            </a:extLst>
          </p:cNvPr>
          <p:cNvSpPr txBox="1"/>
          <p:nvPr/>
        </p:nvSpPr>
        <p:spPr>
          <a:xfrm>
            <a:off x="3716867" y="2231221"/>
            <a:ext cx="462845" cy="584775"/>
          </a:xfrm>
          <a:prstGeom prst="rect">
            <a:avLst/>
          </a:prstGeom>
          <a:solidFill>
            <a:srgbClr val="FF0000">
              <a:alpha val="15000"/>
            </a:srgbClr>
          </a:solidFill>
        </p:spPr>
        <p:txBody>
          <a:bodyPr wrap="square" rtlCol="0">
            <a:spAutoFit/>
          </a:bodyPr>
          <a:lstStyle/>
          <a:p>
            <a:pPr algn="ctr"/>
            <a:endParaRPr lang="en-US" sz="3200" dirty="0"/>
          </a:p>
        </p:txBody>
      </p:sp>
      <p:sp>
        <p:nvSpPr>
          <p:cNvPr id="47" name="TextBox 46">
            <a:extLst>
              <a:ext uri="{FF2B5EF4-FFF2-40B4-BE49-F238E27FC236}">
                <a16:creationId xmlns:a16="http://schemas.microsoft.com/office/drawing/2014/main" id="{6FB47C63-1DAA-7B7B-3B3E-2CE29AFB1A95}"/>
              </a:ext>
            </a:extLst>
          </p:cNvPr>
          <p:cNvSpPr txBox="1"/>
          <p:nvPr/>
        </p:nvSpPr>
        <p:spPr>
          <a:xfrm>
            <a:off x="4216401" y="2734556"/>
            <a:ext cx="462845" cy="584775"/>
          </a:xfrm>
          <a:prstGeom prst="rect">
            <a:avLst/>
          </a:prstGeom>
          <a:solidFill>
            <a:srgbClr val="FF0000">
              <a:alpha val="15000"/>
            </a:srgbClr>
          </a:solid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3D2DEA80-AE9A-A47F-8AE0-D78C26AFC830}"/>
              </a:ext>
            </a:extLst>
          </p:cNvPr>
          <p:cNvSpPr txBox="1"/>
          <p:nvPr/>
        </p:nvSpPr>
        <p:spPr>
          <a:xfrm>
            <a:off x="4715935" y="3237891"/>
            <a:ext cx="462845" cy="584775"/>
          </a:xfrm>
          <a:prstGeom prst="rect">
            <a:avLst/>
          </a:prstGeom>
          <a:solidFill>
            <a:srgbClr val="FF0000">
              <a:alpha val="15000"/>
            </a:srgbClr>
          </a:solidFill>
        </p:spPr>
        <p:txBody>
          <a:bodyPr wrap="square" rtlCol="0">
            <a:spAutoFit/>
          </a:bodyPr>
          <a:lstStyle/>
          <a:p>
            <a:pPr algn="ctr"/>
            <a:endParaRPr lang="en-US" sz="3200" dirty="0"/>
          </a:p>
        </p:txBody>
      </p:sp>
      <p:sp>
        <p:nvSpPr>
          <p:cNvPr id="49" name="TextBox 48">
            <a:extLst>
              <a:ext uri="{FF2B5EF4-FFF2-40B4-BE49-F238E27FC236}">
                <a16:creationId xmlns:a16="http://schemas.microsoft.com/office/drawing/2014/main" id="{88E44E0D-E224-965B-B74B-6D4F029D9294}"/>
              </a:ext>
            </a:extLst>
          </p:cNvPr>
          <p:cNvSpPr txBox="1"/>
          <p:nvPr/>
        </p:nvSpPr>
        <p:spPr>
          <a:xfrm>
            <a:off x="5215469" y="3741226"/>
            <a:ext cx="462845" cy="584775"/>
          </a:xfrm>
          <a:prstGeom prst="rect">
            <a:avLst/>
          </a:prstGeom>
          <a:solidFill>
            <a:srgbClr val="FF0000">
              <a:alpha val="15000"/>
            </a:srgbClr>
          </a:solidFill>
        </p:spPr>
        <p:txBody>
          <a:bodyPr wrap="square" rtlCol="0">
            <a:spAutoFit/>
          </a:bodyPr>
          <a:lstStyle/>
          <a:p>
            <a:pPr algn="ctr"/>
            <a:r>
              <a:rPr lang="en-US" sz="3200" dirty="0"/>
              <a:t>4</a:t>
            </a:r>
          </a:p>
        </p:txBody>
      </p:sp>
      <p:sp>
        <p:nvSpPr>
          <p:cNvPr id="50" name="TextBox 49">
            <a:extLst>
              <a:ext uri="{FF2B5EF4-FFF2-40B4-BE49-F238E27FC236}">
                <a16:creationId xmlns:a16="http://schemas.microsoft.com/office/drawing/2014/main" id="{C1EEA04B-DD41-BE82-A42E-2AF22A11009B}"/>
              </a:ext>
            </a:extLst>
          </p:cNvPr>
          <p:cNvSpPr txBox="1"/>
          <p:nvPr/>
        </p:nvSpPr>
        <p:spPr>
          <a:xfrm>
            <a:off x="5715003" y="4244561"/>
            <a:ext cx="462845" cy="584775"/>
          </a:xfrm>
          <a:prstGeom prst="rect">
            <a:avLst/>
          </a:prstGeom>
          <a:solidFill>
            <a:srgbClr val="FF0000">
              <a:alpha val="15000"/>
            </a:srgbClr>
          </a:solidFill>
        </p:spPr>
        <p:txBody>
          <a:bodyPr wrap="square" rtlCol="0">
            <a:spAutoFit/>
          </a:bodyPr>
          <a:lstStyle/>
          <a:p>
            <a:pPr algn="ctr"/>
            <a:endParaRPr lang="en-US" sz="3200" dirty="0"/>
          </a:p>
        </p:txBody>
      </p:sp>
      <p:sp>
        <p:nvSpPr>
          <p:cNvPr id="2" name="Content Placeholder 1">
            <a:extLst>
              <a:ext uri="{FF2B5EF4-FFF2-40B4-BE49-F238E27FC236}">
                <a16:creationId xmlns:a16="http://schemas.microsoft.com/office/drawing/2014/main" id="{E209F2EA-5643-09CD-A823-21B67505B841}"/>
              </a:ext>
            </a:extLst>
          </p:cNvPr>
          <p:cNvSpPr>
            <a:spLocks noGrp="1"/>
          </p:cNvSpPr>
          <p:nvPr>
            <p:ph sz="half" idx="1"/>
          </p:nvPr>
        </p:nvSpPr>
        <p:spPr/>
        <p:txBody>
          <a:bodyPr>
            <a:normAutofit/>
          </a:bodyPr>
          <a:lstStyle/>
          <a:p>
            <a:r>
              <a:rPr lang="en-US" dirty="0"/>
              <a:t>On the blue line, the remaining two unassigned cells must sum to 10. There is only one way to do that.</a:t>
            </a:r>
          </a:p>
        </p:txBody>
      </p:sp>
      <p:pic>
        <p:nvPicPr>
          <p:cNvPr id="4" name="Picture 3" descr="A grid of sudoku puzzle&#10;&#10;Description automatically generated">
            <a:extLst>
              <a:ext uri="{FF2B5EF4-FFF2-40B4-BE49-F238E27FC236}">
                <a16:creationId xmlns:a16="http://schemas.microsoft.com/office/drawing/2014/main" id="{375AC2C5-BF5E-EE21-28FE-D38A2C82B98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61A90AB-3B5D-1AFC-7CEE-2DDB3E7C0B0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56D5266-FDAA-CD5C-CCA6-21EF00FFFD8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A19A7D5-C872-3356-0529-DBD4650F49B7}"/>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23DBE684-CBE7-2A54-B876-00FE8A04CFCD}"/>
              </a:ext>
            </a:extLst>
          </p:cNvPr>
          <p:cNvSpPr txBox="1"/>
          <p:nvPr/>
        </p:nvSpPr>
        <p:spPr>
          <a:xfrm>
            <a:off x="7213604" y="4747898"/>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31C19B92-FCC0-26D1-8B95-2FF2B9E4AD85}"/>
              </a:ext>
            </a:extLst>
          </p:cNvPr>
          <p:cNvSpPr txBox="1"/>
          <p:nvPr/>
        </p:nvSpPr>
        <p:spPr>
          <a:xfrm>
            <a:off x="4645378" y="2404765"/>
            <a:ext cx="570089" cy="230832"/>
          </a:xfrm>
          <a:prstGeom prst="rect">
            <a:avLst/>
          </a:prstGeom>
          <a:noFill/>
        </p:spPr>
        <p:txBody>
          <a:bodyPr wrap="square" rtlCol="0">
            <a:spAutoFit/>
          </a:bodyPr>
          <a:lstStyle/>
          <a:p>
            <a:pPr algn="ctr"/>
            <a:r>
              <a:rPr lang="en-US" sz="900" dirty="0"/>
              <a:t>23</a:t>
            </a:r>
          </a:p>
        </p:txBody>
      </p:sp>
      <p:sp>
        <p:nvSpPr>
          <p:cNvPr id="12" name="TextBox 11">
            <a:extLst>
              <a:ext uri="{FF2B5EF4-FFF2-40B4-BE49-F238E27FC236}">
                <a16:creationId xmlns:a16="http://schemas.microsoft.com/office/drawing/2014/main" id="{55559138-895F-0444-7E21-6ED3606E8A0A}"/>
              </a:ext>
            </a:extLst>
          </p:cNvPr>
          <p:cNvSpPr txBox="1"/>
          <p:nvPr/>
        </p:nvSpPr>
        <p:spPr>
          <a:xfrm>
            <a:off x="5650090" y="3406653"/>
            <a:ext cx="570089" cy="230832"/>
          </a:xfrm>
          <a:prstGeom prst="rect">
            <a:avLst/>
          </a:prstGeom>
          <a:noFill/>
        </p:spPr>
        <p:txBody>
          <a:bodyPr wrap="square" rtlCol="0">
            <a:spAutoFit/>
          </a:bodyPr>
          <a:lstStyle/>
          <a:p>
            <a:pPr algn="ctr"/>
            <a:r>
              <a:rPr lang="en-US" sz="900" dirty="0"/>
              <a:t>32</a:t>
            </a:r>
          </a:p>
        </p:txBody>
      </p:sp>
      <p:sp>
        <p:nvSpPr>
          <p:cNvPr id="15" name="TextBox 14">
            <a:extLst>
              <a:ext uri="{FF2B5EF4-FFF2-40B4-BE49-F238E27FC236}">
                <a16:creationId xmlns:a16="http://schemas.microsoft.com/office/drawing/2014/main" id="{7BB8DEF8-214A-005B-9829-41519A8BCCEA}"/>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2EAE7B6A-6D48-005D-ED88-D4AEDED4F343}"/>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17" name="TextBox 16">
            <a:extLst>
              <a:ext uri="{FF2B5EF4-FFF2-40B4-BE49-F238E27FC236}">
                <a16:creationId xmlns:a16="http://schemas.microsoft.com/office/drawing/2014/main" id="{A8A51727-8C60-3D34-0B46-47AF00A4DE6D}"/>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8AD3FDE3-9BEF-B190-49BF-2D1C4962A05B}"/>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FDA43AC2-8562-284A-1F64-BFEF7526FDEA}"/>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0D108D4D-4AA7-338E-4C3C-834C9F826437}"/>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14270578-F55E-A890-55F1-381B95BC0EB9}"/>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D4C77BEB-C51B-671E-4443-7EC83F69EF16}"/>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34F316AB-512F-CA0E-D1E4-FE4D487A32FC}"/>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75F9C66C-5FAB-030D-F522-B87566118B61}"/>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F77A0644-75A6-3FB2-421B-7A20B8EAFC9D}"/>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ED993049-90E6-6500-6FFE-CA5EF60B4E51}"/>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146EA00D-4BF2-1A6B-CF8C-0450F523B18C}"/>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DCF98F30-235B-F74C-0ABA-B5EEC6FD3932}"/>
              </a:ext>
            </a:extLst>
          </p:cNvPr>
          <p:cNvSpPr txBox="1"/>
          <p:nvPr/>
        </p:nvSpPr>
        <p:spPr>
          <a:xfrm>
            <a:off x="5715003" y="2231221"/>
            <a:ext cx="462845" cy="584775"/>
          </a:xfrm>
          <a:prstGeom prst="rect">
            <a:avLst/>
          </a:prstGeom>
          <a:noFill/>
        </p:spPr>
        <p:txBody>
          <a:bodyPr wrap="square" rtlCol="0">
            <a:spAutoFit/>
          </a:bodyPr>
          <a:lstStyle/>
          <a:p>
            <a:pPr algn="ctr"/>
            <a:r>
              <a:rPr lang="en-US" sz="3200" dirty="0"/>
              <a:t>9</a:t>
            </a:r>
          </a:p>
        </p:txBody>
      </p:sp>
      <p:sp>
        <p:nvSpPr>
          <p:cNvPr id="34" name="TextBox 33">
            <a:extLst>
              <a:ext uri="{FF2B5EF4-FFF2-40B4-BE49-F238E27FC236}">
                <a16:creationId xmlns:a16="http://schemas.microsoft.com/office/drawing/2014/main" id="{6A4DFCE6-B42D-8592-C6A1-CB0E0B4143DE}"/>
              </a:ext>
            </a:extLst>
          </p:cNvPr>
          <p:cNvSpPr txBox="1"/>
          <p:nvPr/>
        </p:nvSpPr>
        <p:spPr>
          <a:xfrm>
            <a:off x="4645378" y="3406653"/>
            <a:ext cx="570089" cy="230832"/>
          </a:xfrm>
          <a:prstGeom prst="rect">
            <a:avLst/>
          </a:prstGeom>
          <a:noFill/>
        </p:spPr>
        <p:txBody>
          <a:bodyPr wrap="square" rtlCol="0">
            <a:spAutoFit/>
          </a:bodyPr>
          <a:lstStyle/>
          <a:p>
            <a:pPr algn="ctr"/>
            <a:r>
              <a:rPr lang="en-US" sz="900" dirty="0"/>
              <a:t>87</a:t>
            </a:r>
          </a:p>
        </p:txBody>
      </p:sp>
      <p:sp>
        <p:nvSpPr>
          <p:cNvPr id="35" name="TextBox 34">
            <a:extLst>
              <a:ext uri="{FF2B5EF4-FFF2-40B4-BE49-F238E27FC236}">
                <a16:creationId xmlns:a16="http://schemas.microsoft.com/office/drawing/2014/main" id="{B4613067-5236-7353-BF43-7F8CB875741B}"/>
              </a:ext>
            </a:extLst>
          </p:cNvPr>
          <p:cNvSpPr txBox="1"/>
          <p:nvPr/>
        </p:nvSpPr>
        <p:spPr>
          <a:xfrm>
            <a:off x="3640666" y="2404765"/>
            <a:ext cx="570089" cy="230832"/>
          </a:xfrm>
          <a:prstGeom prst="rect">
            <a:avLst/>
          </a:prstGeom>
          <a:noFill/>
        </p:spPr>
        <p:txBody>
          <a:bodyPr wrap="square" rtlCol="0">
            <a:spAutoFit/>
          </a:bodyPr>
          <a:lstStyle/>
          <a:p>
            <a:pPr algn="ctr"/>
            <a:r>
              <a:rPr lang="en-US" sz="900" dirty="0"/>
              <a:t>87</a:t>
            </a:r>
          </a:p>
        </p:txBody>
      </p:sp>
      <p:sp>
        <p:nvSpPr>
          <p:cNvPr id="38" name="TextBox 37">
            <a:extLst>
              <a:ext uri="{FF2B5EF4-FFF2-40B4-BE49-F238E27FC236}">
                <a16:creationId xmlns:a16="http://schemas.microsoft.com/office/drawing/2014/main" id="{382C7743-1AC4-0A2D-743B-AD9FA735AC65}"/>
              </a:ext>
            </a:extLst>
          </p:cNvPr>
          <p:cNvSpPr txBox="1"/>
          <p:nvPr/>
        </p:nvSpPr>
        <p:spPr>
          <a:xfrm>
            <a:off x="5650090" y="4408541"/>
            <a:ext cx="570089" cy="230832"/>
          </a:xfrm>
          <a:prstGeom prst="rect">
            <a:avLst/>
          </a:prstGeom>
          <a:noFill/>
        </p:spPr>
        <p:txBody>
          <a:bodyPr wrap="square" rtlCol="0">
            <a:spAutoFit/>
          </a:bodyPr>
          <a:lstStyle/>
          <a:p>
            <a:pPr algn="ctr"/>
            <a:r>
              <a:rPr lang="en-US" sz="900" dirty="0"/>
              <a:t>87</a:t>
            </a:r>
          </a:p>
        </p:txBody>
      </p:sp>
      <p:sp>
        <p:nvSpPr>
          <p:cNvPr id="39" name="TextBox 38">
            <a:extLst>
              <a:ext uri="{FF2B5EF4-FFF2-40B4-BE49-F238E27FC236}">
                <a16:creationId xmlns:a16="http://schemas.microsoft.com/office/drawing/2014/main" id="{D4CFCFF4-3F31-0B0C-2E35-0FF1862797E2}"/>
              </a:ext>
            </a:extLst>
          </p:cNvPr>
          <p:cNvSpPr txBox="1"/>
          <p:nvPr/>
        </p:nvSpPr>
        <p:spPr>
          <a:xfrm>
            <a:off x="3217333" y="273455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BC419F55-9DA9-A80D-95CE-40771003E962}"/>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4A9B37A0-1DCA-51BB-37C5-C82DDC2EF7B6}"/>
              </a:ext>
            </a:extLst>
          </p:cNvPr>
          <p:cNvSpPr txBox="1"/>
          <p:nvPr/>
        </p:nvSpPr>
        <p:spPr>
          <a:xfrm>
            <a:off x="3716867" y="1727886"/>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42" name="TextBox 41">
            <a:extLst>
              <a:ext uri="{FF2B5EF4-FFF2-40B4-BE49-F238E27FC236}">
                <a16:creationId xmlns:a16="http://schemas.microsoft.com/office/drawing/2014/main" id="{49CC13C9-CB80-13FF-7594-98AD69A9BA03}"/>
              </a:ext>
            </a:extLst>
          </p:cNvPr>
          <p:cNvSpPr txBox="1"/>
          <p:nvPr/>
        </p:nvSpPr>
        <p:spPr>
          <a:xfrm>
            <a:off x="4715935" y="2734556"/>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43" name="TextBox 42">
            <a:extLst>
              <a:ext uri="{FF2B5EF4-FFF2-40B4-BE49-F238E27FC236}">
                <a16:creationId xmlns:a16="http://schemas.microsoft.com/office/drawing/2014/main" id="{7806EBFB-C7E4-3D03-7540-1CC1F6010EB5}"/>
              </a:ext>
            </a:extLst>
          </p:cNvPr>
          <p:cNvSpPr txBox="1"/>
          <p:nvPr/>
        </p:nvSpPr>
        <p:spPr>
          <a:xfrm>
            <a:off x="5215469" y="3237891"/>
            <a:ext cx="462845" cy="584775"/>
          </a:xfrm>
          <a:prstGeom prst="rect">
            <a:avLst/>
          </a:prstGeom>
          <a:solidFill>
            <a:schemeClr val="accent5">
              <a:lumMod val="75000"/>
              <a:alpha val="25000"/>
            </a:schemeClr>
          </a:solidFill>
        </p:spPr>
        <p:txBody>
          <a:bodyPr wrap="square" rtlCol="0">
            <a:spAutoFit/>
          </a:bodyPr>
          <a:lstStyle/>
          <a:p>
            <a:pPr algn="ctr"/>
            <a:r>
              <a:rPr lang="en-US" sz="3200" dirty="0"/>
              <a:t>6</a:t>
            </a:r>
          </a:p>
        </p:txBody>
      </p:sp>
      <p:sp>
        <p:nvSpPr>
          <p:cNvPr id="44" name="TextBox 43">
            <a:extLst>
              <a:ext uri="{FF2B5EF4-FFF2-40B4-BE49-F238E27FC236}">
                <a16:creationId xmlns:a16="http://schemas.microsoft.com/office/drawing/2014/main" id="{5AD5FAC5-083B-8947-4BBE-3704533747B3}"/>
              </a:ext>
            </a:extLst>
          </p:cNvPr>
          <p:cNvSpPr txBox="1"/>
          <p:nvPr/>
        </p:nvSpPr>
        <p:spPr>
          <a:xfrm>
            <a:off x="6214537" y="4244561"/>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45" name="TextBox 44">
            <a:extLst>
              <a:ext uri="{FF2B5EF4-FFF2-40B4-BE49-F238E27FC236}">
                <a16:creationId xmlns:a16="http://schemas.microsoft.com/office/drawing/2014/main" id="{E0E52622-7F63-A29D-027B-519587D6462E}"/>
              </a:ext>
            </a:extLst>
          </p:cNvPr>
          <p:cNvSpPr txBox="1"/>
          <p:nvPr/>
        </p:nvSpPr>
        <p:spPr>
          <a:xfrm>
            <a:off x="4216401" y="2231221"/>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51" name="TextBox 50">
            <a:extLst>
              <a:ext uri="{FF2B5EF4-FFF2-40B4-BE49-F238E27FC236}">
                <a16:creationId xmlns:a16="http://schemas.microsoft.com/office/drawing/2014/main" id="{EE5293C0-E448-9AB9-4314-9CB35D914EC2}"/>
              </a:ext>
            </a:extLst>
          </p:cNvPr>
          <p:cNvSpPr txBox="1"/>
          <p:nvPr/>
        </p:nvSpPr>
        <p:spPr>
          <a:xfrm>
            <a:off x="5715003" y="3741226"/>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7DB28316-A612-315E-3E0F-BCE945B77B61}"/>
              </a:ext>
            </a:extLst>
          </p:cNvPr>
          <p:cNvSpPr txBox="1"/>
          <p:nvPr/>
        </p:nvSpPr>
        <p:spPr>
          <a:xfrm>
            <a:off x="3640666" y="1903821"/>
            <a:ext cx="570089" cy="230832"/>
          </a:xfrm>
          <a:prstGeom prst="rect">
            <a:avLst/>
          </a:prstGeom>
          <a:noFill/>
        </p:spPr>
        <p:txBody>
          <a:bodyPr wrap="square" rtlCol="0">
            <a:spAutoFit/>
          </a:bodyPr>
          <a:lstStyle/>
          <a:p>
            <a:pPr algn="ctr"/>
            <a:r>
              <a:rPr lang="en-US" sz="900" dirty="0"/>
              <a:t>78</a:t>
            </a:r>
          </a:p>
        </p:txBody>
      </p:sp>
      <p:sp>
        <p:nvSpPr>
          <p:cNvPr id="53" name="TextBox 52">
            <a:extLst>
              <a:ext uri="{FF2B5EF4-FFF2-40B4-BE49-F238E27FC236}">
                <a16:creationId xmlns:a16="http://schemas.microsoft.com/office/drawing/2014/main" id="{2B476EFF-941C-653F-F4B2-BB81250A1E5E}"/>
              </a:ext>
            </a:extLst>
          </p:cNvPr>
          <p:cNvSpPr txBox="1"/>
          <p:nvPr/>
        </p:nvSpPr>
        <p:spPr>
          <a:xfrm>
            <a:off x="4645378" y="2905709"/>
            <a:ext cx="570089" cy="230832"/>
          </a:xfrm>
          <a:prstGeom prst="rect">
            <a:avLst/>
          </a:prstGeom>
          <a:noFill/>
        </p:spPr>
        <p:txBody>
          <a:bodyPr wrap="square" rtlCol="0">
            <a:spAutoFit/>
          </a:bodyPr>
          <a:lstStyle/>
          <a:p>
            <a:pPr algn="ctr"/>
            <a:r>
              <a:rPr lang="en-US" sz="900" dirty="0"/>
              <a:t>78</a:t>
            </a:r>
          </a:p>
        </p:txBody>
      </p:sp>
      <p:sp>
        <p:nvSpPr>
          <p:cNvPr id="55" name="TextBox 54">
            <a:extLst>
              <a:ext uri="{FF2B5EF4-FFF2-40B4-BE49-F238E27FC236}">
                <a16:creationId xmlns:a16="http://schemas.microsoft.com/office/drawing/2014/main" id="{2284435D-F6D2-59F1-8886-47D3F1B97D23}"/>
              </a:ext>
            </a:extLst>
          </p:cNvPr>
          <p:cNvSpPr txBox="1"/>
          <p:nvPr/>
        </p:nvSpPr>
        <p:spPr>
          <a:xfrm>
            <a:off x="6152446" y="4408541"/>
            <a:ext cx="570089" cy="230832"/>
          </a:xfrm>
          <a:prstGeom prst="rect">
            <a:avLst/>
          </a:prstGeom>
          <a:noFill/>
        </p:spPr>
        <p:txBody>
          <a:bodyPr wrap="square" rtlCol="0">
            <a:spAutoFit/>
          </a:bodyPr>
          <a:lstStyle/>
          <a:p>
            <a:pPr algn="ctr"/>
            <a:r>
              <a:rPr lang="en-US" sz="900" dirty="0"/>
              <a:t>78</a:t>
            </a:r>
          </a:p>
        </p:txBody>
      </p:sp>
      <p:sp>
        <p:nvSpPr>
          <p:cNvPr id="11" name="TextBox 10">
            <a:extLst>
              <a:ext uri="{FF2B5EF4-FFF2-40B4-BE49-F238E27FC236}">
                <a16:creationId xmlns:a16="http://schemas.microsoft.com/office/drawing/2014/main" id="{7113CAA9-ED19-5507-254D-6364353259EE}"/>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DDFD6884-EB6D-0B3E-A52B-1B76688F5CC8}"/>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C7E2CED4-2927-C94D-BEA8-68F7835BB1F6}"/>
              </a:ext>
            </a:extLst>
          </p:cNvPr>
          <p:cNvSpPr txBox="1"/>
          <p:nvPr/>
        </p:nvSpPr>
        <p:spPr>
          <a:xfrm>
            <a:off x="5215469" y="172788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0D423C2B-3FDB-A0AE-A40D-F82F788B6827}"/>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767DE245-DB1F-6514-BD06-241F3E7070FE}"/>
              </a:ext>
            </a:extLst>
          </p:cNvPr>
          <p:cNvSpPr txBox="1"/>
          <p:nvPr/>
        </p:nvSpPr>
        <p:spPr>
          <a:xfrm>
            <a:off x="4715935" y="721216"/>
            <a:ext cx="462845" cy="584775"/>
          </a:xfrm>
          <a:prstGeom prst="rect">
            <a:avLst/>
          </a:prstGeom>
          <a:noFill/>
        </p:spPr>
        <p:txBody>
          <a:bodyPr wrap="square" rtlCol="0">
            <a:spAutoFit/>
          </a:bodyPr>
          <a:lstStyle/>
          <a:p>
            <a:pPr algn="ctr"/>
            <a:r>
              <a:rPr lang="en-US" sz="3200" dirty="0"/>
              <a:t>4</a:t>
            </a:r>
          </a:p>
        </p:txBody>
      </p:sp>
      <p:sp>
        <p:nvSpPr>
          <p:cNvPr id="28" name="TextBox 27">
            <a:extLst>
              <a:ext uri="{FF2B5EF4-FFF2-40B4-BE49-F238E27FC236}">
                <a16:creationId xmlns:a16="http://schemas.microsoft.com/office/drawing/2014/main" id="{88E03E61-442F-B414-7EEB-629335C54964}"/>
              </a:ext>
            </a:extLst>
          </p:cNvPr>
          <p:cNvSpPr txBox="1"/>
          <p:nvPr/>
        </p:nvSpPr>
        <p:spPr>
          <a:xfrm>
            <a:off x="3217333" y="2231221"/>
            <a:ext cx="462845" cy="584775"/>
          </a:xfrm>
          <a:prstGeom prst="rect">
            <a:avLst/>
          </a:prstGeom>
          <a:solidFill>
            <a:srgbClr val="00B0F0">
              <a:alpha val="15000"/>
            </a:srgbClr>
          </a:solidFill>
        </p:spPr>
        <p:txBody>
          <a:bodyPr wrap="square" rtlCol="0">
            <a:spAutoFit/>
          </a:bodyPr>
          <a:lstStyle/>
          <a:p>
            <a:pPr algn="ctr"/>
            <a:r>
              <a:rPr lang="en-US" sz="3200" dirty="0"/>
              <a:t>6</a:t>
            </a:r>
          </a:p>
        </p:txBody>
      </p:sp>
      <p:sp>
        <p:nvSpPr>
          <p:cNvPr id="29" name="TextBox 28">
            <a:extLst>
              <a:ext uri="{FF2B5EF4-FFF2-40B4-BE49-F238E27FC236}">
                <a16:creationId xmlns:a16="http://schemas.microsoft.com/office/drawing/2014/main" id="{1BCA6A44-E6EB-74B3-293E-435B91C2E8E2}"/>
              </a:ext>
            </a:extLst>
          </p:cNvPr>
          <p:cNvSpPr txBox="1"/>
          <p:nvPr/>
        </p:nvSpPr>
        <p:spPr>
          <a:xfrm>
            <a:off x="3716867" y="2734556"/>
            <a:ext cx="462845" cy="584775"/>
          </a:xfrm>
          <a:prstGeom prst="rect">
            <a:avLst/>
          </a:prstGeom>
          <a:solidFill>
            <a:srgbClr val="00B0F0">
              <a:alpha val="15000"/>
            </a:srgbClr>
          </a:solidFill>
        </p:spPr>
        <p:txBody>
          <a:bodyPr wrap="square" rtlCol="0">
            <a:spAutoFit/>
          </a:bodyPr>
          <a:lstStyle/>
          <a:p>
            <a:pPr algn="ctr"/>
            <a:r>
              <a:rPr lang="en-US" sz="3200" dirty="0"/>
              <a:t>2</a:t>
            </a:r>
          </a:p>
        </p:txBody>
      </p:sp>
      <p:sp>
        <p:nvSpPr>
          <p:cNvPr id="32" name="TextBox 31">
            <a:extLst>
              <a:ext uri="{FF2B5EF4-FFF2-40B4-BE49-F238E27FC236}">
                <a16:creationId xmlns:a16="http://schemas.microsoft.com/office/drawing/2014/main" id="{F09C41FB-DFF4-1679-2214-CC9821C1AA98}"/>
              </a:ext>
            </a:extLst>
          </p:cNvPr>
          <p:cNvSpPr txBox="1"/>
          <p:nvPr/>
        </p:nvSpPr>
        <p:spPr>
          <a:xfrm>
            <a:off x="4216401" y="3237891"/>
            <a:ext cx="462845" cy="584775"/>
          </a:xfrm>
          <a:prstGeom prst="rect">
            <a:avLst/>
          </a:prstGeom>
          <a:solidFill>
            <a:srgbClr val="00B0F0">
              <a:alpha val="15000"/>
            </a:srgbClr>
          </a:solidFill>
        </p:spPr>
        <p:txBody>
          <a:bodyPr wrap="square" rtlCol="0">
            <a:spAutoFit/>
          </a:bodyPr>
          <a:lstStyle/>
          <a:p>
            <a:pPr algn="ctr"/>
            <a:r>
              <a:rPr lang="en-US" sz="3200" dirty="0"/>
              <a:t>8</a:t>
            </a:r>
          </a:p>
        </p:txBody>
      </p:sp>
      <p:sp>
        <p:nvSpPr>
          <p:cNvPr id="33" name="TextBox 32">
            <a:extLst>
              <a:ext uri="{FF2B5EF4-FFF2-40B4-BE49-F238E27FC236}">
                <a16:creationId xmlns:a16="http://schemas.microsoft.com/office/drawing/2014/main" id="{D8ECBD89-70E4-B44B-97A5-1B69FFAE3908}"/>
              </a:ext>
            </a:extLst>
          </p:cNvPr>
          <p:cNvSpPr txBox="1"/>
          <p:nvPr/>
        </p:nvSpPr>
        <p:spPr>
          <a:xfrm>
            <a:off x="4715935" y="3741226"/>
            <a:ext cx="462845" cy="584775"/>
          </a:xfrm>
          <a:prstGeom prst="rect">
            <a:avLst/>
          </a:prstGeom>
          <a:solidFill>
            <a:srgbClr val="00B0F0">
              <a:alpha val="15000"/>
            </a:srgbClr>
          </a:solid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C9653EB2-FD0E-86C4-611F-DE1482B0882D}"/>
              </a:ext>
            </a:extLst>
          </p:cNvPr>
          <p:cNvSpPr txBox="1"/>
          <p:nvPr/>
        </p:nvSpPr>
        <p:spPr>
          <a:xfrm>
            <a:off x="5215469" y="4244561"/>
            <a:ext cx="462845" cy="584775"/>
          </a:xfrm>
          <a:prstGeom prst="rect">
            <a:avLst/>
          </a:prstGeom>
          <a:solidFill>
            <a:srgbClr val="00B0F0">
              <a:alpha val="15000"/>
            </a:srgbClr>
          </a:solidFill>
        </p:spPr>
        <p:txBody>
          <a:bodyPr wrap="square" rtlCol="0">
            <a:spAutoFit/>
          </a:bodyPr>
          <a:lstStyle/>
          <a:p>
            <a:pPr algn="ctr"/>
            <a:r>
              <a:rPr lang="en-US" sz="3200" dirty="0"/>
              <a:t>9</a:t>
            </a:r>
          </a:p>
        </p:txBody>
      </p:sp>
      <p:sp>
        <p:nvSpPr>
          <p:cNvPr id="27" name="TextBox 26">
            <a:extLst>
              <a:ext uri="{FF2B5EF4-FFF2-40B4-BE49-F238E27FC236}">
                <a16:creationId xmlns:a16="http://schemas.microsoft.com/office/drawing/2014/main" id="{C08969EB-5424-0CB4-8E11-E60BCC589A15}"/>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E7A43F82-A6E1-11A2-DECC-B7D770CB01D2}"/>
              </a:ext>
            </a:extLst>
          </p:cNvPr>
          <p:cNvSpPr txBox="1"/>
          <p:nvPr/>
        </p:nvSpPr>
        <p:spPr>
          <a:xfrm>
            <a:off x="4216401" y="3741226"/>
            <a:ext cx="462845" cy="584775"/>
          </a:xfrm>
          <a:prstGeom prst="rect">
            <a:avLst/>
          </a:prstGeom>
          <a:noFill/>
        </p:spPr>
        <p:txBody>
          <a:bodyPr wrap="square" rtlCol="0">
            <a:spAutoFit/>
          </a:bodyPr>
          <a:lstStyle/>
          <a:p>
            <a:pPr algn="ctr"/>
            <a:r>
              <a:rPr lang="en-US" sz="3200" dirty="0"/>
              <a:t>9</a:t>
            </a:r>
          </a:p>
        </p:txBody>
      </p:sp>
      <p:sp>
        <p:nvSpPr>
          <p:cNvPr id="59" name="TextBox 58">
            <a:extLst>
              <a:ext uri="{FF2B5EF4-FFF2-40B4-BE49-F238E27FC236}">
                <a16:creationId xmlns:a16="http://schemas.microsoft.com/office/drawing/2014/main" id="{46F1C861-E367-7FA0-7A46-1FEB2C3392A2}"/>
              </a:ext>
            </a:extLst>
          </p:cNvPr>
          <p:cNvSpPr txBox="1"/>
          <p:nvPr/>
        </p:nvSpPr>
        <p:spPr>
          <a:xfrm>
            <a:off x="3138310" y="3907597"/>
            <a:ext cx="570089" cy="230832"/>
          </a:xfrm>
          <a:prstGeom prst="rect">
            <a:avLst/>
          </a:prstGeom>
          <a:noFill/>
        </p:spPr>
        <p:txBody>
          <a:bodyPr wrap="square" rtlCol="0">
            <a:spAutoFit/>
          </a:bodyPr>
          <a:lstStyle/>
          <a:p>
            <a:pPr algn="ctr"/>
            <a:r>
              <a:rPr lang="en-US" sz="900" dirty="0"/>
              <a:t>78</a:t>
            </a:r>
          </a:p>
        </p:txBody>
      </p:sp>
      <p:sp>
        <p:nvSpPr>
          <p:cNvPr id="60" name="TextBox 59">
            <a:extLst>
              <a:ext uri="{FF2B5EF4-FFF2-40B4-BE49-F238E27FC236}">
                <a16:creationId xmlns:a16="http://schemas.microsoft.com/office/drawing/2014/main" id="{37F11AE9-C757-7D41-684C-8EC6F9EDD4AB}"/>
              </a:ext>
            </a:extLst>
          </p:cNvPr>
          <p:cNvSpPr txBox="1"/>
          <p:nvPr/>
        </p:nvSpPr>
        <p:spPr>
          <a:xfrm>
            <a:off x="3640666" y="4408541"/>
            <a:ext cx="570089" cy="230832"/>
          </a:xfrm>
          <a:prstGeom prst="rect">
            <a:avLst/>
          </a:prstGeom>
          <a:noFill/>
        </p:spPr>
        <p:txBody>
          <a:bodyPr wrap="square" rtlCol="0">
            <a:spAutoFit/>
          </a:bodyPr>
          <a:lstStyle/>
          <a:p>
            <a:pPr algn="ctr"/>
            <a:r>
              <a:rPr lang="en-US" sz="900" dirty="0"/>
              <a:t>234</a:t>
            </a:r>
          </a:p>
        </p:txBody>
      </p:sp>
      <p:sp>
        <p:nvSpPr>
          <p:cNvPr id="62" name="TextBox 61">
            <a:extLst>
              <a:ext uri="{FF2B5EF4-FFF2-40B4-BE49-F238E27FC236}">
                <a16:creationId xmlns:a16="http://schemas.microsoft.com/office/drawing/2014/main" id="{01893867-BD9B-6C34-57A3-C856F1C82481}"/>
              </a:ext>
            </a:extLst>
          </p:cNvPr>
          <p:cNvSpPr txBox="1"/>
          <p:nvPr/>
        </p:nvSpPr>
        <p:spPr>
          <a:xfrm>
            <a:off x="3138310" y="4408541"/>
            <a:ext cx="570089" cy="230832"/>
          </a:xfrm>
          <a:prstGeom prst="rect">
            <a:avLst/>
          </a:prstGeom>
          <a:noFill/>
        </p:spPr>
        <p:txBody>
          <a:bodyPr wrap="square" rtlCol="0">
            <a:spAutoFit/>
          </a:bodyPr>
          <a:lstStyle/>
          <a:p>
            <a:pPr algn="ctr"/>
            <a:r>
              <a:rPr lang="en-US" sz="900" dirty="0"/>
              <a:t>24</a:t>
            </a:r>
          </a:p>
        </p:txBody>
      </p:sp>
      <p:sp>
        <p:nvSpPr>
          <p:cNvPr id="63" name="TextBox 62">
            <a:extLst>
              <a:ext uri="{FF2B5EF4-FFF2-40B4-BE49-F238E27FC236}">
                <a16:creationId xmlns:a16="http://schemas.microsoft.com/office/drawing/2014/main" id="{71B99F7E-FAA3-9738-6710-23D9DEF86836}"/>
              </a:ext>
            </a:extLst>
          </p:cNvPr>
          <p:cNvSpPr txBox="1"/>
          <p:nvPr/>
        </p:nvSpPr>
        <p:spPr>
          <a:xfrm>
            <a:off x="3640666" y="4909484"/>
            <a:ext cx="570089" cy="230832"/>
          </a:xfrm>
          <a:prstGeom prst="rect">
            <a:avLst/>
          </a:prstGeom>
          <a:noFill/>
        </p:spPr>
        <p:txBody>
          <a:bodyPr wrap="square" rtlCol="0">
            <a:spAutoFit/>
          </a:bodyPr>
          <a:lstStyle/>
          <a:p>
            <a:pPr algn="ctr"/>
            <a:r>
              <a:rPr lang="en-US" sz="900" dirty="0"/>
              <a:t>234</a:t>
            </a:r>
          </a:p>
        </p:txBody>
      </p:sp>
      <p:sp>
        <p:nvSpPr>
          <p:cNvPr id="64" name="TextBox 63">
            <a:extLst>
              <a:ext uri="{FF2B5EF4-FFF2-40B4-BE49-F238E27FC236}">
                <a16:creationId xmlns:a16="http://schemas.microsoft.com/office/drawing/2014/main" id="{15DF7E1B-C885-3A7E-AA62-DCF1798FACF5}"/>
              </a:ext>
            </a:extLst>
          </p:cNvPr>
          <p:cNvSpPr txBox="1"/>
          <p:nvPr/>
        </p:nvSpPr>
        <p:spPr>
          <a:xfrm>
            <a:off x="4143022" y="4909484"/>
            <a:ext cx="570089" cy="230832"/>
          </a:xfrm>
          <a:prstGeom prst="rect">
            <a:avLst/>
          </a:prstGeom>
          <a:noFill/>
        </p:spPr>
        <p:txBody>
          <a:bodyPr wrap="square" rtlCol="0">
            <a:spAutoFit/>
          </a:bodyPr>
          <a:lstStyle/>
          <a:p>
            <a:pPr algn="ctr"/>
            <a:r>
              <a:rPr lang="en-US" sz="900" dirty="0"/>
              <a:t>87</a:t>
            </a:r>
          </a:p>
        </p:txBody>
      </p:sp>
      <p:sp>
        <p:nvSpPr>
          <p:cNvPr id="65" name="TextBox 64">
            <a:extLst>
              <a:ext uri="{FF2B5EF4-FFF2-40B4-BE49-F238E27FC236}">
                <a16:creationId xmlns:a16="http://schemas.microsoft.com/office/drawing/2014/main" id="{B98B97CF-A384-8BC5-8A08-68AFF60FA4E1}"/>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66" name="TextBox 65">
            <a:extLst>
              <a:ext uri="{FF2B5EF4-FFF2-40B4-BE49-F238E27FC236}">
                <a16:creationId xmlns:a16="http://schemas.microsoft.com/office/drawing/2014/main" id="{9FBB95CF-C5A0-F3F2-9290-E989D70990D0}"/>
              </a:ext>
            </a:extLst>
          </p:cNvPr>
          <p:cNvSpPr txBox="1"/>
          <p:nvPr/>
        </p:nvSpPr>
        <p:spPr>
          <a:xfrm>
            <a:off x="3716867" y="3741226"/>
            <a:ext cx="462845" cy="584775"/>
          </a:xfrm>
          <a:prstGeom prst="rect">
            <a:avLst/>
          </a:prstGeom>
          <a:noFill/>
        </p:spPr>
        <p:txBody>
          <a:bodyPr wrap="square" rtlCol="0">
            <a:spAutoFit/>
          </a:bodyPr>
          <a:lstStyle/>
          <a:p>
            <a:pPr algn="ctr"/>
            <a:r>
              <a:rPr lang="en-US" sz="3200" dirty="0"/>
              <a:t>6</a:t>
            </a:r>
          </a:p>
        </p:txBody>
      </p:sp>
      <p:sp>
        <p:nvSpPr>
          <p:cNvPr id="67" name="TextBox 66">
            <a:extLst>
              <a:ext uri="{FF2B5EF4-FFF2-40B4-BE49-F238E27FC236}">
                <a16:creationId xmlns:a16="http://schemas.microsoft.com/office/drawing/2014/main" id="{3D542EE6-5440-8B86-E693-96136AAFC559}"/>
              </a:ext>
            </a:extLst>
          </p:cNvPr>
          <p:cNvSpPr txBox="1"/>
          <p:nvPr/>
        </p:nvSpPr>
        <p:spPr>
          <a:xfrm>
            <a:off x="4216401" y="4244561"/>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4094384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3DB9D-4F59-1FD6-4E92-183AB204773C}"/>
            </a:ext>
          </a:extLst>
        </p:cNvPr>
        <p:cNvGrpSpPr/>
        <p:nvPr/>
      </p:nvGrpSpPr>
      <p:grpSpPr>
        <a:xfrm>
          <a:off x="0" y="0"/>
          <a:ext cx="0" cy="0"/>
          <a:chOff x="0" y="0"/>
          <a:chExt cx="0" cy="0"/>
        </a:xfrm>
      </p:grpSpPr>
      <p:sp>
        <p:nvSpPr>
          <p:cNvPr id="46" name="TextBox 45">
            <a:extLst>
              <a:ext uri="{FF2B5EF4-FFF2-40B4-BE49-F238E27FC236}">
                <a16:creationId xmlns:a16="http://schemas.microsoft.com/office/drawing/2014/main" id="{7B407142-140E-C12D-D0EF-A2FFF2194C65}"/>
              </a:ext>
            </a:extLst>
          </p:cNvPr>
          <p:cNvSpPr txBox="1"/>
          <p:nvPr/>
        </p:nvSpPr>
        <p:spPr>
          <a:xfrm>
            <a:off x="3716867" y="2231221"/>
            <a:ext cx="462845" cy="584775"/>
          </a:xfrm>
          <a:prstGeom prst="rect">
            <a:avLst/>
          </a:prstGeom>
          <a:solidFill>
            <a:srgbClr val="FF0000">
              <a:alpha val="15000"/>
            </a:srgbClr>
          </a:solidFill>
        </p:spPr>
        <p:txBody>
          <a:bodyPr wrap="square" rtlCol="0">
            <a:spAutoFit/>
          </a:bodyPr>
          <a:lstStyle/>
          <a:p>
            <a:pPr algn="ctr"/>
            <a:endParaRPr lang="en-US" sz="3200" dirty="0"/>
          </a:p>
        </p:txBody>
      </p:sp>
      <p:sp>
        <p:nvSpPr>
          <p:cNvPr id="47" name="TextBox 46">
            <a:extLst>
              <a:ext uri="{FF2B5EF4-FFF2-40B4-BE49-F238E27FC236}">
                <a16:creationId xmlns:a16="http://schemas.microsoft.com/office/drawing/2014/main" id="{5C8F770F-FA40-63B5-5DF6-D989028FE6C2}"/>
              </a:ext>
            </a:extLst>
          </p:cNvPr>
          <p:cNvSpPr txBox="1"/>
          <p:nvPr/>
        </p:nvSpPr>
        <p:spPr>
          <a:xfrm>
            <a:off x="4216401" y="2734556"/>
            <a:ext cx="462845" cy="584775"/>
          </a:xfrm>
          <a:prstGeom prst="rect">
            <a:avLst/>
          </a:prstGeom>
          <a:solidFill>
            <a:srgbClr val="FF0000">
              <a:alpha val="15000"/>
            </a:srgbClr>
          </a:solid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C63F2444-A224-F7C4-B921-909C017B0E0E}"/>
              </a:ext>
            </a:extLst>
          </p:cNvPr>
          <p:cNvSpPr txBox="1"/>
          <p:nvPr/>
        </p:nvSpPr>
        <p:spPr>
          <a:xfrm>
            <a:off x="4715935" y="3237891"/>
            <a:ext cx="462845" cy="584775"/>
          </a:xfrm>
          <a:prstGeom prst="rect">
            <a:avLst/>
          </a:prstGeom>
          <a:solidFill>
            <a:srgbClr val="FF0000">
              <a:alpha val="15000"/>
            </a:srgbClr>
          </a:solidFill>
        </p:spPr>
        <p:txBody>
          <a:bodyPr wrap="square" rtlCol="0">
            <a:spAutoFit/>
          </a:bodyPr>
          <a:lstStyle/>
          <a:p>
            <a:pPr algn="ctr"/>
            <a:r>
              <a:rPr lang="en-US" sz="3200" dirty="0"/>
              <a:t>7</a:t>
            </a:r>
          </a:p>
        </p:txBody>
      </p:sp>
      <p:sp>
        <p:nvSpPr>
          <p:cNvPr id="49" name="TextBox 48">
            <a:extLst>
              <a:ext uri="{FF2B5EF4-FFF2-40B4-BE49-F238E27FC236}">
                <a16:creationId xmlns:a16="http://schemas.microsoft.com/office/drawing/2014/main" id="{8DA39907-A0E8-6878-9F9F-CE5F2A546405}"/>
              </a:ext>
            </a:extLst>
          </p:cNvPr>
          <p:cNvSpPr txBox="1"/>
          <p:nvPr/>
        </p:nvSpPr>
        <p:spPr>
          <a:xfrm>
            <a:off x="5215469" y="3741226"/>
            <a:ext cx="462845" cy="584775"/>
          </a:xfrm>
          <a:prstGeom prst="rect">
            <a:avLst/>
          </a:prstGeom>
          <a:solidFill>
            <a:srgbClr val="FF0000">
              <a:alpha val="15000"/>
            </a:srgbClr>
          </a:solidFill>
        </p:spPr>
        <p:txBody>
          <a:bodyPr wrap="square" rtlCol="0">
            <a:spAutoFit/>
          </a:bodyPr>
          <a:lstStyle/>
          <a:p>
            <a:pPr algn="ctr"/>
            <a:r>
              <a:rPr lang="en-US" sz="3200" dirty="0"/>
              <a:t>4</a:t>
            </a:r>
          </a:p>
        </p:txBody>
      </p:sp>
      <p:sp>
        <p:nvSpPr>
          <p:cNvPr id="50" name="TextBox 49">
            <a:extLst>
              <a:ext uri="{FF2B5EF4-FFF2-40B4-BE49-F238E27FC236}">
                <a16:creationId xmlns:a16="http://schemas.microsoft.com/office/drawing/2014/main" id="{555E9159-8797-2153-B197-945E2E56929A}"/>
              </a:ext>
            </a:extLst>
          </p:cNvPr>
          <p:cNvSpPr txBox="1"/>
          <p:nvPr/>
        </p:nvSpPr>
        <p:spPr>
          <a:xfrm>
            <a:off x="5715003" y="4244561"/>
            <a:ext cx="462845" cy="584775"/>
          </a:xfrm>
          <a:prstGeom prst="rect">
            <a:avLst/>
          </a:prstGeom>
          <a:solidFill>
            <a:srgbClr val="FF0000">
              <a:alpha val="15000"/>
            </a:srgbClr>
          </a:solidFill>
        </p:spPr>
        <p:txBody>
          <a:bodyPr wrap="square" rtlCol="0">
            <a:spAutoFit/>
          </a:bodyPr>
          <a:lstStyle/>
          <a:p>
            <a:pPr algn="ctr"/>
            <a:endParaRPr lang="en-US" sz="3200" dirty="0"/>
          </a:p>
        </p:txBody>
      </p:sp>
      <p:sp>
        <p:nvSpPr>
          <p:cNvPr id="2" name="Content Placeholder 1">
            <a:extLst>
              <a:ext uri="{FF2B5EF4-FFF2-40B4-BE49-F238E27FC236}">
                <a16:creationId xmlns:a16="http://schemas.microsoft.com/office/drawing/2014/main" id="{404B3E2D-3FA9-D8AC-E1E0-AE8AD3F004C9}"/>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9E532FA3-F361-8D0C-F1FD-2581E176471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F654055-93CC-BBBF-6A46-BE8531D6670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460F10C-6BB4-83B1-FC13-AB262128773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E3F1CD6-E825-6BBB-7EE5-75417BCCD7E2}"/>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53E18B9C-BAA0-AA27-306B-F680E40E2558}"/>
              </a:ext>
            </a:extLst>
          </p:cNvPr>
          <p:cNvSpPr txBox="1"/>
          <p:nvPr/>
        </p:nvSpPr>
        <p:spPr>
          <a:xfrm>
            <a:off x="7213604" y="4747898"/>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6CE92463-F58A-D860-C9E1-6C374CEBD3AA}"/>
              </a:ext>
            </a:extLst>
          </p:cNvPr>
          <p:cNvSpPr txBox="1"/>
          <p:nvPr/>
        </p:nvSpPr>
        <p:spPr>
          <a:xfrm>
            <a:off x="4645378" y="2404765"/>
            <a:ext cx="570089" cy="230832"/>
          </a:xfrm>
          <a:prstGeom prst="rect">
            <a:avLst/>
          </a:prstGeom>
          <a:noFill/>
        </p:spPr>
        <p:txBody>
          <a:bodyPr wrap="square" rtlCol="0">
            <a:spAutoFit/>
          </a:bodyPr>
          <a:lstStyle/>
          <a:p>
            <a:pPr algn="ctr"/>
            <a:r>
              <a:rPr lang="en-US" sz="900" dirty="0"/>
              <a:t>23</a:t>
            </a:r>
          </a:p>
        </p:txBody>
      </p:sp>
      <p:sp>
        <p:nvSpPr>
          <p:cNvPr id="12" name="TextBox 11">
            <a:extLst>
              <a:ext uri="{FF2B5EF4-FFF2-40B4-BE49-F238E27FC236}">
                <a16:creationId xmlns:a16="http://schemas.microsoft.com/office/drawing/2014/main" id="{9776F1D5-0AE9-BAFC-C2D1-E71EA2642C30}"/>
              </a:ext>
            </a:extLst>
          </p:cNvPr>
          <p:cNvSpPr txBox="1"/>
          <p:nvPr/>
        </p:nvSpPr>
        <p:spPr>
          <a:xfrm>
            <a:off x="5650090" y="3406653"/>
            <a:ext cx="570089" cy="230832"/>
          </a:xfrm>
          <a:prstGeom prst="rect">
            <a:avLst/>
          </a:prstGeom>
          <a:noFill/>
        </p:spPr>
        <p:txBody>
          <a:bodyPr wrap="square" rtlCol="0">
            <a:spAutoFit/>
          </a:bodyPr>
          <a:lstStyle/>
          <a:p>
            <a:pPr algn="ctr"/>
            <a:r>
              <a:rPr lang="en-US" sz="900" dirty="0"/>
              <a:t>32</a:t>
            </a:r>
          </a:p>
        </p:txBody>
      </p:sp>
      <p:sp>
        <p:nvSpPr>
          <p:cNvPr id="15" name="TextBox 14">
            <a:extLst>
              <a:ext uri="{FF2B5EF4-FFF2-40B4-BE49-F238E27FC236}">
                <a16:creationId xmlns:a16="http://schemas.microsoft.com/office/drawing/2014/main" id="{6B786AB8-A6B1-0AB4-ABC9-40FC71AD8488}"/>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B97E50D2-9E6C-8B9B-D84A-907470905A9C}"/>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17" name="TextBox 16">
            <a:extLst>
              <a:ext uri="{FF2B5EF4-FFF2-40B4-BE49-F238E27FC236}">
                <a16:creationId xmlns:a16="http://schemas.microsoft.com/office/drawing/2014/main" id="{9B515BEB-E437-2D2F-BBFF-03B1239091B8}"/>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24C8E50D-2CE5-F06E-3992-282713F77A07}"/>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8D360417-8BB0-F816-D7AC-AD25FEF4CC09}"/>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6C30498E-CC57-FCAE-CD9E-1694290EC799}"/>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D05537D3-949B-2A2C-2B1F-E6776477EE53}"/>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FD7C516C-65D1-F118-39D1-F77EA2F07E2A}"/>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C620A463-AAB1-059A-48D0-5447D84286B2}"/>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3FD2D20E-F716-5DC9-A05C-0480A39131AA}"/>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548115FC-3D95-4F7C-7A86-EEEDBC0088A7}"/>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6775082E-56EB-5DC4-3237-9F68C27A4987}"/>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E649458B-DB78-87F5-11A7-938ACE3D5811}"/>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AF0EC03D-4EBF-48C3-394E-04D559BF7E9D}"/>
              </a:ext>
            </a:extLst>
          </p:cNvPr>
          <p:cNvSpPr txBox="1"/>
          <p:nvPr/>
        </p:nvSpPr>
        <p:spPr>
          <a:xfrm>
            <a:off x="5715003" y="2231221"/>
            <a:ext cx="462845" cy="584775"/>
          </a:xfrm>
          <a:prstGeom prst="rect">
            <a:avLst/>
          </a:prstGeom>
          <a:noFill/>
        </p:spPr>
        <p:txBody>
          <a:bodyPr wrap="square" rtlCol="0">
            <a:spAutoFit/>
          </a:bodyPr>
          <a:lstStyle/>
          <a:p>
            <a:pPr algn="ctr"/>
            <a:r>
              <a:rPr lang="en-US" sz="3200" dirty="0"/>
              <a:t>9</a:t>
            </a:r>
          </a:p>
        </p:txBody>
      </p:sp>
      <p:sp>
        <p:nvSpPr>
          <p:cNvPr id="35" name="TextBox 34">
            <a:extLst>
              <a:ext uri="{FF2B5EF4-FFF2-40B4-BE49-F238E27FC236}">
                <a16:creationId xmlns:a16="http://schemas.microsoft.com/office/drawing/2014/main" id="{F08CC9F2-C661-CF2F-7F1B-3E3B141FDED3}"/>
              </a:ext>
            </a:extLst>
          </p:cNvPr>
          <p:cNvSpPr txBox="1"/>
          <p:nvPr/>
        </p:nvSpPr>
        <p:spPr>
          <a:xfrm>
            <a:off x="3640666" y="2404765"/>
            <a:ext cx="570089" cy="230832"/>
          </a:xfrm>
          <a:prstGeom prst="rect">
            <a:avLst/>
          </a:prstGeom>
          <a:noFill/>
        </p:spPr>
        <p:txBody>
          <a:bodyPr wrap="square" rtlCol="0">
            <a:spAutoFit/>
          </a:bodyPr>
          <a:lstStyle/>
          <a:p>
            <a:pPr algn="ctr"/>
            <a:r>
              <a:rPr lang="en-US" sz="900" dirty="0"/>
              <a:t>87</a:t>
            </a:r>
          </a:p>
        </p:txBody>
      </p:sp>
      <p:sp>
        <p:nvSpPr>
          <p:cNvPr id="38" name="TextBox 37">
            <a:extLst>
              <a:ext uri="{FF2B5EF4-FFF2-40B4-BE49-F238E27FC236}">
                <a16:creationId xmlns:a16="http://schemas.microsoft.com/office/drawing/2014/main" id="{F92EEB5E-4382-9F8E-612C-8EFD288A2367}"/>
              </a:ext>
            </a:extLst>
          </p:cNvPr>
          <p:cNvSpPr txBox="1"/>
          <p:nvPr/>
        </p:nvSpPr>
        <p:spPr>
          <a:xfrm>
            <a:off x="5650090" y="4408541"/>
            <a:ext cx="570089" cy="230832"/>
          </a:xfrm>
          <a:prstGeom prst="rect">
            <a:avLst/>
          </a:prstGeom>
          <a:noFill/>
        </p:spPr>
        <p:txBody>
          <a:bodyPr wrap="square" rtlCol="0">
            <a:spAutoFit/>
          </a:bodyPr>
          <a:lstStyle/>
          <a:p>
            <a:pPr algn="ctr"/>
            <a:r>
              <a:rPr lang="en-US" sz="900" dirty="0"/>
              <a:t>87</a:t>
            </a:r>
          </a:p>
        </p:txBody>
      </p:sp>
      <p:sp>
        <p:nvSpPr>
          <p:cNvPr id="39" name="TextBox 38">
            <a:extLst>
              <a:ext uri="{FF2B5EF4-FFF2-40B4-BE49-F238E27FC236}">
                <a16:creationId xmlns:a16="http://schemas.microsoft.com/office/drawing/2014/main" id="{E76F215B-A664-0B09-24DC-820C46AD9110}"/>
              </a:ext>
            </a:extLst>
          </p:cNvPr>
          <p:cNvSpPr txBox="1"/>
          <p:nvPr/>
        </p:nvSpPr>
        <p:spPr>
          <a:xfrm>
            <a:off x="3217333" y="273455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930749AB-96E8-6439-531D-D6613FD84424}"/>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59BA1BA4-BDC2-C1F4-2039-DB257971DAE8}"/>
              </a:ext>
            </a:extLst>
          </p:cNvPr>
          <p:cNvSpPr txBox="1"/>
          <p:nvPr/>
        </p:nvSpPr>
        <p:spPr>
          <a:xfrm>
            <a:off x="3716867" y="1727886"/>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42" name="TextBox 41">
            <a:extLst>
              <a:ext uri="{FF2B5EF4-FFF2-40B4-BE49-F238E27FC236}">
                <a16:creationId xmlns:a16="http://schemas.microsoft.com/office/drawing/2014/main" id="{1A1F51CD-C17C-C491-CC51-E6BC6C07110C}"/>
              </a:ext>
            </a:extLst>
          </p:cNvPr>
          <p:cNvSpPr txBox="1"/>
          <p:nvPr/>
        </p:nvSpPr>
        <p:spPr>
          <a:xfrm>
            <a:off x="4715935" y="2734556"/>
            <a:ext cx="462845" cy="584775"/>
          </a:xfrm>
          <a:prstGeom prst="rect">
            <a:avLst/>
          </a:prstGeom>
          <a:solidFill>
            <a:schemeClr val="accent5">
              <a:lumMod val="75000"/>
              <a:alpha val="25000"/>
            </a:schemeClr>
          </a:solidFill>
        </p:spPr>
        <p:txBody>
          <a:bodyPr wrap="square" rtlCol="0">
            <a:spAutoFit/>
          </a:bodyPr>
          <a:lstStyle/>
          <a:p>
            <a:pPr algn="ctr"/>
            <a:r>
              <a:rPr lang="en-US" sz="3200" dirty="0"/>
              <a:t>8</a:t>
            </a:r>
          </a:p>
        </p:txBody>
      </p:sp>
      <p:sp>
        <p:nvSpPr>
          <p:cNvPr id="43" name="TextBox 42">
            <a:extLst>
              <a:ext uri="{FF2B5EF4-FFF2-40B4-BE49-F238E27FC236}">
                <a16:creationId xmlns:a16="http://schemas.microsoft.com/office/drawing/2014/main" id="{1037D1D8-8181-493D-E581-29E1393AC193}"/>
              </a:ext>
            </a:extLst>
          </p:cNvPr>
          <p:cNvSpPr txBox="1"/>
          <p:nvPr/>
        </p:nvSpPr>
        <p:spPr>
          <a:xfrm>
            <a:off x="5215469" y="3237891"/>
            <a:ext cx="462845" cy="584775"/>
          </a:xfrm>
          <a:prstGeom prst="rect">
            <a:avLst/>
          </a:prstGeom>
          <a:solidFill>
            <a:schemeClr val="accent5">
              <a:lumMod val="75000"/>
              <a:alpha val="25000"/>
            </a:schemeClr>
          </a:solidFill>
        </p:spPr>
        <p:txBody>
          <a:bodyPr wrap="square" rtlCol="0">
            <a:spAutoFit/>
          </a:bodyPr>
          <a:lstStyle/>
          <a:p>
            <a:pPr algn="ctr"/>
            <a:r>
              <a:rPr lang="en-US" sz="3200" dirty="0"/>
              <a:t>6</a:t>
            </a:r>
          </a:p>
        </p:txBody>
      </p:sp>
      <p:sp>
        <p:nvSpPr>
          <p:cNvPr id="44" name="TextBox 43">
            <a:extLst>
              <a:ext uri="{FF2B5EF4-FFF2-40B4-BE49-F238E27FC236}">
                <a16:creationId xmlns:a16="http://schemas.microsoft.com/office/drawing/2014/main" id="{22717108-BEB8-1134-1659-AEA80A3551FF}"/>
              </a:ext>
            </a:extLst>
          </p:cNvPr>
          <p:cNvSpPr txBox="1"/>
          <p:nvPr/>
        </p:nvSpPr>
        <p:spPr>
          <a:xfrm>
            <a:off x="6214537" y="4244561"/>
            <a:ext cx="462845" cy="584775"/>
          </a:xfrm>
          <a:prstGeom prst="rect">
            <a:avLst/>
          </a:prstGeom>
          <a:solidFill>
            <a:schemeClr val="accent5">
              <a:lumMod val="75000"/>
              <a:alpha val="25000"/>
            </a:schemeClr>
          </a:solidFill>
        </p:spPr>
        <p:txBody>
          <a:bodyPr wrap="square" rtlCol="0">
            <a:spAutoFit/>
          </a:bodyPr>
          <a:lstStyle/>
          <a:p>
            <a:pPr algn="ctr"/>
            <a:endParaRPr lang="en-US" sz="3200" dirty="0"/>
          </a:p>
        </p:txBody>
      </p:sp>
      <p:sp>
        <p:nvSpPr>
          <p:cNvPr id="45" name="TextBox 44">
            <a:extLst>
              <a:ext uri="{FF2B5EF4-FFF2-40B4-BE49-F238E27FC236}">
                <a16:creationId xmlns:a16="http://schemas.microsoft.com/office/drawing/2014/main" id="{12773F4C-01B0-EBB3-FA3E-22494806C37C}"/>
              </a:ext>
            </a:extLst>
          </p:cNvPr>
          <p:cNvSpPr txBox="1"/>
          <p:nvPr/>
        </p:nvSpPr>
        <p:spPr>
          <a:xfrm>
            <a:off x="4216401" y="2231221"/>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51" name="TextBox 50">
            <a:extLst>
              <a:ext uri="{FF2B5EF4-FFF2-40B4-BE49-F238E27FC236}">
                <a16:creationId xmlns:a16="http://schemas.microsoft.com/office/drawing/2014/main" id="{B99263D0-5871-244F-FCA5-DEA4A963D7EA}"/>
              </a:ext>
            </a:extLst>
          </p:cNvPr>
          <p:cNvSpPr txBox="1"/>
          <p:nvPr/>
        </p:nvSpPr>
        <p:spPr>
          <a:xfrm>
            <a:off x="5715003" y="3741226"/>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52" name="TextBox 51">
            <a:extLst>
              <a:ext uri="{FF2B5EF4-FFF2-40B4-BE49-F238E27FC236}">
                <a16:creationId xmlns:a16="http://schemas.microsoft.com/office/drawing/2014/main" id="{708AAD19-AA7F-E6B7-2038-F0B70C364C43}"/>
              </a:ext>
            </a:extLst>
          </p:cNvPr>
          <p:cNvSpPr txBox="1"/>
          <p:nvPr/>
        </p:nvSpPr>
        <p:spPr>
          <a:xfrm>
            <a:off x="3640666" y="1903821"/>
            <a:ext cx="570089" cy="230832"/>
          </a:xfrm>
          <a:prstGeom prst="rect">
            <a:avLst/>
          </a:prstGeom>
          <a:noFill/>
        </p:spPr>
        <p:txBody>
          <a:bodyPr wrap="square" rtlCol="0">
            <a:spAutoFit/>
          </a:bodyPr>
          <a:lstStyle/>
          <a:p>
            <a:pPr algn="ctr"/>
            <a:r>
              <a:rPr lang="en-US" sz="900" dirty="0"/>
              <a:t>78</a:t>
            </a:r>
          </a:p>
        </p:txBody>
      </p:sp>
      <p:sp>
        <p:nvSpPr>
          <p:cNvPr id="55" name="TextBox 54">
            <a:extLst>
              <a:ext uri="{FF2B5EF4-FFF2-40B4-BE49-F238E27FC236}">
                <a16:creationId xmlns:a16="http://schemas.microsoft.com/office/drawing/2014/main" id="{603BB516-A523-F684-BCEA-6B9392CB6D6A}"/>
              </a:ext>
            </a:extLst>
          </p:cNvPr>
          <p:cNvSpPr txBox="1"/>
          <p:nvPr/>
        </p:nvSpPr>
        <p:spPr>
          <a:xfrm>
            <a:off x="6152446" y="4408541"/>
            <a:ext cx="570089" cy="230832"/>
          </a:xfrm>
          <a:prstGeom prst="rect">
            <a:avLst/>
          </a:prstGeom>
          <a:noFill/>
        </p:spPr>
        <p:txBody>
          <a:bodyPr wrap="square" rtlCol="0">
            <a:spAutoFit/>
          </a:bodyPr>
          <a:lstStyle/>
          <a:p>
            <a:pPr algn="ctr"/>
            <a:r>
              <a:rPr lang="en-US" sz="900" dirty="0"/>
              <a:t>78</a:t>
            </a:r>
          </a:p>
        </p:txBody>
      </p:sp>
      <p:sp>
        <p:nvSpPr>
          <p:cNvPr id="11" name="TextBox 10">
            <a:extLst>
              <a:ext uri="{FF2B5EF4-FFF2-40B4-BE49-F238E27FC236}">
                <a16:creationId xmlns:a16="http://schemas.microsoft.com/office/drawing/2014/main" id="{8CEAA397-D2BF-B9C6-B775-FA0710ECF5CE}"/>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4F1A587F-CC9F-1691-6F14-319D3FA2508C}"/>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D3053CF2-9767-B375-D51C-52533BF3BC4A}"/>
              </a:ext>
            </a:extLst>
          </p:cNvPr>
          <p:cNvSpPr txBox="1"/>
          <p:nvPr/>
        </p:nvSpPr>
        <p:spPr>
          <a:xfrm>
            <a:off x="5215469" y="172788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2C1A8B64-31AE-9DA7-A62B-5D2C7405E205}"/>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E60B7136-762E-6077-44B2-8AD9689DF2DE}"/>
              </a:ext>
            </a:extLst>
          </p:cNvPr>
          <p:cNvSpPr txBox="1"/>
          <p:nvPr/>
        </p:nvSpPr>
        <p:spPr>
          <a:xfrm>
            <a:off x="4715935" y="721216"/>
            <a:ext cx="462845" cy="584775"/>
          </a:xfrm>
          <a:prstGeom prst="rect">
            <a:avLst/>
          </a:prstGeom>
          <a:noFill/>
        </p:spPr>
        <p:txBody>
          <a:bodyPr wrap="square" rtlCol="0">
            <a:spAutoFit/>
          </a:bodyPr>
          <a:lstStyle/>
          <a:p>
            <a:pPr algn="ctr"/>
            <a:r>
              <a:rPr lang="en-US" sz="3200" dirty="0"/>
              <a:t>4</a:t>
            </a:r>
          </a:p>
        </p:txBody>
      </p:sp>
      <p:sp>
        <p:nvSpPr>
          <p:cNvPr id="28" name="TextBox 27">
            <a:extLst>
              <a:ext uri="{FF2B5EF4-FFF2-40B4-BE49-F238E27FC236}">
                <a16:creationId xmlns:a16="http://schemas.microsoft.com/office/drawing/2014/main" id="{C9CF54C4-E9BC-216F-362D-744C6FD5C155}"/>
              </a:ext>
            </a:extLst>
          </p:cNvPr>
          <p:cNvSpPr txBox="1"/>
          <p:nvPr/>
        </p:nvSpPr>
        <p:spPr>
          <a:xfrm>
            <a:off x="3217333" y="2231221"/>
            <a:ext cx="462845" cy="584775"/>
          </a:xfrm>
          <a:prstGeom prst="rect">
            <a:avLst/>
          </a:prstGeom>
          <a:solidFill>
            <a:srgbClr val="00B0F0">
              <a:alpha val="15000"/>
            </a:srgbClr>
          </a:solidFill>
        </p:spPr>
        <p:txBody>
          <a:bodyPr wrap="square" rtlCol="0">
            <a:spAutoFit/>
          </a:bodyPr>
          <a:lstStyle/>
          <a:p>
            <a:pPr algn="ctr"/>
            <a:r>
              <a:rPr lang="en-US" sz="3200" dirty="0"/>
              <a:t>6</a:t>
            </a:r>
          </a:p>
        </p:txBody>
      </p:sp>
      <p:sp>
        <p:nvSpPr>
          <p:cNvPr id="29" name="TextBox 28">
            <a:extLst>
              <a:ext uri="{FF2B5EF4-FFF2-40B4-BE49-F238E27FC236}">
                <a16:creationId xmlns:a16="http://schemas.microsoft.com/office/drawing/2014/main" id="{7B01A93A-3D8D-1F6E-A67C-E8696002F62D}"/>
              </a:ext>
            </a:extLst>
          </p:cNvPr>
          <p:cNvSpPr txBox="1"/>
          <p:nvPr/>
        </p:nvSpPr>
        <p:spPr>
          <a:xfrm>
            <a:off x="3716867" y="2734556"/>
            <a:ext cx="462845" cy="584775"/>
          </a:xfrm>
          <a:prstGeom prst="rect">
            <a:avLst/>
          </a:prstGeom>
          <a:solidFill>
            <a:srgbClr val="00B0F0">
              <a:alpha val="15000"/>
            </a:srgbClr>
          </a:solidFill>
        </p:spPr>
        <p:txBody>
          <a:bodyPr wrap="square" rtlCol="0">
            <a:spAutoFit/>
          </a:bodyPr>
          <a:lstStyle/>
          <a:p>
            <a:pPr algn="ctr"/>
            <a:r>
              <a:rPr lang="en-US" sz="3200" dirty="0"/>
              <a:t>2</a:t>
            </a:r>
          </a:p>
        </p:txBody>
      </p:sp>
      <p:sp>
        <p:nvSpPr>
          <p:cNvPr id="32" name="TextBox 31">
            <a:extLst>
              <a:ext uri="{FF2B5EF4-FFF2-40B4-BE49-F238E27FC236}">
                <a16:creationId xmlns:a16="http://schemas.microsoft.com/office/drawing/2014/main" id="{1362F93D-A8FE-CA27-570A-221FFF9E8F3F}"/>
              </a:ext>
            </a:extLst>
          </p:cNvPr>
          <p:cNvSpPr txBox="1"/>
          <p:nvPr/>
        </p:nvSpPr>
        <p:spPr>
          <a:xfrm>
            <a:off x="4216401" y="3237891"/>
            <a:ext cx="462845" cy="584775"/>
          </a:xfrm>
          <a:prstGeom prst="rect">
            <a:avLst/>
          </a:prstGeom>
          <a:solidFill>
            <a:srgbClr val="00B0F0">
              <a:alpha val="15000"/>
            </a:srgbClr>
          </a:solidFill>
        </p:spPr>
        <p:txBody>
          <a:bodyPr wrap="square" rtlCol="0">
            <a:spAutoFit/>
          </a:bodyPr>
          <a:lstStyle/>
          <a:p>
            <a:pPr algn="ctr"/>
            <a:r>
              <a:rPr lang="en-US" sz="3200" dirty="0"/>
              <a:t>8</a:t>
            </a:r>
          </a:p>
        </p:txBody>
      </p:sp>
      <p:sp>
        <p:nvSpPr>
          <p:cNvPr id="33" name="TextBox 32">
            <a:extLst>
              <a:ext uri="{FF2B5EF4-FFF2-40B4-BE49-F238E27FC236}">
                <a16:creationId xmlns:a16="http://schemas.microsoft.com/office/drawing/2014/main" id="{142AC53A-68B9-4DE8-8E04-2C32739B7223}"/>
              </a:ext>
            </a:extLst>
          </p:cNvPr>
          <p:cNvSpPr txBox="1"/>
          <p:nvPr/>
        </p:nvSpPr>
        <p:spPr>
          <a:xfrm>
            <a:off x="4715935" y="3741226"/>
            <a:ext cx="462845" cy="584775"/>
          </a:xfrm>
          <a:prstGeom prst="rect">
            <a:avLst/>
          </a:prstGeom>
          <a:solidFill>
            <a:srgbClr val="00B0F0">
              <a:alpha val="15000"/>
            </a:srgbClr>
          </a:solid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96898AA5-ED6F-797A-54EE-B0B0F9C4692C}"/>
              </a:ext>
            </a:extLst>
          </p:cNvPr>
          <p:cNvSpPr txBox="1"/>
          <p:nvPr/>
        </p:nvSpPr>
        <p:spPr>
          <a:xfrm>
            <a:off x="5215469" y="4244561"/>
            <a:ext cx="462845" cy="584775"/>
          </a:xfrm>
          <a:prstGeom prst="rect">
            <a:avLst/>
          </a:prstGeom>
          <a:solidFill>
            <a:srgbClr val="00B0F0">
              <a:alpha val="15000"/>
            </a:srgbClr>
          </a:solidFill>
        </p:spPr>
        <p:txBody>
          <a:bodyPr wrap="square" rtlCol="0">
            <a:spAutoFit/>
          </a:bodyPr>
          <a:lstStyle/>
          <a:p>
            <a:pPr algn="ctr"/>
            <a:r>
              <a:rPr lang="en-US" sz="3200" dirty="0"/>
              <a:t>9</a:t>
            </a:r>
          </a:p>
        </p:txBody>
      </p:sp>
      <p:sp>
        <p:nvSpPr>
          <p:cNvPr id="27" name="TextBox 26">
            <a:extLst>
              <a:ext uri="{FF2B5EF4-FFF2-40B4-BE49-F238E27FC236}">
                <a16:creationId xmlns:a16="http://schemas.microsoft.com/office/drawing/2014/main" id="{B8F52162-A1FC-A8E9-0BBA-06B5212A883B}"/>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074E2939-2137-248F-D6B9-E03B192377A7}"/>
              </a:ext>
            </a:extLst>
          </p:cNvPr>
          <p:cNvSpPr txBox="1"/>
          <p:nvPr/>
        </p:nvSpPr>
        <p:spPr>
          <a:xfrm>
            <a:off x="4216401" y="3741226"/>
            <a:ext cx="462845" cy="584775"/>
          </a:xfrm>
          <a:prstGeom prst="rect">
            <a:avLst/>
          </a:prstGeom>
          <a:noFill/>
        </p:spPr>
        <p:txBody>
          <a:bodyPr wrap="square" rtlCol="0">
            <a:spAutoFit/>
          </a:bodyPr>
          <a:lstStyle/>
          <a:p>
            <a:pPr algn="ctr"/>
            <a:r>
              <a:rPr lang="en-US" sz="3200" dirty="0"/>
              <a:t>9</a:t>
            </a:r>
          </a:p>
        </p:txBody>
      </p:sp>
      <p:sp>
        <p:nvSpPr>
          <p:cNvPr id="60" name="TextBox 59">
            <a:extLst>
              <a:ext uri="{FF2B5EF4-FFF2-40B4-BE49-F238E27FC236}">
                <a16:creationId xmlns:a16="http://schemas.microsoft.com/office/drawing/2014/main" id="{6162B8A1-4352-843D-33F0-92E5D8C05A51}"/>
              </a:ext>
            </a:extLst>
          </p:cNvPr>
          <p:cNvSpPr txBox="1"/>
          <p:nvPr/>
        </p:nvSpPr>
        <p:spPr>
          <a:xfrm>
            <a:off x="3640666" y="4408541"/>
            <a:ext cx="570089" cy="230832"/>
          </a:xfrm>
          <a:prstGeom prst="rect">
            <a:avLst/>
          </a:prstGeom>
          <a:noFill/>
        </p:spPr>
        <p:txBody>
          <a:bodyPr wrap="square" rtlCol="0">
            <a:spAutoFit/>
          </a:bodyPr>
          <a:lstStyle/>
          <a:p>
            <a:pPr algn="ctr"/>
            <a:r>
              <a:rPr lang="en-US" sz="900" dirty="0"/>
              <a:t>34</a:t>
            </a:r>
          </a:p>
        </p:txBody>
      </p:sp>
      <p:sp>
        <p:nvSpPr>
          <p:cNvPr id="62" name="TextBox 61">
            <a:extLst>
              <a:ext uri="{FF2B5EF4-FFF2-40B4-BE49-F238E27FC236}">
                <a16:creationId xmlns:a16="http://schemas.microsoft.com/office/drawing/2014/main" id="{25C51365-D1C3-5E43-3889-CC1554B90924}"/>
              </a:ext>
            </a:extLst>
          </p:cNvPr>
          <p:cNvSpPr txBox="1"/>
          <p:nvPr/>
        </p:nvSpPr>
        <p:spPr>
          <a:xfrm>
            <a:off x="3138310" y="4408541"/>
            <a:ext cx="570089" cy="230832"/>
          </a:xfrm>
          <a:prstGeom prst="rect">
            <a:avLst/>
          </a:prstGeom>
          <a:noFill/>
        </p:spPr>
        <p:txBody>
          <a:bodyPr wrap="square" rtlCol="0">
            <a:spAutoFit/>
          </a:bodyPr>
          <a:lstStyle/>
          <a:p>
            <a:pPr algn="ctr"/>
            <a:r>
              <a:rPr lang="en-US" sz="900" dirty="0"/>
              <a:t>24</a:t>
            </a:r>
          </a:p>
        </p:txBody>
      </p:sp>
      <p:sp>
        <p:nvSpPr>
          <p:cNvPr id="63" name="TextBox 62">
            <a:extLst>
              <a:ext uri="{FF2B5EF4-FFF2-40B4-BE49-F238E27FC236}">
                <a16:creationId xmlns:a16="http://schemas.microsoft.com/office/drawing/2014/main" id="{6D32576F-965D-82F0-C009-6EEB64F7066D}"/>
              </a:ext>
            </a:extLst>
          </p:cNvPr>
          <p:cNvSpPr txBox="1"/>
          <p:nvPr/>
        </p:nvSpPr>
        <p:spPr>
          <a:xfrm>
            <a:off x="3640666" y="4909484"/>
            <a:ext cx="570089" cy="230832"/>
          </a:xfrm>
          <a:prstGeom prst="rect">
            <a:avLst/>
          </a:prstGeom>
          <a:noFill/>
        </p:spPr>
        <p:txBody>
          <a:bodyPr wrap="square" rtlCol="0">
            <a:spAutoFit/>
          </a:bodyPr>
          <a:lstStyle/>
          <a:p>
            <a:pPr algn="ctr"/>
            <a:r>
              <a:rPr lang="en-US" sz="900" dirty="0"/>
              <a:t>43</a:t>
            </a:r>
          </a:p>
        </p:txBody>
      </p:sp>
      <p:sp>
        <p:nvSpPr>
          <p:cNvPr id="65" name="TextBox 64">
            <a:extLst>
              <a:ext uri="{FF2B5EF4-FFF2-40B4-BE49-F238E27FC236}">
                <a16:creationId xmlns:a16="http://schemas.microsoft.com/office/drawing/2014/main" id="{0A99DF56-7210-D429-0ECF-455B25F3DCC1}"/>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66" name="TextBox 65">
            <a:extLst>
              <a:ext uri="{FF2B5EF4-FFF2-40B4-BE49-F238E27FC236}">
                <a16:creationId xmlns:a16="http://schemas.microsoft.com/office/drawing/2014/main" id="{4F094A91-6EA6-7402-E975-F449738A6A12}"/>
              </a:ext>
            </a:extLst>
          </p:cNvPr>
          <p:cNvSpPr txBox="1"/>
          <p:nvPr/>
        </p:nvSpPr>
        <p:spPr>
          <a:xfrm>
            <a:off x="3716867" y="3741226"/>
            <a:ext cx="462845" cy="584775"/>
          </a:xfrm>
          <a:prstGeom prst="rect">
            <a:avLst/>
          </a:prstGeom>
          <a:noFill/>
        </p:spPr>
        <p:txBody>
          <a:bodyPr wrap="square" rtlCol="0">
            <a:spAutoFit/>
          </a:bodyPr>
          <a:lstStyle/>
          <a:p>
            <a:pPr algn="ctr"/>
            <a:r>
              <a:rPr lang="en-US" sz="3200" dirty="0"/>
              <a:t>6</a:t>
            </a:r>
          </a:p>
        </p:txBody>
      </p:sp>
      <p:sp>
        <p:nvSpPr>
          <p:cNvPr id="67" name="TextBox 66">
            <a:extLst>
              <a:ext uri="{FF2B5EF4-FFF2-40B4-BE49-F238E27FC236}">
                <a16:creationId xmlns:a16="http://schemas.microsoft.com/office/drawing/2014/main" id="{C247C416-950B-C026-66FF-9B49B49666D2}"/>
              </a:ext>
            </a:extLst>
          </p:cNvPr>
          <p:cNvSpPr txBox="1"/>
          <p:nvPr/>
        </p:nvSpPr>
        <p:spPr>
          <a:xfrm>
            <a:off x="4216401" y="4244561"/>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B865844B-8D71-382B-150F-FB2E3ABBA8C2}"/>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54" name="TextBox 53">
            <a:extLst>
              <a:ext uri="{FF2B5EF4-FFF2-40B4-BE49-F238E27FC236}">
                <a16:creationId xmlns:a16="http://schemas.microsoft.com/office/drawing/2014/main" id="{6BD8F804-726F-63B2-FB86-14CBF4DD852C}"/>
              </a:ext>
            </a:extLst>
          </p:cNvPr>
          <p:cNvSpPr txBox="1"/>
          <p:nvPr/>
        </p:nvSpPr>
        <p:spPr>
          <a:xfrm>
            <a:off x="4216401" y="4747898"/>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1089859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44C652-5775-F97B-4DDF-22942907B4D7}"/>
            </a:ext>
          </a:extLst>
        </p:cNvPr>
        <p:cNvGrpSpPr/>
        <p:nvPr/>
      </p:nvGrpSpPr>
      <p:grpSpPr>
        <a:xfrm>
          <a:off x="0" y="0"/>
          <a:ext cx="0" cy="0"/>
          <a:chOff x="0" y="0"/>
          <a:chExt cx="0" cy="0"/>
        </a:xfrm>
      </p:grpSpPr>
      <p:sp>
        <p:nvSpPr>
          <p:cNvPr id="46" name="TextBox 45">
            <a:extLst>
              <a:ext uri="{FF2B5EF4-FFF2-40B4-BE49-F238E27FC236}">
                <a16:creationId xmlns:a16="http://schemas.microsoft.com/office/drawing/2014/main" id="{58643677-5522-9757-8B99-AA28077213BA}"/>
              </a:ext>
            </a:extLst>
          </p:cNvPr>
          <p:cNvSpPr txBox="1"/>
          <p:nvPr/>
        </p:nvSpPr>
        <p:spPr>
          <a:xfrm>
            <a:off x="3716867" y="2231221"/>
            <a:ext cx="462845" cy="584775"/>
          </a:xfrm>
          <a:prstGeom prst="rect">
            <a:avLst/>
          </a:prstGeom>
          <a:solidFill>
            <a:srgbClr val="FF0000">
              <a:alpha val="15000"/>
            </a:srgbClr>
          </a:solidFill>
        </p:spPr>
        <p:txBody>
          <a:bodyPr wrap="square" rtlCol="0">
            <a:spAutoFit/>
          </a:bodyPr>
          <a:lstStyle/>
          <a:p>
            <a:pPr algn="ctr"/>
            <a:r>
              <a:rPr lang="en-US" sz="3200" dirty="0"/>
              <a:t>7</a:t>
            </a:r>
          </a:p>
        </p:txBody>
      </p:sp>
      <p:sp>
        <p:nvSpPr>
          <p:cNvPr id="47" name="TextBox 46">
            <a:extLst>
              <a:ext uri="{FF2B5EF4-FFF2-40B4-BE49-F238E27FC236}">
                <a16:creationId xmlns:a16="http://schemas.microsoft.com/office/drawing/2014/main" id="{C5EB98FE-8F45-007B-94B9-0929A925584C}"/>
              </a:ext>
            </a:extLst>
          </p:cNvPr>
          <p:cNvSpPr txBox="1"/>
          <p:nvPr/>
        </p:nvSpPr>
        <p:spPr>
          <a:xfrm>
            <a:off x="4216401" y="2734556"/>
            <a:ext cx="462845" cy="584775"/>
          </a:xfrm>
          <a:prstGeom prst="rect">
            <a:avLst/>
          </a:prstGeom>
          <a:solidFill>
            <a:srgbClr val="FF0000">
              <a:alpha val="15000"/>
            </a:srgbClr>
          </a:solid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4B2D83DF-2B32-8EB2-0546-71A844169D94}"/>
              </a:ext>
            </a:extLst>
          </p:cNvPr>
          <p:cNvSpPr txBox="1"/>
          <p:nvPr/>
        </p:nvSpPr>
        <p:spPr>
          <a:xfrm>
            <a:off x="4715935" y="3237891"/>
            <a:ext cx="462845" cy="584775"/>
          </a:xfrm>
          <a:prstGeom prst="rect">
            <a:avLst/>
          </a:prstGeom>
          <a:solidFill>
            <a:srgbClr val="FF0000">
              <a:alpha val="15000"/>
            </a:srgbClr>
          </a:solidFill>
        </p:spPr>
        <p:txBody>
          <a:bodyPr wrap="square" rtlCol="0">
            <a:spAutoFit/>
          </a:bodyPr>
          <a:lstStyle/>
          <a:p>
            <a:pPr algn="ctr"/>
            <a:r>
              <a:rPr lang="en-US" sz="3200" dirty="0"/>
              <a:t>7</a:t>
            </a:r>
          </a:p>
        </p:txBody>
      </p:sp>
      <p:sp>
        <p:nvSpPr>
          <p:cNvPr id="49" name="TextBox 48">
            <a:extLst>
              <a:ext uri="{FF2B5EF4-FFF2-40B4-BE49-F238E27FC236}">
                <a16:creationId xmlns:a16="http://schemas.microsoft.com/office/drawing/2014/main" id="{6570B9BA-CD9E-A5F5-65F6-CF256F5AA76F}"/>
              </a:ext>
            </a:extLst>
          </p:cNvPr>
          <p:cNvSpPr txBox="1"/>
          <p:nvPr/>
        </p:nvSpPr>
        <p:spPr>
          <a:xfrm>
            <a:off x="5215469" y="3741226"/>
            <a:ext cx="462845" cy="584775"/>
          </a:xfrm>
          <a:prstGeom prst="rect">
            <a:avLst/>
          </a:prstGeom>
          <a:solidFill>
            <a:srgbClr val="FF0000">
              <a:alpha val="15000"/>
            </a:srgbClr>
          </a:solidFill>
        </p:spPr>
        <p:txBody>
          <a:bodyPr wrap="square" rtlCol="0">
            <a:spAutoFit/>
          </a:bodyPr>
          <a:lstStyle/>
          <a:p>
            <a:pPr algn="ctr"/>
            <a:r>
              <a:rPr lang="en-US" sz="3200" dirty="0"/>
              <a:t>4</a:t>
            </a:r>
          </a:p>
        </p:txBody>
      </p:sp>
      <p:sp>
        <p:nvSpPr>
          <p:cNvPr id="50" name="TextBox 49">
            <a:extLst>
              <a:ext uri="{FF2B5EF4-FFF2-40B4-BE49-F238E27FC236}">
                <a16:creationId xmlns:a16="http://schemas.microsoft.com/office/drawing/2014/main" id="{3C0CD690-0E78-70AB-84CB-48C8C842FF78}"/>
              </a:ext>
            </a:extLst>
          </p:cNvPr>
          <p:cNvSpPr txBox="1"/>
          <p:nvPr/>
        </p:nvSpPr>
        <p:spPr>
          <a:xfrm>
            <a:off x="5715003" y="4244561"/>
            <a:ext cx="462845" cy="584775"/>
          </a:xfrm>
          <a:prstGeom prst="rect">
            <a:avLst/>
          </a:prstGeom>
          <a:solidFill>
            <a:srgbClr val="FF0000">
              <a:alpha val="15000"/>
            </a:srgbClr>
          </a:solidFill>
        </p:spPr>
        <p:txBody>
          <a:bodyPr wrap="square" rtlCol="0">
            <a:spAutoFit/>
          </a:bodyPr>
          <a:lstStyle/>
          <a:p>
            <a:pPr algn="ctr"/>
            <a:r>
              <a:rPr lang="en-US" sz="3200" dirty="0"/>
              <a:t>7</a:t>
            </a:r>
          </a:p>
        </p:txBody>
      </p:sp>
      <p:sp>
        <p:nvSpPr>
          <p:cNvPr id="2" name="Content Placeholder 1">
            <a:extLst>
              <a:ext uri="{FF2B5EF4-FFF2-40B4-BE49-F238E27FC236}">
                <a16:creationId xmlns:a16="http://schemas.microsoft.com/office/drawing/2014/main" id="{ECEEE121-C618-C4D5-E0BD-E6675E37135F}"/>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A5AC3131-AE60-CD36-52BE-9BD4F4923DF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1915BFD-8E2C-9C34-9AB9-52F9EE6BEF1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31C609B-2A4E-9D47-D3A2-92837003747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D5E4848-9784-96EC-D725-F921649B6B5F}"/>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91833D2F-C391-DB55-FF8F-38AC89E43A93}"/>
              </a:ext>
            </a:extLst>
          </p:cNvPr>
          <p:cNvSpPr txBox="1"/>
          <p:nvPr/>
        </p:nvSpPr>
        <p:spPr>
          <a:xfrm>
            <a:off x="7213604" y="4747898"/>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BA2EB991-2A84-38C2-6E05-CCFFDA191DF0}"/>
              </a:ext>
            </a:extLst>
          </p:cNvPr>
          <p:cNvSpPr txBox="1"/>
          <p:nvPr/>
        </p:nvSpPr>
        <p:spPr>
          <a:xfrm>
            <a:off x="4645378" y="2404765"/>
            <a:ext cx="570089" cy="230832"/>
          </a:xfrm>
          <a:prstGeom prst="rect">
            <a:avLst/>
          </a:prstGeom>
          <a:noFill/>
        </p:spPr>
        <p:txBody>
          <a:bodyPr wrap="square" rtlCol="0">
            <a:spAutoFit/>
          </a:bodyPr>
          <a:lstStyle/>
          <a:p>
            <a:pPr algn="ctr"/>
            <a:r>
              <a:rPr lang="en-US" sz="900" dirty="0"/>
              <a:t>23</a:t>
            </a:r>
          </a:p>
        </p:txBody>
      </p:sp>
      <p:sp>
        <p:nvSpPr>
          <p:cNvPr id="12" name="TextBox 11">
            <a:extLst>
              <a:ext uri="{FF2B5EF4-FFF2-40B4-BE49-F238E27FC236}">
                <a16:creationId xmlns:a16="http://schemas.microsoft.com/office/drawing/2014/main" id="{34534F29-E243-EBA9-8D6A-624CF45BFF70}"/>
              </a:ext>
            </a:extLst>
          </p:cNvPr>
          <p:cNvSpPr txBox="1"/>
          <p:nvPr/>
        </p:nvSpPr>
        <p:spPr>
          <a:xfrm>
            <a:off x="5650090" y="3406653"/>
            <a:ext cx="570089" cy="230832"/>
          </a:xfrm>
          <a:prstGeom prst="rect">
            <a:avLst/>
          </a:prstGeom>
          <a:noFill/>
        </p:spPr>
        <p:txBody>
          <a:bodyPr wrap="square" rtlCol="0">
            <a:spAutoFit/>
          </a:bodyPr>
          <a:lstStyle/>
          <a:p>
            <a:pPr algn="ctr"/>
            <a:r>
              <a:rPr lang="en-US" sz="900" dirty="0"/>
              <a:t>32</a:t>
            </a:r>
          </a:p>
        </p:txBody>
      </p:sp>
      <p:sp>
        <p:nvSpPr>
          <p:cNvPr id="15" name="TextBox 14">
            <a:extLst>
              <a:ext uri="{FF2B5EF4-FFF2-40B4-BE49-F238E27FC236}">
                <a16:creationId xmlns:a16="http://schemas.microsoft.com/office/drawing/2014/main" id="{429631AB-3BAF-1853-3B81-0F9C8B77610F}"/>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26A3504D-3BAE-EB45-06D9-757594A8E325}"/>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17" name="TextBox 16">
            <a:extLst>
              <a:ext uri="{FF2B5EF4-FFF2-40B4-BE49-F238E27FC236}">
                <a16:creationId xmlns:a16="http://schemas.microsoft.com/office/drawing/2014/main" id="{7F368A7C-21AC-9036-4E3E-C38B34B2AB69}"/>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6B6D753C-B2B6-D049-414F-53E289AC0066}"/>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1425A0F4-48A6-C224-EE51-C9A3D4EF4C8D}"/>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40702C6B-5F80-778F-0038-D56185D28E7D}"/>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4D68C5CC-37CD-6F9C-66A9-29BAFFDCC867}"/>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9BC9D5CC-0941-616C-44D3-053F57251B9B}"/>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44286641-39BC-63B9-0A27-3BFB070D6101}"/>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373C0589-A515-7939-7EAC-14E1FE05B805}"/>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61398B43-021E-125F-B48B-D3FC779943B8}"/>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B763EF11-BC49-B86E-C80E-E60AA7F55343}"/>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AE054AC8-0E18-239D-B713-9FE32F0C6E03}"/>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DCA12292-A07E-F2E7-311F-6706FB295A26}"/>
              </a:ext>
            </a:extLst>
          </p:cNvPr>
          <p:cNvSpPr txBox="1"/>
          <p:nvPr/>
        </p:nvSpPr>
        <p:spPr>
          <a:xfrm>
            <a:off x="5715003" y="223122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3DDD3F5D-B33C-F668-B6E5-1490197CC241}"/>
              </a:ext>
            </a:extLst>
          </p:cNvPr>
          <p:cNvSpPr txBox="1"/>
          <p:nvPr/>
        </p:nvSpPr>
        <p:spPr>
          <a:xfrm>
            <a:off x="3217333" y="273455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6A63E026-EDA9-D464-13D6-F1DDE9AA3B14}"/>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F40B222B-D4E2-45CA-F763-099A43506FE1}"/>
              </a:ext>
            </a:extLst>
          </p:cNvPr>
          <p:cNvSpPr txBox="1"/>
          <p:nvPr/>
        </p:nvSpPr>
        <p:spPr>
          <a:xfrm>
            <a:off x="3716867" y="1727886"/>
            <a:ext cx="462845" cy="584775"/>
          </a:xfrm>
          <a:prstGeom prst="rect">
            <a:avLst/>
          </a:prstGeom>
          <a:solidFill>
            <a:schemeClr val="accent5">
              <a:lumMod val="75000"/>
              <a:alpha val="25000"/>
            </a:schemeClr>
          </a:solid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DA4F2798-CE38-62EC-8006-E14F1E06F430}"/>
              </a:ext>
            </a:extLst>
          </p:cNvPr>
          <p:cNvSpPr txBox="1"/>
          <p:nvPr/>
        </p:nvSpPr>
        <p:spPr>
          <a:xfrm>
            <a:off x="4715935" y="2734556"/>
            <a:ext cx="462845" cy="584775"/>
          </a:xfrm>
          <a:prstGeom prst="rect">
            <a:avLst/>
          </a:prstGeom>
          <a:solidFill>
            <a:schemeClr val="accent5">
              <a:lumMod val="75000"/>
              <a:alpha val="25000"/>
            </a:schemeClr>
          </a:solidFill>
        </p:spPr>
        <p:txBody>
          <a:bodyPr wrap="square" rtlCol="0">
            <a:spAutoFit/>
          </a:bodyPr>
          <a:lstStyle/>
          <a:p>
            <a:pPr algn="ctr"/>
            <a:r>
              <a:rPr lang="en-US" sz="3200" dirty="0"/>
              <a:t>8</a:t>
            </a:r>
          </a:p>
        </p:txBody>
      </p:sp>
      <p:sp>
        <p:nvSpPr>
          <p:cNvPr id="43" name="TextBox 42">
            <a:extLst>
              <a:ext uri="{FF2B5EF4-FFF2-40B4-BE49-F238E27FC236}">
                <a16:creationId xmlns:a16="http://schemas.microsoft.com/office/drawing/2014/main" id="{E832446F-D88C-BA48-F3D9-A94E87091A56}"/>
              </a:ext>
            </a:extLst>
          </p:cNvPr>
          <p:cNvSpPr txBox="1"/>
          <p:nvPr/>
        </p:nvSpPr>
        <p:spPr>
          <a:xfrm>
            <a:off x="5215469" y="3237891"/>
            <a:ext cx="462845" cy="584775"/>
          </a:xfrm>
          <a:prstGeom prst="rect">
            <a:avLst/>
          </a:prstGeom>
          <a:solidFill>
            <a:schemeClr val="accent5">
              <a:lumMod val="75000"/>
              <a:alpha val="25000"/>
            </a:schemeClr>
          </a:solidFill>
        </p:spPr>
        <p:txBody>
          <a:bodyPr wrap="square" rtlCol="0">
            <a:spAutoFit/>
          </a:bodyPr>
          <a:lstStyle/>
          <a:p>
            <a:pPr algn="ctr"/>
            <a:r>
              <a:rPr lang="en-US" sz="3200" dirty="0"/>
              <a:t>6</a:t>
            </a:r>
          </a:p>
        </p:txBody>
      </p:sp>
      <p:sp>
        <p:nvSpPr>
          <p:cNvPr id="44" name="TextBox 43">
            <a:extLst>
              <a:ext uri="{FF2B5EF4-FFF2-40B4-BE49-F238E27FC236}">
                <a16:creationId xmlns:a16="http://schemas.microsoft.com/office/drawing/2014/main" id="{3A8209B3-FFD4-BC05-52B8-E2F47A4ECE49}"/>
              </a:ext>
            </a:extLst>
          </p:cNvPr>
          <p:cNvSpPr txBox="1"/>
          <p:nvPr/>
        </p:nvSpPr>
        <p:spPr>
          <a:xfrm>
            <a:off x="6214537" y="4244561"/>
            <a:ext cx="462845" cy="584775"/>
          </a:xfrm>
          <a:prstGeom prst="rect">
            <a:avLst/>
          </a:prstGeom>
          <a:solidFill>
            <a:schemeClr val="accent5">
              <a:lumMod val="75000"/>
              <a:alpha val="25000"/>
            </a:schemeClr>
          </a:solidFill>
        </p:spPr>
        <p:txBody>
          <a:bodyPr wrap="square" rtlCol="0">
            <a:spAutoFit/>
          </a:bodyPr>
          <a:lstStyle/>
          <a:p>
            <a:pPr algn="ctr"/>
            <a:r>
              <a:rPr lang="en-US" sz="3200" dirty="0"/>
              <a:t>8</a:t>
            </a:r>
          </a:p>
        </p:txBody>
      </p:sp>
      <p:sp>
        <p:nvSpPr>
          <p:cNvPr id="45" name="TextBox 44">
            <a:extLst>
              <a:ext uri="{FF2B5EF4-FFF2-40B4-BE49-F238E27FC236}">
                <a16:creationId xmlns:a16="http://schemas.microsoft.com/office/drawing/2014/main" id="{F21FC310-90AF-3813-78A2-E1695FCFC641}"/>
              </a:ext>
            </a:extLst>
          </p:cNvPr>
          <p:cNvSpPr txBox="1"/>
          <p:nvPr/>
        </p:nvSpPr>
        <p:spPr>
          <a:xfrm>
            <a:off x="4216401" y="2231221"/>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51" name="TextBox 50">
            <a:extLst>
              <a:ext uri="{FF2B5EF4-FFF2-40B4-BE49-F238E27FC236}">
                <a16:creationId xmlns:a16="http://schemas.microsoft.com/office/drawing/2014/main" id="{36BFE4A5-74EE-A0DD-8017-8D17D828BDC5}"/>
              </a:ext>
            </a:extLst>
          </p:cNvPr>
          <p:cNvSpPr txBox="1"/>
          <p:nvPr/>
        </p:nvSpPr>
        <p:spPr>
          <a:xfrm>
            <a:off x="5715003" y="3741226"/>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40B9331A-97C1-8983-EABB-269626DA937B}"/>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A9C1A491-A305-90A1-7488-3577D81AFDF8}"/>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9D7A92BF-8033-7F3B-6F06-8CC889BA4D28}"/>
              </a:ext>
            </a:extLst>
          </p:cNvPr>
          <p:cNvSpPr txBox="1"/>
          <p:nvPr/>
        </p:nvSpPr>
        <p:spPr>
          <a:xfrm>
            <a:off x="5215469" y="172788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64196C65-A4DC-0A3D-F89F-6D6259D13CA8}"/>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C9C15B32-C106-B6AD-324C-B2730496AF5D}"/>
              </a:ext>
            </a:extLst>
          </p:cNvPr>
          <p:cNvSpPr txBox="1"/>
          <p:nvPr/>
        </p:nvSpPr>
        <p:spPr>
          <a:xfrm>
            <a:off x="4715935" y="721216"/>
            <a:ext cx="462845" cy="584775"/>
          </a:xfrm>
          <a:prstGeom prst="rect">
            <a:avLst/>
          </a:prstGeom>
          <a:noFill/>
        </p:spPr>
        <p:txBody>
          <a:bodyPr wrap="square" rtlCol="0">
            <a:spAutoFit/>
          </a:bodyPr>
          <a:lstStyle/>
          <a:p>
            <a:pPr algn="ctr"/>
            <a:r>
              <a:rPr lang="en-US" sz="3200" dirty="0"/>
              <a:t>4</a:t>
            </a:r>
          </a:p>
        </p:txBody>
      </p:sp>
      <p:sp>
        <p:nvSpPr>
          <p:cNvPr id="28" name="TextBox 27">
            <a:extLst>
              <a:ext uri="{FF2B5EF4-FFF2-40B4-BE49-F238E27FC236}">
                <a16:creationId xmlns:a16="http://schemas.microsoft.com/office/drawing/2014/main" id="{B2D8430D-565B-CE09-83C2-8769B1E70488}"/>
              </a:ext>
            </a:extLst>
          </p:cNvPr>
          <p:cNvSpPr txBox="1"/>
          <p:nvPr/>
        </p:nvSpPr>
        <p:spPr>
          <a:xfrm>
            <a:off x="3217333" y="2231221"/>
            <a:ext cx="462845" cy="584775"/>
          </a:xfrm>
          <a:prstGeom prst="rect">
            <a:avLst/>
          </a:prstGeom>
          <a:solidFill>
            <a:srgbClr val="00B0F0">
              <a:alpha val="15000"/>
            </a:srgbClr>
          </a:solidFill>
        </p:spPr>
        <p:txBody>
          <a:bodyPr wrap="square" rtlCol="0">
            <a:spAutoFit/>
          </a:bodyPr>
          <a:lstStyle/>
          <a:p>
            <a:pPr algn="ctr"/>
            <a:r>
              <a:rPr lang="en-US" sz="3200" dirty="0"/>
              <a:t>6</a:t>
            </a:r>
          </a:p>
        </p:txBody>
      </p:sp>
      <p:sp>
        <p:nvSpPr>
          <p:cNvPr id="29" name="TextBox 28">
            <a:extLst>
              <a:ext uri="{FF2B5EF4-FFF2-40B4-BE49-F238E27FC236}">
                <a16:creationId xmlns:a16="http://schemas.microsoft.com/office/drawing/2014/main" id="{84B78CAB-6180-FBB4-C139-F714D2A40FBC}"/>
              </a:ext>
            </a:extLst>
          </p:cNvPr>
          <p:cNvSpPr txBox="1"/>
          <p:nvPr/>
        </p:nvSpPr>
        <p:spPr>
          <a:xfrm>
            <a:off x="3716867" y="2734556"/>
            <a:ext cx="462845" cy="584775"/>
          </a:xfrm>
          <a:prstGeom prst="rect">
            <a:avLst/>
          </a:prstGeom>
          <a:solidFill>
            <a:srgbClr val="00B0F0">
              <a:alpha val="15000"/>
            </a:srgbClr>
          </a:solidFill>
        </p:spPr>
        <p:txBody>
          <a:bodyPr wrap="square" rtlCol="0">
            <a:spAutoFit/>
          </a:bodyPr>
          <a:lstStyle/>
          <a:p>
            <a:pPr algn="ctr"/>
            <a:r>
              <a:rPr lang="en-US" sz="3200" dirty="0"/>
              <a:t>2</a:t>
            </a:r>
          </a:p>
        </p:txBody>
      </p:sp>
      <p:sp>
        <p:nvSpPr>
          <p:cNvPr id="32" name="TextBox 31">
            <a:extLst>
              <a:ext uri="{FF2B5EF4-FFF2-40B4-BE49-F238E27FC236}">
                <a16:creationId xmlns:a16="http://schemas.microsoft.com/office/drawing/2014/main" id="{A663E6C9-FCB5-0BC6-EC71-98D01356475A}"/>
              </a:ext>
            </a:extLst>
          </p:cNvPr>
          <p:cNvSpPr txBox="1"/>
          <p:nvPr/>
        </p:nvSpPr>
        <p:spPr>
          <a:xfrm>
            <a:off x="4216401" y="3237891"/>
            <a:ext cx="462845" cy="584775"/>
          </a:xfrm>
          <a:prstGeom prst="rect">
            <a:avLst/>
          </a:prstGeom>
          <a:solidFill>
            <a:srgbClr val="00B0F0">
              <a:alpha val="15000"/>
            </a:srgbClr>
          </a:solidFill>
        </p:spPr>
        <p:txBody>
          <a:bodyPr wrap="square" rtlCol="0">
            <a:spAutoFit/>
          </a:bodyPr>
          <a:lstStyle/>
          <a:p>
            <a:pPr algn="ctr"/>
            <a:r>
              <a:rPr lang="en-US" sz="3200" dirty="0"/>
              <a:t>8</a:t>
            </a:r>
          </a:p>
        </p:txBody>
      </p:sp>
      <p:sp>
        <p:nvSpPr>
          <p:cNvPr id="33" name="TextBox 32">
            <a:extLst>
              <a:ext uri="{FF2B5EF4-FFF2-40B4-BE49-F238E27FC236}">
                <a16:creationId xmlns:a16="http://schemas.microsoft.com/office/drawing/2014/main" id="{424C6215-32DF-6DB7-C7E1-8D2D905C28CF}"/>
              </a:ext>
            </a:extLst>
          </p:cNvPr>
          <p:cNvSpPr txBox="1"/>
          <p:nvPr/>
        </p:nvSpPr>
        <p:spPr>
          <a:xfrm>
            <a:off x="4715935" y="3741226"/>
            <a:ext cx="462845" cy="584775"/>
          </a:xfrm>
          <a:prstGeom prst="rect">
            <a:avLst/>
          </a:prstGeom>
          <a:solidFill>
            <a:srgbClr val="00B0F0">
              <a:alpha val="15000"/>
            </a:srgbClr>
          </a:solid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5003CC44-17FE-1D18-EFC3-C69DCB5C90D0}"/>
              </a:ext>
            </a:extLst>
          </p:cNvPr>
          <p:cNvSpPr txBox="1"/>
          <p:nvPr/>
        </p:nvSpPr>
        <p:spPr>
          <a:xfrm>
            <a:off x="5215469" y="4244561"/>
            <a:ext cx="462845" cy="584775"/>
          </a:xfrm>
          <a:prstGeom prst="rect">
            <a:avLst/>
          </a:prstGeom>
          <a:solidFill>
            <a:srgbClr val="00B0F0">
              <a:alpha val="15000"/>
            </a:srgbClr>
          </a:solidFill>
        </p:spPr>
        <p:txBody>
          <a:bodyPr wrap="square" rtlCol="0">
            <a:spAutoFit/>
          </a:bodyPr>
          <a:lstStyle/>
          <a:p>
            <a:pPr algn="ctr"/>
            <a:r>
              <a:rPr lang="en-US" sz="3200" dirty="0"/>
              <a:t>9</a:t>
            </a:r>
          </a:p>
        </p:txBody>
      </p:sp>
      <p:sp>
        <p:nvSpPr>
          <p:cNvPr id="27" name="TextBox 26">
            <a:extLst>
              <a:ext uri="{FF2B5EF4-FFF2-40B4-BE49-F238E27FC236}">
                <a16:creationId xmlns:a16="http://schemas.microsoft.com/office/drawing/2014/main" id="{E57F60F3-D582-8B18-A89C-796A75DE6DD8}"/>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B350195A-F95D-69C2-D939-DE2D0C66F621}"/>
              </a:ext>
            </a:extLst>
          </p:cNvPr>
          <p:cNvSpPr txBox="1"/>
          <p:nvPr/>
        </p:nvSpPr>
        <p:spPr>
          <a:xfrm>
            <a:off x="4216401" y="3741226"/>
            <a:ext cx="462845" cy="584775"/>
          </a:xfrm>
          <a:prstGeom prst="rect">
            <a:avLst/>
          </a:prstGeom>
          <a:noFill/>
        </p:spPr>
        <p:txBody>
          <a:bodyPr wrap="square" rtlCol="0">
            <a:spAutoFit/>
          </a:bodyPr>
          <a:lstStyle/>
          <a:p>
            <a:pPr algn="ctr"/>
            <a:r>
              <a:rPr lang="en-US" sz="3200" dirty="0"/>
              <a:t>9</a:t>
            </a:r>
          </a:p>
        </p:txBody>
      </p:sp>
      <p:sp>
        <p:nvSpPr>
          <p:cNvPr id="60" name="TextBox 59">
            <a:extLst>
              <a:ext uri="{FF2B5EF4-FFF2-40B4-BE49-F238E27FC236}">
                <a16:creationId xmlns:a16="http://schemas.microsoft.com/office/drawing/2014/main" id="{2DA77B61-055C-D1F5-345D-388B04390621}"/>
              </a:ext>
            </a:extLst>
          </p:cNvPr>
          <p:cNvSpPr txBox="1"/>
          <p:nvPr/>
        </p:nvSpPr>
        <p:spPr>
          <a:xfrm>
            <a:off x="3640666" y="4408541"/>
            <a:ext cx="570089" cy="230832"/>
          </a:xfrm>
          <a:prstGeom prst="rect">
            <a:avLst/>
          </a:prstGeom>
          <a:noFill/>
        </p:spPr>
        <p:txBody>
          <a:bodyPr wrap="square" rtlCol="0">
            <a:spAutoFit/>
          </a:bodyPr>
          <a:lstStyle/>
          <a:p>
            <a:pPr algn="ctr"/>
            <a:r>
              <a:rPr lang="en-US" sz="900" dirty="0"/>
              <a:t>34</a:t>
            </a:r>
          </a:p>
        </p:txBody>
      </p:sp>
      <p:sp>
        <p:nvSpPr>
          <p:cNvPr id="63" name="TextBox 62">
            <a:extLst>
              <a:ext uri="{FF2B5EF4-FFF2-40B4-BE49-F238E27FC236}">
                <a16:creationId xmlns:a16="http://schemas.microsoft.com/office/drawing/2014/main" id="{E4D9F538-FD30-2E9E-52BA-EC1C3EC985A2}"/>
              </a:ext>
            </a:extLst>
          </p:cNvPr>
          <p:cNvSpPr txBox="1"/>
          <p:nvPr/>
        </p:nvSpPr>
        <p:spPr>
          <a:xfrm>
            <a:off x="3640666" y="4909484"/>
            <a:ext cx="570089" cy="230832"/>
          </a:xfrm>
          <a:prstGeom prst="rect">
            <a:avLst/>
          </a:prstGeom>
          <a:noFill/>
        </p:spPr>
        <p:txBody>
          <a:bodyPr wrap="square" rtlCol="0">
            <a:spAutoFit/>
          </a:bodyPr>
          <a:lstStyle/>
          <a:p>
            <a:pPr algn="ctr"/>
            <a:r>
              <a:rPr lang="en-US" sz="900" dirty="0"/>
              <a:t>43</a:t>
            </a:r>
          </a:p>
        </p:txBody>
      </p:sp>
      <p:sp>
        <p:nvSpPr>
          <p:cNvPr id="65" name="TextBox 64">
            <a:extLst>
              <a:ext uri="{FF2B5EF4-FFF2-40B4-BE49-F238E27FC236}">
                <a16:creationId xmlns:a16="http://schemas.microsoft.com/office/drawing/2014/main" id="{8E767ED9-7ACE-A744-A650-0393BA793D5D}"/>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66" name="TextBox 65">
            <a:extLst>
              <a:ext uri="{FF2B5EF4-FFF2-40B4-BE49-F238E27FC236}">
                <a16:creationId xmlns:a16="http://schemas.microsoft.com/office/drawing/2014/main" id="{0C06CB83-861D-D6A9-B72E-F497DF6C5A35}"/>
              </a:ext>
            </a:extLst>
          </p:cNvPr>
          <p:cNvSpPr txBox="1"/>
          <p:nvPr/>
        </p:nvSpPr>
        <p:spPr>
          <a:xfrm>
            <a:off x="3716867" y="3741226"/>
            <a:ext cx="462845" cy="584775"/>
          </a:xfrm>
          <a:prstGeom prst="rect">
            <a:avLst/>
          </a:prstGeom>
          <a:noFill/>
        </p:spPr>
        <p:txBody>
          <a:bodyPr wrap="square" rtlCol="0">
            <a:spAutoFit/>
          </a:bodyPr>
          <a:lstStyle/>
          <a:p>
            <a:pPr algn="ctr"/>
            <a:r>
              <a:rPr lang="en-US" sz="3200" dirty="0"/>
              <a:t>6</a:t>
            </a:r>
          </a:p>
        </p:txBody>
      </p:sp>
      <p:sp>
        <p:nvSpPr>
          <p:cNvPr id="67" name="TextBox 66">
            <a:extLst>
              <a:ext uri="{FF2B5EF4-FFF2-40B4-BE49-F238E27FC236}">
                <a16:creationId xmlns:a16="http://schemas.microsoft.com/office/drawing/2014/main" id="{8E31C162-45B2-2E14-DB16-ACE6AF2F21B0}"/>
              </a:ext>
            </a:extLst>
          </p:cNvPr>
          <p:cNvSpPr txBox="1"/>
          <p:nvPr/>
        </p:nvSpPr>
        <p:spPr>
          <a:xfrm>
            <a:off x="4216401" y="4244561"/>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54F41276-70C1-9410-666B-D81AB3C5BBCE}"/>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54" name="TextBox 53">
            <a:extLst>
              <a:ext uri="{FF2B5EF4-FFF2-40B4-BE49-F238E27FC236}">
                <a16:creationId xmlns:a16="http://schemas.microsoft.com/office/drawing/2014/main" id="{A4D926F3-F599-40FA-950F-F12FE05CB5C9}"/>
              </a:ext>
            </a:extLst>
          </p:cNvPr>
          <p:cNvSpPr txBox="1"/>
          <p:nvPr/>
        </p:nvSpPr>
        <p:spPr>
          <a:xfrm>
            <a:off x="4216401" y="4747898"/>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ED2FB397-4BDE-0CF1-064E-4FEA15C2FCFA}"/>
              </a:ext>
            </a:extLst>
          </p:cNvPr>
          <p:cNvSpPr txBox="1"/>
          <p:nvPr/>
        </p:nvSpPr>
        <p:spPr>
          <a:xfrm>
            <a:off x="3217333" y="4244561"/>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11868536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FE526-15B2-6788-2BA6-694D5F6EC533}"/>
            </a:ext>
          </a:extLst>
        </p:cNvPr>
        <p:cNvGrpSpPr/>
        <p:nvPr/>
      </p:nvGrpSpPr>
      <p:grpSpPr>
        <a:xfrm>
          <a:off x="0" y="0"/>
          <a:ext cx="0" cy="0"/>
          <a:chOff x="0" y="0"/>
          <a:chExt cx="0" cy="0"/>
        </a:xfrm>
      </p:grpSpPr>
      <p:sp>
        <p:nvSpPr>
          <p:cNvPr id="46" name="TextBox 45">
            <a:extLst>
              <a:ext uri="{FF2B5EF4-FFF2-40B4-BE49-F238E27FC236}">
                <a16:creationId xmlns:a16="http://schemas.microsoft.com/office/drawing/2014/main" id="{D43DDE9D-1466-E695-6199-D65DDA2471F5}"/>
              </a:ext>
            </a:extLst>
          </p:cNvPr>
          <p:cNvSpPr txBox="1"/>
          <p:nvPr/>
        </p:nvSpPr>
        <p:spPr>
          <a:xfrm>
            <a:off x="3716867" y="2231221"/>
            <a:ext cx="462845" cy="584775"/>
          </a:xfrm>
          <a:prstGeom prst="rect">
            <a:avLst/>
          </a:prstGeom>
          <a:solidFill>
            <a:srgbClr val="FF0000">
              <a:alpha val="15000"/>
            </a:srgbClr>
          </a:solidFill>
        </p:spPr>
        <p:txBody>
          <a:bodyPr wrap="square" rtlCol="0">
            <a:spAutoFit/>
          </a:bodyPr>
          <a:lstStyle/>
          <a:p>
            <a:pPr algn="ctr"/>
            <a:r>
              <a:rPr lang="en-US" sz="3200" dirty="0"/>
              <a:t>7</a:t>
            </a:r>
          </a:p>
        </p:txBody>
      </p:sp>
      <p:sp>
        <p:nvSpPr>
          <p:cNvPr id="47" name="TextBox 46">
            <a:extLst>
              <a:ext uri="{FF2B5EF4-FFF2-40B4-BE49-F238E27FC236}">
                <a16:creationId xmlns:a16="http://schemas.microsoft.com/office/drawing/2014/main" id="{3357AFB3-C16C-161D-00E3-C7D87A970103}"/>
              </a:ext>
            </a:extLst>
          </p:cNvPr>
          <p:cNvSpPr txBox="1"/>
          <p:nvPr/>
        </p:nvSpPr>
        <p:spPr>
          <a:xfrm>
            <a:off x="4216401" y="2734556"/>
            <a:ext cx="462845" cy="584775"/>
          </a:xfrm>
          <a:prstGeom prst="rect">
            <a:avLst/>
          </a:prstGeom>
          <a:solidFill>
            <a:srgbClr val="FF0000">
              <a:alpha val="15000"/>
            </a:srgbClr>
          </a:solid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D12D23EF-93D4-EF90-EBD8-A1EC0142471D}"/>
              </a:ext>
            </a:extLst>
          </p:cNvPr>
          <p:cNvSpPr txBox="1"/>
          <p:nvPr/>
        </p:nvSpPr>
        <p:spPr>
          <a:xfrm>
            <a:off x="4715935" y="3237891"/>
            <a:ext cx="462845" cy="584775"/>
          </a:xfrm>
          <a:prstGeom prst="rect">
            <a:avLst/>
          </a:prstGeom>
          <a:solidFill>
            <a:srgbClr val="FF0000">
              <a:alpha val="15000"/>
            </a:srgbClr>
          </a:solidFill>
        </p:spPr>
        <p:txBody>
          <a:bodyPr wrap="square" rtlCol="0">
            <a:spAutoFit/>
          </a:bodyPr>
          <a:lstStyle/>
          <a:p>
            <a:pPr algn="ctr"/>
            <a:r>
              <a:rPr lang="en-US" sz="3200" dirty="0"/>
              <a:t>7</a:t>
            </a:r>
          </a:p>
        </p:txBody>
      </p:sp>
      <p:sp>
        <p:nvSpPr>
          <p:cNvPr id="49" name="TextBox 48">
            <a:extLst>
              <a:ext uri="{FF2B5EF4-FFF2-40B4-BE49-F238E27FC236}">
                <a16:creationId xmlns:a16="http://schemas.microsoft.com/office/drawing/2014/main" id="{6869C3D0-B835-0D15-ED84-84AA770D4CB1}"/>
              </a:ext>
            </a:extLst>
          </p:cNvPr>
          <p:cNvSpPr txBox="1"/>
          <p:nvPr/>
        </p:nvSpPr>
        <p:spPr>
          <a:xfrm>
            <a:off x="5215469" y="3741226"/>
            <a:ext cx="462845" cy="584775"/>
          </a:xfrm>
          <a:prstGeom prst="rect">
            <a:avLst/>
          </a:prstGeom>
          <a:solidFill>
            <a:srgbClr val="FF0000">
              <a:alpha val="15000"/>
            </a:srgbClr>
          </a:solidFill>
        </p:spPr>
        <p:txBody>
          <a:bodyPr wrap="square" rtlCol="0">
            <a:spAutoFit/>
          </a:bodyPr>
          <a:lstStyle/>
          <a:p>
            <a:pPr algn="ctr"/>
            <a:r>
              <a:rPr lang="en-US" sz="3200" dirty="0"/>
              <a:t>4</a:t>
            </a:r>
          </a:p>
        </p:txBody>
      </p:sp>
      <p:sp>
        <p:nvSpPr>
          <p:cNvPr id="50" name="TextBox 49">
            <a:extLst>
              <a:ext uri="{FF2B5EF4-FFF2-40B4-BE49-F238E27FC236}">
                <a16:creationId xmlns:a16="http://schemas.microsoft.com/office/drawing/2014/main" id="{B30F368B-294F-9261-21B9-F89A24CFEC8E}"/>
              </a:ext>
            </a:extLst>
          </p:cNvPr>
          <p:cNvSpPr txBox="1"/>
          <p:nvPr/>
        </p:nvSpPr>
        <p:spPr>
          <a:xfrm>
            <a:off x="5715003" y="4244561"/>
            <a:ext cx="462845" cy="584775"/>
          </a:xfrm>
          <a:prstGeom prst="rect">
            <a:avLst/>
          </a:prstGeom>
          <a:solidFill>
            <a:srgbClr val="FF0000">
              <a:alpha val="15000"/>
            </a:srgbClr>
          </a:solidFill>
        </p:spPr>
        <p:txBody>
          <a:bodyPr wrap="square" rtlCol="0">
            <a:spAutoFit/>
          </a:bodyPr>
          <a:lstStyle/>
          <a:p>
            <a:pPr algn="ctr"/>
            <a:r>
              <a:rPr lang="en-US" sz="3200" dirty="0"/>
              <a:t>7</a:t>
            </a:r>
          </a:p>
        </p:txBody>
      </p:sp>
      <p:sp>
        <p:nvSpPr>
          <p:cNvPr id="2" name="Content Placeholder 1">
            <a:extLst>
              <a:ext uri="{FF2B5EF4-FFF2-40B4-BE49-F238E27FC236}">
                <a16:creationId xmlns:a16="http://schemas.microsoft.com/office/drawing/2014/main" id="{254B028A-FAF3-7A82-74A4-1BA351727259}"/>
              </a:ext>
            </a:extLst>
          </p:cNvPr>
          <p:cNvSpPr>
            <a:spLocks noGrp="1"/>
          </p:cNvSpPr>
          <p:nvPr>
            <p:ph sz="half" idx="1"/>
          </p:nvPr>
        </p:nvSpPr>
        <p:spPr/>
        <p:txBody>
          <a:bodyPr>
            <a:normAutofit/>
          </a:bodyPr>
          <a:lstStyle/>
          <a:p>
            <a:r>
              <a:rPr lang="en-US" dirty="0"/>
              <a:t>Complete upper left and left center blocks.</a:t>
            </a:r>
          </a:p>
        </p:txBody>
      </p:sp>
      <p:pic>
        <p:nvPicPr>
          <p:cNvPr id="4" name="Picture 3" descr="A grid of sudoku puzzle&#10;&#10;Description automatically generated">
            <a:extLst>
              <a:ext uri="{FF2B5EF4-FFF2-40B4-BE49-F238E27FC236}">
                <a16:creationId xmlns:a16="http://schemas.microsoft.com/office/drawing/2014/main" id="{4B5495A9-76CB-A727-63AE-A3BCDE9620E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6053ABE-2251-EBC4-25E8-7465F77A3B2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127B86E-B882-8809-7060-911CDF52656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A7670F0-13E5-5372-F6D5-EC067C32846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12A64744-28D7-7546-8D91-4C1D7C4CDB3E}"/>
              </a:ext>
            </a:extLst>
          </p:cNvPr>
          <p:cNvSpPr txBox="1"/>
          <p:nvPr/>
        </p:nvSpPr>
        <p:spPr>
          <a:xfrm>
            <a:off x="7213604" y="4747898"/>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F1982A40-084D-7904-1E16-461DD91806E6}"/>
              </a:ext>
            </a:extLst>
          </p:cNvPr>
          <p:cNvSpPr txBox="1"/>
          <p:nvPr/>
        </p:nvSpPr>
        <p:spPr>
          <a:xfrm>
            <a:off x="4645378" y="2404765"/>
            <a:ext cx="570089" cy="230832"/>
          </a:xfrm>
          <a:prstGeom prst="rect">
            <a:avLst/>
          </a:prstGeom>
          <a:noFill/>
        </p:spPr>
        <p:txBody>
          <a:bodyPr wrap="square" rtlCol="0">
            <a:spAutoFit/>
          </a:bodyPr>
          <a:lstStyle/>
          <a:p>
            <a:pPr algn="ctr"/>
            <a:r>
              <a:rPr lang="en-US" sz="900" dirty="0"/>
              <a:t>23</a:t>
            </a:r>
          </a:p>
        </p:txBody>
      </p:sp>
      <p:sp>
        <p:nvSpPr>
          <p:cNvPr id="12" name="TextBox 11">
            <a:extLst>
              <a:ext uri="{FF2B5EF4-FFF2-40B4-BE49-F238E27FC236}">
                <a16:creationId xmlns:a16="http://schemas.microsoft.com/office/drawing/2014/main" id="{6D5C335E-7270-DC52-5A51-5080CBB27AA8}"/>
              </a:ext>
            </a:extLst>
          </p:cNvPr>
          <p:cNvSpPr txBox="1"/>
          <p:nvPr/>
        </p:nvSpPr>
        <p:spPr>
          <a:xfrm>
            <a:off x="5650090" y="3406653"/>
            <a:ext cx="570089" cy="230832"/>
          </a:xfrm>
          <a:prstGeom prst="rect">
            <a:avLst/>
          </a:prstGeom>
          <a:noFill/>
        </p:spPr>
        <p:txBody>
          <a:bodyPr wrap="square" rtlCol="0">
            <a:spAutoFit/>
          </a:bodyPr>
          <a:lstStyle/>
          <a:p>
            <a:pPr algn="ctr"/>
            <a:r>
              <a:rPr lang="en-US" sz="900" dirty="0"/>
              <a:t>32</a:t>
            </a:r>
          </a:p>
        </p:txBody>
      </p:sp>
      <p:sp>
        <p:nvSpPr>
          <p:cNvPr id="15" name="TextBox 14">
            <a:extLst>
              <a:ext uri="{FF2B5EF4-FFF2-40B4-BE49-F238E27FC236}">
                <a16:creationId xmlns:a16="http://schemas.microsoft.com/office/drawing/2014/main" id="{FCDFB88C-C57A-B043-CBA6-69E5EE03C691}"/>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65B73A92-F105-6A5A-FFC5-A5640EFA571A}"/>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17" name="TextBox 16">
            <a:extLst>
              <a:ext uri="{FF2B5EF4-FFF2-40B4-BE49-F238E27FC236}">
                <a16:creationId xmlns:a16="http://schemas.microsoft.com/office/drawing/2014/main" id="{2B5418CB-44DE-73C5-2604-F945A0B9D8EE}"/>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DFFA420E-B05E-3435-24CE-AE2B52EE2115}"/>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EFE94158-89CF-F4D5-E9BF-9DD9E7C3688E}"/>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060D69E6-37DD-7B89-2546-F3865ECA581B}"/>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1554591D-1824-6EA6-6F47-5AACD39AB7C4}"/>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5702FA31-F8CC-2DCB-50FF-5D37EA39F042}"/>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382188C1-2AE3-E3F8-5620-0B83D5388DA7}"/>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A4E6BEDB-E7B4-05CF-D09F-A8BA30C602DA}"/>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49F1A2B8-DC60-0065-A2A5-67366EA47130}"/>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792CB2A0-E1F3-A916-DEAD-0FA36DA04A1A}"/>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E0FE4B48-9617-B778-607A-EF1BA03D621B}"/>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66535E89-BFC5-0933-996E-5590718FAE90}"/>
              </a:ext>
            </a:extLst>
          </p:cNvPr>
          <p:cNvSpPr txBox="1"/>
          <p:nvPr/>
        </p:nvSpPr>
        <p:spPr>
          <a:xfrm>
            <a:off x="5715003" y="223122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6F724D66-6465-4A39-06DC-B3F9144F6C30}"/>
              </a:ext>
            </a:extLst>
          </p:cNvPr>
          <p:cNvSpPr txBox="1"/>
          <p:nvPr/>
        </p:nvSpPr>
        <p:spPr>
          <a:xfrm>
            <a:off x="3217333" y="273455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B09CB47E-9CAF-8220-EA0C-C42CD3C019A1}"/>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3CABED5F-4446-3AD9-D4BB-BCDD787B4B77}"/>
              </a:ext>
            </a:extLst>
          </p:cNvPr>
          <p:cNvSpPr txBox="1"/>
          <p:nvPr/>
        </p:nvSpPr>
        <p:spPr>
          <a:xfrm>
            <a:off x="3716867" y="1727886"/>
            <a:ext cx="462845" cy="584775"/>
          </a:xfrm>
          <a:prstGeom prst="rect">
            <a:avLst/>
          </a:prstGeom>
          <a:solidFill>
            <a:schemeClr val="accent5">
              <a:lumMod val="75000"/>
              <a:alpha val="25000"/>
            </a:schemeClr>
          </a:solid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305D13E8-8F26-1DA7-E580-5A0A586C499D}"/>
              </a:ext>
            </a:extLst>
          </p:cNvPr>
          <p:cNvSpPr txBox="1"/>
          <p:nvPr/>
        </p:nvSpPr>
        <p:spPr>
          <a:xfrm>
            <a:off x="4715935" y="2734556"/>
            <a:ext cx="462845" cy="584775"/>
          </a:xfrm>
          <a:prstGeom prst="rect">
            <a:avLst/>
          </a:prstGeom>
          <a:solidFill>
            <a:schemeClr val="accent5">
              <a:lumMod val="75000"/>
              <a:alpha val="25000"/>
            </a:schemeClr>
          </a:solidFill>
        </p:spPr>
        <p:txBody>
          <a:bodyPr wrap="square" rtlCol="0">
            <a:spAutoFit/>
          </a:bodyPr>
          <a:lstStyle/>
          <a:p>
            <a:pPr algn="ctr"/>
            <a:r>
              <a:rPr lang="en-US" sz="3200" dirty="0"/>
              <a:t>8</a:t>
            </a:r>
          </a:p>
        </p:txBody>
      </p:sp>
      <p:sp>
        <p:nvSpPr>
          <p:cNvPr id="43" name="TextBox 42">
            <a:extLst>
              <a:ext uri="{FF2B5EF4-FFF2-40B4-BE49-F238E27FC236}">
                <a16:creationId xmlns:a16="http://schemas.microsoft.com/office/drawing/2014/main" id="{1CF06C27-D520-061B-06E8-A6856435B89E}"/>
              </a:ext>
            </a:extLst>
          </p:cNvPr>
          <p:cNvSpPr txBox="1"/>
          <p:nvPr/>
        </p:nvSpPr>
        <p:spPr>
          <a:xfrm>
            <a:off x="5215469" y="3237891"/>
            <a:ext cx="462845" cy="584775"/>
          </a:xfrm>
          <a:prstGeom prst="rect">
            <a:avLst/>
          </a:prstGeom>
          <a:solidFill>
            <a:schemeClr val="accent5">
              <a:lumMod val="75000"/>
              <a:alpha val="25000"/>
            </a:schemeClr>
          </a:solidFill>
        </p:spPr>
        <p:txBody>
          <a:bodyPr wrap="square" rtlCol="0">
            <a:spAutoFit/>
          </a:bodyPr>
          <a:lstStyle/>
          <a:p>
            <a:pPr algn="ctr"/>
            <a:r>
              <a:rPr lang="en-US" sz="3200" dirty="0"/>
              <a:t>6</a:t>
            </a:r>
          </a:p>
        </p:txBody>
      </p:sp>
      <p:sp>
        <p:nvSpPr>
          <p:cNvPr id="44" name="TextBox 43">
            <a:extLst>
              <a:ext uri="{FF2B5EF4-FFF2-40B4-BE49-F238E27FC236}">
                <a16:creationId xmlns:a16="http://schemas.microsoft.com/office/drawing/2014/main" id="{01640346-6B88-04C4-2420-81EE59E7E275}"/>
              </a:ext>
            </a:extLst>
          </p:cNvPr>
          <p:cNvSpPr txBox="1"/>
          <p:nvPr/>
        </p:nvSpPr>
        <p:spPr>
          <a:xfrm>
            <a:off x="6214537" y="4244561"/>
            <a:ext cx="462845" cy="584775"/>
          </a:xfrm>
          <a:prstGeom prst="rect">
            <a:avLst/>
          </a:prstGeom>
          <a:solidFill>
            <a:schemeClr val="accent5">
              <a:lumMod val="75000"/>
              <a:alpha val="25000"/>
            </a:schemeClr>
          </a:solidFill>
        </p:spPr>
        <p:txBody>
          <a:bodyPr wrap="square" rtlCol="0">
            <a:spAutoFit/>
          </a:bodyPr>
          <a:lstStyle/>
          <a:p>
            <a:pPr algn="ctr"/>
            <a:r>
              <a:rPr lang="en-US" sz="3200" dirty="0"/>
              <a:t>8</a:t>
            </a:r>
          </a:p>
        </p:txBody>
      </p:sp>
      <p:sp>
        <p:nvSpPr>
          <p:cNvPr id="45" name="TextBox 44">
            <a:extLst>
              <a:ext uri="{FF2B5EF4-FFF2-40B4-BE49-F238E27FC236}">
                <a16:creationId xmlns:a16="http://schemas.microsoft.com/office/drawing/2014/main" id="{A9CE482D-705B-8611-8380-FA102025269F}"/>
              </a:ext>
            </a:extLst>
          </p:cNvPr>
          <p:cNvSpPr txBox="1"/>
          <p:nvPr/>
        </p:nvSpPr>
        <p:spPr>
          <a:xfrm>
            <a:off x="4216401" y="2231221"/>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51" name="TextBox 50">
            <a:extLst>
              <a:ext uri="{FF2B5EF4-FFF2-40B4-BE49-F238E27FC236}">
                <a16:creationId xmlns:a16="http://schemas.microsoft.com/office/drawing/2014/main" id="{DEF41802-0EDC-F8A6-2B82-3B52F183B38F}"/>
              </a:ext>
            </a:extLst>
          </p:cNvPr>
          <p:cNvSpPr txBox="1"/>
          <p:nvPr/>
        </p:nvSpPr>
        <p:spPr>
          <a:xfrm>
            <a:off x="5715003" y="3741226"/>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BE4BF48A-6C08-3214-AAE5-DCD350216126}"/>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8EABD63D-4EE2-D367-9EB6-DF347128C427}"/>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2E4B5056-3B3A-AB20-964B-923E1887B30E}"/>
              </a:ext>
            </a:extLst>
          </p:cNvPr>
          <p:cNvSpPr txBox="1"/>
          <p:nvPr/>
        </p:nvSpPr>
        <p:spPr>
          <a:xfrm>
            <a:off x="5215469" y="172788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B47894FB-186F-03F4-E523-AD8BB2D3C357}"/>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D705C71F-3894-119B-5CFA-F20862383949}"/>
              </a:ext>
            </a:extLst>
          </p:cNvPr>
          <p:cNvSpPr txBox="1"/>
          <p:nvPr/>
        </p:nvSpPr>
        <p:spPr>
          <a:xfrm>
            <a:off x="4715935" y="721216"/>
            <a:ext cx="462845" cy="584775"/>
          </a:xfrm>
          <a:prstGeom prst="rect">
            <a:avLst/>
          </a:prstGeom>
          <a:noFill/>
        </p:spPr>
        <p:txBody>
          <a:bodyPr wrap="square" rtlCol="0">
            <a:spAutoFit/>
          </a:bodyPr>
          <a:lstStyle/>
          <a:p>
            <a:pPr algn="ctr"/>
            <a:r>
              <a:rPr lang="en-US" sz="3200" dirty="0"/>
              <a:t>4</a:t>
            </a:r>
          </a:p>
        </p:txBody>
      </p:sp>
      <p:sp>
        <p:nvSpPr>
          <p:cNvPr id="28" name="TextBox 27">
            <a:extLst>
              <a:ext uri="{FF2B5EF4-FFF2-40B4-BE49-F238E27FC236}">
                <a16:creationId xmlns:a16="http://schemas.microsoft.com/office/drawing/2014/main" id="{96EDED48-AFAB-28C1-A06A-D1A18886590F}"/>
              </a:ext>
            </a:extLst>
          </p:cNvPr>
          <p:cNvSpPr txBox="1"/>
          <p:nvPr/>
        </p:nvSpPr>
        <p:spPr>
          <a:xfrm>
            <a:off x="3217333" y="2231221"/>
            <a:ext cx="462845" cy="584775"/>
          </a:xfrm>
          <a:prstGeom prst="rect">
            <a:avLst/>
          </a:prstGeom>
          <a:solidFill>
            <a:srgbClr val="00B0F0">
              <a:alpha val="15000"/>
            </a:srgbClr>
          </a:solidFill>
        </p:spPr>
        <p:txBody>
          <a:bodyPr wrap="square" rtlCol="0">
            <a:spAutoFit/>
          </a:bodyPr>
          <a:lstStyle/>
          <a:p>
            <a:pPr algn="ctr"/>
            <a:r>
              <a:rPr lang="en-US" sz="3200" dirty="0"/>
              <a:t>6</a:t>
            </a:r>
          </a:p>
        </p:txBody>
      </p:sp>
      <p:sp>
        <p:nvSpPr>
          <p:cNvPr id="29" name="TextBox 28">
            <a:extLst>
              <a:ext uri="{FF2B5EF4-FFF2-40B4-BE49-F238E27FC236}">
                <a16:creationId xmlns:a16="http://schemas.microsoft.com/office/drawing/2014/main" id="{C25C611D-E0EA-70BD-7FEF-C32069CCE7FF}"/>
              </a:ext>
            </a:extLst>
          </p:cNvPr>
          <p:cNvSpPr txBox="1"/>
          <p:nvPr/>
        </p:nvSpPr>
        <p:spPr>
          <a:xfrm>
            <a:off x="3716867" y="2734556"/>
            <a:ext cx="462845" cy="584775"/>
          </a:xfrm>
          <a:prstGeom prst="rect">
            <a:avLst/>
          </a:prstGeom>
          <a:solidFill>
            <a:srgbClr val="00B0F0">
              <a:alpha val="15000"/>
            </a:srgbClr>
          </a:solidFill>
        </p:spPr>
        <p:txBody>
          <a:bodyPr wrap="square" rtlCol="0">
            <a:spAutoFit/>
          </a:bodyPr>
          <a:lstStyle/>
          <a:p>
            <a:pPr algn="ctr"/>
            <a:r>
              <a:rPr lang="en-US" sz="3200" dirty="0"/>
              <a:t>2</a:t>
            </a:r>
          </a:p>
        </p:txBody>
      </p:sp>
      <p:sp>
        <p:nvSpPr>
          <p:cNvPr id="32" name="TextBox 31">
            <a:extLst>
              <a:ext uri="{FF2B5EF4-FFF2-40B4-BE49-F238E27FC236}">
                <a16:creationId xmlns:a16="http://schemas.microsoft.com/office/drawing/2014/main" id="{6609CB4A-3E44-D400-8F8C-E2031ECCD427}"/>
              </a:ext>
            </a:extLst>
          </p:cNvPr>
          <p:cNvSpPr txBox="1"/>
          <p:nvPr/>
        </p:nvSpPr>
        <p:spPr>
          <a:xfrm>
            <a:off x="4216401" y="3237891"/>
            <a:ext cx="462845" cy="584775"/>
          </a:xfrm>
          <a:prstGeom prst="rect">
            <a:avLst/>
          </a:prstGeom>
          <a:solidFill>
            <a:srgbClr val="00B0F0">
              <a:alpha val="15000"/>
            </a:srgbClr>
          </a:solidFill>
        </p:spPr>
        <p:txBody>
          <a:bodyPr wrap="square" rtlCol="0">
            <a:spAutoFit/>
          </a:bodyPr>
          <a:lstStyle/>
          <a:p>
            <a:pPr algn="ctr"/>
            <a:r>
              <a:rPr lang="en-US" sz="3200" dirty="0"/>
              <a:t>8</a:t>
            </a:r>
          </a:p>
        </p:txBody>
      </p:sp>
      <p:sp>
        <p:nvSpPr>
          <p:cNvPr id="33" name="TextBox 32">
            <a:extLst>
              <a:ext uri="{FF2B5EF4-FFF2-40B4-BE49-F238E27FC236}">
                <a16:creationId xmlns:a16="http://schemas.microsoft.com/office/drawing/2014/main" id="{3A45A7A2-6B45-2783-8AE7-84A5B8957754}"/>
              </a:ext>
            </a:extLst>
          </p:cNvPr>
          <p:cNvSpPr txBox="1"/>
          <p:nvPr/>
        </p:nvSpPr>
        <p:spPr>
          <a:xfrm>
            <a:off x="4715935" y="3741226"/>
            <a:ext cx="462845" cy="584775"/>
          </a:xfrm>
          <a:prstGeom prst="rect">
            <a:avLst/>
          </a:prstGeom>
          <a:solidFill>
            <a:srgbClr val="00B0F0">
              <a:alpha val="15000"/>
            </a:srgbClr>
          </a:solid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B3CB99AF-671F-913C-DEF1-C632D9F2597E}"/>
              </a:ext>
            </a:extLst>
          </p:cNvPr>
          <p:cNvSpPr txBox="1"/>
          <p:nvPr/>
        </p:nvSpPr>
        <p:spPr>
          <a:xfrm>
            <a:off x="5215469" y="4244561"/>
            <a:ext cx="462845" cy="584775"/>
          </a:xfrm>
          <a:prstGeom prst="rect">
            <a:avLst/>
          </a:prstGeom>
          <a:solidFill>
            <a:srgbClr val="00B0F0">
              <a:alpha val="15000"/>
            </a:srgbClr>
          </a:solidFill>
        </p:spPr>
        <p:txBody>
          <a:bodyPr wrap="square" rtlCol="0">
            <a:spAutoFit/>
          </a:bodyPr>
          <a:lstStyle/>
          <a:p>
            <a:pPr algn="ctr"/>
            <a:r>
              <a:rPr lang="en-US" sz="3200" dirty="0"/>
              <a:t>9</a:t>
            </a:r>
          </a:p>
        </p:txBody>
      </p:sp>
      <p:sp>
        <p:nvSpPr>
          <p:cNvPr id="27" name="TextBox 26">
            <a:extLst>
              <a:ext uri="{FF2B5EF4-FFF2-40B4-BE49-F238E27FC236}">
                <a16:creationId xmlns:a16="http://schemas.microsoft.com/office/drawing/2014/main" id="{164E8659-7D68-3899-4E97-5FB279BDD05C}"/>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D033BE93-ED86-5952-CCE2-B94418CAA61C}"/>
              </a:ext>
            </a:extLst>
          </p:cNvPr>
          <p:cNvSpPr txBox="1"/>
          <p:nvPr/>
        </p:nvSpPr>
        <p:spPr>
          <a:xfrm>
            <a:off x="4216401" y="3741226"/>
            <a:ext cx="462845" cy="584775"/>
          </a:xfrm>
          <a:prstGeom prst="rect">
            <a:avLst/>
          </a:prstGeom>
          <a:noFill/>
        </p:spPr>
        <p:txBody>
          <a:bodyPr wrap="square" rtlCol="0">
            <a:spAutoFit/>
          </a:bodyPr>
          <a:lstStyle/>
          <a:p>
            <a:pPr algn="ctr"/>
            <a:r>
              <a:rPr lang="en-US" sz="3200" dirty="0"/>
              <a:t>9</a:t>
            </a:r>
          </a:p>
        </p:txBody>
      </p:sp>
      <p:sp>
        <p:nvSpPr>
          <p:cNvPr id="60" name="TextBox 59">
            <a:extLst>
              <a:ext uri="{FF2B5EF4-FFF2-40B4-BE49-F238E27FC236}">
                <a16:creationId xmlns:a16="http://schemas.microsoft.com/office/drawing/2014/main" id="{9D49457E-6963-CE41-B14E-49273CC43C8E}"/>
              </a:ext>
            </a:extLst>
          </p:cNvPr>
          <p:cNvSpPr txBox="1"/>
          <p:nvPr/>
        </p:nvSpPr>
        <p:spPr>
          <a:xfrm>
            <a:off x="3640666" y="4408541"/>
            <a:ext cx="570089" cy="230832"/>
          </a:xfrm>
          <a:prstGeom prst="rect">
            <a:avLst/>
          </a:prstGeom>
          <a:noFill/>
        </p:spPr>
        <p:txBody>
          <a:bodyPr wrap="square" rtlCol="0">
            <a:spAutoFit/>
          </a:bodyPr>
          <a:lstStyle/>
          <a:p>
            <a:pPr algn="ctr"/>
            <a:r>
              <a:rPr lang="en-US" sz="900" dirty="0"/>
              <a:t>34</a:t>
            </a:r>
          </a:p>
        </p:txBody>
      </p:sp>
      <p:sp>
        <p:nvSpPr>
          <p:cNvPr id="63" name="TextBox 62">
            <a:extLst>
              <a:ext uri="{FF2B5EF4-FFF2-40B4-BE49-F238E27FC236}">
                <a16:creationId xmlns:a16="http://schemas.microsoft.com/office/drawing/2014/main" id="{21B61D86-43F6-5991-902A-EA9D6E075397}"/>
              </a:ext>
            </a:extLst>
          </p:cNvPr>
          <p:cNvSpPr txBox="1"/>
          <p:nvPr/>
        </p:nvSpPr>
        <p:spPr>
          <a:xfrm>
            <a:off x="3640666" y="4909484"/>
            <a:ext cx="570089" cy="230832"/>
          </a:xfrm>
          <a:prstGeom prst="rect">
            <a:avLst/>
          </a:prstGeom>
          <a:noFill/>
        </p:spPr>
        <p:txBody>
          <a:bodyPr wrap="square" rtlCol="0">
            <a:spAutoFit/>
          </a:bodyPr>
          <a:lstStyle/>
          <a:p>
            <a:pPr algn="ctr"/>
            <a:r>
              <a:rPr lang="en-US" sz="900" dirty="0"/>
              <a:t>43</a:t>
            </a:r>
          </a:p>
        </p:txBody>
      </p:sp>
      <p:sp>
        <p:nvSpPr>
          <p:cNvPr id="65" name="TextBox 64">
            <a:extLst>
              <a:ext uri="{FF2B5EF4-FFF2-40B4-BE49-F238E27FC236}">
                <a16:creationId xmlns:a16="http://schemas.microsoft.com/office/drawing/2014/main" id="{D3ADB037-C1CE-8DC8-9F66-8B234CEE476A}"/>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66" name="TextBox 65">
            <a:extLst>
              <a:ext uri="{FF2B5EF4-FFF2-40B4-BE49-F238E27FC236}">
                <a16:creationId xmlns:a16="http://schemas.microsoft.com/office/drawing/2014/main" id="{7E351FA2-8E4E-ADDA-59CB-4FC2C3077E64}"/>
              </a:ext>
            </a:extLst>
          </p:cNvPr>
          <p:cNvSpPr txBox="1"/>
          <p:nvPr/>
        </p:nvSpPr>
        <p:spPr>
          <a:xfrm>
            <a:off x="3716867" y="3741226"/>
            <a:ext cx="462845" cy="584775"/>
          </a:xfrm>
          <a:prstGeom prst="rect">
            <a:avLst/>
          </a:prstGeom>
          <a:noFill/>
        </p:spPr>
        <p:txBody>
          <a:bodyPr wrap="square" rtlCol="0">
            <a:spAutoFit/>
          </a:bodyPr>
          <a:lstStyle/>
          <a:p>
            <a:pPr algn="ctr"/>
            <a:r>
              <a:rPr lang="en-US" sz="3200" dirty="0"/>
              <a:t>6</a:t>
            </a:r>
          </a:p>
        </p:txBody>
      </p:sp>
      <p:sp>
        <p:nvSpPr>
          <p:cNvPr id="67" name="TextBox 66">
            <a:extLst>
              <a:ext uri="{FF2B5EF4-FFF2-40B4-BE49-F238E27FC236}">
                <a16:creationId xmlns:a16="http://schemas.microsoft.com/office/drawing/2014/main" id="{26485F32-F4B4-D890-7171-E0C58A911FA5}"/>
              </a:ext>
            </a:extLst>
          </p:cNvPr>
          <p:cNvSpPr txBox="1"/>
          <p:nvPr/>
        </p:nvSpPr>
        <p:spPr>
          <a:xfrm>
            <a:off x="4216401" y="4244561"/>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B0A12B60-BF97-15FA-45CD-AEFAC23C2A02}"/>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54" name="TextBox 53">
            <a:extLst>
              <a:ext uri="{FF2B5EF4-FFF2-40B4-BE49-F238E27FC236}">
                <a16:creationId xmlns:a16="http://schemas.microsoft.com/office/drawing/2014/main" id="{BBD6A99A-E8AE-9880-4AE2-E0F01788EFBC}"/>
              </a:ext>
            </a:extLst>
          </p:cNvPr>
          <p:cNvSpPr txBox="1"/>
          <p:nvPr/>
        </p:nvSpPr>
        <p:spPr>
          <a:xfrm>
            <a:off x="4216401" y="4747898"/>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3AC03885-0B0F-50BA-9453-0EFA80DC5569}"/>
              </a:ext>
            </a:extLst>
          </p:cNvPr>
          <p:cNvSpPr txBox="1"/>
          <p:nvPr/>
        </p:nvSpPr>
        <p:spPr>
          <a:xfrm>
            <a:off x="3217333" y="424456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2FC5AF94-FFDF-A46C-1570-9D3D29F02D8C}"/>
              </a:ext>
            </a:extLst>
          </p:cNvPr>
          <p:cNvSpPr txBox="1"/>
          <p:nvPr/>
        </p:nvSpPr>
        <p:spPr>
          <a:xfrm>
            <a:off x="3217333" y="3237891"/>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926A14E7-7EDB-4B60-CF5C-D768D37D102F}"/>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52" name="TextBox 51">
            <a:extLst>
              <a:ext uri="{FF2B5EF4-FFF2-40B4-BE49-F238E27FC236}">
                <a16:creationId xmlns:a16="http://schemas.microsoft.com/office/drawing/2014/main" id="{A3BBF9A1-5328-0537-8705-06F9BDA35722}"/>
              </a:ext>
            </a:extLst>
          </p:cNvPr>
          <p:cNvSpPr txBox="1"/>
          <p:nvPr/>
        </p:nvSpPr>
        <p:spPr>
          <a:xfrm>
            <a:off x="3138310" y="1402877"/>
            <a:ext cx="570089" cy="230832"/>
          </a:xfrm>
          <a:prstGeom prst="rect">
            <a:avLst/>
          </a:prstGeom>
          <a:noFill/>
        </p:spPr>
        <p:txBody>
          <a:bodyPr wrap="square" rtlCol="0">
            <a:spAutoFit/>
          </a:bodyPr>
          <a:lstStyle/>
          <a:p>
            <a:pPr algn="ctr"/>
            <a:r>
              <a:rPr lang="en-US" sz="900" dirty="0"/>
              <a:t>57</a:t>
            </a:r>
          </a:p>
        </p:txBody>
      </p:sp>
      <p:sp>
        <p:nvSpPr>
          <p:cNvPr id="53" name="TextBox 52">
            <a:extLst>
              <a:ext uri="{FF2B5EF4-FFF2-40B4-BE49-F238E27FC236}">
                <a16:creationId xmlns:a16="http://schemas.microsoft.com/office/drawing/2014/main" id="{9EE882CF-D17C-7B26-F253-BD485E8D14B3}"/>
              </a:ext>
            </a:extLst>
          </p:cNvPr>
          <p:cNvSpPr txBox="1"/>
          <p:nvPr/>
        </p:nvSpPr>
        <p:spPr>
          <a:xfrm>
            <a:off x="3138310" y="1903821"/>
            <a:ext cx="570089" cy="230832"/>
          </a:xfrm>
          <a:prstGeom prst="rect">
            <a:avLst/>
          </a:prstGeom>
          <a:noFill/>
        </p:spPr>
        <p:txBody>
          <a:bodyPr wrap="square" rtlCol="0">
            <a:spAutoFit/>
          </a:bodyPr>
          <a:lstStyle/>
          <a:p>
            <a:pPr algn="ctr"/>
            <a:r>
              <a:rPr lang="en-US" sz="900" dirty="0"/>
              <a:t>75</a:t>
            </a:r>
          </a:p>
        </p:txBody>
      </p:sp>
    </p:spTree>
    <p:extLst>
      <p:ext uri="{BB962C8B-B14F-4D97-AF65-F5344CB8AC3E}">
        <p14:creationId xmlns:p14="http://schemas.microsoft.com/office/powerpoint/2010/main" val="19600820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7AC01-33CD-C8F3-4B54-677FBD3C79E4}"/>
            </a:ext>
          </a:extLst>
        </p:cNvPr>
        <p:cNvGrpSpPr/>
        <p:nvPr/>
      </p:nvGrpSpPr>
      <p:grpSpPr>
        <a:xfrm>
          <a:off x="0" y="0"/>
          <a:ext cx="0" cy="0"/>
          <a:chOff x="0" y="0"/>
          <a:chExt cx="0" cy="0"/>
        </a:xfrm>
      </p:grpSpPr>
      <p:sp>
        <p:nvSpPr>
          <p:cNvPr id="46" name="TextBox 45">
            <a:extLst>
              <a:ext uri="{FF2B5EF4-FFF2-40B4-BE49-F238E27FC236}">
                <a16:creationId xmlns:a16="http://schemas.microsoft.com/office/drawing/2014/main" id="{D41CAEE8-C615-37F3-F11F-58A16078FED5}"/>
              </a:ext>
            </a:extLst>
          </p:cNvPr>
          <p:cNvSpPr txBox="1"/>
          <p:nvPr/>
        </p:nvSpPr>
        <p:spPr>
          <a:xfrm>
            <a:off x="3716867" y="2231221"/>
            <a:ext cx="462845" cy="584775"/>
          </a:xfrm>
          <a:prstGeom prst="rect">
            <a:avLst/>
          </a:prstGeom>
          <a:solidFill>
            <a:srgbClr val="FF0000">
              <a:alpha val="15000"/>
            </a:srgbClr>
          </a:solidFill>
        </p:spPr>
        <p:txBody>
          <a:bodyPr wrap="square" rtlCol="0">
            <a:spAutoFit/>
          </a:bodyPr>
          <a:lstStyle/>
          <a:p>
            <a:pPr algn="ctr"/>
            <a:r>
              <a:rPr lang="en-US" sz="3200" dirty="0"/>
              <a:t>7</a:t>
            </a:r>
          </a:p>
        </p:txBody>
      </p:sp>
      <p:sp>
        <p:nvSpPr>
          <p:cNvPr id="47" name="TextBox 46">
            <a:extLst>
              <a:ext uri="{FF2B5EF4-FFF2-40B4-BE49-F238E27FC236}">
                <a16:creationId xmlns:a16="http://schemas.microsoft.com/office/drawing/2014/main" id="{5B16D1ED-F898-BA52-FA3F-0CE3E2B4325A}"/>
              </a:ext>
            </a:extLst>
          </p:cNvPr>
          <p:cNvSpPr txBox="1"/>
          <p:nvPr/>
        </p:nvSpPr>
        <p:spPr>
          <a:xfrm>
            <a:off x="4216401" y="2734556"/>
            <a:ext cx="462845" cy="584775"/>
          </a:xfrm>
          <a:prstGeom prst="rect">
            <a:avLst/>
          </a:prstGeom>
          <a:solidFill>
            <a:srgbClr val="FF0000">
              <a:alpha val="15000"/>
            </a:srgbClr>
          </a:solid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C5035B4D-91D9-CA08-1366-8AC27841F9EB}"/>
              </a:ext>
            </a:extLst>
          </p:cNvPr>
          <p:cNvSpPr txBox="1"/>
          <p:nvPr/>
        </p:nvSpPr>
        <p:spPr>
          <a:xfrm>
            <a:off x="4715935" y="3237891"/>
            <a:ext cx="462845" cy="584775"/>
          </a:xfrm>
          <a:prstGeom prst="rect">
            <a:avLst/>
          </a:prstGeom>
          <a:solidFill>
            <a:srgbClr val="FF0000">
              <a:alpha val="15000"/>
            </a:srgbClr>
          </a:solidFill>
        </p:spPr>
        <p:txBody>
          <a:bodyPr wrap="square" rtlCol="0">
            <a:spAutoFit/>
          </a:bodyPr>
          <a:lstStyle/>
          <a:p>
            <a:pPr algn="ctr"/>
            <a:r>
              <a:rPr lang="en-US" sz="3200" dirty="0"/>
              <a:t>7</a:t>
            </a:r>
          </a:p>
        </p:txBody>
      </p:sp>
      <p:sp>
        <p:nvSpPr>
          <p:cNvPr id="49" name="TextBox 48">
            <a:extLst>
              <a:ext uri="{FF2B5EF4-FFF2-40B4-BE49-F238E27FC236}">
                <a16:creationId xmlns:a16="http://schemas.microsoft.com/office/drawing/2014/main" id="{F3EDF2B9-5571-68D4-5C9F-0D8809DEB997}"/>
              </a:ext>
            </a:extLst>
          </p:cNvPr>
          <p:cNvSpPr txBox="1"/>
          <p:nvPr/>
        </p:nvSpPr>
        <p:spPr>
          <a:xfrm>
            <a:off x="5215469" y="3741226"/>
            <a:ext cx="462845" cy="584775"/>
          </a:xfrm>
          <a:prstGeom prst="rect">
            <a:avLst/>
          </a:prstGeom>
          <a:solidFill>
            <a:srgbClr val="FF0000">
              <a:alpha val="15000"/>
            </a:srgbClr>
          </a:solidFill>
        </p:spPr>
        <p:txBody>
          <a:bodyPr wrap="square" rtlCol="0">
            <a:spAutoFit/>
          </a:bodyPr>
          <a:lstStyle/>
          <a:p>
            <a:pPr algn="ctr"/>
            <a:r>
              <a:rPr lang="en-US" sz="3200" dirty="0"/>
              <a:t>4</a:t>
            </a:r>
          </a:p>
        </p:txBody>
      </p:sp>
      <p:sp>
        <p:nvSpPr>
          <p:cNvPr id="50" name="TextBox 49">
            <a:extLst>
              <a:ext uri="{FF2B5EF4-FFF2-40B4-BE49-F238E27FC236}">
                <a16:creationId xmlns:a16="http://schemas.microsoft.com/office/drawing/2014/main" id="{3C3E65DC-4D89-1849-3BD7-8BDD09EBC169}"/>
              </a:ext>
            </a:extLst>
          </p:cNvPr>
          <p:cNvSpPr txBox="1"/>
          <p:nvPr/>
        </p:nvSpPr>
        <p:spPr>
          <a:xfrm>
            <a:off x="5715003" y="4244561"/>
            <a:ext cx="462845" cy="584775"/>
          </a:xfrm>
          <a:prstGeom prst="rect">
            <a:avLst/>
          </a:prstGeom>
          <a:solidFill>
            <a:srgbClr val="FF0000">
              <a:alpha val="15000"/>
            </a:srgbClr>
          </a:solidFill>
        </p:spPr>
        <p:txBody>
          <a:bodyPr wrap="square" rtlCol="0">
            <a:spAutoFit/>
          </a:bodyPr>
          <a:lstStyle/>
          <a:p>
            <a:pPr algn="ctr"/>
            <a:r>
              <a:rPr lang="en-US" sz="3200" dirty="0"/>
              <a:t>7</a:t>
            </a:r>
          </a:p>
        </p:txBody>
      </p:sp>
      <p:sp>
        <p:nvSpPr>
          <p:cNvPr id="2" name="Content Placeholder 1">
            <a:extLst>
              <a:ext uri="{FF2B5EF4-FFF2-40B4-BE49-F238E27FC236}">
                <a16:creationId xmlns:a16="http://schemas.microsoft.com/office/drawing/2014/main" id="{890552EC-C91E-BA06-3967-DC23C3C9EBD0}"/>
              </a:ext>
            </a:extLst>
          </p:cNvPr>
          <p:cNvSpPr>
            <a:spLocks noGrp="1"/>
          </p:cNvSpPr>
          <p:nvPr>
            <p:ph sz="half" idx="1"/>
          </p:nvPr>
        </p:nvSpPr>
        <p:spPr/>
        <p:txBody>
          <a:bodyPr>
            <a:normAutofit/>
          </a:bodyPr>
          <a:lstStyle/>
          <a:p>
            <a:r>
              <a:rPr lang="en-US" dirty="0"/>
              <a:t>Complete lower center and lower right blocks.</a:t>
            </a:r>
          </a:p>
        </p:txBody>
      </p:sp>
      <p:pic>
        <p:nvPicPr>
          <p:cNvPr id="4" name="Picture 3" descr="A grid of sudoku puzzle&#10;&#10;Description automatically generated">
            <a:extLst>
              <a:ext uri="{FF2B5EF4-FFF2-40B4-BE49-F238E27FC236}">
                <a16:creationId xmlns:a16="http://schemas.microsoft.com/office/drawing/2014/main" id="{D77D9C4E-9BFE-9920-9DC0-2585F73FF8A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41ECDBD-6924-30F5-D747-74BB50230D7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C6A379C6-E3CA-B36F-62E3-814AD36C77B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C7DDE06-C805-71DE-7B69-E3855F57DB8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312CBEE0-B2AF-F128-AB0F-ED9124879192}"/>
              </a:ext>
            </a:extLst>
          </p:cNvPr>
          <p:cNvSpPr txBox="1"/>
          <p:nvPr/>
        </p:nvSpPr>
        <p:spPr>
          <a:xfrm>
            <a:off x="7213604" y="4747898"/>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EC77F48F-D98F-2C0A-59D2-4D2401DF1BF1}"/>
              </a:ext>
            </a:extLst>
          </p:cNvPr>
          <p:cNvSpPr txBox="1"/>
          <p:nvPr/>
        </p:nvSpPr>
        <p:spPr>
          <a:xfrm>
            <a:off x="4645378" y="2404765"/>
            <a:ext cx="570089" cy="230832"/>
          </a:xfrm>
          <a:prstGeom prst="rect">
            <a:avLst/>
          </a:prstGeom>
          <a:noFill/>
        </p:spPr>
        <p:txBody>
          <a:bodyPr wrap="square" rtlCol="0">
            <a:spAutoFit/>
          </a:bodyPr>
          <a:lstStyle/>
          <a:p>
            <a:pPr algn="ctr"/>
            <a:r>
              <a:rPr lang="en-US" sz="900" dirty="0"/>
              <a:t>23</a:t>
            </a:r>
          </a:p>
        </p:txBody>
      </p:sp>
      <p:sp>
        <p:nvSpPr>
          <p:cNvPr id="12" name="TextBox 11">
            <a:extLst>
              <a:ext uri="{FF2B5EF4-FFF2-40B4-BE49-F238E27FC236}">
                <a16:creationId xmlns:a16="http://schemas.microsoft.com/office/drawing/2014/main" id="{F552E666-4561-3B0C-0C3D-9B5D566BA51E}"/>
              </a:ext>
            </a:extLst>
          </p:cNvPr>
          <p:cNvSpPr txBox="1"/>
          <p:nvPr/>
        </p:nvSpPr>
        <p:spPr>
          <a:xfrm>
            <a:off x="5650090" y="3406653"/>
            <a:ext cx="570089" cy="230832"/>
          </a:xfrm>
          <a:prstGeom prst="rect">
            <a:avLst/>
          </a:prstGeom>
          <a:noFill/>
        </p:spPr>
        <p:txBody>
          <a:bodyPr wrap="square" rtlCol="0">
            <a:spAutoFit/>
          </a:bodyPr>
          <a:lstStyle/>
          <a:p>
            <a:pPr algn="ctr"/>
            <a:r>
              <a:rPr lang="en-US" sz="900" dirty="0"/>
              <a:t>32</a:t>
            </a:r>
          </a:p>
        </p:txBody>
      </p:sp>
      <p:sp>
        <p:nvSpPr>
          <p:cNvPr id="15" name="TextBox 14">
            <a:extLst>
              <a:ext uri="{FF2B5EF4-FFF2-40B4-BE49-F238E27FC236}">
                <a16:creationId xmlns:a16="http://schemas.microsoft.com/office/drawing/2014/main" id="{3D813985-11D2-694E-9287-4C21ED4475FB}"/>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C0419EB8-47F2-5450-38CD-47DDCC57664E}"/>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17" name="TextBox 16">
            <a:extLst>
              <a:ext uri="{FF2B5EF4-FFF2-40B4-BE49-F238E27FC236}">
                <a16:creationId xmlns:a16="http://schemas.microsoft.com/office/drawing/2014/main" id="{805171CC-0EA7-6A62-DB4E-E3C7F4F12CE0}"/>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B863DFDF-B776-53D1-F008-F07B81ACA62E}"/>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1D29D27C-A399-B639-ABF9-91131FBA819A}"/>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312525DA-6830-08B8-8384-2ABC3AB02D0B}"/>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E39771D4-585E-39FE-FB25-077D27E7AB68}"/>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996B3F0E-16EA-DB82-1644-9CA1E46B5626}"/>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3C311D3C-CFC8-5FFC-2BAB-B54EB7A6281D}"/>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8CAE4716-BC89-3B20-F7EA-BCF51E982884}"/>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E8409555-2729-A447-DD4E-22B60D1072C3}"/>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6590757C-B981-85C1-E907-61D75D96E479}"/>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4139F098-3BCE-64B4-C652-BC4C4F3F8C47}"/>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ECDBCCE9-C517-724D-7A07-2F063901E587}"/>
              </a:ext>
            </a:extLst>
          </p:cNvPr>
          <p:cNvSpPr txBox="1"/>
          <p:nvPr/>
        </p:nvSpPr>
        <p:spPr>
          <a:xfrm>
            <a:off x="5715003" y="223122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697FAFD3-5C19-D122-F5AB-252E5118CCF5}"/>
              </a:ext>
            </a:extLst>
          </p:cNvPr>
          <p:cNvSpPr txBox="1"/>
          <p:nvPr/>
        </p:nvSpPr>
        <p:spPr>
          <a:xfrm>
            <a:off x="3217333" y="273455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767F3CD5-84C1-CE30-0E77-E26D2700B54B}"/>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6AABBD10-1050-1671-D435-EBAF9F94DE8A}"/>
              </a:ext>
            </a:extLst>
          </p:cNvPr>
          <p:cNvSpPr txBox="1"/>
          <p:nvPr/>
        </p:nvSpPr>
        <p:spPr>
          <a:xfrm>
            <a:off x="3716867" y="1727886"/>
            <a:ext cx="462845" cy="584775"/>
          </a:xfrm>
          <a:prstGeom prst="rect">
            <a:avLst/>
          </a:prstGeom>
          <a:solidFill>
            <a:schemeClr val="accent5">
              <a:lumMod val="75000"/>
              <a:alpha val="25000"/>
            </a:schemeClr>
          </a:solid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78E03890-ED94-C25A-4130-7AEE6CA9AD5D}"/>
              </a:ext>
            </a:extLst>
          </p:cNvPr>
          <p:cNvSpPr txBox="1"/>
          <p:nvPr/>
        </p:nvSpPr>
        <p:spPr>
          <a:xfrm>
            <a:off x="4715935" y="2734556"/>
            <a:ext cx="462845" cy="584775"/>
          </a:xfrm>
          <a:prstGeom prst="rect">
            <a:avLst/>
          </a:prstGeom>
          <a:solidFill>
            <a:schemeClr val="accent5">
              <a:lumMod val="75000"/>
              <a:alpha val="25000"/>
            </a:schemeClr>
          </a:solidFill>
        </p:spPr>
        <p:txBody>
          <a:bodyPr wrap="square" rtlCol="0">
            <a:spAutoFit/>
          </a:bodyPr>
          <a:lstStyle/>
          <a:p>
            <a:pPr algn="ctr"/>
            <a:r>
              <a:rPr lang="en-US" sz="3200" dirty="0"/>
              <a:t>8</a:t>
            </a:r>
          </a:p>
        </p:txBody>
      </p:sp>
      <p:sp>
        <p:nvSpPr>
          <p:cNvPr id="43" name="TextBox 42">
            <a:extLst>
              <a:ext uri="{FF2B5EF4-FFF2-40B4-BE49-F238E27FC236}">
                <a16:creationId xmlns:a16="http://schemas.microsoft.com/office/drawing/2014/main" id="{B961DA9E-3A93-04FC-B018-FC24038EABE2}"/>
              </a:ext>
            </a:extLst>
          </p:cNvPr>
          <p:cNvSpPr txBox="1"/>
          <p:nvPr/>
        </p:nvSpPr>
        <p:spPr>
          <a:xfrm>
            <a:off x="5215469" y="3237891"/>
            <a:ext cx="462845" cy="584775"/>
          </a:xfrm>
          <a:prstGeom prst="rect">
            <a:avLst/>
          </a:prstGeom>
          <a:solidFill>
            <a:schemeClr val="accent5">
              <a:lumMod val="75000"/>
              <a:alpha val="25000"/>
            </a:schemeClr>
          </a:solidFill>
        </p:spPr>
        <p:txBody>
          <a:bodyPr wrap="square" rtlCol="0">
            <a:spAutoFit/>
          </a:bodyPr>
          <a:lstStyle/>
          <a:p>
            <a:pPr algn="ctr"/>
            <a:r>
              <a:rPr lang="en-US" sz="3200" dirty="0"/>
              <a:t>6</a:t>
            </a:r>
          </a:p>
        </p:txBody>
      </p:sp>
      <p:sp>
        <p:nvSpPr>
          <p:cNvPr id="44" name="TextBox 43">
            <a:extLst>
              <a:ext uri="{FF2B5EF4-FFF2-40B4-BE49-F238E27FC236}">
                <a16:creationId xmlns:a16="http://schemas.microsoft.com/office/drawing/2014/main" id="{7B54FBC4-00E0-5460-C45F-BEF95838DEF6}"/>
              </a:ext>
            </a:extLst>
          </p:cNvPr>
          <p:cNvSpPr txBox="1"/>
          <p:nvPr/>
        </p:nvSpPr>
        <p:spPr>
          <a:xfrm>
            <a:off x="6214537" y="4244561"/>
            <a:ext cx="462845" cy="584775"/>
          </a:xfrm>
          <a:prstGeom prst="rect">
            <a:avLst/>
          </a:prstGeom>
          <a:solidFill>
            <a:schemeClr val="accent5">
              <a:lumMod val="75000"/>
              <a:alpha val="25000"/>
            </a:schemeClr>
          </a:solidFill>
        </p:spPr>
        <p:txBody>
          <a:bodyPr wrap="square" rtlCol="0">
            <a:spAutoFit/>
          </a:bodyPr>
          <a:lstStyle/>
          <a:p>
            <a:pPr algn="ctr"/>
            <a:r>
              <a:rPr lang="en-US" sz="3200" dirty="0"/>
              <a:t>8</a:t>
            </a:r>
          </a:p>
        </p:txBody>
      </p:sp>
      <p:sp>
        <p:nvSpPr>
          <p:cNvPr id="45" name="TextBox 44">
            <a:extLst>
              <a:ext uri="{FF2B5EF4-FFF2-40B4-BE49-F238E27FC236}">
                <a16:creationId xmlns:a16="http://schemas.microsoft.com/office/drawing/2014/main" id="{60FED479-6EFE-B667-3ADA-F36B7179E895}"/>
              </a:ext>
            </a:extLst>
          </p:cNvPr>
          <p:cNvSpPr txBox="1"/>
          <p:nvPr/>
        </p:nvSpPr>
        <p:spPr>
          <a:xfrm>
            <a:off x="4216401" y="2231221"/>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51" name="TextBox 50">
            <a:extLst>
              <a:ext uri="{FF2B5EF4-FFF2-40B4-BE49-F238E27FC236}">
                <a16:creationId xmlns:a16="http://schemas.microsoft.com/office/drawing/2014/main" id="{88983A73-57C7-02BC-C55F-ED4CD259E8BC}"/>
              </a:ext>
            </a:extLst>
          </p:cNvPr>
          <p:cNvSpPr txBox="1"/>
          <p:nvPr/>
        </p:nvSpPr>
        <p:spPr>
          <a:xfrm>
            <a:off x="5715003" y="3741226"/>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74004C8D-A506-814A-F964-233941124D22}"/>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EE38D031-BF9E-1101-7BFD-810CE2F57795}"/>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CC03C703-C9CD-548A-33D3-92BE7D93DB1C}"/>
              </a:ext>
            </a:extLst>
          </p:cNvPr>
          <p:cNvSpPr txBox="1"/>
          <p:nvPr/>
        </p:nvSpPr>
        <p:spPr>
          <a:xfrm>
            <a:off x="5215469" y="172788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259C94FF-7490-C1B0-6347-9360E3C68B8D}"/>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9650A15F-AC25-457A-94A8-D92D4989822B}"/>
              </a:ext>
            </a:extLst>
          </p:cNvPr>
          <p:cNvSpPr txBox="1"/>
          <p:nvPr/>
        </p:nvSpPr>
        <p:spPr>
          <a:xfrm>
            <a:off x="4715935" y="721216"/>
            <a:ext cx="462845" cy="584775"/>
          </a:xfrm>
          <a:prstGeom prst="rect">
            <a:avLst/>
          </a:prstGeom>
          <a:noFill/>
        </p:spPr>
        <p:txBody>
          <a:bodyPr wrap="square" rtlCol="0">
            <a:spAutoFit/>
          </a:bodyPr>
          <a:lstStyle/>
          <a:p>
            <a:pPr algn="ctr"/>
            <a:r>
              <a:rPr lang="en-US" sz="3200" dirty="0"/>
              <a:t>4</a:t>
            </a:r>
          </a:p>
        </p:txBody>
      </p:sp>
      <p:sp>
        <p:nvSpPr>
          <p:cNvPr id="28" name="TextBox 27">
            <a:extLst>
              <a:ext uri="{FF2B5EF4-FFF2-40B4-BE49-F238E27FC236}">
                <a16:creationId xmlns:a16="http://schemas.microsoft.com/office/drawing/2014/main" id="{4B191078-5032-180C-25AC-487A97307588}"/>
              </a:ext>
            </a:extLst>
          </p:cNvPr>
          <p:cNvSpPr txBox="1"/>
          <p:nvPr/>
        </p:nvSpPr>
        <p:spPr>
          <a:xfrm>
            <a:off x="3217333" y="2231221"/>
            <a:ext cx="462845" cy="584775"/>
          </a:xfrm>
          <a:prstGeom prst="rect">
            <a:avLst/>
          </a:prstGeom>
          <a:solidFill>
            <a:srgbClr val="00B0F0">
              <a:alpha val="15000"/>
            </a:srgbClr>
          </a:solidFill>
        </p:spPr>
        <p:txBody>
          <a:bodyPr wrap="square" rtlCol="0">
            <a:spAutoFit/>
          </a:bodyPr>
          <a:lstStyle/>
          <a:p>
            <a:pPr algn="ctr"/>
            <a:r>
              <a:rPr lang="en-US" sz="3200" dirty="0"/>
              <a:t>6</a:t>
            </a:r>
          </a:p>
        </p:txBody>
      </p:sp>
      <p:sp>
        <p:nvSpPr>
          <p:cNvPr id="29" name="TextBox 28">
            <a:extLst>
              <a:ext uri="{FF2B5EF4-FFF2-40B4-BE49-F238E27FC236}">
                <a16:creationId xmlns:a16="http://schemas.microsoft.com/office/drawing/2014/main" id="{BA0BE3B7-87AE-D921-66CB-4B1CA5B51B16}"/>
              </a:ext>
            </a:extLst>
          </p:cNvPr>
          <p:cNvSpPr txBox="1"/>
          <p:nvPr/>
        </p:nvSpPr>
        <p:spPr>
          <a:xfrm>
            <a:off x="3716867" y="2734556"/>
            <a:ext cx="462845" cy="584775"/>
          </a:xfrm>
          <a:prstGeom prst="rect">
            <a:avLst/>
          </a:prstGeom>
          <a:solidFill>
            <a:srgbClr val="00B0F0">
              <a:alpha val="15000"/>
            </a:srgbClr>
          </a:solidFill>
        </p:spPr>
        <p:txBody>
          <a:bodyPr wrap="square" rtlCol="0">
            <a:spAutoFit/>
          </a:bodyPr>
          <a:lstStyle/>
          <a:p>
            <a:pPr algn="ctr"/>
            <a:r>
              <a:rPr lang="en-US" sz="3200" dirty="0"/>
              <a:t>2</a:t>
            </a:r>
          </a:p>
        </p:txBody>
      </p:sp>
      <p:sp>
        <p:nvSpPr>
          <p:cNvPr id="32" name="TextBox 31">
            <a:extLst>
              <a:ext uri="{FF2B5EF4-FFF2-40B4-BE49-F238E27FC236}">
                <a16:creationId xmlns:a16="http://schemas.microsoft.com/office/drawing/2014/main" id="{48F540AE-D678-C594-FD47-0B138C8A86E0}"/>
              </a:ext>
            </a:extLst>
          </p:cNvPr>
          <p:cNvSpPr txBox="1"/>
          <p:nvPr/>
        </p:nvSpPr>
        <p:spPr>
          <a:xfrm>
            <a:off x="4216401" y="3237891"/>
            <a:ext cx="462845" cy="584775"/>
          </a:xfrm>
          <a:prstGeom prst="rect">
            <a:avLst/>
          </a:prstGeom>
          <a:solidFill>
            <a:srgbClr val="00B0F0">
              <a:alpha val="15000"/>
            </a:srgbClr>
          </a:solidFill>
        </p:spPr>
        <p:txBody>
          <a:bodyPr wrap="square" rtlCol="0">
            <a:spAutoFit/>
          </a:bodyPr>
          <a:lstStyle/>
          <a:p>
            <a:pPr algn="ctr"/>
            <a:r>
              <a:rPr lang="en-US" sz="3200" dirty="0"/>
              <a:t>8</a:t>
            </a:r>
          </a:p>
        </p:txBody>
      </p:sp>
      <p:sp>
        <p:nvSpPr>
          <p:cNvPr id="33" name="TextBox 32">
            <a:extLst>
              <a:ext uri="{FF2B5EF4-FFF2-40B4-BE49-F238E27FC236}">
                <a16:creationId xmlns:a16="http://schemas.microsoft.com/office/drawing/2014/main" id="{9B8E3C0D-326C-42F5-A97F-05B723AA82DE}"/>
              </a:ext>
            </a:extLst>
          </p:cNvPr>
          <p:cNvSpPr txBox="1"/>
          <p:nvPr/>
        </p:nvSpPr>
        <p:spPr>
          <a:xfrm>
            <a:off x="4715935" y="3741226"/>
            <a:ext cx="462845" cy="584775"/>
          </a:xfrm>
          <a:prstGeom prst="rect">
            <a:avLst/>
          </a:prstGeom>
          <a:solidFill>
            <a:srgbClr val="00B0F0">
              <a:alpha val="15000"/>
            </a:srgbClr>
          </a:solid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61D9BD08-6009-0013-F2DB-BA6ED4CE923E}"/>
              </a:ext>
            </a:extLst>
          </p:cNvPr>
          <p:cNvSpPr txBox="1"/>
          <p:nvPr/>
        </p:nvSpPr>
        <p:spPr>
          <a:xfrm>
            <a:off x="5215469" y="4244561"/>
            <a:ext cx="462845" cy="584775"/>
          </a:xfrm>
          <a:prstGeom prst="rect">
            <a:avLst/>
          </a:prstGeom>
          <a:solidFill>
            <a:srgbClr val="00B0F0">
              <a:alpha val="15000"/>
            </a:srgbClr>
          </a:solidFill>
        </p:spPr>
        <p:txBody>
          <a:bodyPr wrap="square" rtlCol="0">
            <a:spAutoFit/>
          </a:bodyPr>
          <a:lstStyle/>
          <a:p>
            <a:pPr algn="ctr"/>
            <a:r>
              <a:rPr lang="en-US" sz="3200" dirty="0"/>
              <a:t>9</a:t>
            </a:r>
          </a:p>
        </p:txBody>
      </p:sp>
      <p:sp>
        <p:nvSpPr>
          <p:cNvPr id="27" name="TextBox 26">
            <a:extLst>
              <a:ext uri="{FF2B5EF4-FFF2-40B4-BE49-F238E27FC236}">
                <a16:creationId xmlns:a16="http://schemas.microsoft.com/office/drawing/2014/main" id="{882F6249-73AF-F4EE-36DF-7E5AAAFA1F3F}"/>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6B676AB2-AB8C-CD4A-CC31-58EE9DF8993E}"/>
              </a:ext>
            </a:extLst>
          </p:cNvPr>
          <p:cNvSpPr txBox="1"/>
          <p:nvPr/>
        </p:nvSpPr>
        <p:spPr>
          <a:xfrm>
            <a:off x="4216401" y="3741226"/>
            <a:ext cx="462845" cy="584775"/>
          </a:xfrm>
          <a:prstGeom prst="rect">
            <a:avLst/>
          </a:prstGeom>
          <a:noFill/>
        </p:spPr>
        <p:txBody>
          <a:bodyPr wrap="square" rtlCol="0">
            <a:spAutoFit/>
          </a:bodyPr>
          <a:lstStyle/>
          <a:p>
            <a:pPr algn="ctr"/>
            <a:r>
              <a:rPr lang="en-US" sz="3200" dirty="0"/>
              <a:t>9</a:t>
            </a:r>
          </a:p>
        </p:txBody>
      </p:sp>
      <p:sp>
        <p:nvSpPr>
          <p:cNvPr id="60" name="TextBox 59">
            <a:extLst>
              <a:ext uri="{FF2B5EF4-FFF2-40B4-BE49-F238E27FC236}">
                <a16:creationId xmlns:a16="http://schemas.microsoft.com/office/drawing/2014/main" id="{2615A136-47C9-87B3-D78E-FBC0ACE6FEC5}"/>
              </a:ext>
            </a:extLst>
          </p:cNvPr>
          <p:cNvSpPr txBox="1"/>
          <p:nvPr/>
        </p:nvSpPr>
        <p:spPr>
          <a:xfrm>
            <a:off x="3640666" y="4408541"/>
            <a:ext cx="570089" cy="230832"/>
          </a:xfrm>
          <a:prstGeom prst="rect">
            <a:avLst/>
          </a:prstGeom>
          <a:noFill/>
        </p:spPr>
        <p:txBody>
          <a:bodyPr wrap="square" rtlCol="0">
            <a:spAutoFit/>
          </a:bodyPr>
          <a:lstStyle/>
          <a:p>
            <a:pPr algn="ctr"/>
            <a:r>
              <a:rPr lang="en-US" sz="900" dirty="0"/>
              <a:t>34</a:t>
            </a:r>
          </a:p>
        </p:txBody>
      </p:sp>
      <p:sp>
        <p:nvSpPr>
          <p:cNvPr id="63" name="TextBox 62">
            <a:extLst>
              <a:ext uri="{FF2B5EF4-FFF2-40B4-BE49-F238E27FC236}">
                <a16:creationId xmlns:a16="http://schemas.microsoft.com/office/drawing/2014/main" id="{2D2B36AE-D150-857D-8BD0-198CAEAB9F5C}"/>
              </a:ext>
            </a:extLst>
          </p:cNvPr>
          <p:cNvSpPr txBox="1"/>
          <p:nvPr/>
        </p:nvSpPr>
        <p:spPr>
          <a:xfrm>
            <a:off x="3640666" y="4909484"/>
            <a:ext cx="570089" cy="230832"/>
          </a:xfrm>
          <a:prstGeom prst="rect">
            <a:avLst/>
          </a:prstGeom>
          <a:noFill/>
        </p:spPr>
        <p:txBody>
          <a:bodyPr wrap="square" rtlCol="0">
            <a:spAutoFit/>
          </a:bodyPr>
          <a:lstStyle/>
          <a:p>
            <a:pPr algn="ctr"/>
            <a:r>
              <a:rPr lang="en-US" sz="900" dirty="0"/>
              <a:t>43</a:t>
            </a:r>
          </a:p>
        </p:txBody>
      </p:sp>
      <p:sp>
        <p:nvSpPr>
          <p:cNvPr id="65" name="TextBox 64">
            <a:extLst>
              <a:ext uri="{FF2B5EF4-FFF2-40B4-BE49-F238E27FC236}">
                <a16:creationId xmlns:a16="http://schemas.microsoft.com/office/drawing/2014/main" id="{387EAC20-67D2-99D7-96FA-37144E378978}"/>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66" name="TextBox 65">
            <a:extLst>
              <a:ext uri="{FF2B5EF4-FFF2-40B4-BE49-F238E27FC236}">
                <a16:creationId xmlns:a16="http://schemas.microsoft.com/office/drawing/2014/main" id="{0200BFA9-FAE2-E3F7-54A4-0006F5B81F7C}"/>
              </a:ext>
            </a:extLst>
          </p:cNvPr>
          <p:cNvSpPr txBox="1"/>
          <p:nvPr/>
        </p:nvSpPr>
        <p:spPr>
          <a:xfrm>
            <a:off x="3716867" y="3741226"/>
            <a:ext cx="462845" cy="584775"/>
          </a:xfrm>
          <a:prstGeom prst="rect">
            <a:avLst/>
          </a:prstGeom>
          <a:noFill/>
        </p:spPr>
        <p:txBody>
          <a:bodyPr wrap="square" rtlCol="0">
            <a:spAutoFit/>
          </a:bodyPr>
          <a:lstStyle/>
          <a:p>
            <a:pPr algn="ctr"/>
            <a:r>
              <a:rPr lang="en-US" sz="3200" dirty="0"/>
              <a:t>6</a:t>
            </a:r>
          </a:p>
        </p:txBody>
      </p:sp>
      <p:sp>
        <p:nvSpPr>
          <p:cNvPr id="67" name="TextBox 66">
            <a:extLst>
              <a:ext uri="{FF2B5EF4-FFF2-40B4-BE49-F238E27FC236}">
                <a16:creationId xmlns:a16="http://schemas.microsoft.com/office/drawing/2014/main" id="{120AF6CF-7D01-D8F5-5888-EF0EEF64AD1D}"/>
              </a:ext>
            </a:extLst>
          </p:cNvPr>
          <p:cNvSpPr txBox="1"/>
          <p:nvPr/>
        </p:nvSpPr>
        <p:spPr>
          <a:xfrm>
            <a:off x="4216401" y="4244561"/>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57FDA204-3731-115C-D0E8-D73065012A12}"/>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54" name="TextBox 53">
            <a:extLst>
              <a:ext uri="{FF2B5EF4-FFF2-40B4-BE49-F238E27FC236}">
                <a16:creationId xmlns:a16="http://schemas.microsoft.com/office/drawing/2014/main" id="{4EA4EFD6-37A4-DD82-BDA8-8171D914F489}"/>
              </a:ext>
            </a:extLst>
          </p:cNvPr>
          <p:cNvSpPr txBox="1"/>
          <p:nvPr/>
        </p:nvSpPr>
        <p:spPr>
          <a:xfrm>
            <a:off x="4216401" y="4747898"/>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5E7152B2-C82D-D249-4A60-6AB3577FE077}"/>
              </a:ext>
            </a:extLst>
          </p:cNvPr>
          <p:cNvSpPr txBox="1"/>
          <p:nvPr/>
        </p:nvSpPr>
        <p:spPr>
          <a:xfrm>
            <a:off x="3217333" y="424456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E7AD8C1B-342D-F957-D7C9-3C2208132845}"/>
              </a:ext>
            </a:extLst>
          </p:cNvPr>
          <p:cNvSpPr txBox="1"/>
          <p:nvPr/>
        </p:nvSpPr>
        <p:spPr>
          <a:xfrm>
            <a:off x="3217333" y="3237891"/>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F23D5707-0726-8253-9B4F-D66507CF0DA2}"/>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52" name="TextBox 51">
            <a:extLst>
              <a:ext uri="{FF2B5EF4-FFF2-40B4-BE49-F238E27FC236}">
                <a16:creationId xmlns:a16="http://schemas.microsoft.com/office/drawing/2014/main" id="{3427C166-9D6D-DB43-72FC-90972F8B2A2B}"/>
              </a:ext>
            </a:extLst>
          </p:cNvPr>
          <p:cNvSpPr txBox="1"/>
          <p:nvPr/>
        </p:nvSpPr>
        <p:spPr>
          <a:xfrm>
            <a:off x="3138310" y="1402877"/>
            <a:ext cx="570089" cy="230832"/>
          </a:xfrm>
          <a:prstGeom prst="rect">
            <a:avLst/>
          </a:prstGeom>
          <a:noFill/>
        </p:spPr>
        <p:txBody>
          <a:bodyPr wrap="square" rtlCol="0">
            <a:spAutoFit/>
          </a:bodyPr>
          <a:lstStyle/>
          <a:p>
            <a:pPr algn="ctr"/>
            <a:r>
              <a:rPr lang="en-US" sz="900" dirty="0"/>
              <a:t>57</a:t>
            </a:r>
          </a:p>
        </p:txBody>
      </p:sp>
      <p:sp>
        <p:nvSpPr>
          <p:cNvPr id="53" name="TextBox 52">
            <a:extLst>
              <a:ext uri="{FF2B5EF4-FFF2-40B4-BE49-F238E27FC236}">
                <a16:creationId xmlns:a16="http://schemas.microsoft.com/office/drawing/2014/main" id="{67EFEABE-8269-C289-5F23-C18FEA706618}"/>
              </a:ext>
            </a:extLst>
          </p:cNvPr>
          <p:cNvSpPr txBox="1"/>
          <p:nvPr/>
        </p:nvSpPr>
        <p:spPr>
          <a:xfrm>
            <a:off x="3138310" y="1903821"/>
            <a:ext cx="570089" cy="230832"/>
          </a:xfrm>
          <a:prstGeom prst="rect">
            <a:avLst/>
          </a:prstGeom>
          <a:noFill/>
        </p:spPr>
        <p:txBody>
          <a:bodyPr wrap="square" rtlCol="0">
            <a:spAutoFit/>
          </a:bodyPr>
          <a:lstStyle/>
          <a:p>
            <a:pPr algn="ctr"/>
            <a:r>
              <a:rPr lang="en-US" sz="900" dirty="0"/>
              <a:t>75</a:t>
            </a:r>
          </a:p>
        </p:txBody>
      </p:sp>
      <p:sp>
        <p:nvSpPr>
          <p:cNvPr id="55" name="TextBox 54">
            <a:extLst>
              <a:ext uri="{FF2B5EF4-FFF2-40B4-BE49-F238E27FC236}">
                <a16:creationId xmlns:a16="http://schemas.microsoft.com/office/drawing/2014/main" id="{AF702A2E-5BF8-89FD-BC8C-3230599DAF01}"/>
              </a:ext>
            </a:extLst>
          </p:cNvPr>
          <p:cNvSpPr txBox="1"/>
          <p:nvPr/>
        </p:nvSpPr>
        <p:spPr>
          <a:xfrm>
            <a:off x="7213604" y="3741226"/>
            <a:ext cx="462845" cy="584775"/>
          </a:xfrm>
          <a:prstGeom prst="rect">
            <a:avLst/>
          </a:prstGeom>
          <a:noFill/>
        </p:spPr>
        <p:txBody>
          <a:bodyPr wrap="square" rtlCol="0">
            <a:spAutoFit/>
          </a:bodyPr>
          <a:lstStyle/>
          <a:p>
            <a:pPr algn="ctr"/>
            <a:r>
              <a:rPr lang="en-US" sz="3200" dirty="0"/>
              <a:t>7</a:t>
            </a:r>
          </a:p>
        </p:txBody>
      </p:sp>
      <p:sp>
        <p:nvSpPr>
          <p:cNvPr id="56" name="TextBox 55">
            <a:extLst>
              <a:ext uri="{FF2B5EF4-FFF2-40B4-BE49-F238E27FC236}">
                <a16:creationId xmlns:a16="http://schemas.microsoft.com/office/drawing/2014/main" id="{09D6D570-4507-3C3F-2D6D-F746B17803C7}"/>
              </a:ext>
            </a:extLst>
          </p:cNvPr>
          <p:cNvSpPr txBox="1"/>
          <p:nvPr/>
        </p:nvSpPr>
        <p:spPr>
          <a:xfrm>
            <a:off x="4645378" y="4408541"/>
            <a:ext cx="570089" cy="230832"/>
          </a:xfrm>
          <a:prstGeom prst="rect">
            <a:avLst/>
          </a:prstGeom>
          <a:noFill/>
        </p:spPr>
        <p:txBody>
          <a:bodyPr wrap="square" rtlCol="0">
            <a:spAutoFit/>
          </a:bodyPr>
          <a:lstStyle/>
          <a:p>
            <a:pPr algn="ctr"/>
            <a:r>
              <a:rPr lang="en-US" sz="900" dirty="0"/>
              <a:t>63</a:t>
            </a:r>
          </a:p>
        </p:txBody>
      </p:sp>
      <p:sp>
        <p:nvSpPr>
          <p:cNvPr id="58" name="TextBox 57">
            <a:extLst>
              <a:ext uri="{FF2B5EF4-FFF2-40B4-BE49-F238E27FC236}">
                <a16:creationId xmlns:a16="http://schemas.microsoft.com/office/drawing/2014/main" id="{B2072E1C-FACF-1C1A-A4ED-3A8A0D423DDD}"/>
              </a:ext>
            </a:extLst>
          </p:cNvPr>
          <p:cNvSpPr txBox="1"/>
          <p:nvPr/>
        </p:nvSpPr>
        <p:spPr>
          <a:xfrm>
            <a:off x="7157158" y="4408541"/>
            <a:ext cx="570089" cy="230832"/>
          </a:xfrm>
          <a:prstGeom prst="rect">
            <a:avLst/>
          </a:prstGeom>
          <a:noFill/>
        </p:spPr>
        <p:txBody>
          <a:bodyPr wrap="square" rtlCol="0">
            <a:spAutoFit/>
          </a:bodyPr>
          <a:lstStyle/>
          <a:p>
            <a:pPr algn="ctr"/>
            <a:r>
              <a:rPr lang="en-US" sz="900" dirty="0"/>
              <a:t>46</a:t>
            </a:r>
          </a:p>
        </p:txBody>
      </p:sp>
      <p:sp>
        <p:nvSpPr>
          <p:cNvPr id="59" name="TextBox 58">
            <a:extLst>
              <a:ext uri="{FF2B5EF4-FFF2-40B4-BE49-F238E27FC236}">
                <a16:creationId xmlns:a16="http://schemas.microsoft.com/office/drawing/2014/main" id="{E477B292-9C8D-0A8F-9C8E-43BD8271F8DE}"/>
              </a:ext>
            </a:extLst>
          </p:cNvPr>
          <p:cNvSpPr txBox="1"/>
          <p:nvPr/>
        </p:nvSpPr>
        <p:spPr>
          <a:xfrm>
            <a:off x="6152446" y="4909484"/>
            <a:ext cx="570089" cy="230832"/>
          </a:xfrm>
          <a:prstGeom prst="rect">
            <a:avLst/>
          </a:prstGeom>
          <a:noFill/>
        </p:spPr>
        <p:txBody>
          <a:bodyPr wrap="square" rtlCol="0">
            <a:spAutoFit/>
          </a:bodyPr>
          <a:lstStyle/>
          <a:p>
            <a:pPr algn="ctr"/>
            <a:r>
              <a:rPr lang="en-US" sz="900" dirty="0"/>
              <a:t>45</a:t>
            </a:r>
          </a:p>
        </p:txBody>
      </p:sp>
      <p:sp>
        <p:nvSpPr>
          <p:cNvPr id="61" name="TextBox 60">
            <a:extLst>
              <a:ext uri="{FF2B5EF4-FFF2-40B4-BE49-F238E27FC236}">
                <a16:creationId xmlns:a16="http://schemas.microsoft.com/office/drawing/2014/main" id="{4BC8C7BA-439B-C078-F98A-60545D366EA7}"/>
              </a:ext>
            </a:extLst>
          </p:cNvPr>
          <p:cNvSpPr txBox="1"/>
          <p:nvPr/>
        </p:nvSpPr>
        <p:spPr>
          <a:xfrm>
            <a:off x="6654802" y="4909484"/>
            <a:ext cx="570089" cy="230832"/>
          </a:xfrm>
          <a:prstGeom prst="rect">
            <a:avLst/>
          </a:prstGeom>
          <a:noFill/>
        </p:spPr>
        <p:txBody>
          <a:bodyPr wrap="square" rtlCol="0">
            <a:spAutoFit/>
          </a:bodyPr>
          <a:lstStyle/>
          <a:p>
            <a:pPr algn="ctr"/>
            <a:r>
              <a:rPr lang="en-US" sz="900" dirty="0"/>
              <a:t>456</a:t>
            </a:r>
          </a:p>
        </p:txBody>
      </p:sp>
      <p:sp>
        <p:nvSpPr>
          <p:cNvPr id="62" name="TextBox 61">
            <a:extLst>
              <a:ext uri="{FF2B5EF4-FFF2-40B4-BE49-F238E27FC236}">
                <a16:creationId xmlns:a16="http://schemas.microsoft.com/office/drawing/2014/main" id="{33153723-177B-96E0-B88D-1A24D54EE135}"/>
              </a:ext>
            </a:extLst>
          </p:cNvPr>
          <p:cNvSpPr txBox="1"/>
          <p:nvPr/>
        </p:nvSpPr>
        <p:spPr>
          <a:xfrm>
            <a:off x="4645378" y="4909484"/>
            <a:ext cx="570089" cy="230832"/>
          </a:xfrm>
          <a:prstGeom prst="rect">
            <a:avLst/>
          </a:prstGeom>
          <a:noFill/>
        </p:spPr>
        <p:txBody>
          <a:bodyPr wrap="square" rtlCol="0">
            <a:spAutoFit/>
          </a:bodyPr>
          <a:lstStyle/>
          <a:p>
            <a:pPr algn="ctr"/>
            <a:r>
              <a:rPr lang="en-US" sz="900" dirty="0"/>
              <a:t>236</a:t>
            </a:r>
          </a:p>
        </p:txBody>
      </p:sp>
      <p:sp>
        <p:nvSpPr>
          <p:cNvPr id="64" name="TextBox 63">
            <a:extLst>
              <a:ext uri="{FF2B5EF4-FFF2-40B4-BE49-F238E27FC236}">
                <a16:creationId xmlns:a16="http://schemas.microsoft.com/office/drawing/2014/main" id="{0341CB18-E2C5-277D-A716-FA3C3F467F8B}"/>
              </a:ext>
            </a:extLst>
          </p:cNvPr>
          <p:cNvSpPr txBox="1"/>
          <p:nvPr/>
        </p:nvSpPr>
        <p:spPr>
          <a:xfrm>
            <a:off x="5147734" y="4909484"/>
            <a:ext cx="570089" cy="230832"/>
          </a:xfrm>
          <a:prstGeom prst="rect">
            <a:avLst/>
          </a:prstGeom>
          <a:noFill/>
        </p:spPr>
        <p:txBody>
          <a:bodyPr wrap="square" rtlCol="0">
            <a:spAutoFit/>
          </a:bodyPr>
          <a:lstStyle/>
          <a:p>
            <a:pPr algn="ctr"/>
            <a:r>
              <a:rPr lang="en-US" sz="900" dirty="0"/>
              <a:t>28</a:t>
            </a:r>
          </a:p>
        </p:txBody>
      </p:sp>
      <p:sp>
        <p:nvSpPr>
          <p:cNvPr id="68" name="TextBox 67">
            <a:extLst>
              <a:ext uri="{FF2B5EF4-FFF2-40B4-BE49-F238E27FC236}">
                <a16:creationId xmlns:a16="http://schemas.microsoft.com/office/drawing/2014/main" id="{254994A9-CF57-8F7E-ED76-7637CBDA4EDA}"/>
              </a:ext>
            </a:extLst>
          </p:cNvPr>
          <p:cNvSpPr txBox="1"/>
          <p:nvPr/>
        </p:nvSpPr>
        <p:spPr>
          <a:xfrm>
            <a:off x="5650090" y="4909484"/>
            <a:ext cx="570089" cy="230832"/>
          </a:xfrm>
          <a:prstGeom prst="rect">
            <a:avLst/>
          </a:prstGeom>
          <a:noFill/>
        </p:spPr>
        <p:txBody>
          <a:bodyPr wrap="square" rtlCol="0">
            <a:spAutoFit/>
          </a:bodyPr>
          <a:lstStyle/>
          <a:p>
            <a:pPr algn="ctr"/>
            <a:r>
              <a:rPr lang="en-US" sz="900" dirty="0"/>
              <a:t>2368</a:t>
            </a:r>
          </a:p>
        </p:txBody>
      </p:sp>
    </p:spTree>
    <p:extLst>
      <p:ext uri="{BB962C8B-B14F-4D97-AF65-F5344CB8AC3E}">
        <p14:creationId xmlns:p14="http://schemas.microsoft.com/office/powerpoint/2010/main" val="20306271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3D38D-E1C2-4772-B13E-3A4136967311}"/>
            </a:ext>
          </a:extLst>
        </p:cNvPr>
        <p:cNvGrpSpPr/>
        <p:nvPr/>
      </p:nvGrpSpPr>
      <p:grpSpPr>
        <a:xfrm>
          <a:off x="0" y="0"/>
          <a:ext cx="0" cy="0"/>
          <a:chOff x="0" y="0"/>
          <a:chExt cx="0" cy="0"/>
        </a:xfrm>
      </p:grpSpPr>
      <p:sp>
        <p:nvSpPr>
          <p:cNvPr id="46" name="TextBox 45">
            <a:extLst>
              <a:ext uri="{FF2B5EF4-FFF2-40B4-BE49-F238E27FC236}">
                <a16:creationId xmlns:a16="http://schemas.microsoft.com/office/drawing/2014/main" id="{D568104E-6B63-79E2-9180-53B2BEBED614}"/>
              </a:ext>
            </a:extLst>
          </p:cNvPr>
          <p:cNvSpPr txBox="1"/>
          <p:nvPr/>
        </p:nvSpPr>
        <p:spPr>
          <a:xfrm>
            <a:off x="3716867" y="2231221"/>
            <a:ext cx="462845" cy="584775"/>
          </a:xfrm>
          <a:prstGeom prst="rect">
            <a:avLst/>
          </a:prstGeom>
          <a:solidFill>
            <a:srgbClr val="FF0000">
              <a:alpha val="15000"/>
            </a:srgbClr>
          </a:solidFill>
        </p:spPr>
        <p:txBody>
          <a:bodyPr wrap="square" rtlCol="0">
            <a:spAutoFit/>
          </a:bodyPr>
          <a:lstStyle/>
          <a:p>
            <a:pPr algn="ctr"/>
            <a:r>
              <a:rPr lang="en-US" sz="3200" dirty="0"/>
              <a:t>7</a:t>
            </a:r>
          </a:p>
        </p:txBody>
      </p:sp>
      <p:sp>
        <p:nvSpPr>
          <p:cNvPr id="47" name="TextBox 46">
            <a:extLst>
              <a:ext uri="{FF2B5EF4-FFF2-40B4-BE49-F238E27FC236}">
                <a16:creationId xmlns:a16="http://schemas.microsoft.com/office/drawing/2014/main" id="{5DE56AEB-FFF1-2762-1A97-BAD2E284D9ED}"/>
              </a:ext>
            </a:extLst>
          </p:cNvPr>
          <p:cNvSpPr txBox="1"/>
          <p:nvPr/>
        </p:nvSpPr>
        <p:spPr>
          <a:xfrm>
            <a:off x="4216401" y="2734556"/>
            <a:ext cx="462845" cy="584775"/>
          </a:xfrm>
          <a:prstGeom prst="rect">
            <a:avLst/>
          </a:prstGeom>
          <a:solidFill>
            <a:srgbClr val="FF0000">
              <a:alpha val="15000"/>
            </a:srgbClr>
          </a:solid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CE35902F-BAFB-2624-E216-D415D4DC1E11}"/>
              </a:ext>
            </a:extLst>
          </p:cNvPr>
          <p:cNvSpPr txBox="1"/>
          <p:nvPr/>
        </p:nvSpPr>
        <p:spPr>
          <a:xfrm>
            <a:off x="4715935" y="3237891"/>
            <a:ext cx="462845" cy="584775"/>
          </a:xfrm>
          <a:prstGeom prst="rect">
            <a:avLst/>
          </a:prstGeom>
          <a:solidFill>
            <a:srgbClr val="FF0000">
              <a:alpha val="15000"/>
            </a:srgbClr>
          </a:solidFill>
        </p:spPr>
        <p:txBody>
          <a:bodyPr wrap="square" rtlCol="0">
            <a:spAutoFit/>
          </a:bodyPr>
          <a:lstStyle/>
          <a:p>
            <a:pPr algn="ctr"/>
            <a:r>
              <a:rPr lang="en-US" sz="3200" dirty="0"/>
              <a:t>7</a:t>
            </a:r>
          </a:p>
        </p:txBody>
      </p:sp>
      <p:sp>
        <p:nvSpPr>
          <p:cNvPr id="49" name="TextBox 48">
            <a:extLst>
              <a:ext uri="{FF2B5EF4-FFF2-40B4-BE49-F238E27FC236}">
                <a16:creationId xmlns:a16="http://schemas.microsoft.com/office/drawing/2014/main" id="{53FA1A8C-BB87-F252-8CB9-4C0B1B7CC7FC}"/>
              </a:ext>
            </a:extLst>
          </p:cNvPr>
          <p:cNvSpPr txBox="1"/>
          <p:nvPr/>
        </p:nvSpPr>
        <p:spPr>
          <a:xfrm>
            <a:off x="5215469" y="3741226"/>
            <a:ext cx="462845" cy="584775"/>
          </a:xfrm>
          <a:prstGeom prst="rect">
            <a:avLst/>
          </a:prstGeom>
          <a:solidFill>
            <a:srgbClr val="FF0000">
              <a:alpha val="15000"/>
            </a:srgbClr>
          </a:solidFill>
        </p:spPr>
        <p:txBody>
          <a:bodyPr wrap="square" rtlCol="0">
            <a:spAutoFit/>
          </a:bodyPr>
          <a:lstStyle/>
          <a:p>
            <a:pPr algn="ctr"/>
            <a:r>
              <a:rPr lang="en-US" sz="3200" dirty="0"/>
              <a:t>4</a:t>
            </a:r>
          </a:p>
        </p:txBody>
      </p:sp>
      <p:sp>
        <p:nvSpPr>
          <p:cNvPr id="50" name="TextBox 49">
            <a:extLst>
              <a:ext uri="{FF2B5EF4-FFF2-40B4-BE49-F238E27FC236}">
                <a16:creationId xmlns:a16="http://schemas.microsoft.com/office/drawing/2014/main" id="{B6267931-354D-8568-B755-D18A28A2AE98}"/>
              </a:ext>
            </a:extLst>
          </p:cNvPr>
          <p:cNvSpPr txBox="1"/>
          <p:nvPr/>
        </p:nvSpPr>
        <p:spPr>
          <a:xfrm>
            <a:off x="5715003" y="4244561"/>
            <a:ext cx="462845" cy="584775"/>
          </a:xfrm>
          <a:prstGeom prst="rect">
            <a:avLst/>
          </a:prstGeom>
          <a:solidFill>
            <a:srgbClr val="FF0000">
              <a:alpha val="15000"/>
            </a:srgbClr>
          </a:solidFill>
        </p:spPr>
        <p:txBody>
          <a:bodyPr wrap="square" rtlCol="0">
            <a:spAutoFit/>
          </a:bodyPr>
          <a:lstStyle/>
          <a:p>
            <a:pPr algn="ctr"/>
            <a:r>
              <a:rPr lang="en-US" sz="3200" dirty="0"/>
              <a:t>7</a:t>
            </a:r>
          </a:p>
        </p:txBody>
      </p:sp>
      <p:sp>
        <p:nvSpPr>
          <p:cNvPr id="2" name="Content Placeholder 1">
            <a:extLst>
              <a:ext uri="{FF2B5EF4-FFF2-40B4-BE49-F238E27FC236}">
                <a16:creationId xmlns:a16="http://schemas.microsoft.com/office/drawing/2014/main" id="{94E76476-6A44-3782-5671-FBC0AF621EA9}"/>
              </a:ext>
            </a:extLst>
          </p:cNvPr>
          <p:cNvSpPr>
            <a:spLocks noGrp="1"/>
          </p:cNvSpPr>
          <p:nvPr>
            <p:ph sz="half" idx="1"/>
          </p:nvPr>
        </p:nvSpPr>
        <p:spPr/>
        <p:txBody>
          <a:bodyPr>
            <a:normAutofit/>
          </a:bodyPr>
          <a:lstStyle/>
          <a:p>
            <a:r>
              <a:rPr lang="en-US" dirty="0"/>
              <a:t>Complete upper center and middle right blocks.</a:t>
            </a:r>
          </a:p>
        </p:txBody>
      </p:sp>
      <p:pic>
        <p:nvPicPr>
          <p:cNvPr id="4" name="Picture 3" descr="A grid of sudoku puzzle&#10;&#10;Description automatically generated">
            <a:extLst>
              <a:ext uri="{FF2B5EF4-FFF2-40B4-BE49-F238E27FC236}">
                <a16:creationId xmlns:a16="http://schemas.microsoft.com/office/drawing/2014/main" id="{6833D6B1-B2E7-8DAE-32FA-F23D4965960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CBCDA431-D031-43F6-8348-46E21081899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44A116F-5DEC-C06D-DF53-E736605342E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5C696D4-D5A6-810F-31D1-F40DAC8C8882}"/>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4DB07D89-9E38-A6A1-5127-26AF1856AFC6}"/>
              </a:ext>
            </a:extLst>
          </p:cNvPr>
          <p:cNvSpPr txBox="1"/>
          <p:nvPr/>
        </p:nvSpPr>
        <p:spPr>
          <a:xfrm>
            <a:off x="7213604" y="4747898"/>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F139B305-9B6E-32FD-C2EC-0331242B763C}"/>
              </a:ext>
            </a:extLst>
          </p:cNvPr>
          <p:cNvSpPr txBox="1"/>
          <p:nvPr/>
        </p:nvSpPr>
        <p:spPr>
          <a:xfrm>
            <a:off x="4645378" y="2404765"/>
            <a:ext cx="570089" cy="230832"/>
          </a:xfrm>
          <a:prstGeom prst="rect">
            <a:avLst/>
          </a:prstGeom>
          <a:noFill/>
        </p:spPr>
        <p:txBody>
          <a:bodyPr wrap="square" rtlCol="0">
            <a:spAutoFit/>
          </a:bodyPr>
          <a:lstStyle/>
          <a:p>
            <a:pPr algn="ctr"/>
            <a:r>
              <a:rPr lang="en-US" sz="900" dirty="0"/>
              <a:t>23</a:t>
            </a:r>
          </a:p>
        </p:txBody>
      </p:sp>
      <p:sp>
        <p:nvSpPr>
          <p:cNvPr id="12" name="TextBox 11">
            <a:extLst>
              <a:ext uri="{FF2B5EF4-FFF2-40B4-BE49-F238E27FC236}">
                <a16:creationId xmlns:a16="http://schemas.microsoft.com/office/drawing/2014/main" id="{F9EE3E1D-675F-E6E9-41B3-65C0735C1179}"/>
              </a:ext>
            </a:extLst>
          </p:cNvPr>
          <p:cNvSpPr txBox="1"/>
          <p:nvPr/>
        </p:nvSpPr>
        <p:spPr>
          <a:xfrm>
            <a:off x="5650090" y="3406653"/>
            <a:ext cx="570089" cy="230832"/>
          </a:xfrm>
          <a:prstGeom prst="rect">
            <a:avLst/>
          </a:prstGeom>
          <a:noFill/>
        </p:spPr>
        <p:txBody>
          <a:bodyPr wrap="square" rtlCol="0">
            <a:spAutoFit/>
          </a:bodyPr>
          <a:lstStyle/>
          <a:p>
            <a:pPr algn="ctr"/>
            <a:r>
              <a:rPr lang="en-US" sz="900" dirty="0"/>
              <a:t>32</a:t>
            </a:r>
          </a:p>
        </p:txBody>
      </p:sp>
      <p:sp>
        <p:nvSpPr>
          <p:cNvPr id="15" name="TextBox 14">
            <a:extLst>
              <a:ext uri="{FF2B5EF4-FFF2-40B4-BE49-F238E27FC236}">
                <a16:creationId xmlns:a16="http://schemas.microsoft.com/office/drawing/2014/main" id="{E39EC8C3-DDA2-0457-ED63-7C267DC23704}"/>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11ED785C-5BAB-44A9-941F-2081DA0DB7F8}"/>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17" name="TextBox 16">
            <a:extLst>
              <a:ext uri="{FF2B5EF4-FFF2-40B4-BE49-F238E27FC236}">
                <a16:creationId xmlns:a16="http://schemas.microsoft.com/office/drawing/2014/main" id="{C51D2B78-FEC7-DBD5-A1F6-6916885E79C4}"/>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C8B6CB1B-DDBB-4602-F895-D158ABBAAA8C}"/>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AF26C634-9885-500E-F7F9-FB340BFC08DB}"/>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70D347C2-7DE7-4D5D-48B6-6F619888829D}"/>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8B9B3A52-2E66-DD60-3D7D-FFE55C3CE84D}"/>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982E416F-3ABD-4353-D859-A0149B5BC1D7}"/>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068DE9CD-9BCE-C499-FA8A-35A5D72153B9}"/>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2603C9F7-59FC-652F-BF88-435FE6B11E5D}"/>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0BCEFBC2-AF90-8108-2EF6-7230036B6368}"/>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7DB2EFF6-89A2-F7A9-21AC-64A340F1EB78}"/>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BB550F45-2B47-E5FA-96FE-FC4E7D0C57A9}"/>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29410BF1-566F-0840-35BC-CBA9E4B75CDF}"/>
              </a:ext>
            </a:extLst>
          </p:cNvPr>
          <p:cNvSpPr txBox="1"/>
          <p:nvPr/>
        </p:nvSpPr>
        <p:spPr>
          <a:xfrm>
            <a:off x="5715003" y="223122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F396142D-FFBA-844C-4C83-6B80B1729574}"/>
              </a:ext>
            </a:extLst>
          </p:cNvPr>
          <p:cNvSpPr txBox="1"/>
          <p:nvPr/>
        </p:nvSpPr>
        <p:spPr>
          <a:xfrm>
            <a:off x="3217333" y="273455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9B2D9C61-9B4B-D60C-E135-932680A62C36}"/>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A4277588-39FB-6890-DC04-109E2102EE43}"/>
              </a:ext>
            </a:extLst>
          </p:cNvPr>
          <p:cNvSpPr txBox="1"/>
          <p:nvPr/>
        </p:nvSpPr>
        <p:spPr>
          <a:xfrm>
            <a:off x="3716867" y="1727886"/>
            <a:ext cx="462845" cy="584775"/>
          </a:xfrm>
          <a:prstGeom prst="rect">
            <a:avLst/>
          </a:prstGeom>
          <a:solidFill>
            <a:schemeClr val="accent5">
              <a:lumMod val="75000"/>
              <a:alpha val="25000"/>
            </a:schemeClr>
          </a:solid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6A00B81F-60CC-6191-3CFC-18C0CBDF2A37}"/>
              </a:ext>
            </a:extLst>
          </p:cNvPr>
          <p:cNvSpPr txBox="1"/>
          <p:nvPr/>
        </p:nvSpPr>
        <p:spPr>
          <a:xfrm>
            <a:off x="4715935" y="2734556"/>
            <a:ext cx="462845" cy="584775"/>
          </a:xfrm>
          <a:prstGeom prst="rect">
            <a:avLst/>
          </a:prstGeom>
          <a:solidFill>
            <a:schemeClr val="accent5">
              <a:lumMod val="75000"/>
              <a:alpha val="25000"/>
            </a:schemeClr>
          </a:solidFill>
        </p:spPr>
        <p:txBody>
          <a:bodyPr wrap="square" rtlCol="0">
            <a:spAutoFit/>
          </a:bodyPr>
          <a:lstStyle/>
          <a:p>
            <a:pPr algn="ctr"/>
            <a:r>
              <a:rPr lang="en-US" sz="3200" dirty="0"/>
              <a:t>8</a:t>
            </a:r>
          </a:p>
        </p:txBody>
      </p:sp>
      <p:sp>
        <p:nvSpPr>
          <p:cNvPr id="43" name="TextBox 42">
            <a:extLst>
              <a:ext uri="{FF2B5EF4-FFF2-40B4-BE49-F238E27FC236}">
                <a16:creationId xmlns:a16="http://schemas.microsoft.com/office/drawing/2014/main" id="{2B649952-6B29-06A6-EA0A-D2764A9AFF64}"/>
              </a:ext>
            </a:extLst>
          </p:cNvPr>
          <p:cNvSpPr txBox="1"/>
          <p:nvPr/>
        </p:nvSpPr>
        <p:spPr>
          <a:xfrm>
            <a:off x="5215469" y="3237891"/>
            <a:ext cx="462845" cy="584775"/>
          </a:xfrm>
          <a:prstGeom prst="rect">
            <a:avLst/>
          </a:prstGeom>
          <a:solidFill>
            <a:schemeClr val="accent5">
              <a:lumMod val="75000"/>
              <a:alpha val="25000"/>
            </a:schemeClr>
          </a:solidFill>
        </p:spPr>
        <p:txBody>
          <a:bodyPr wrap="square" rtlCol="0">
            <a:spAutoFit/>
          </a:bodyPr>
          <a:lstStyle/>
          <a:p>
            <a:pPr algn="ctr"/>
            <a:r>
              <a:rPr lang="en-US" sz="3200" dirty="0"/>
              <a:t>6</a:t>
            </a:r>
          </a:p>
        </p:txBody>
      </p:sp>
      <p:sp>
        <p:nvSpPr>
          <p:cNvPr id="44" name="TextBox 43">
            <a:extLst>
              <a:ext uri="{FF2B5EF4-FFF2-40B4-BE49-F238E27FC236}">
                <a16:creationId xmlns:a16="http://schemas.microsoft.com/office/drawing/2014/main" id="{FC524D9E-B1BB-E921-1D0A-FCD7C57EE5D3}"/>
              </a:ext>
            </a:extLst>
          </p:cNvPr>
          <p:cNvSpPr txBox="1"/>
          <p:nvPr/>
        </p:nvSpPr>
        <p:spPr>
          <a:xfrm>
            <a:off x="6214537" y="4244561"/>
            <a:ext cx="462845" cy="584775"/>
          </a:xfrm>
          <a:prstGeom prst="rect">
            <a:avLst/>
          </a:prstGeom>
          <a:solidFill>
            <a:schemeClr val="accent5">
              <a:lumMod val="75000"/>
              <a:alpha val="25000"/>
            </a:schemeClr>
          </a:solidFill>
        </p:spPr>
        <p:txBody>
          <a:bodyPr wrap="square" rtlCol="0">
            <a:spAutoFit/>
          </a:bodyPr>
          <a:lstStyle/>
          <a:p>
            <a:pPr algn="ctr"/>
            <a:r>
              <a:rPr lang="en-US" sz="3200" dirty="0"/>
              <a:t>8</a:t>
            </a:r>
          </a:p>
        </p:txBody>
      </p:sp>
      <p:sp>
        <p:nvSpPr>
          <p:cNvPr id="45" name="TextBox 44">
            <a:extLst>
              <a:ext uri="{FF2B5EF4-FFF2-40B4-BE49-F238E27FC236}">
                <a16:creationId xmlns:a16="http://schemas.microsoft.com/office/drawing/2014/main" id="{E8D2C985-3F34-35EF-02B2-BBB6FF9F0813}"/>
              </a:ext>
            </a:extLst>
          </p:cNvPr>
          <p:cNvSpPr txBox="1"/>
          <p:nvPr/>
        </p:nvSpPr>
        <p:spPr>
          <a:xfrm>
            <a:off x="4216401" y="2231221"/>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51" name="TextBox 50">
            <a:extLst>
              <a:ext uri="{FF2B5EF4-FFF2-40B4-BE49-F238E27FC236}">
                <a16:creationId xmlns:a16="http://schemas.microsoft.com/office/drawing/2014/main" id="{5C282C33-E36C-6D43-7EE0-AFD8B9E12725}"/>
              </a:ext>
            </a:extLst>
          </p:cNvPr>
          <p:cNvSpPr txBox="1"/>
          <p:nvPr/>
        </p:nvSpPr>
        <p:spPr>
          <a:xfrm>
            <a:off x="5715003" y="3741226"/>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5A804B47-F469-FF7A-C742-FF97B75BFC9F}"/>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4BDFF983-B145-C07A-5B09-C710AE577843}"/>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DCEB2B46-21DE-6DF0-2C8E-C2A381E8C286}"/>
              </a:ext>
            </a:extLst>
          </p:cNvPr>
          <p:cNvSpPr txBox="1"/>
          <p:nvPr/>
        </p:nvSpPr>
        <p:spPr>
          <a:xfrm>
            <a:off x="5215469" y="172788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CFBD2B48-1497-93DA-43AC-BB411BAB9FD7}"/>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8894C4DA-517A-EE76-5C58-5E04DE7F0DCA}"/>
              </a:ext>
            </a:extLst>
          </p:cNvPr>
          <p:cNvSpPr txBox="1"/>
          <p:nvPr/>
        </p:nvSpPr>
        <p:spPr>
          <a:xfrm>
            <a:off x="4715935" y="721216"/>
            <a:ext cx="462845" cy="584775"/>
          </a:xfrm>
          <a:prstGeom prst="rect">
            <a:avLst/>
          </a:prstGeom>
          <a:noFill/>
        </p:spPr>
        <p:txBody>
          <a:bodyPr wrap="square" rtlCol="0">
            <a:spAutoFit/>
          </a:bodyPr>
          <a:lstStyle/>
          <a:p>
            <a:pPr algn="ctr"/>
            <a:r>
              <a:rPr lang="en-US" sz="3200" dirty="0"/>
              <a:t>4</a:t>
            </a:r>
          </a:p>
        </p:txBody>
      </p:sp>
      <p:sp>
        <p:nvSpPr>
          <p:cNvPr id="28" name="TextBox 27">
            <a:extLst>
              <a:ext uri="{FF2B5EF4-FFF2-40B4-BE49-F238E27FC236}">
                <a16:creationId xmlns:a16="http://schemas.microsoft.com/office/drawing/2014/main" id="{425AE603-C0F1-FB41-3EC7-42E85FB0D49A}"/>
              </a:ext>
            </a:extLst>
          </p:cNvPr>
          <p:cNvSpPr txBox="1"/>
          <p:nvPr/>
        </p:nvSpPr>
        <p:spPr>
          <a:xfrm>
            <a:off x="3217333" y="2231221"/>
            <a:ext cx="462845" cy="584775"/>
          </a:xfrm>
          <a:prstGeom prst="rect">
            <a:avLst/>
          </a:prstGeom>
          <a:solidFill>
            <a:srgbClr val="00B0F0">
              <a:alpha val="15000"/>
            </a:srgbClr>
          </a:solidFill>
        </p:spPr>
        <p:txBody>
          <a:bodyPr wrap="square" rtlCol="0">
            <a:spAutoFit/>
          </a:bodyPr>
          <a:lstStyle/>
          <a:p>
            <a:pPr algn="ctr"/>
            <a:r>
              <a:rPr lang="en-US" sz="3200" dirty="0"/>
              <a:t>6</a:t>
            </a:r>
          </a:p>
        </p:txBody>
      </p:sp>
      <p:sp>
        <p:nvSpPr>
          <p:cNvPr id="29" name="TextBox 28">
            <a:extLst>
              <a:ext uri="{FF2B5EF4-FFF2-40B4-BE49-F238E27FC236}">
                <a16:creationId xmlns:a16="http://schemas.microsoft.com/office/drawing/2014/main" id="{FA6D197B-0167-2433-BED7-DF25369865C3}"/>
              </a:ext>
            </a:extLst>
          </p:cNvPr>
          <p:cNvSpPr txBox="1"/>
          <p:nvPr/>
        </p:nvSpPr>
        <p:spPr>
          <a:xfrm>
            <a:off x="3716867" y="2734556"/>
            <a:ext cx="462845" cy="584775"/>
          </a:xfrm>
          <a:prstGeom prst="rect">
            <a:avLst/>
          </a:prstGeom>
          <a:solidFill>
            <a:srgbClr val="00B0F0">
              <a:alpha val="15000"/>
            </a:srgbClr>
          </a:solidFill>
        </p:spPr>
        <p:txBody>
          <a:bodyPr wrap="square" rtlCol="0">
            <a:spAutoFit/>
          </a:bodyPr>
          <a:lstStyle/>
          <a:p>
            <a:pPr algn="ctr"/>
            <a:r>
              <a:rPr lang="en-US" sz="3200" dirty="0"/>
              <a:t>2</a:t>
            </a:r>
          </a:p>
        </p:txBody>
      </p:sp>
      <p:sp>
        <p:nvSpPr>
          <p:cNvPr id="32" name="TextBox 31">
            <a:extLst>
              <a:ext uri="{FF2B5EF4-FFF2-40B4-BE49-F238E27FC236}">
                <a16:creationId xmlns:a16="http://schemas.microsoft.com/office/drawing/2014/main" id="{70B887E3-88D5-6EFC-4F3B-94EF81AC6886}"/>
              </a:ext>
            </a:extLst>
          </p:cNvPr>
          <p:cNvSpPr txBox="1"/>
          <p:nvPr/>
        </p:nvSpPr>
        <p:spPr>
          <a:xfrm>
            <a:off x="4216401" y="3237891"/>
            <a:ext cx="462845" cy="584775"/>
          </a:xfrm>
          <a:prstGeom prst="rect">
            <a:avLst/>
          </a:prstGeom>
          <a:solidFill>
            <a:srgbClr val="00B0F0">
              <a:alpha val="15000"/>
            </a:srgbClr>
          </a:solidFill>
        </p:spPr>
        <p:txBody>
          <a:bodyPr wrap="square" rtlCol="0">
            <a:spAutoFit/>
          </a:bodyPr>
          <a:lstStyle/>
          <a:p>
            <a:pPr algn="ctr"/>
            <a:r>
              <a:rPr lang="en-US" sz="3200" dirty="0"/>
              <a:t>8</a:t>
            </a:r>
          </a:p>
        </p:txBody>
      </p:sp>
      <p:sp>
        <p:nvSpPr>
          <p:cNvPr id="33" name="TextBox 32">
            <a:extLst>
              <a:ext uri="{FF2B5EF4-FFF2-40B4-BE49-F238E27FC236}">
                <a16:creationId xmlns:a16="http://schemas.microsoft.com/office/drawing/2014/main" id="{D8EB5F54-48EB-A19E-A41C-3CC084271F8D}"/>
              </a:ext>
            </a:extLst>
          </p:cNvPr>
          <p:cNvSpPr txBox="1"/>
          <p:nvPr/>
        </p:nvSpPr>
        <p:spPr>
          <a:xfrm>
            <a:off x="4715935" y="3741226"/>
            <a:ext cx="462845" cy="584775"/>
          </a:xfrm>
          <a:prstGeom prst="rect">
            <a:avLst/>
          </a:prstGeom>
          <a:solidFill>
            <a:srgbClr val="00B0F0">
              <a:alpha val="15000"/>
            </a:srgbClr>
          </a:solid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D2B89588-AE31-AB31-8F5E-5FC83BF4E444}"/>
              </a:ext>
            </a:extLst>
          </p:cNvPr>
          <p:cNvSpPr txBox="1"/>
          <p:nvPr/>
        </p:nvSpPr>
        <p:spPr>
          <a:xfrm>
            <a:off x="5215469" y="4244561"/>
            <a:ext cx="462845" cy="584775"/>
          </a:xfrm>
          <a:prstGeom prst="rect">
            <a:avLst/>
          </a:prstGeom>
          <a:solidFill>
            <a:srgbClr val="00B0F0">
              <a:alpha val="15000"/>
            </a:srgbClr>
          </a:solidFill>
        </p:spPr>
        <p:txBody>
          <a:bodyPr wrap="square" rtlCol="0">
            <a:spAutoFit/>
          </a:bodyPr>
          <a:lstStyle/>
          <a:p>
            <a:pPr algn="ctr"/>
            <a:r>
              <a:rPr lang="en-US" sz="3200" dirty="0"/>
              <a:t>9</a:t>
            </a:r>
          </a:p>
        </p:txBody>
      </p:sp>
      <p:sp>
        <p:nvSpPr>
          <p:cNvPr id="27" name="TextBox 26">
            <a:extLst>
              <a:ext uri="{FF2B5EF4-FFF2-40B4-BE49-F238E27FC236}">
                <a16:creationId xmlns:a16="http://schemas.microsoft.com/office/drawing/2014/main" id="{A57F40FE-B329-C4CE-6ECF-1C89F9F36DDC}"/>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916D9334-F457-E415-7CB8-5F1F2C39D32A}"/>
              </a:ext>
            </a:extLst>
          </p:cNvPr>
          <p:cNvSpPr txBox="1"/>
          <p:nvPr/>
        </p:nvSpPr>
        <p:spPr>
          <a:xfrm>
            <a:off x="4216401" y="3741226"/>
            <a:ext cx="462845" cy="584775"/>
          </a:xfrm>
          <a:prstGeom prst="rect">
            <a:avLst/>
          </a:prstGeom>
          <a:noFill/>
        </p:spPr>
        <p:txBody>
          <a:bodyPr wrap="square" rtlCol="0">
            <a:spAutoFit/>
          </a:bodyPr>
          <a:lstStyle/>
          <a:p>
            <a:pPr algn="ctr"/>
            <a:r>
              <a:rPr lang="en-US" sz="3200" dirty="0"/>
              <a:t>9</a:t>
            </a:r>
          </a:p>
        </p:txBody>
      </p:sp>
      <p:sp>
        <p:nvSpPr>
          <p:cNvPr id="60" name="TextBox 59">
            <a:extLst>
              <a:ext uri="{FF2B5EF4-FFF2-40B4-BE49-F238E27FC236}">
                <a16:creationId xmlns:a16="http://schemas.microsoft.com/office/drawing/2014/main" id="{4E794E8F-8819-3DF8-D1AF-DF0FC3B93ED6}"/>
              </a:ext>
            </a:extLst>
          </p:cNvPr>
          <p:cNvSpPr txBox="1"/>
          <p:nvPr/>
        </p:nvSpPr>
        <p:spPr>
          <a:xfrm>
            <a:off x="3640666" y="4408541"/>
            <a:ext cx="570089" cy="230832"/>
          </a:xfrm>
          <a:prstGeom prst="rect">
            <a:avLst/>
          </a:prstGeom>
          <a:noFill/>
        </p:spPr>
        <p:txBody>
          <a:bodyPr wrap="square" rtlCol="0">
            <a:spAutoFit/>
          </a:bodyPr>
          <a:lstStyle/>
          <a:p>
            <a:pPr algn="ctr"/>
            <a:r>
              <a:rPr lang="en-US" sz="900" dirty="0"/>
              <a:t>34</a:t>
            </a:r>
          </a:p>
        </p:txBody>
      </p:sp>
      <p:sp>
        <p:nvSpPr>
          <p:cNvPr id="63" name="TextBox 62">
            <a:extLst>
              <a:ext uri="{FF2B5EF4-FFF2-40B4-BE49-F238E27FC236}">
                <a16:creationId xmlns:a16="http://schemas.microsoft.com/office/drawing/2014/main" id="{6AACC57E-4ED6-3C23-0A36-6ED7D1E72F7B}"/>
              </a:ext>
            </a:extLst>
          </p:cNvPr>
          <p:cNvSpPr txBox="1"/>
          <p:nvPr/>
        </p:nvSpPr>
        <p:spPr>
          <a:xfrm>
            <a:off x="3640666" y="4909484"/>
            <a:ext cx="570089" cy="230832"/>
          </a:xfrm>
          <a:prstGeom prst="rect">
            <a:avLst/>
          </a:prstGeom>
          <a:noFill/>
        </p:spPr>
        <p:txBody>
          <a:bodyPr wrap="square" rtlCol="0">
            <a:spAutoFit/>
          </a:bodyPr>
          <a:lstStyle/>
          <a:p>
            <a:pPr algn="ctr"/>
            <a:r>
              <a:rPr lang="en-US" sz="900" dirty="0"/>
              <a:t>43</a:t>
            </a:r>
          </a:p>
        </p:txBody>
      </p:sp>
      <p:sp>
        <p:nvSpPr>
          <p:cNvPr id="65" name="TextBox 64">
            <a:extLst>
              <a:ext uri="{FF2B5EF4-FFF2-40B4-BE49-F238E27FC236}">
                <a16:creationId xmlns:a16="http://schemas.microsoft.com/office/drawing/2014/main" id="{C12733AD-9DA4-76C7-3E28-2F8B2DE15F2D}"/>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66" name="TextBox 65">
            <a:extLst>
              <a:ext uri="{FF2B5EF4-FFF2-40B4-BE49-F238E27FC236}">
                <a16:creationId xmlns:a16="http://schemas.microsoft.com/office/drawing/2014/main" id="{415568FF-0E47-5A06-6371-FEBE6C22A022}"/>
              </a:ext>
            </a:extLst>
          </p:cNvPr>
          <p:cNvSpPr txBox="1"/>
          <p:nvPr/>
        </p:nvSpPr>
        <p:spPr>
          <a:xfrm>
            <a:off x="3716867" y="3741226"/>
            <a:ext cx="462845" cy="584775"/>
          </a:xfrm>
          <a:prstGeom prst="rect">
            <a:avLst/>
          </a:prstGeom>
          <a:noFill/>
        </p:spPr>
        <p:txBody>
          <a:bodyPr wrap="square" rtlCol="0">
            <a:spAutoFit/>
          </a:bodyPr>
          <a:lstStyle/>
          <a:p>
            <a:pPr algn="ctr"/>
            <a:r>
              <a:rPr lang="en-US" sz="3200" dirty="0"/>
              <a:t>6</a:t>
            </a:r>
          </a:p>
        </p:txBody>
      </p:sp>
      <p:sp>
        <p:nvSpPr>
          <p:cNvPr id="67" name="TextBox 66">
            <a:extLst>
              <a:ext uri="{FF2B5EF4-FFF2-40B4-BE49-F238E27FC236}">
                <a16:creationId xmlns:a16="http://schemas.microsoft.com/office/drawing/2014/main" id="{DA6FFBBC-7F92-EE38-3C4B-A387CB2415F9}"/>
              </a:ext>
            </a:extLst>
          </p:cNvPr>
          <p:cNvSpPr txBox="1"/>
          <p:nvPr/>
        </p:nvSpPr>
        <p:spPr>
          <a:xfrm>
            <a:off x="4216401" y="4244561"/>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B205C397-3471-1440-BB76-21D7089DBF40}"/>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54" name="TextBox 53">
            <a:extLst>
              <a:ext uri="{FF2B5EF4-FFF2-40B4-BE49-F238E27FC236}">
                <a16:creationId xmlns:a16="http://schemas.microsoft.com/office/drawing/2014/main" id="{8B24BB04-4A83-7289-6900-7BCE0251D545}"/>
              </a:ext>
            </a:extLst>
          </p:cNvPr>
          <p:cNvSpPr txBox="1"/>
          <p:nvPr/>
        </p:nvSpPr>
        <p:spPr>
          <a:xfrm>
            <a:off x="4216401" y="4747898"/>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92C54126-C34D-B725-A755-992538A12F0D}"/>
              </a:ext>
            </a:extLst>
          </p:cNvPr>
          <p:cNvSpPr txBox="1"/>
          <p:nvPr/>
        </p:nvSpPr>
        <p:spPr>
          <a:xfrm>
            <a:off x="3217333" y="424456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16FB225B-528D-A50A-C7B0-9929E3D21199}"/>
              </a:ext>
            </a:extLst>
          </p:cNvPr>
          <p:cNvSpPr txBox="1"/>
          <p:nvPr/>
        </p:nvSpPr>
        <p:spPr>
          <a:xfrm>
            <a:off x="3217333" y="3237891"/>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58ED6F06-D6E6-2371-CB06-D5303C5FA656}"/>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52" name="TextBox 51">
            <a:extLst>
              <a:ext uri="{FF2B5EF4-FFF2-40B4-BE49-F238E27FC236}">
                <a16:creationId xmlns:a16="http://schemas.microsoft.com/office/drawing/2014/main" id="{D6A203AE-B7A1-1080-25BB-DE0AA82D6F45}"/>
              </a:ext>
            </a:extLst>
          </p:cNvPr>
          <p:cNvSpPr txBox="1"/>
          <p:nvPr/>
        </p:nvSpPr>
        <p:spPr>
          <a:xfrm>
            <a:off x="3138310" y="1402877"/>
            <a:ext cx="570089" cy="230832"/>
          </a:xfrm>
          <a:prstGeom prst="rect">
            <a:avLst/>
          </a:prstGeom>
          <a:noFill/>
        </p:spPr>
        <p:txBody>
          <a:bodyPr wrap="square" rtlCol="0">
            <a:spAutoFit/>
          </a:bodyPr>
          <a:lstStyle/>
          <a:p>
            <a:pPr algn="ctr"/>
            <a:r>
              <a:rPr lang="en-US" sz="900" dirty="0"/>
              <a:t>57</a:t>
            </a:r>
          </a:p>
        </p:txBody>
      </p:sp>
      <p:sp>
        <p:nvSpPr>
          <p:cNvPr id="53" name="TextBox 52">
            <a:extLst>
              <a:ext uri="{FF2B5EF4-FFF2-40B4-BE49-F238E27FC236}">
                <a16:creationId xmlns:a16="http://schemas.microsoft.com/office/drawing/2014/main" id="{3404EA9D-FF6A-DC76-76E6-6F5E562990BE}"/>
              </a:ext>
            </a:extLst>
          </p:cNvPr>
          <p:cNvSpPr txBox="1"/>
          <p:nvPr/>
        </p:nvSpPr>
        <p:spPr>
          <a:xfrm>
            <a:off x="3138310" y="1903821"/>
            <a:ext cx="570089" cy="230832"/>
          </a:xfrm>
          <a:prstGeom prst="rect">
            <a:avLst/>
          </a:prstGeom>
          <a:noFill/>
        </p:spPr>
        <p:txBody>
          <a:bodyPr wrap="square" rtlCol="0">
            <a:spAutoFit/>
          </a:bodyPr>
          <a:lstStyle/>
          <a:p>
            <a:pPr algn="ctr"/>
            <a:r>
              <a:rPr lang="en-US" sz="900" dirty="0"/>
              <a:t>75</a:t>
            </a:r>
          </a:p>
        </p:txBody>
      </p:sp>
      <p:sp>
        <p:nvSpPr>
          <p:cNvPr id="55" name="TextBox 54">
            <a:extLst>
              <a:ext uri="{FF2B5EF4-FFF2-40B4-BE49-F238E27FC236}">
                <a16:creationId xmlns:a16="http://schemas.microsoft.com/office/drawing/2014/main" id="{11D8CE70-0153-DA53-6C3D-DE5352070BF5}"/>
              </a:ext>
            </a:extLst>
          </p:cNvPr>
          <p:cNvSpPr txBox="1"/>
          <p:nvPr/>
        </p:nvSpPr>
        <p:spPr>
          <a:xfrm>
            <a:off x="7213604" y="3741226"/>
            <a:ext cx="462845" cy="584775"/>
          </a:xfrm>
          <a:prstGeom prst="rect">
            <a:avLst/>
          </a:prstGeom>
          <a:noFill/>
        </p:spPr>
        <p:txBody>
          <a:bodyPr wrap="square" rtlCol="0">
            <a:spAutoFit/>
          </a:bodyPr>
          <a:lstStyle/>
          <a:p>
            <a:pPr algn="ctr"/>
            <a:r>
              <a:rPr lang="en-US" sz="3200" dirty="0"/>
              <a:t>7</a:t>
            </a:r>
          </a:p>
        </p:txBody>
      </p:sp>
      <p:sp>
        <p:nvSpPr>
          <p:cNvPr id="56" name="TextBox 55">
            <a:extLst>
              <a:ext uri="{FF2B5EF4-FFF2-40B4-BE49-F238E27FC236}">
                <a16:creationId xmlns:a16="http://schemas.microsoft.com/office/drawing/2014/main" id="{BEF4F17C-3C8F-8EA2-35D1-8E29960D57B5}"/>
              </a:ext>
            </a:extLst>
          </p:cNvPr>
          <p:cNvSpPr txBox="1"/>
          <p:nvPr/>
        </p:nvSpPr>
        <p:spPr>
          <a:xfrm>
            <a:off x="4645378" y="4408541"/>
            <a:ext cx="570089" cy="230832"/>
          </a:xfrm>
          <a:prstGeom prst="rect">
            <a:avLst/>
          </a:prstGeom>
          <a:noFill/>
        </p:spPr>
        <p:txBody>
          <a:bodyPr wrap="square" rtlCol="0">
            <a:spAutoFit/>
          </a:bodyPr>
          <a:lstStyle/>
          <a:p>
            <a:pPr algn="ctr"/>
            <a:r>
              <a:rPr lang="en-US" sz="900" dirty="0"/>
              <a:t>63</a:t>
            </a:r>
          </a:p>
        </p:txBody>
      </p:sp>
      <p:sp>
        <p:nvSpPr>
          <p:cNvPr id="58" name="TextBox 57">
            <a:extLst>
              <a:ext uri="{FF2B5EF4-FFF2-40B4-BE49-F238E27FC236}">
                <a16:creationId xmlns:a16="http://schemas.microsoft.com/office/drawing/2014/main" id="{5F9307A9-7DB2-767E-F999-D121F48C0D0D}"/>
              </a:ext>
            </a:extLst>
          </p:cNvPr>
          <p:cNvSpPr txBox="1"/>
          <p:nvPr/>
        </p:nvSpPr>
        <p:spPr>
          <a:xfrm>
            <a:off x="7157158" y="4408541"/>
            <a:ext cx="570089" cy="230832"/>
          </a:xfrm>
          <a:prstGeom prst="rect">
            <a:avLst/>
          </a:prstGeom>
          <a:noFill/>
        </p:spPr>
        <p:txBody>
          <a:bodyPr wrap="square" rtlCol="0">
            <a:spAutoFit/>
          </a:bodyPr>
          <a:lstStyle/>
          <a:p>
            <a:pPr algn="ctr"/>
            <a:r>
              <a:rPr lang="en-US" sz="900" dirty="0"/>
              <a:t>46</a:t>
            </a:r>
          </a:p>
        </p:txBody>
      </p:sp>
      <p:sp>
        <p:nvSpPr>
          <p:cNvPr id="59" name="TextBox 58">
            <a:extLst>
              <a:ext uri="{FF2B5EF4-FFF2-40B4-BE49-F238E27FC236}">
                <a16:creationId xmlns:a16="http://schemas.microsoft.com/office/drawing/2014/main" id="{541A6105-53C6-DD26-D5C8-2AC0C224A084}"/>
              </a:ext>
            </a:extLst>
          </p:cNvPr>
          <p:cNvSpPr txBox="1"/>
          <p:nvPr/>
        </p:nvSpPr>
        <p:spPr>
          <a:xfrm>
            <a:off x="6152446" y="4909484"/>
            <a:ext cx="570089" cy="230832"/>
          </a:xfrm>
          <a:prstGeom prst="rect">
            <a:avLst/>
          </a:prstGeom>
          <a:noFill/>
        </p:spPr>
        <p:txBody>
          <a:bodyPr wrap="square" rtlCol="0">
            <a:spAutoFit/>
          </a:bodyPr>
          <a:lstStyle/>
          <a:p>
            <a:pPr algn="ctr"/>
            <a:r>
              <a:rPr lang="en-US" sz="900" dirty="0"/>
              <a:t>45</a:t>
            </a:r>
          </a:p>
        </p:txBody>
      </p:sp>
      <p:sp>
        <p:nvSpPr>
          <p:cNvPr id="61" name="TextBox 60">
            <a:extLst>
              <a:ext uri="{FF2B5EF4-FFF2-40B4-BE49-F238E27FC236}">
                <a16:creationId xmlns:a16="http://schemas.microsoft.com/office/drawing/2014/main" id="{6A0DBB6B-4DAF-30A7-B292-4B47CD97D699}"/>
              </a:ext>
            </a:extLst>
          </p:cNvPr>
          <p:cNvSpPr txBox="1"/>
          <p:nvPr/>
        </p:nvSpPr>
        <p:spPr>
          <a:xfrm>
            <a:off x="6654802" y="4909484"/>
            <a:ext cx="570089" cy="230832"/>
          </a:xfrm>
          <a:prstGeom prst="rect">
            <a:avLst/>
          </a:prstGeom>
          <a:noFill/>
        </p:spPr>
        <p:txBody>
          <a:bodyPr wrap="square" rtlCol="0">
            <a:spAutoFit/>
          </a:bodyPr>
          <a:lstStyle/>
          <a:p>
            <a:pPr algn="ctr"/>
            <a:r>
              <a:rPr lang="en-US" sz="900" dirty="0"/>
              <a:t>456</a:t>
            </a:r>
          </a:p>
        </p:txBody>
      </p:sp>
      <p:sp>
        <p:nvSpPr>
          <p:cNvPr id="62" name="TextBox 61">
            <a:extLst>
              <a:ext uri="{FF2B5EF4-FFF2-40B4-BE49-F238E27FC236}">
                <a16:creationId xmlns:a16="http://schemas.microsoft.com/office/drawing/2014/main" id="{834F3D27-023A-5843-8BDA-C258BD8C7851}"/>
              </a:ext>
            </a:extLst>
          </p:cNvPr>
          <p:cNvSpPr txBox="1"/>
          <p:nvPr/>
        </p:nvSpPr>
        <p:spPr>
          <a:xfrm>
            <a:off x="4645378" y="4909484"/>
            <a:ext cx="570089" cy="230832"/>
          </a:xfrm>
          <a:prstGeom prst="rect">
            <a:avLst/>
          </a:prstGeom>
          <a:noFill/>
        </p:spPr>
        <p:txBody>
          <a:bodyPr wrap="square" rtlCol="0">
            <a:spAutoFit/>
          </a:bodyPr>
          <a:lstStyle/>
          <a:p>
            <a:pPr algn="ctr"/>
            <a:r>
              <a:rPr lang="en-US" sz="900" dirty="0"/>
              <a:t>236</a:t>
            </a:r>
          </a:p>
        </p:txBody>
      </p:sp>
      <p:sp>
        <p:nvSpPr>
          <p:cNvPr id="64" name="TextBox 63">
            <a:extLst>
              <a:ext uri="{FF2B5EF4-FFF2-40B4-BE49-F238E27FC236}">
                <a16:creationId xmlns:a16="http://schemas.microsoft.com/office/drawing/2014/main" id="{C96E8346-D58B-546D-2FFA-FAC0CA58C463}"/>
              </a:ext>
            </a:extLst>
          </p:cNvPr>
          <p:cNvSpPr txBox="1"/>
          <p:nvPr/>
        </p:nvSpPr>
        <p:spPr>
          <a:xfrm>
            <a:off x="5147734" y="4909484"/>
            <a:ext cx="570089" cy="230832"/>
          </a:xfrm>
          <a:prstGeom prst="rect">
            <a:avLst/>
          </a:prstGeom>
          <a:noFill/>
        </p:spPr>
        <p:txBody>
          <a:bodyPr wrap="square" rtlCol="0">
            <a:spAutoFit/>
          </a:bodyPr>
          <a:lstStyle/>
          <a:p>
            <a:pPr algn="ctr"/>
            <a:r>
              <a:rPr lang="en-US" sz="900" dirty="0"/>
              <a:t>28</a:t>
            </a:r>
          </a:p>
        </p:txBody>
      </p:sp>
      <p:sp>
        <p:nvSpPr>
          <p:cNvPr id="68" name="TextBox 67">
            <a:extLst>
              <a:ext uri="{FF2B5EF4-FFF2-40B4-BE49-F238E27FC236}">
                <a16:creationId xmlns:a16="http://schemas.microsoft.com/office/drawing/2014/main" id="{128E9D2E-871C-FA68-FFD5-5F153AF2E4BA}"/>
              </a:ext>
            </a:extLst>
          </p:cNvPr>
          <p:cNvSpPr txBox="1"/>
          <p:nvPr/>
        </p:nvSpPr>
        <p:spPr>
          <a:xfrm>
            <a:off x="5650090" y="4909484"/>
            <a:ext cx="570089" cy="230832"/>
          </a:xfrm>
          <a:prstGeom prst="rect">
            <a:avLst/>
          </a:prstGeom>
          <a:noFill/>
        </p:spPr>
        <p:txBody>
          <a:bodyPr wrap="square" rtlCol="0">
            <a:spAutoFit/>
          </a:bodyPr>
          <a:lstStyle/>
          <a:p>
            <a:pPr algn="ctr"/>
            <a:r>
              <a:rPr lang="en-US" sz="900" dirty="0"/>
              <a:t>2368</a:t>
            </a:r>
          </a:p>
        </p:txBody>
      </p:sp>
      <p:sp>
        <p:nvSpPr>
          <p:cNvPr id="69" name="TextBox 68">
            <a:extLst>
              <a:ext uri="{FF2B5EF4-FFF2-40B4-BE49-F238E27FC236}">
                <a16:creationId xmlns:a16="http://schemas.microsoft.com/office/drawing/2014/main" id="{F236AE52-56C1-E3E0-C564-F8FA8DBC41AB}"/>
              </a:ext>
            </a:extLst>
          </p:cNvPr>
          <p:cNvSpPr txBox="1"/>
          <p:nvPr/>
        </p:nvSpPr>
        <p:spPr>
          <a:xfrm>
            <a:off x="5147734" y="901933"/>
            <a:ext cx="570089" cy="230832"/>
          </a:xfrm>
          <a:prstGeom prst="rect">
            <a:avLst/>
          </a:prstGeom>
          <a:noFill/>
        </p:spPr>
        <p:txBody>
          <a:bodyPr wrap="square" rtlCol="0">
            <a:spAutoFit/>
          </a:bodyPr>
          <a:lstStyle/>
          <a:p>
            <a:pPr algn="ctr"/>
            <a:r>
              <a:rPr lang="en-US" sz="900" dirty="0"/>
              <a:t>278</a:t>
            </a:r>
          </a:p>
        </p:txBody>
      </p:sp>
      <p:sp>
        <p:nvSpPr>
          <p:cNvPr id="70" name="TextBox 69">
            <a:extLst>
              <a:ext uri="{FF2B5EF4-FFF2-40B4-BE49-F238E27FC236}">
                <a16:creationId xmlns:a16="http://schemas.microsoft.com/office/drawing/2014/main" id="{B330ECC9-D2E2-3FBD-0B77-7D301EEA9F95}"/>
              </a:ext>
            </a:extLst>
          </p:cNvPr>
          <p:cNvSpPr txBox="1"/>
          <p:nvPr/>
        </p:nvSpPr>
        <p:spPr>
          <a:xfrm>
            <a:off x="5650090" y="901933"/>
            <a:ext cx="570089" cy="230832"/>
          </a:xfrm>
          <a:prstGeom prst="rect">
            <a:avLst/>
          </a:prstGeom>
          <a:noFill/>
        </p:spPr>
        <p:txBody>
          <a:bodyPr wrap="square" rtlCol="0">
            <a:spAutoFit/>
          </a:bodyPr>
          <a:lstStyle/>
          <a:p>
            <a:pPr algn="ctr"/>
            <a:r>
              <a:rPr lang="en-US" sz="900" dirty="0"/>
              <a:t>258</a:t>
            </a:r>
          </a:p>
        </p:txBody>
      </p:sp>
      <p:sp>
        <p:nvSpPr>
          <p:cNvPr id="71" name="TextBox 70">
            <a:extLst>
              <a:ext uri="{FF2B5EF4-FFF2-40B4-BE49-F238E27FC236}">
                <a16:creationId xmlns:a16="http://schemas.microsoft.com/office/drawing/2014/main" id="{7B9FB396-B459-2DB0-740B-0756FB7BFA3B}"/>
              </a:ext>
            </a:extLst>
          </p:cNvPr>
          <p:cNvSpPr txBox="1"/>
          <p:nvPr/>
        </p:nvSpPr>
        <p:spPr>
          <a:xfrm>
            <a:off x="5147734" y="1402877"/>
            <a:ext cx="570089" cy="230832"/>
          </a:xfrm>
          <a:prstGeom prst="rect">
            <a:avLst/>
          </a:prstGeom>
          <a:noFill/>
        </p:spPr>
        <p:txBody>
          <a:bodyPr wrap="square" rtlCol="0">
            <a:spAutoFit/>
          </a:bodyPr>
          <a:lstStyle/>
          <a:p>
            <a:pPr algn="ctr"/>
            <a:r>
              <a:rPr lang="en-US" sz="900" dirty="0"/>
              <a:t>278</a:t>
            </a:r>
          </a:p>
        </p:txBody>
      </p:sp>
      <p:sp>
        <p:nvSpPr>
          <p:cNvPr id="72" name="TextBox 71">
            <a:extLst>
              <a:ext uri="{FF2B5EF4-FFF2-40B4-BE49-F238E27FC236}">
                <a16:creationId xmlns:a16="http://schemas.microsoft.com/office/drawing/2014/main" id="{E981EB92-F80C-350F-50D5-D967798B8B37}"/>
              </a:ext>
            </a:extLst>
          </p:cNvPr>
          <p:cNvSpPr txBox="1"/>
          <p:nvPr/>
        </p:nvSpPr>
        <p:spPr>
          <a:xfrm>
            <a:off x="5650090" y="1402877"/>
            <a:ext cx="570089" cy="230832"/>
          </a:xfrm>
          <a:prstGeom prst="rect">
            <a:avLst/>
          </a:prstGeom>
          <a:noFill/>
        </p:spPr>
        <p:txBody>
          <a:bodyPr wrap="square" rtlCol="0">
            <a:spAutoFit/>
          </a:bodyPr>
          <a:lstStyle/>
          <a:p>
            <a:pPr algn="ctr"/>
            <a:r>
              <a:rPr lang="en-US" sz="900" dirty="0"/>
              <a:t>2568</a:t>
            </a:r>
          </a:p>
        </p:txBody>
      </p:sp>
      <p:sp>
        <p:nvSpPr>
          <p:cNvPr id="73" name="TextBox 72">
            <a:extLst>
              <a:ext uri="{FF2B5EF4-FFF2-40B4-BE49-F238E27FC236}">
                <a16:creationId xmlns:a16="http://schemas.microsoft.com/office/drawing/2014/main" id="{5E7400D0-3044-6B63-D784-0DCB977D9EB6}"/>
              </a:ext>
            </a:extLst>
          </p:cNvPr>
          <p:cNvSpPr txBox="1"/>
          <p:nvPr/>
        </p:nvSpPr>
        <p:spPr>
          <a:xfrm>
            <a:off x="5650090" y="1903821"/>
            <a:ext cx="570089" cy="230832"/>
          </a:xfrm>
          <a:prstGeom prst="rect">
            <a:avLst/>
          </a:prstGeom>
          <a:noFill/>
        </p:spPr>
        <p:txBody>
          <a:bodyPr wrap="square" rtlCol="0">
            <a:spAutoFit/>
          </a:bodyPr>
          <a:lstStyle/>
          <a:p>
            <a:pPr algn="ctr"/>
            <a:r>
              <a:rPr lang="en-US" sz="900" dirty="0"/>
              <a:t>56</a:t>
            </a:r>
          </a:p>
        </p:txBody>
      </p:sp>
      <p:sp>
        <p:nvSpPr>
          <p:cNvPr id="74" name="TextBox 73">
            <a:extLst>
              <a:ext uri="{FF2B5EF4-FFF2-40B4-BE49-F238E27FC236}">
                <a16:creationId xmlns:a16="http://schemas.microsoft.com/office/drawing/2014/main" id="{1846A368-C2F7-F559-7A14-4282FFCA5AE4}"/>
              </a:ext>
            </a:extLst>
          </p:cNvPr>
          <p:cNvSpPr txBox="1"/>
          <p:nvPr/>
        </p:nvSpPr>
        <p:spPr>
          <a:xfrm>
            <a:off x="6152446" y="2404765"/>
            <a:ext cx="570089" cy="230832"/>
          </a:xfrm>
          <a:prstGeom prst="rect">
            <a:avLst/>
          </a:prstGeom>
          <a:noFill/>
        </p:spPr>
        <p:txBody>
          <a:bodyPr wrap="square" rtlCol="0">
            <a:spAutoFit/>
          </a:bodyPr>
          <a:lstStyle/>
          <a:p>
            <a:pPr algn="ctr"/>
            <a:r>
              <a:rPr lang="en-US" sz="900" dirty="0"/>
              <a:t>34</a:t>
            </a:r>
          </a:p>
        </p:txBody>
      </p:sp>
      <p:sp>
        <p:nvSpPr>
          <p:cNvPr id="75" name="TextBox 74">
            <a:extLst>
              <a:ext uri="{FF2B5EF4-FFF2-40B4-BE49-F238E27FC236}">
                <a16:creationId xmlns:a16="http://schemas.microsoft.com/office/drawing/2014/main" id="{28C972B5-1708-6D8F-1A5A-E5F9966D6FFC}"/>
              </a:ext>
            </a:extLst>
          </p:cNvPr>
          <p:cNvSpPr txBox="1"/>
          <p:nvPr/>
        </p:nvSpPr>
        <p:spPr>
          <a:xfrm>
            <a:off x="6654802" y="2404765"/>
            <a:ext cx="570089" cy="230832"/>
          </a:xfrm>
          <a:prstGeom prst="rect">
            <a:avLst/>
          </a:prstGeom>
          <a:noFill/>
        </p:spPr>
        <p:txBody>
          <a:bodyPr wrap="square" rtlCol="0">
            <a:spAutoFit/>
          </a:bodyPr>
          <a:lstStyle/>
          <a:p>
            <a:pPr algn="ctr"/>
            <a:r>
              <a:rPr lang="en-US" sz="900" dirty="0"/>
              <a:t>248</a:t>
            </a:r>
          </a:p>
        </p:txBody>
      </p:sp>
      <p:sp>
        <p:nvSpPr>
          <p:cNvPr id="76" name="TextBox 75">
            <a:extLst>
              <a:ext uri="{FF2B5EF4-FFF2-40B4-BE49-F238E27FC236}">
                <a16:creationId xmlns:a16="http://schemas.microsoft.com/office/drawing/2014/main" id="{525D0052-3EDB-48EF-D310-3BB17D2AB6C1}"/>
              </a:ext>
            </a:extLst>
          </p:cNvPr>
          <p:cNvSpPr txBox="1"/>
          <p:nvPr/>
        </p:nvSpPr>
        <p:spPr>
          <a:xfrm>
            <a:off x="7157158" y="2404765"/>
            <a:ext cx="570089" cy="230832"/>
          </a:xfrm>
          <a:prstGeom prst="rect">
            <a:avLst/>
          </a:prstGeom>
          <a:noFill/>
        </p:spPr>
        <p:txBody>
          <a:bodyPr wrap="square" rtlCol="0">
            <a:spAutoFit/>
          </a:bodyPr>
          <a:lstStyle/>
          <a:p>
            <a:pPr algn="ctr"/>
            <a:r>
              <a:rPr lang="en-US" sz="900" dirty="0"/>
              <a:t>2348</a:t>
            </a:r>
          </a:p>
        </p:txBody>
      </p:sp>
      <p:sp>
        <p:nvSpPr>
          <p:cNvPr id="79" name="TextBox 78">
            <a:extLst>
              <a:ext uri="{FF2B5EF4-FFF2-40B4-BE49-F238E27FC236}">
                <a16:creationId xmlns:a16="http://schemas.microsoft.com/office/drawing/2014/main" id="{2054EC58-ED8E-F74E-1F9F-F073CDAF276D}"/>
              </a:ext>
            </a:extLst>
          </p:cNvPr>
          <p:cNvSpPr txBox="1"/>
          <p:nvPr/>
        </p:nvSpPr>
        <p:spPr>
          <a:xfrm>
            <a:off x="7157158" y="3406653"/>
            <a:ext cx="570089" cy="230832"/>
          </a:xfrm>
          <a:prstGeom prst="rect">
            <a:avLst/>
          </a:prstGeom>
          <a:noFill/>
        </p:spPr>
        <p:txBody>
          <a:bodyPr wrap="square" rtlCol="0">
            <a:spAutoFit/>
          </a:bodyPr>
          <a:lstStyle/>
          <a:p>
            <a:pPr algn="ctr"/>
            <a:r>
              <a:rPr lang="en-US" sz="900" dirty="0"/>
              <a:t>23</a:t>
            </a:r>
          </a:p>
        </p:txBody>
      </p:sp>
      <p:sp>
        <p:nvSpPr>
          <p:cNvPr id="80" name="TextBox 79">
            <a:extLst>
              <a:ext uri="{FF2B5EF4-FFF2-40B4-BE49-F238E27FC236}">
                <a16:creationId xmlns:a16="http://schemas.microsoft.com/office/drawing/2014/main" id="{09857BD0-2AD1-F1D7-C72C-DDB7DCC38A25}"/>
              </a:ext>
            </a:extLst>
          </p:cNvPr>
          <p:cNvSpPr txBox="1"/>
          <p:nvPr/>
        </p:nvSpPr>
        <p:spPr>
          <a:xfrm>
            <a:off x="6714071" y="2734556"/>
            <a:ext cx="462845" cy="584775"/>
          </a:xfrm>
          <a:prstGeom prst="rect">
            <a:avLst/>
          </a:prstGeom>
          <a:noFill/>
        </p:spPr>
        <p:txBody>
          <a:bodyPr wrap="square" rtlCol="0">
            <a:spAutoFit/>
          </a:bodyPr>
          <a:lstStyle/>
          <a:p>
            <a:pPr algn="ctr"/>
            <a:r>
              <a:rPr lang="en-US" sz="3200" dirty="0"/>
              <a:t>7</a:t>
            </a:r>
          </a:p>
        </p:txBody>
      </p:sp>
      <p:sp>
        <p:nvSpPr>
          <p:cNvPr id="81" name="TextBox 80">
            <a:extLst>
              <a:ext uri="{FF2B5EF4-FFF2-40B4-BE49-F238E27FC236}">
                <a16:creationId xmlns:a16="http://schemas.microsoft.com/office/drawing/2014/main" id="{A8365A7F-F7AB-A185-6638-46FE43413892}"/>
              </a:ext>
            </a:extLst>
          </p:cNvPr>
          <p:cNvSpPr txBox="1"/>
          <p:nvPr/>
        </p:nvSpPr>
        <p:spPr>
          <a:xfrm>
            <a:off x="7213604" y="2734556"/>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18736683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F164BA-0483-134F-208D-BF76F83A0DAA}"/>
            </a:ext>
          </a:extLst>
        </p:cNvPr>
        <p:cNvGrpSpPr/>
        <p:nvPr/>
      </p:nvGrpSpPr>
      <p:grpSpPr>
        <a:xfrm>
          <a:off x="0" y="0"/>
          <a:ext cx="0" cy="0"/>
          <a:chOff x="0" y="0"/>
          <a:chExt cx="0" cy="0"/>
        </a:xfrm>
      </p:grpSpPr>
      <p:sp>
        <p:nvSpPr>
          <p:cNvPr id="46" name="TextBox 45">
            <a:extLst>
              <a:ext uri="{FF2B5EF4-FFF2-40B4-BE49-F238E27FC236}">
                <a16:creationId xmlns:a16="http://schemas.microsoft.com/office/drawing/2014/main" id="{1B9FFF84-C07C-7323-59C3-464694C61484}"/>
              </a:ext>
            </a:extLst>
          </p:cNvPr>
          <p:cNvSpPr txBox="1"/>
          <p:nvPr/>
        </p:nvSpPr>
        <p:spPr>
          <a:xfrm>
            <a:off x="3716867" y="2231221"/>
            <a:ext cx="462845" cy="584775"/>
          </a:xfrm>
          <a:prstGeom prst="rect">
            <a:avLst/>
          </a:prstGeom>
          <a:solidFill>
            <a:srgbClr val="FF0000">
              <a:alpha val="15000"/>
            </a:srgbClr>
          </a:solidFill>
        </p:spPr>
        <p:txBody>
          <a:bodyPr wrap="square" rtlCol="0">
            <a:spAutoFit/>
          </a:bodyPr>
          <a:lstStyle/>
          <a:p>
            <a:pPr algn="ctr"/>
            <a:r>
              <a:rPr lang="en-US" sz="3200" dirty="0"/>
              <a:t>7</a:t>
            </a:r>
          </a:p>
        </p:txBody>
      </p:sp>
      <p:sp>
        <p:nvSpPr>
          <p:cNvPr id="47" name="TextBox 46">
            <a:extLst>
              <a:ext uri="{FF2B5EF4-FFF2-40B4-BE49-F238E27FC236}">
                <a16:creationId xmlns:a16="http://schemas.microsoft.com/office/drawing/2014/main" id="{55954228-B417-7D1F-A1B7-B0C459670930}"/>
              </a:ext>
            </a:extLst>
          </p:cNvPr>
          <p:cNvSpPr txBox="1"/>
          <p:nvPr/>
        </p:nvSpPr>
        <p:spPr>
          <a:xfrm>
            <a:off x="4216401" y="2734556"/>
            <a:ext cx="462845" cy="584775"/>
          </a:xfrm>
          <a:prstGeom prst="rect">
            <a:avLst/>
          </a:prstGeom>
          <a:solidFill>
            <a:srgbClr val="FF0000">
              <a:alpha val="15000"/>
            </a:srgbClr>
          </a:solid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2228F455-B923-B133-CA0A-E927C253EBD4}"/>
              </a:ext>
            </a:extLst>
          </p:cNvPr>
          <p:cNvSpPr txBox="1"/>
          <p:nvPr/>
        </p:nvSpPr>
        <p:spPr>
          <a:xfrm>
            <a:off x="4715935" y="3237891"/>
            <a:ext cx="462845" cy="584775"/>
          </a:xfrm>
          <a:prstGeom prst="rect">
            <a:avLst/>
          </a:prstGeom>
          <a:solidFill>
            <a:srgbClr val="FF0000">
              <a:alpha val="15000"/>
            </a:srgbClr>
          </a:solidFill>
        </p:spPr>
        <p:txBody>
          <a:bodyPr wrap="square" rtlCol="0">
            <a:spAutoFit/>
          </a:bodyPr>
          <a:lstStyle/>
          <a:p>
            <a:pPr algn="ctr"/>
            <a:r>
              <a:rPr lang="en-US" sz="3200" dirty="0"/>
              <a:t>7</a:t>
            </a:r>
          </a:p>
        </p:txBody>
      </p:sp>
      <p:sp>
        <p:nvSpPr>
          <p:cNvPr id="49" name="TextBox 48">
            <a:extLst>
              <a:ext uri="{FF2B5EF4-FFF2-40B4-BE49-F238E27FC236}">
                <a16:creationId xmlns:a16="http://schemas.microsoft.com/office/drawing/2014/main" id="{ED342A06-32BA-DA37-4640-7DAA747AD5B5}"/>
              </a:ext>
            </a:extLst>
          </p:cNvPr>
          <p:cNvSpPr txBox="1"/>
          <p:nvPr/>
        </p:nvSpPr>
        <p:spPr>
          <a:xfrm>
            <a:off x="5215469" y="3741226"/>
            <a:ext cx="462845" cy="584775"/>
          </a:xfrm>
          <a:prstGeom prst="rect">
            <a:avLst/>
          </a:prstGeom>
          <a:solidFill>
            <a:srgbClr val="FF0000">
              <a:alpha val="15000"/>
            </a:srgbClr>
          </a:solidFill>
        </p:spPr>
        <p:txBody>
          <a:bodyPr wrap="square" rtlCol="0">
            <a:spAutoFit/>
          </a:bodyPr>
          <a:lstStyle/>
          <a:p>
            <a:pPr algn="ctr"/>
            <a:r>
              <a:rPr lang="en-US" sz="3200" dirty="0"/>
              <a:t>4</a:t>
            </a:r>
          </a:p>
        </p:txBody>
      </p:sp>
      <p:sp>
        <p:nvSpPr>
          <p:cNvPr id="50" name="TextBox 49">
            <a:extLst>
              <a:ext uri="{FF2B5EF4-FFF2-40B4-BE49-F238E27FC236}">
                <a16:creationId xmlns:a16="http://schemas.microsoft.com/office/drawing/2014/main" id="{A3CC4F20-53A0-3678-D00C-E7B357078705}"/>
              </a:ext>
            </a:extLst>
          </p:cNvPr>
          <p:cNvSpPr txBox="1"/>
          <p:nvPr/>
        </p:nvSpPr>
        <p:spPr>
          <a:xfrm>
            <a:off x="5715003" y="4244561"/>
            <a:ext cx="462845" cy="584775"/>
          </a:xfrm>
          <a:prstGeom prst="rect">
            <a:avLst/>
          </a:prstGeom>
          <a:solidFill>
            <a:srgbClr val="FF0000">
              <a:alpha val="15000"/>
            </a:srgbClr>
          </a:solidFill>
        </p:spPr>
        <p:txBody>
          <a:bodyPr wrap="square" rtlCol="0">
            <a:spAutoFit/>
          </a:bodyPr>
          <a:lstStyle/>
          <a:p>
            <a:pPr algn="ctr"/>
            <a:r>
              <a:rPr lang="en-US" sz="3200" dirty="0"/>
              <a:t>7</a:t>
            </a:r>
          </a:p>
        </p:txBody>
      </p:sp>
      <p:sp>
        <p:nvSpPr>
          <p:cNvPr id="2" name="Content Placeholder 1">
            <a:extLst>
              <a:ext uri="{FF2B5EF4-FFF2-40B4-BE49-F238E27FC236}">
                <a16:creationId xmlns:a16="http://schemas.microsoft.com/office/drawing/2014/main" id="{3DAE2374-BBFB-91DB-A209-9BBDCB809856}"/>
              </a:ext>
            </a:extLst>
          </p:cNvPr>
          <p:cNvSpPr>
            <a:spLocks noGrp="1"/>
          </p:cNvSpPr>
          <p:nvPr>
            <p:ph sz="half" idx="1"/>
          </p:nvPr>
        </p:nvSpPr>
        <p:spPr/>
        <p:txBody>
          <a:bodyPr>
            <a:normAutofit/>
          </a:bodyPr>
          <a:lstStyle/>
          <a:p>
            <a:r>
              <a:rPr lang="en-US" dirty="0"/>
              <a:t>Last possible 7 in Row 3.</a:t>
            </a:r>
          </a:p>
        </p:txBody>
      </p:sp>
      <p:pic>
        <p:nvPicPr>
          <p:cNvPr id="4" name="Picture 3" descr="A grid of sudoku puzzle&#10;&#10;Description automatically generated">
            <a:extLst>
              <a:ext uri="{FF2B5EF4-FFF2-40B4-BE49-F238E27FC236}">
                <a16:creationId xmlns:a16="http://schemas.microsoft.com/office/drawing/2014/main" id="{374E0B00-4157-FCD6-43DA-61D6A7FE5A3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B6EDEFE-0859-0445-8EF0-62904CB9192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30AD633-F1FC-0AA2-310F-664EB17FBB3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692200C-802C-A735-1E13-118D559F46A5}"/>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A0E07D80-E6B8-550E-7E00-19FA68C3B720}"/>
              </a:ext>
            </a:extLst>
          </p:cNvPr>
          <p:cNvSpPr txBox="1"/>
          <p:nvPr/>
        </p:nvSpPr>
        <p:spPr>
          <a:xfrm>
            <a:off x="7213604" y="4747898"/>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476E5C86-9C57-3D8C-E72A-18619C17A792}"/>
              </a:ext>
            </a:extLst>
          </p:cNvPr>
          <p:cNvSpPr txBox="1"/>
          <p:nvPr/>
        </p:nvSpPr>
        <p:spPr>
          <a:xfrm>
            <a:off x="4645378" y="2404765"/>
            <a:ext cx="570089" cy="230832"/>
          </a:xfrm>
          <a:prstGeom prst="rect">
            <a:avLst/>
          </a:prstGeom>
          <a:noFill/>
        </p:spPr>
        <p:txBody>
          <a:bodyPr wrap="square" rtlCol="0">
            <a:spAutoFit/>
          </a:bodyPr>
          <a:lstStyle/>
          <a:p>
            <a:pPr algn="ctr"/>
            <a:r>
              <a:rPr lang="en-US" sz="900" dirty="0"/>
              <a:t>23</a:t>
            </a:r>
          </a:p>
        </p:txBody>
      </p:sp>
      <p:sp>
        <p:nvSpPr>
          <p:cNvPr id="12" name="TextBox 11">
            <a:extLst>
              <a:ext uri="{FF2B5EF4-FFF2-40B4-BE49-F238E27FC236}">
                <a16:creationId xmlns:a16="http://schemas.microsoft.com/office/drawing/2014/main" id="{7A0032D0-0208-F4DA-8B65-2F63715A0895}"/>
              </a:ext>
            </a:extLst>
          </p:cNvPr>
          <p:cNvSpPr txBox="1"/>
          <p:nvPr/>
        </p:nvSpPr>
        <p:spPr>
          <a:xfrm>
            <a:off x="5650090" y="3406653"/>
            <a:ext cx="570089" cy="230832"/>
          </a:xfrm>
          <a:prstGeom prst="rect">
            <a:avLst/>
          </a:prstGeom>
          <a:noFill/>
        </p:spPr>
        <p:txBody>
          <a:bodyPr wrap="square" rtlCol="0">
            <a:spAutoFit/>
          </a:bodyPr>
          <a:lstStyle/>
          <a:p>
            <a:pPr algn="ctr"/>
            <a:r>
              <a:rPr lang="en-US" sz="900" dirty="0"/>
              <a:t>32</a:t>
            </a:r>
          </a:p>
        </p:txBody>
      </p:sp>
      <p:sp>
        <p:nvSpPr>
          <p:cNvPr id="15" name="TextBox 14">
            <a:extLst>
              <a:ext uri="{FF2B5EF4-FFF2-40B4-BE49-F238E27FC236}">
                <a16:creationId xmlns:a16="http://schemas.microsoft.com/office/drawing/2014/main" id="{5198808F-5FC0-BF22-AE7B-71D05B158A5E}"/>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3FA64C49-1F7B-7E17-42B2-68B4890BB7EE}"/>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17" name="TextBox 16">
            <a:extLst>
              <a:ext uri="{FF2B5EF4-FFF2-40B4-BE49-F238E27FC236}">
                <a16:creationId xmlns:a16="http://schemas.microsoft.com/office/drawing/2014/main" id="{0705E56F-93A5-3830-9830-3E0FC1F6C784}"/>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86146860-FCAD-B617-F34E-1DCE130EC4DB}"/>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1BFCCE3C-FB8C-1270-7087-E0957615BE10}"/>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24FEA5EC-BFE1-FDBF-4004-4A4F1F55E008}"/>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892823C2-DAA4-F001-97BD-6BA6D78ADF80}"/>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92BAE03D-54AF-082A-337D-6AC7792A5AE7}"/>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2FA52FCC-8D59-8840-C1E3-A0B78DE6C13C}"/>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E9015752-5C7F-B962-A383-2308AE58D30E}"/>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1D6ED4A5-C447-8109-D963-2F8F5772A637}"/>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9F38B14C-40F1-B9C0-704A-A856BC85F800}"/>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7D278BE4-5351-ACFE-409E-7AB6A3A3B47C}"/>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02EA2F44-F8DB-A6C4-6F4E-4011E9EC3701}"/>
              </a:ext>
            </a:extLst>
          </p:cNvPr>
          <p:cNvSpPr txBox="1"/>
          <p:nvPr/>
        </p:nvSpPr>
        <p:spPr>
          <a:xfrm>
            <a:off x="5715003" y="223122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6F64CAD6-10B8-9789-3D5C-FBD28A78C5CC}"/>
              </a:ext>
            </a:extLst>
          </p:cNvPr>
          <p:cNvSpPr txBox="1"/>
          <p:nvPr/>
        </p:nvSpPr>
        <p:spPr>
          <a:xfrm>
            <a:off x="3217333" y="273455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74258276-F9E8-CC05-F61F-439A4FF2D065}"/>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2478CA30-BD40-1F37-E0E1-EAEFDB376236}"/>
              </a:ext>
            </a:extLst>
          </p:cNvPr>
          <p:cNvSpPr txBox="1"/>
          <p:nvPr/>
        </p:nvSpPr>
        <p:spPr>
          <a:xfrm>
            <a:off x="3716867" y="1727886"/>
            <a:ext cx="462845" cy="584775"/>
          </a:xfrm>
          <a:prstGeom prst="rect">
            <a:avLst/>
          </a:prstGeom>
          <a:solidFill>
            <a:schemeClr val="accent5">
              <a:lumMod val="75000"/>
              <a:alpha val="25000"/>
            </a:schemeClr>
          </a:solid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9244F00E-3E73-AEA3-BC4E-4A30EF35AFA5}"/>
              </a:ext>
            </a:extLst>
          </p:cNvPr>
          <p:cNvSpPr txBox="1"/>
          <p:nvPr/>
        </p:nvSpPr>
        <p:spPr>
          <a:xfrm>
            <a:off x="4715935" y="2734556"/>
            <a:ext cx="462845" cy="584775"/>
          </a:xfrm>
          <a:prstGeom prst="rect">
            <a:avLst/>
          </a:prstGeom>
          <a:solidFill>
            <a:schemeClr val="accent5">
              <a:lumMod val="75000"/>
              <a:alpha val="25000"/>
            </a:schemeClr>
          </a:solidFill>
        </p:spPr>
        <p:txBody>
          <a:bodyPr wrap="square" rtlCol="0">
            <a:spAutoFit/>
          </a:bodyPr>
          <a:lstStyle/>
          <a:p>
            <a:pPr algn="ctr"/>
            <a:r>
              <a:rPr lang="en-US" sz="3200" dirty="0"/>
              <a:t>8</a:t>
            </a:r>
          </a:p>
        </p:txBody>
      </p:sp>
      <p:sp>
        <p:nvSpPr>
          <p:cNvPr id="43" name="TextBox 42">
            <a:extLst>
              <a:ext uri="{FF2B5EF4-FFF2-40B4-BE49-F238E27FC236}">
                <a16:creationId xmlns:a16="http://schemas.microsoft.com/office/drawing/2014/main" id="{C4AEBC95-BB38-783A-4FFE-5877B7A1CED0}"/>
              </a:ext>
            </a:extLst>
          </p:cNvPr>
          <p:cNvSpPr txBox="1"/>
          <p:nvPr/>
        </p:nvSpPr>
        <p:spPr>
          <a:xfrm>
            <a:off x="5215469" y="3237891"/>
            <a:ext cx="462845" cy="584775"/>
          </a:xfrm>
          <a:prstGeom prst="rect">
            <a:avLst/>
          </a:prstGeom>
          <a:solidFill>
            <a:schemeClr val="accent5">
              <a:lumMod val="75000"/>
              <a:alpha val="25000"/>
            </a:schemeClr>
          </a:solidFill>
        </p:spPr>
        <p:txBody>
          <a:bodyPr wrap="square" rtlCol="0">
            <a:spAutoFit/>
          </a:bodyPr>
          <a:lstStyle/>
          <a:p>
            <a:pPr algn="ctr"/>
            <a:r>
              <a:rPr lang="en-US" sz="3200" dirty="0"/>
              <a:t>6</a:t>
            </a:r>
          </a:p>
        </p:txBody>
      </p:sp>
      <p:sp>
        <p:nvSpPr>
          <p:cNvPr id="44" name="TextBox 43">
            <a:extLst>
              <a:ext uri="{FF2B5EF4-FFF2-40B4-BE49-F238E27FC236}">
                <a16:creationId xmlns:a16="http://schemas.microsoft.com/office/drawing/2014/main" id="{57F1E26D-8076-C934-B20A-49E03D667434}"/>
              </a:ext>
            </a:extLst>
          </p:cNvPr>
          <p:cNvSpPr txBox="1"/>
          <p:nvPr/>
        </p:nvSpPr>
        <p:spPr>
          <a:xfrm>
            <a:off x="6214537" y="4244561"/>
            <a:ext cx="462845" cy="584775"/>
          </a:xfrm>
          <a:prstGeom prst="rect">
            <a:avLst/>
          </a:prstGeom>
          <a:solidFill>
            <a:schemeClr val="accent5">
              <a:lumMod val="75000"/>
              <a:alpha val="25000"/>
            </a:schemeClr>
          </a:solidFill>
        </p:spPr>
        <p:txBody>
          <a:bodyPr wrap="square" rtlCol="0">
            <a:spAutoFit/>
          </a:bodyPr>
          <a:lstStyle/>
          <a:p>
            <a:pPr algn="ctr"/>
            <a:r>
              <a:rPr lang="en-US" sz="3200" dirty="0"/>
              <a:t>8</a:t>
            </a:r>
          </a:p>
        </p:txBody>
      </p:sp>
      <p:sp>
        <p:nvSpPr>
          <p:cNvPr id="45" name="TextBox 44">
            <a:extLst>
              <a:ext uri="{FF2B5EF4-FFF2-40B4-BE49-F238E27FC236}">
                <a16:creationId xmlns:a16="http://schemas.microsoft.com/office/drawing/2014/main" id="{5EC0D937-D3CC-F013-47DF-0D0D63D668FD}"/>
              </a:ext>
            </a:extLst>
          </p:cNvPr>
          <p:cNvSpPr txBox="1"/>
          <p:nvPr/>
        </p:nvSpPr>
        <p:spPr>
          <a:xfrm>
            <a:off x="4216401" y="2231221"/>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51" name="TextBox 50">
            <a:extLst>
              <a:ext uri="{FF2B5EF4-FFF2-40B4-BE49-F238E27FC236}">
                <a16:creationId xmlns:a16="http://schemas.microsoft.com/office/drawing/2014/main" id="{6E947F95-B665-F241-CEF6-4B988CAB1AEB}"/>
              </a:ext>
            </a:extLst>
          </p:cNvPr>
          <p:cNvSpPr txBox="1"/>
          <p:nvPr/>
        </p:nvSpPr>
        <p:spPr>
          <a:xfrm>
            <a:off x="5715003" y="3741226"/>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31F60A11-92F0-E2CB-0FC5-F71587A141E4}"/>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4DB7510B-2CCC-6979-D4AB-996445D84E02}"/>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0EAA244E-DA9F-C34F-2C45-D6B2C4C5F603}"/>
              </a:ext>
            </a:extLst>
          </p:cNvPr>
          <p:cNvSpPr txBox="1"/>
          <p:nvPr/>
        </p:nvSpPr>
        <p:spPr>
          <a:xfrm>
            <a:off x="5215469" y="172788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080572A3-BCF5-5155-AB60-FB9E87E34F24}"/>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7BBA60F0-514E-59CF-B33C-D619E35403C9}"/>
              </a:ext>
            </a:extLst>
          </p:cNvPr>
          <p:cNvSpPr txBox="1"/>
          <p:nvPr/>
        </p:nvSpPr>
        <p:spPr>
          <a:xfrm>
            <a:off x="4715935" y="721216"/>
            <a:ext cx="462845" cy="584775"/>
          </a:xfrm>
          <a:prstGeom prst="rect">
            <a:avLst/>
          </a:prstGeom>
          <a:noFill/>
        </p:spPr>
        <p:txBody>
          <a:bodyPr wrap="square" rtlCol="0">
            <a:spAutoFit/>
          </a:bodyPr>
          <a:lstStyle/>
          <a:p>
            <a:pPr algn="ctr"/>
            <a:r>
              <a:rPr lang="en-US" sz="3200" dirty="0"/>
              <a:t>4</a:t>
            </a:r>
          </a:p>
        </p:txBody>
      </p:sp>
      <p:sp>
        <p:nvSpPr>
          <p:cNvPr id="28" name="TextBox 27">
            <a:extLst>
              <a:ext uri="{FF2B5EF4-FFF2-40B4-BE49-F238E27FC236}">
                <a16:creationId xmlns:a16="http://schemas.microsoft.com/office/drawing/2014/main" id="{F921C112-E118-6458-8CFD-FFE50F699DBF}"/>
              </a:ext>
            </a:extLst>
          </p:cNvPr>
          <p:cNvSpPr txBox="1"/>
          <p:nvPr/>
        </p:nvSpPr>
        <p:spPr>
          <a:xfrm>
            <a:off x="3217333" y="2231221"/>
            <a:ext cx="462845" cy="584775"/>
          </a:xfrm>
          <a:prstGeom prst="rect">
            <a:avLst/>
          </a:prstGeom>
          <a:solidFill>
            <a:srgbClr val="00B0F0">
              <a:alpha val="15000"/>
            </a:srgbClr>
          </a:solidFill>
        </p:spPr>
        <p:txBody>
          <a:bodyPr wrap="square" rtlCol="0">
            <a:spAutoFit/>
          </a:bodyPr>
          <a:lstStyle/>
          <a:p>
            <a:pPr algn="ctr"/>
            <a:r>
              <a:rPr lang="en-US" sz="3200" dirty="0"/>
              <a:t>6</a:t>
            </a:r>
          </a:p>
        </p:txBody>
      </p:sp>
      <p:sp>
        <p:nvSpPr>
          <p:cNvPr id="29" name="TextBox 28">
            <a:extLst>
              <a:ext uri="{FF2B5EF4-FFF2-40B4-BE49-F238E27FC236}">
                <a16:creationId xmlns:a16="http://schemas.microsoft.com/office/drawing/2014/main" id="{80757230-F04B-1607-2F55-1621E7DFF240}"/>
              </a:ext>
            </a:extLst>
          </p:cNvPr>
          <p:cNvSpPr txBox="1"/>
          <p:nvPr/>
        </p:nvSpPr>
        <p:spPr>
          <a:xfrm>
            <a:off x="3716867" y="2734556"/>
            <a:ext cx="462845" cy="584775"/>
          </a:xfrm>
          <a:prstGeom prst="rect">
            <a:avLst/>
          </a:prstGeom>
          <a:solidFill>
            <a:srgbClr val="00B0F0">
              <a:alpha val="15000"/>
            </a:srgbClr>
          </a:solidFill>
        </p:spPr>
        <p:txBody>
          <a:bodyPr wrap="square" rtlCol="0">
            <a:spAutoFit/>
          </a:bodyPr>
          <a:lstStyle/>
          <a:p>
            <a:pPr algn="ctr"/>
            <a:r>
              <a:rPr lang="en-US" sz="3200" dirty="0"/>
              <a:t>2</a:t>
            </a:r>
          </a:p>
        </p:txBody>
      </p:sp>
      <p:sp>
        <p:nvSpPr>
          <p:cNvPr id="32" name="TextBox 31">
            <a:extLst>
              <a:ext uri="{FF2B5EF4-FFF2-40B4-BE49-F238E27FC236}">
                <a16:creationId xmlns:a16="http://schemas.microsoft.com/office/drawing/2014/main" id="{200629B3-C82D-98B8-42F3-30C28BA03820}"/>
              </a:ext>
            </a:extLst>
          </p:cNvPr>
          <p:cNvSpPr txBox="1"/>
          <p:nvPr/>
        </p:nvSpPr>
        <p:spPr>
          <a:xfrm>
            <a:off x="4216401" y="3237891"/>
            <a:ext cx="462845" cy="584775"/>
          </a:xfrm>
          <a:prstGeom prst="rect">
            <a:avLst/>
          </a:prstGeom>
          <a:solidFill>
            <a:srgbClr val="00B0F0">
              <a:alpha val="15000"/>
            </a:srgbClr>
          </a:solidFill>
        </p:spPr>
        <p:txBody>
          <a:bodyPr wrap="square" rtlCol="0">
            <a:spAutoFit/>
          </a:bodyPr>
          <a:lstStyle/>
          <a:p>
            <a:pPr algn="ctr"/>
            <a:r>
              <a:rPr lang="en-US" sz="3200" dirty="0"/>
              <a:t>8</a:t>
            </a:r>
          </a:p>
        </p:txBody>
      </p:sp>
      <p:sp>
        <p:nvSpPr>
          <p:cNvPr id="33" name="TextBox 32">
            <a:extLst>
              <a:ext uri="{FF2B5EF4-FFF2-40B4-BE49-F238E27FC236}">
                <a16:creationId xmlns:a16="http://schemas.microsoft.com/office/drawing/2014/main" id="{9D756B70-03CF-1283-10CA-9FA0825018FC}"/>
              </a:ext>
            </a:extLst>
          </p:cNvPr>
          <p:cNvSpPr txBox="1"/>
          <p:nvPr/>
        </p:nvSpPr>
        <p:spPr>
          <a:xfrm>
            <a:off x="4715935" y="3741226"/>
            <a:ext cx="462845" cy="584775"/>
          </a:xfrm>
          <a:prstGeom prst="rect">
            <a:avLst/>
          </a:prstGeom>
          <a:solidFill>
            <a:srgbClr val="00B0F0">
              <a:alpha val="15000"/>
            </a:srgbClr>
          </a:solid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945A34DC-874F-FA61-C8D7-62517EA51B3C}"/>
              </a:ext>
            </a:extLst>
          </p:cNvPr>
          <p:cNvSpPr txBox="1"/>
          <p:nvPr/>
        </p:nvSpPr>
        <p:spPr>
          <a:xfrm>
            <a:off x="5215469" y="4244561"/>
            <a:ext cx="462845" cy="584775"/>
          </a:xfrm>
          <a:prstGeom prst="rect">
            <a:avLst/>
          </a:prstGeom>
          <a:solidFill>
            <a:srgbClr val="00B0F0">
              <a:alpha val="15000"/>
            </a:srgbClr>
          </a:solidFill>
        </p:spPr>
        <p:txBody>
          <a:bodyPr wrap="square" rtlCol="0">
            <a:spAutoFit/>
          </a:bodyPr>
          <a:lstStyle/>
          <a:p>
            <a:pPr algn="ctr"/>
            <a:r>
              <a:rPr lang="en-US" sz="3200" dirty="0"/>
              <a:t>9</a:t>
            </a:r>
          </a:p>
        </p:txBody>
      </p:sp>
      <p:sp>
        <p:nvSpPr>
          <p:cNvPr id="27" name="TextBox 26">
            <a:extLst>
              <a:ext uri="{FF2B5EF4-FFF2-40B4-BE49-F238E27FC236}">
                <a16:creationId xmlns:a16="http://schemas.microsoft.com/office/drawing/2014/main" id="{04C22873-288C-5A3F-414A-7064A437607D}"/>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61F86A07-3BF2-B9F6-0FE7-EDCF2F08DBEE}"/>
              </a:ext>
            </a:extLst>
          </p:cNvPr>
          <p:cNvSpPr txBox="1"/>
          <p:nvPr/>
        </p:nvSpPr>
        <p:spPr>
          <a:xfrm>
            <a:off x="4216401" y="3741226"/>
            <a:ext cx="462845" cy="584775"/>
          </a:xfrm>
          <a:prstGeom prst="rect">
            <a:avLst/>
          </a:prstGeom>
          <a:noFill/>
        </p:spPr>
        <p:txBody>
          <a:bodyPr wrap="square" rtlCol="0">
            <a:spAutoFit/>
          </a:bodyPr>
          <a:lstStyle/>
          <a:p>
            <a:pPr algn="ctr"/>
            <a:r>
              <a:rPr lang="en-US" sz="3200" dirty="0"/>
              <a:t>9</a:t>
            </a:r>
          </a:p>
        </p:txBody>
      </p:sp>
      <p:sp>
        <p:nvSpPr>
          <p:cNvPr id="60" name="TextBox 59">
            <a:extLst>
              <a:ext uri="{FF2B5EF4-FFF2-40B4-BE49-F238E27FC236}">
                <a16:creationId xmlns:a16="http://schemas.microsoft.com/office/drawing/2014/main" id="{E69AF8F0-D497-F922-973C-817A79535604}"/>
              </a:ext>
            </a:extLst>
          </p:cNvPr>
          <p:cNvSpPr txBox="1"/>
          <p:nvPr/>
        </p:nvSpPr>
        <p:spPr>
          <a:xfrm>
            <a:off x="3640666" y="4408541"/>
            <a:ext cx="570089" cy="230832"/>
          </a:xfrm>
          <a:prstGeom prst="rect">
            <a:avLst/>
          </a:prstGeom>
          <a:noFill/>
        </p:spPr>
        <p:txBody>
          <a:bodyPr wrap="square" rtlCol="0">
            <a:spAutoFit/>
          </a:bodyPr>
          <a:lstStyle/>
          <a:p>
            <a:pPr algn="ctr"/>
            <a:r>
              <a:rPr lang="en-US" sz="900" dirty="0"/>
              <a:t>34</a:t>
            </a:r>
          </a:p>
        </p:txBody>
      </p:sp>
      <p:sp>
        <p:nvSpPr>
          <p:cNvPr id="63" name="TextBox 62">
            <a:extLst>
              <a:ext uri="{FF2B5EF4-FFF2-40B4-BE49-F238E27FC236}">
                <a16:creationId xmlns:a16="http://schemas.microsoft.com/office/drawing/2014/main" id="{C1464914-F827-C6A1-8200-1366F08BE3C3}"/>
              </a:ext>
            </a:extLst>
          </p:cNvPr>
          <p:cNvSpPr txBox="1"/>
          <p:nvPr/>
        </p:nvSpPr>
        <p:spPr>
          <a:xfrm>
            <a:off x="3640666" y="4909484"/>
            <a:ext cx="570089" cy="230832"/>
          </a:xfrm>
          <a:prstGeom prst="rect">
            <a:avLst/>
          </a:prstGeom>
          <a:noFill/>
        </p:spPr>
        <p:txBody>
          <a:bodyPr wrap="square" rtlCol="0">
            <a:spAutoFit/>
          </a:bodyPr>
          <a:lstStyle/>
          <a:p>
            <a:pPr algn="ctr"/>
            <a:r>
              <a:rPr lang="en-US" sz="900" dirty="0"/>
              <a:t>43</a:t>
            </a:r>
          </a:p>
        </p:txBody>
      </p:sp>
      <p:sp>
        <p:nvSpPr>
          <p:cNvPr id="65" name="TextBox 64">
            <a:extLst>
              <a:ext uri="{FF2B5EF4-FFF2-40B4-BE49-F238E27FC236}">
                <a16:creationId xmlns:a16="http://schemas.microsoft.com/office/drawing/2014/main" id="{B7A68D6A-8F52-511D-8342-2373ECB77E77}"/>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66" name="TextBox 65">
            <a:extLst>
              <a:ext uri="{FF2B5EF4-FFF2-40B4-BE49-F238E27FC236}">
                <a16:creationId xmlns:a16="http://schemas.microsoft.com/office/drawing/2014/main" id="{118DBC0E-C492-FEC3-D9FD-80D24621A55C}"/>
              </a:ext>
            </a:extLst>
          </p:cNvPr>
          <p:cNvSpPr txBox="1"/>
          <p:nvPr/>
        </p:nvSpPr>
        <p:spPr>
          <a:xfrm>
            <a:off x="3716867" y="3741226"/>
            <a:ext cx="462845" cy="584775"/>
          </a:xfrm>
          <a:prstGeom prst="rect">
            <a:avLst/>
          </a:prstGeom>
          <a:noFill/>
        </p:spPr>
        <p:txBody>
          <a:bodyPr wrap="square" rtlCol="0">
            <a:spAutoFit/>
          </a:bodyPr>
          <a:lstStyle/>
          <a:p>
            <a:pPr algn="ctr"/>
            <a:r>
              <a:rPr lang="en-US" sz="3200" dirty="0"/>
              <a:t>6</a:t>
            </a:r>
          </a:p>
        </p:txBody>
      </p:sp>
      <p:sp>
        <p:nvSpPr>
          <p:cNvPr id="67" name="TextBox 66">
            <a:extLst>
              <a:ext uri="{FF2B5EF4-FFF2-40B4-BE49-F238E27FC236}">
                <a16:creationId xmlns:a16="http://schemas.microsoft.com/office/drawing/2014/main" id="{D13452F7-97FE-F553-D3A2-14BC32514508}"/>
              </a:ext>
            </a:extLst>
          </p:cNvPr>
          <p:cNvSpPr txBox="1"/>
          <p:nvPr/>
        </p:nvSpPr>
        <p:spPr>
          <a:xfrm>
            <a:off x="4216401" y="4244561"/>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2A2A5D77-A1E5-4F33-64FD-AF039477E339}"/>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54" name="TextBox 53">
            <a:extLst>
              <a:ext uri="{FF2B5EF4-FFF2-40B4-BE49-F238E27FC236}">
                <a16:creationId xmlns:a16="http://schemas.microsoft.com/office/drawing/2014/main" id="{22945FD3-1A82-CEF9-4C1B-D64F9A0CCC80}"/>
              </a:ext>
            </a:extLst>
          </p:cNvPr>
          <p:cNvSpPr txBox="1"/>
          <p:nvPr/>
        </p:nvSpPr>
        <p:spPr>
          <a:xfrm>
            <a:off x="4216401" y="4747898"/>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37C34E30-82E7-B5C0-51D2-3BCFED772529}"/>
              </a:ext>
            </a:extLst>
          </p:cNvPr>
          <p:cNvSpPr txBox="1"/>
          <p:nvPr/>
        </p:nvSpPr>
        <p:spPr>
          <a:xfrm>
            <a:off x="3217333" y="424456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0B37AB73-A6D9-4075-A125-74FA2DFA86E2}"/>
              </a:ext>
            </a:extLst>
          </p:cNvPr>
          <p:cNvSpPr txBox="1"/>
          <p:nvPr/>
        </p:nvSpPr>
        <p:spPr>
          <a:xfrm>
            <a:off x="3217333" y="3237891"/>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0EB7C9D2-E380-2480-449F-DBA9B76A563E}"/>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3A55CC87-3977-6BB9-9609-E26344841F44}"/>
              </a:ext>
            </a:extLst>
          </p:cNvPr>
          <p:cNvSpPr txBox="1"/>
          <p:nvPr/>
        </p:nvSpPr>
        <p:spPr>
          <a:xfrm>
            <a:off x="7213604" y="3741226"/>
            <a:ext cx="462845" cy="584775"/>
          </a:xfrm>
          <a:prstGeom prst="rect">
            <a:avLst/>
          </a:prstGeom>
          <a:noFill/>
        </p:spPr>
        <p:txBody>
          <a:bodyPr wrap="square" rtlCol="0">
            <a:spAutoFit/>
          </a:bodyPr>
          <a:lstStyle/>
          <a:p>
            <a:pPr algn="ctr"/>
            <a:r>
              <a:rPr lang="en-US" sz="3200" dirty="0"/>
              <a:t>7</a:t>
            </a:r>
          </a:p>
        </p:txBody>
      </p:sp>
      <p:sp>
        <p:nvSpPr>
          <p:cNvPr id="56" name="TextBox 55">
            <a:extLst>
              <a:ext uri="{FF2B5EF4-FFF2-40B4-BE49-F238E27FC236}">
                <a16:creationId xmlns:a16="http://schemas.microsoft.com/office/drawing/2014/main" id="{B1E9442F-3CAB-1F13-96FD-1E80032EFD2A}"/>
              </a:ext>
            </a:extLst>
          </p:cNvPr>
          <p:cNvSpPr txBox="1"/>
          <p:nvPr/>
        </p:nvSpPr>
        <p:spPr>
          <a:xfrm>
            <a:off x="4645378" y="4408541"/>
            <a:ext cx="570089" cy="230832"/>
          </a:xfrm>
          <a:prstGeom prst="rect">
            <a:avLst/>
          </a:prstGeom>
          <a:noFill/>
        </p:spPr>
        <p:txBody>
          <a:bodyPr wrap="square" rtlCol="0">
            <a:spAutoFit/>
          </a:bodyPr>
          <a:lstStyle/>
          <a:p>
            <a:pPr algn="ctr"/>
            <a:r>
              <a:rPr lang="en-US" sz="900" dirty="0"/>
              <a:t>63</a:t>
            </a:r>
          </a:p>
        </p:txBody>
      </p:sp>
      <p:sp>
        <p:nvSpPr>
          <p:cNvPr id="58" name="TextBox 57">
            <a:extLst>
              <a:ext uri="{FF2B5EF4-FFF2-40B4-BE49-F238E27FC236}">
                <a16:creationId xmlns:a16="http://schemas.microsoft.com/office/drawing/2014/main" id="{27FB176B-A77D-E912-B1F6-4F774D3F96FD}"/>
              </a:ext>
            </a:extLst>
          </p:cNvPr>
          <p:cNvSpPr txBox="1"/>
          <p:nvPr/>
        </p:nvSpPr>
        <p:spPr>
          <a:xfrm>
            <a:off x="7157158" y="4408541"/>
            <a:ext cx="570089" cy="230832"/>
          </a:xfrm>
          <a:prstGeom prst="rect">
            <a:avLst/>
          </a:prstGeom>
          <a:noFill/>
        </p:spPr>
        <p:txBody>
          <a:bodyPr wrap="square" rtlCol="0">
            <a:spAutoFit/>
          </a:bodyPr>
          <a:lstStyle/>
          <a:p>
            <a:pPr algn="ctr"/>
            <a:r>
              <a:rPr lang="en-US" sz="900" dirty="0"/>
              <a:t>46</a:t>
            </a:r>
          </a:p>
        </p:txBody>
      </p:sp>
      <p:sp>
        <p:nvSpPr>
          <p:cNvPr id="59" name="TextBox 58">
            <a:extLst>
              <a:ext uri="{FF2B5EF4-FFF2-40B4-BE49-F238E27FC236}">
                <a16:creationId xmlns:a16="http://schemas.microsoft.com/office/drawing/2014/main" id="{67CD2FA6-6A79-D503-F109-A441BB9F833C}"/>
              </a:ext>
            </a:extLst>
          </p:cNvPr>
          <p:cNvSpPr txBox="1"/>
          <p:nvPr/>
        </p:nvSpPr>
        <p:spPr>
          <a:xfrm>
            <a:off x="6152446" y="4909484"/>
            <a:ext cx="570089" cy="230832"/>
          </a:xfrm>
          <a:prstGeom prst="rect">
            <a:avLst/>
          </a:prstGeom>
          <a:noFill/>
        </p:spPr>
        <p:txBody>
          <a:bodyPr wrap="square" rtlCol="0">
            <a:spAutoFit/>
          </a:bodyPr>
          <a:lstStyle/>
          <a:p>
            <a:pPr algn="ctr"/>
            <a:r>
              <a:rPr lang="en-US" sz="900" dirty="0"/>
              <a:t>45</a:t>
            </a:r>
          </a:p>
        </p:txBody>
      </p:sp>
      <p:sp>
        <p:nvSpPr>
          <p:cNvPr id="61" name="TextBox 60">
            <a:extLst>
              <a:ext uri="{FF2B5EF4-FFF2-40B4-BE49-F238E27FC236}">
                <a16:creationId xmlns:a16="http://schemas.microsoft.com/office/drawing/2014/main" id="{28B00CD1-DE27-AC3B-CD92-9A1E85F5A5C5}"/>
              </a:ext>
            </a:extLst>
          </p:cNvPr>
          <p:cNvSpPr txBox="1"/>
          <p:nvPr/>
        </p:nvSpPr>
        <p:spPr>
          <a:xfrm>
            <a:off x="6654802" y="4909484"/>
            <a:ext cx="570089" cy="230832"/>
          </a:xfrm>
          <a:prstGeom prst="rect">
            <a:avLst/>
          </a:prstGeom>
          <a:noFill/>
        </p:spPr>
        <p:txBody>
          <a:bodyPr wrap="square" rtlCol="0">
            <a:spAutoFit/>
          </a:bodyPr>
          <a:lstStyle/>
          <a:p>
            <a:pPr algn="ctr"/>
            <a:r>
              <a:rPr lang="en-US" sz="900" dirty="0"/>
              <a:t>456</a:t>
            </a:r>
          </a:p>
        </p:txBody>
      </p:sp>
      <p:sp>
        <p:nvSpPr>
          <p:cNvPr id="62" name="TextBox 61">
            <a:extLst>
              <a:ext uri="{FF2B5EF4-FFF2-40B4-BE49-F238E27FC236}">
                <a16:creationId xmlns:a16="http://schemas.microsoft.com/office/drawing/2014/main" id="{A165AA04-A5EE-5150-7B00-5922112F8873}"/>
              </a:ext>
            </a:extLst>
          </p:cNvPr>
          <p:cNvSpPr txBox="1"/>
          <p:nvPr/>
        </p:nvSpPr>
        <p:spPr>
          <a:xfrm>
            <a:off x="4645378" y="4909484"/>
            <a:ext cx="570089" cy="230832"/>
          </a:xfrm>
          <a:prstGeom prst="rect">
            <a:avLst/>
          </a:prstGeom>
          <a:noFill/>
        </p:spPr>
        <p:txBody>
          <a:bodyPr wrap="square" rtlCol="0">
            <a:spAutoFit/>
          </a:bodyPr>
          <a:lstStyle/>
          <a:p>
            <a:pPr algn="ctr"/>
            <a:r>
              <a:rPr lang="en-US" sz="900" dirty="0"/>
              <a:t>236</a:t>
            </a:r>
          </a:p>
        </p:txBody>
      </p:sp>
      <p:sp>
        <p:nvSpPr>
          <p:cNvPr id="64" name="TextBox 63">
            <a:extLst>
              <a:ext uri="{FF2B5EF4-FFF2-40B4-BE49-F238E27FC236}">
                <a16:creationId xmlns:a16="http://schemas.microsoft.com/office/drawing/2014/main" id="{6E288CA1-6A75-F4E2-2C55-357B3BA3C038}"/>
              </a:ext>
            </a:extLst>
          </p:cNvPr>
          <p:cNvSpPr txBox="1"/>
          <p:nvPr/>
        </p:nvSpPr>
        <p:spPr>
          <a:xfrm>
            <a:off x="5147734" y="4909484"/>
            <a:ext cx="570089" cy="230832"/>
          </a:xfrm>
          <a:prstGeom prst="rect">
            <a:avLst/>
          </a:prstGeom>
          <a:noFill/>
        </p:spPr>
        <p:txBody>
          <a:bodyPr wrap="square" rtlCol="0">
            <a:spAutoFit/>
          </a:bodyPr>
          <a:lstStyle/>
          <a:p>
            <a:pPr algn="ctr"/>
            <a:r>
              <a:rPr lang="en-US" sz="900" dirty="0"/>
              <a:t>28</a:t>
            </a:r>
          </a:p>
        </p:txBody>
      </p:sp>
      <p:sp>
        <p:nvSpPr>
          <p:cNvPr id="68" name="TextBox 67">
            <a:extLst>
              <a:ext uri="{FF2B5EF4-FFF2-40B4-BE49-F238E27FC236}">
                <a16:creationId xmlns:a16="http://schemas.microsoft.com/office/drawing/2014/main" id="{733F1445-28CF-6617-EB92-B5A246EE80A3}"/>
              </a:ext>
            </a:extLst>
          </p:cNvPr>
          <p:cNvSpPr txBox="1"/>
          <p:nvPr/>
        </p:nvSpPr>
        <p:spPr>
          <a:xfrm>
            <a:off x="5650090" y="4909484"/>
            <a:ext cx="570089" cy="230832"/>
          </a:xfrm>
          <a:prstGeom prst="rect">
            <a:avLst/>
          </a:prstGeom>
          <a:noFill/>
        </p:spPr>
        <p:txBody>
          <a:bodyPr wrap="square" rtlCol="0">
            <a:spAutoFit/>
          </a:bodyPr>
          <a:lstStyle/>
          <a:p>
            <a:pPr algn="ctr"/>
            <a:r>
              <a:rPr lang="en-US" sz="900" dirty="0"/>
              <a:t>2368</a:t>
            </a:r>
          </a:p>
        </p:txBody>
      </p:sp>
      <p:sp>
        <p:nvSpPr>
          <p:cNvPr id="69" name="TextBox 68">
            <a:extLst>
              <a:ext uri="{FF2B5EF4-FFF2-40B4-BE49-F238E27FC236}">
                <a16:creationId xmlns:a16="http://schemas.microsoft.com/office/drawing/2014/main" id="{93A71732-B9A8-660E-A35F-2F9006DEA701}"/>
              </a:ext>
            </a:extLst>
          </p:cNvPr>
          <p:cNvSpPr txBox="1"/>
          <p:nvPr/>
        </p:nvSpPr>
        <p:spPr>
          <a:xfrm>
            <a:off x="5147734" y="901933"/>
            <a:ext cx="570089" cy="230832"/>
          </a:xfrm>
          <a:prstGeom prst="rect">
            <a:avLst/>
          </a:prstGeom>
          <a:noFill/>
        </p:spPr>
        <p:txBody>
          <a:bodyPr wrap="square" rtlCol="0">
            <a:spAutoFit/>
          </a:bodyPr>
          <a:lstStyle/>
          <a:p>
            <a:pPr algn="ctr"/>
            <a:r>
              <a:rPr lang="en-US" sz="900" dirty="0"/>
              <a:t>278</a:t>
            </a:r>
          </a:p>
        </p:txBody>
      </p:sp>
      <p:sp>
        <p:nvSpPr>
          <p:cNvPr id="70" name="TextBox 69">
            <a:extLst>
              <a:ext uri="{FF2B5EF4-FFF2-40B4-BE49-F238E27FC236}">
                <a16:creationId xmlns:a16="http://schemas.microsoft.com/office/drawing/2014/main" id="{02AFDCB6-A852-692C-9D88-AF15449C9B46}"/>
              </a:ext>
            </a:extLst>
          </p:cNvPr>
          <p:cNvSpPr txBox="1"/>
          <p:nvPr/>
        </p:nvSpPr>
        <p:spPr>
          <a:xfrm>
            <a:off x="5650090" y="901933"/>
            <a:ext cx="570089" cy="230832"/>
          </a:xfrm>
          <a:prstGeom prst="rect">
            <a:avLst/>
          </a:prstGeom>
          <a:noFill/>
        </p:spPr>
        <p:txBody>
          <a:bodyPr wrap="square" rtlCol="0">
            <a:spAutoFit/>
          </a:bodyPr>
          <a:lstStyle/>
          <a:p>
            <a:pPr algn="ctr"/>
            <a:r>
              <a:rPr lang="en-US" sz="900" dirty="0"/>
              <a:t>258</a:t>
            </a:r>
          </a:p>
        </p:txBody>
      </p:sp>
      <p:sp>
        <p:nvSpPr>
          <p:cNvPr id="71" name="TextBox 70">
            <a:extLst>
              <a:ext uri="{FF2B5EF4-FFF2-40B4-BE49-F238E27FC236}">
                <a16:creationId xmlns:a16="http://schemas.microsoft.com/office/drawing/2014/main" id="{4466BC67-351E-DAAE-84D6-CD8D0889A1EB}"/>
              </a:ext>
            </a:extLst>
          </p:cNvPr>
          <p:cNvSpPr txBox="1"/>
          <p:nvPr/>
        </p:nvSpPr>
        <p:spPr>
          <a:xfrm>
            <a:off x="5147734" y="1402877"/>
            <a:ext cx="570089" cy="230832"/>
          </a:xfrm>
          <a:prstGeom prst="rect">
            <a:avLst/>
          </a:prstGeom>
          <a:noFill/>
        </p:spPr>
        <p:txBody>
          <a:bodyPr wrap="square" rtlCol="0">
            <a:spAutoFit/>
          </a:bodyPr>
          <a:lstStyle/>
          <a:p>
            <a:pPr algn="ctr"/>
            <a:r>
              <a:rPr lang="en-US" sz="900" dirty="0"/>
              <a:t>278</a:t>
            </a:r>
          </a:p>
        </p:txBody>
      </p:sp>
      <p:sp>
        <p:nvSpPr>
          <p:cNvPr id="72" name="TextBox 71">
            <a:extLst>
              <a:ext uri="{FF2B5EF4-FFF2-40B4-BE49-F238E27FC236}">
                <a16:creationId xmlns:a16="http://schemas.microsoft.com/office/drawing/2014/main" id="{A73DE03F-276E-BEA9-5A1D-CCA7AF78837E}"/>
              </a:ext>
            </a:extLst>
          </p:cNvPr>
          <p:cNvSpPr txBox="1"/>
          <p:nvPr/>
        </p:nvSpPr>
        <p:spPr>
          <a:xfrm>
            <a:off x="5650090" y="1402877"/>
            <a:ext cx="570089" cy="230832"/>
          </a:xfrm>
          <a:prstGeom prst="rect">
            <a:avLst/>
          </a:prstGeom>
          <a:noFill/>
        </p:spPr>
        <p:txBody>
          <a:bodyPr wrap="square" rtlCol="0">
            <a:spAutoFit/>
          </a:bodyPr>
          <a:lstStyle/>
          <a:p>
            <a:pPr algn="ctr"/>
            <a:r>
              <a:rPr lang="en-US" sz="900" dirty="0"/>
              <a:t>2568</a:t>
            </a:r>
          </a:p>
        </p:txBody>
      </p:sp>
      <p:sp>
        <p:nvSpPr>
          <p:cNvPr id="73" name="TextBox 72">
            <a:extLst>
              <a:ext uri="{FF2B5EF4-FFF2-40B4-BE49-F238E27FC236}">
                <a16:creationId xmlns:a16="http://schemas.microsoft.com/office/drawing/2014/main" id="{DAC9AF40-4C1F-81E4-624A-995145DEFF51}"/>
              </a:ext>
            </a:extLst>
          </p:cNvPr>
          <p:cNvSpPr txBox="1"/>
          <p:nvPr/>
        </p:nvSpPr>
        <p:spPr>
          <a:xfrm>
            <a:off x="5650090" y="1903821"/>
            <a:ext cx="570089" cy="230832"/>
          </a:xfrm>
          <a:prstGeom prst="rect">
            <a:avLst/>
          </a:prstGeom>
          <a:noFill/>
        </p:spPr>
        <p:txBody>
          <a:bodyPr wrap="square" rtlCol="0">
            <a:spAutoFit/>
          </a:bodyPr>
          <a:lstStyle/>
          <a:p>
            <a:pPr algn="ctr"/>
            <a:r>
              <a:rPr lang="en-US" sz="900" dirty="0"/>
              <a:t>56</a:t>
            </a:r>
          </a:p>
        </p:txBody>
      </p:sp>
      <p:sp>
        <p:nvSpPr>
          <p:cNvPr id="74" name="TextBox 73">
            <a:extLst>
              <a:ext uri="{FF2B5EF4-FFF2-40B4-BE49-F238E27FC236}">
                <a16:creationId xmlns:a16="http://schemas.microsoft.com/office/drawing/2014/main" id="{84E34E92-357F-4F8C-1537-616BD898B9BE}"/>
              </a:ext>
            </a:extLst>
          </p:cNvPr>
          <p:cNvSpPr txBox="1"/>
          <p:nvPr/>
        </p:nvSpPr>
        <p:spPr>
          <a:xfrm>
            <a:off x="6152446" y="2404765"/>
            <a:ext cx="570089" cy="230832"/>
          </a:xfrm>
          <a:prstGeom prst="rect">
            <a:avLst/>
          </a:prstGeom>
          <a:noFill/>
        </p:spPr>
        <p:txBody>
          <a:bodyPr wrap="square" rtlCol="0">
            <a:spAutoFit/>
          </a:bodyPr>
          <a:lstStyle/>
          <a:p>
            <a:pPr algn="ctr"/>
            <a:r>
              <a:rPr lang="en-US" sz="900" dirty="0"/>
              <a:t>34</a:t>
            </a:r>
          </a:p>
        </p:txBody>
      </p:sp>
      <p:sp>
        <p:nvSpPr>
          <p:cNvPr id="75" name="TextBox 74">
            <a:extLst>
              <a:ext uri="{FF2B5EF4-FFF2-40B4-BE49-F238E27FC236}">
                <a16:creationId xmlns:a16="http://schemas.microsoft.com/office/drawing/2014/main" id="{AA705F76-657D-720D-C70F-7B17C4977ECB}"/>
              </a:ext>
            </a:extLst>
          </p:cNvPr>
          <p:cNvSpPr txBox="1"/>
          <p:nvPr/>
        </p:nvSpPr>
        <p:spPr>
          <a:xfrm>
            <a:off x="6654802" y="2404765"/>
            <a:ext cx="570089" cy="230832"/>
          </a:xfrm>
          <a:prstGeom prst="rect">
            <a:avLst/>
          </a:prstGeom>
          <a:noFill/>
        </p:spPr>
        <p:txBody>
          <a:bodyPr wrap="square" rtlCol="0">
            <a:spAutoFit/>
          </a:bodyPr>
          <a:lstStyle/>
          <a:p>
            <a:pPr algn="ctr"/>
            <a:r>
              <a:rPr lang="en-US" sz="900" dirty="0"/>
              <a:t>248</a:t>
            </a:r>
          </a:p>
        </p:txBody>
      </p:sp>
      <p:sp>
        <p:nvSpPr>
          <p:cNvPr id="76" name="TextBox 75">
            <a:extLst>
              <a:ext uri="{FF2B5EF4-FFF2-40B4-BE49-F238E27FC236}">
                <a16:creationId xmlns:a16="http://schemas.microsoft.com/office/drawing/2014/main" id="{2EED1981-6524-0AF3-6D91-17C4F725F5E6}"/>
              </a:ext>
            </a:extLst>
          </p:cNvPr>
          <p:cNvSpPr txBox="1"/>
          <p:nvPr/>
        </p:nvSpPr>
        <p:spPr>
          <a:xfrm>
            <a:off x="7157158" y="2404765"/>
            <a:ext cx="570089" cy="230832"/>
          </a:xfrm>
          <a:prstGeom prst="rect">
            <a:avLst/>
          </a:prstGeom>
          <a:noFill/>
        </p:spPr>
        <p:txBody>
          <a:bodyPr wrap="square" rtlCol="0">
            <a:spAutoFit/>
          </a:bodyPr>
          <a:lstStyle/>
          <a:p>
            <a:pPr algn="ctr"/>
            <a:r>
              <a:rPr lang="en-US" sz="900" dirty="0"/>
              <a:t>2348</a:t>
            </a:r>
          </a:p>
        </p:txBody>
      </p:sp>
      <p:sp>
        <p:nvSpPr>
          <p:cNvPr id="79" name="TextBox 78">
            <a:extLst>
              <a:ext uri="{FF2B5EF4-FFF2-40B4-BE49-F238E27FC236}">
                <a16:creationId xmlns:a16="http://schemas.microsoft.com/office/drawing/2014/main" id="{1C1C9AF2-C17E-7DB4-03F2-B62F0914A3DA}"/>
              </a:ext>
            </a:extLst>
          </p:cNvPr>
          <p:cNvSpPr txBox="1"/>
          <p:nvPr/>
        </p:nvSpPr>
        <p:spPr>
          <a:xfrm>
            <a:off x="7157158" y="3406653"/>
            <a:ext cx="570089" cy="230832"/>
          </a:xfrm>
          <a:prstGeom prst="rect">
            <a:avLst/>
          </a:prstGeom>
          <a:noFill/>
        </p:spPr>
        <p:txBody>
          <a:bodyPr wrap="square" rtlCol="0">
            <a:spAutoFit/>
          </a:bodyPr>
          <a:lstStyle/>
          <a:p>
            <a:pPr algn="ctr"/>
            <a:r>
              <a:rPr lang="en-US" sz="900" dirty="0"/>
              <a:t>23</a:t>
            </a:r>
          </a:p>
        </p:txBody>
      </p:sp>
      <p:sp>
        <p:nvSpPr>
          <p:cNvPr id="80" name="TextBox 79">
            <a:extLst>
              <a:ext uri="{FF2B5EF4-FFF2-40B4-BE49-F238E27FC236}">
                <a16:creationId xmlns:a16="http://schemas.microsoft.com/office/drawing/2014/main" id="{32C9316A-8828-B4A1-115B-237CBD787282}"/>
              </a:ext>
            </a:extLst>
          </p:cNvPr>
          <p:cNvSpPr txBox="1"/>
          <p:nvPr/>
        </p:nvSpPr>
        <p:spPr>
          <a:xfrm>
            <a:off x="6714071" y="2734556"/>
            <a:ext cx="462845" cy="584775"/>
          </a:xfrm>
          <a:prstGeom prst="rect">
            <a:avLst/>
          </a:prstGeom>
          <a:noFill/>
        </p:spPr>
        <p:txBody>
          <a:bodyPr wrap="square" rtlCol="0">
            <a:spAutoFit/>
          </a:bodyPr>
          <a:lstStyle/>
          <a:p>
            <a:pPr algn="ctr"/>
            <a:r>
              <a:rPr lang="en-US" sz="3200" dirty="0"/>
              <a:t>7</a:t>
            </a:r>
          </a:p>
        </p:txBody>
      </p:sp>
      <p:sp>
        <p:nvSpPr>
          <p:cNvPr id="81" name="TextBox 80">
            <a:extLst>
              <a:ext uri="{FF2B5EF4-FFF2-40B4-BE49-F238E27FC236}">
                <a16:creationId xmlns:a16="http://schemas.microsoft.com/office/drawing/2014/main" id="{0C49F787-DAA8-EC4E-052B-B3DA8EE995A4}"/>
              </a:ext>
            </a:extLst>
          </p:cNvPr>
          <p:cNvSpPr txBox="1"/>
          <p:nvPr/>
        </p:nvSpPr>
        <p:spPr>
          <a:xfrm>
            <a:off x="7213604" y="2734556"/>
            <a:ext cx="462845" cy="584775"/>
          </a:xfrm>
          <a:prstGeom prst="rect">
            <a:avLst/>
          </a:prstGeom>
          <a:noFill/>
        </p:spPr>
        <p:txBody>
          <a:bodyPr wrap="square" rtlCol="0">
            <a:spAutoFit/>
          </a:bodyPr>
          <a:lstStyle/>
          <a:p>
            <a:pPr algn="ctr"/>
            <a:r>
              <a:rPr lang="en-US" sz="3200" dirty="0"/>
              <a:t>5</a:t>
            </a:r>
          </a:p>
        </p:txBody>
      </p:sp>
      <p:sp>
        <p:nvSpPr>
          <p:cNvPr id="77" name="TextBox 76">
            <a:extLst>
              <a:ext uri="{FF2B5EF4-FFF2-40B4-BE49-F238E27FC236}">
                <a16:creationId xmlns:a16="http://schemas.microsoft.com/office/drawing/2014/main" id="{EEA4D98D-F9A4-8AC7-C118-C1E47BCC3938}"/>
              </a:ext>
            </a:extLst>
          </p:cNvPr>
          <p:cNvSpPr txBox="1"/>
          <p:nvPr/>
        </p:nvSpPr>
        <p:spPr>
          <a:xfrm>
            <a:off x="3217333" y="1224551"/>
            <a:ext cx="462845" cy="584775"/>
          </a:xfrm>
          <a:prstGeom prst="rect">
            <a:avLst/>
          </a:prstGeom>
          <a:noFill/>
        </p:spPr>
        <p:txBody>
          <a:bodyPr wrap="square" rtlCol="0">
            <a:spAutoFit/>
          </a:bodyPr>
          <a:lstStyle/>
          <a:p>
            <a:pPr algn="ctr"/>
            <a:r>
              <a:rPr lang="en-US" sz="3200" dirty="0"/>
              <a:t>5</a:t>
            </a:r>
          </a:p>
        </p:txBody>
      </p:sp>
      <p:sp>
        <p:nvSpPr>
          <p:cNvPr id="78" name="TextBox 77">
            <a:extLst>
              <a:ext uri="{FF2B5EF4-FFF2-40B4-BE49-F238E27FC236}">
                <a16:creationId xmlns:a16="http://schemas.microsoft.com/office/drawing/2014/main" id="{540B1B4C-282C-76F3-68A3-0681D53F63B3}"/>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31899376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D732CE-861A-510F-9925-051E3D8FEC64}"/>
            </a:ext>
          </a:extLst>
        </p:cNvPr>
        <p:cNvGrpSpPr/>
        <p:nvPr/>
      </p:nvGrpSpPr>
      <p:grpSpPr>
        <a:xfrm>
          <a:off x="0" y="0"/>
          <a:ext cx="0" cy="0"/>
          <a:chOff x="0" y="0"/>
          <a:chExt cx="0" cy="0"/>
        </a:xfrm>
      </p:grpSpPr>
      <p:sp>
        <p:nvSpPr>
          <p:cNvPr id="46" name="TextBox 45">
            <a:extLst>
              <a:ext uri="{FF2B5EF4-FFF2-40B4-BE49-F238E27FC236}">
                <a16:creationId xmlns:a16="http://schemas.microsoft.com/office/drawing/2014/main" id="{8462B801-9524-1FD9-6C76-4519D88F0E97}"/>
              </a:ext>
            </a:extLst>
          </p:cNvPr>
          <p:cNvSpPr txBox="1"/>
          <p:nvPr/>
        </p:nvSpPr>
        <p:spPr>
          <a:xfrm>
            <a:off x="3716867" y="2231221"/>
            <a:ext cx="462845" cy="584775"/>
          </a:xfrm>
          <a:prstGeom prst="rect">
            <a:avLst/>
          </a:prstGeom>
          <a:solidFill>
            <a:srgbClr val="FF0000">
              <a:alpha val="15000"/>
            </a:srgbClr>
          </a:solidFill>
        </p:spPr>
        <p:txBody>
          <a:bodyPr wrap="square" rtlCol="0">
            <a:spAutoFit/>
          </a:bodyPr>
          <a:lstStyle/>
          <a:p>
            <a:pPr algn="ctr"/>
            <a:r>
              <a:rPr lang="en-US" sz="3200" dirty="0"/>
              <a:t>7</a:t>
            </a:r>
          </a:p>
        </p:txBody>
      </p:sp>
      <p:sp>
        <p:nvSpPr>
          <p:cNvPr id="47" name="TextBox 46">
            <a:extLst>
              <a:ext uri="{FF2B5EF4-FFF2-40B4-BE49-F238E27FC236}">
                <a16:creationId xmlns:a16="http://schemas.microsoft.com/office/drawing/2014/main" id="{4054A08A-0A56-294B-2628-5A0D9011D69A}"/>
              </a:ext>
            </a:extLst>
          </p:cNvPr>
          <p:cNvSpPr txBox="1"/>
          <p:nvPr/>
        </p:nvSpPr>
        <p:spPr>
          <a:xfrm>
            <a:off x="4216401" y="2734556"/>
            <a:ext cx="462845" cy="584775"/>
          </a:xfrm>
          <a:prstGeom prst="rect">
            <a:avLst/>
          </a:prstGeom>
          <a:solidFill>
            <a:srgbClr val="FF0000">
              <a:alpha val="15000"/>
            </a:srgbClr>
          </a:solid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841FEB16-60CA-B619-7CD3-CA647D33E95E}"/>
              </a:ext>
            </a:extLst>
          </p:cNvPr>
          <p:cNvSpPr txBox="1"/>
          <p:nvPr/>
        </p:nvSpPr>
        <p:spPr>
          <a:xfrm>
            <a:off x="4715935" y="3237891"/>
            <a:ext cx="462845" cy="584775"/>
          </a:xfrm>
          <a:prstGeom prst="rect">
            <a:avLst/>
          </a:prstGeom>
          <a:solidFill>
            <a:srgbClr val="FF0000">
              <a:alpha val="15000"/>
            </a:srgbClr>
          </a:solidFill>
        </p:spPr>
        <p:txBody>
          <a:bodyPr wrap="square" rtlCol="0">
            <a:spAutoFit/>
          </a:bodyPr>
          <a:lstStyle/>
          <a:p>
            <a:pPr algn="ctr"/>
            <a:r>
              <a:rPr lang="en-US" sz="3200" dirty="0"/>
              <a:t>7</a:t>
            </a:r>
          </a:p>
        </p:txBody>
      </p:sp>
      <p:sp>
        <p:nvSpPr>
          <p:cNvPr id="49" name="TextBox 48">
            <a:extLst>
              <a:ext uri="{FF2B5EF4-FFF2-40B4-BE49-F238E27FC236}">
                <a16:creationId xmlns:a16="http://schemas.microsoft.com/office/drawing/2014/main" id="{EB72CFE4-D171-58B6-BF4E-70B5C12CDCB5}"/>
              </a:ext>
            </a:extLst>
          </p:cNvPr>
          <p:cNvSpPr txBox="1"/>
          <p:nvPr/>
        </p:nvSpPr>
        <p:spPr>
          <a:xfrm>
            <a:off x="5215469" y="3741226"/>
            <a:ext cx="462845" cy="584775"/>
          </a:xfrm>
          <a:prstGeom prst="rect">
            <a:avLst/>
          </a:prstGeom>
          <a:solidFill>
            <a:srgbClr val="FF0000">
              <a:alpha val="15000"/>
            </a:srgbClr>
          </a:solidFill>
        </p:spPr>
        <p:txBody>
          <a:bodyPr wrap="square" rtlCol="0">
            <a:spAutoFit/>
          </a:bodyPr>
          <a:lstStyle/>
          <a:p>
            <a:pPr algn="ctr"/>
            <a:r>
              <a:rPr lang="en-US" sz="3200" dirty="0"/>
              <a:t>4</a:t>
            </a:r>
          </a:p>
        </p:txBody>
      </p:sp>
      <p:sp>
        <p:nvSpPr>
          <p:cNvPr id="50" name="TextBox 49">
            <a:extLst>
              <a:ext uri="{FF2B5EF4-FFF2-40B4-BE49-F238E27FC236}">
                <a16:creationId xmlns:a16="http://schemas.microsoft.com/office/drawing/2014/main" id="{F87B2BC4-E37F-454C-3EBD-3DDF098C1D2A}"/>
              </a:ext>
            </a:extLst>
          </p:cNvPr>
          <p:cNvSpPr txBox="1"/>
          <p:nvPr/>
        </p:nvSpPr>
        <p:spPr>
          <a:xfrm>
            <a:off x="5715003" y="4244561"/>
            <a:ext cx="462845" cy="584775"/>
          </a:xfrm>
          <a:prstGeom prst="rect">
            <a:avLst/>
          </a:prstGeom>
          <a:solidFill>
            <a:srgbClr val="FF0000">
              <a:alpha val="15000"/>
            </a:srgbClr>
          </a:solidFill>
        </p:spPr>
        <p:txBody>
          <a:bodyPr wrap="square" rtlCol="0">
            <a:spAutoFit/>
          </a:bodyPr>
          <a:lstStyle/>
          <a:p>
            <a:pPr algn="ctr"/>
            <a:r>
              <a:rPr lang="en-US" sz="3200" dirty="0"/>
              <a:t>7</a:t>
            </a:r>
          </a:p>
        </p:txBody>
      </p:sp>
      <p:sp>
        <p:nvSpPr>
          <p:cNvPr id="2" name="Content Placeholder 1">
            <a:extLst>
              <a:ext uri="{FF2B5EF4-FFF2-40B4-BE49-F238E27FC236}">
                <a16:creationId xmlns:a16="http://schemas.microsoft.com/office/drawing/2014/main" id="{59301793-7EEB-DC54-5B34-E41F3FCA4D8C}"/>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B96C179D-FCB0-5705-8586-44727D73720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F04E3F1-0CBE-26D7-D1DE-299BE35E652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49214D1-E96F-1C2F-1BAF-810A2C7F7FE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83B6E27-DC84-1BA0-84FB-3F0E50B1F8B4}"/>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8F21623E-C83B-C7ED-B6BB-4BF25BC422EE}"/>
              </a:ext>
            </a:extLst>
          </p:cNvPr>
          <p:cNvSpPr txBox="1"/>
          <p:nvPr/>
        </p:nvSpPr>
        <p:spPr>
          <a:xfrm>
            <a:off x="7213604" y="4747898"/>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1E1F27D5-C297-93BC-A055-9100E5E27950}"/>
              </a:ext>
            </a:extLst>
          </p:cNvPr>
          <p:cNvSpPr txBox="1"/>
          <p:nvPr/>
        </p:nvSpPr>
        <p:spPr>
          <a:xfrm>
            <a:off x="4645378" y="2404765"/>
            <a:ext cx="570089" cy="230832"/>
          </a:xfrm>
          <a:prstGeom prst="rect">
            <a:avLst/>
          </a:prstGeom>
          <a:noFill/>
        </p:spPr>
        <p:txBody>
          <a:bodyPr wrap="square" rtlCol="0">
            <a:spAutoFit/>
          </a:bodyPr>
          <a:lstStyle/>
          <a:p>
            <a:pPr algn="ctr"/>
            <a:r>
              <a:rPr lang="en-US" sz="900" dirty="0"/>
              <a:t>23</a:t>
            </a:r>
          </a:p>
        </p:txBody>
      </p:sp>
      <p:sp>
        <p:nvSpPr>
          <p:cNvPr id="12" name="TextBox 11">
            <a:extLst>
              <a:ext uri="{FF2B5EF4-FFF2-40B4-BE49-F238E27FC236}">
                <a16:creationId xmlns:a16="http://schemas.microsoft.com/office/drawing/2014/main" id="{2EFD2A8C-76DF-3ADD-7554-2147BF48EE7C}"/>
              </a:ext>
            </a:extLst>
          </p:cNvPr>
          <p:cNvSpPr txBox="1"/>
          <p:nvPr/>
        </p:nvSpPr>
        <p:spPr>
          <a:xfrm>
            <a:off x="5650090" y="3406653"/>
            <a:ext cx="570089" cy="230832"/>
          </a:xfrm>
          <a:prstGeom prst="rect">
            <a:avLst/>
          </a:prstGeom>
          <a:noFill/>
        </p:spPr>
        <p:txBody>
          <a:bodyPr wrap="square" rtlCol="0">
            <a:spAutoFit/>
          </a:bodyPr>
          <a:lstStyle/>
          <a:p>
            <a:pPr algn="ctr"/>
            <a:r>
              <a:rPr lang="en-US" sz="900" dirty="0"/>
              <a:t>32</a:t>
            </a:r>
          </a:p>
        </p:txBody>
      </p:sp>
      <p:sp>
        <p:nvSpPr>
          <p:cNvPr id="15" name="TextBox 14">
            <a:extLst>
              <a:ext uri="{FF2B5EF4-FFF2-40B4-BE49-F238E27FC236}">
                <a16:creationId xmlns:a16="http://schemas.microsoft.com/office/drawing/2014/main" id="{4FE67D1C-1CEA-65A0-1D9C-20DA2C970046}"/>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3452E52A-2497-714D-550A-BFD1D9B85333}"/>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17" name="TextBox 16">
            <a:extLst>
              <a:ext uri="{FF2B5EF4-FFF2-40B4-BE49-F238E27FC236}">
                <a16:creationId xmlns:a16="http://schemas.microsoft.com/office/drawing/2014/main" id="{5245D0C7-3BBC-C457-55D7-46E8AFA51B00}"/>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758E26F9-FDE0-3982-725E-CE26C632EE53}"/>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F30C8E2E-BB23-A2CA-E4F4-941C0488D7DC}"/>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D9C8F954-D760-75E9-D38B-FF3A5E555490}"/>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7F7A30A6-B0AB-0D66-59FC-95F8143EA013}"/>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7F4EAEA5-2541-510A-42AC-501EA73EC331}"/>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51DC06FB-FCB2-55B7-3A82-C2523746AF32}"/>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7C4FD104-0409-78AA-D67F-A2F1C506E5DA}"/>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055BECCE-FFEA-AB62-67FD-8F3A4D16E46A}"/>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91E9CA4C-94EF-1DBC-EF14-7B74C43C0B36}"/>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C21933B3-D1A7-7AE3-2182-B269648880EC}"/>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2AFB61AF-556A-5F72-B434-B92EE9030712}"/>
              </a:ext>
            </a:extLst>
          </p:cNvPr>
          <p:cNvSpPr txBox="1"/>
          <p:nvPr/>
        </p:nvSpPr>
        <p:spPr>
          <a:xfrm>
            <a:off x="5715003" y="223122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5F9C30E4-D575-5CB1-2D23-9F9D849749C2}"/>
              </a:ext>
            </a:extLst>
          </p:cNvPr>
          <p:cNvSpPr txBox="1"/>
          <p:nvPr/>
        </p:nvSpPr>
        <p:spPr>
          <a:xfrm>
            <a:off x="3217333" y="273455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9E208F11-9FAE-1855-E6B5-3F53649AF9FD}"/>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7C2BD7EB-0FBB-F547-29E1-9BC73A748D53}"/>
              </a:ext>
            </a:extLst>
          </p:cNvPr>
          <p:cNvSpPr txBox="1"/>
          <p:nvPr/>
        </p:nvSpPr>
        <p:spPr>
          <a:xfrm>
            <a:off x="3716867" y="1727886"/>
            <a:ext cx="462845" cy="584775"/>
          </a:xfrm>
          <a:prstGeom prst="rect">
            <a:avLst/>
          </a:prstGeom>
          <a:solidFill>
            <a:schemeClr val="accent5">
              <a:lumMod val="75000"/>
              <a:alpha val="25000"/>
            </a:schemeClr>
          </a:solid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536B7BD4-F1E7-8744-79DA-51CDC11AE263}"/>
              </a:ext>
            </a:extLst>
          </p:cNvPr>
          <p:cNvSpPr txBox="1"/>
          <p:nvPr/>
        </p:nvSpPr>
        <p:spPr>
          <a:xfrm>
            <a:off x="4715935" y="2734556"/>
            <a:ext cx="462845" cy="584775"/>
          </a:xfrm>
          <a:prstGeom prst="rect">
            <a:avLst/>
          </a:prstGeom>
          <a:solidFill>
            <a:schemeClr val="accent5">
              <a:lumMod val="75000"/>
              <a:alpha val="25000"/>
            </a:schemeClr>
          </a:solidFill>
        </p:spPr>
        <p:txBody>
          <a:bodyPr wrap="square" rtlCol="0">
            <a:spAutoFit/>
          </a:bodyPr>
          <a:lstStyle/>
          <a:p>
            <a:pPr algn="ctr"/>
            <a:r>
              <a:rPr lang="en-US" sz="3200" dirty="0"/>
              <a:t>8</a:t>
            </a:r>
          </a:p>
        </p:txBody>
      </p:sp>
      <p:sp>
        <p:nvSpPr>
          <p:cNvPr id="43" name="TextBox 42">
            <a:extLst>
              <a:ext uri="{FF2B5EF4-FFF2-40B4-BE49-F238E27FC236}">
                <a16:creationId xmlns:a16="http://schemas.microsoft.com/office/drawing/2014/main" id="{B2B44236-BF19-F1E0-7218-CBA766415AE5}"/>
              </a:ext>
            </a:extLst>
          </p:cNvPr>
          <p:cNvSpPr txBox="1"/>
          <p:nvPr/>
        </p:nvSpPr>
        <p:spPr>
          <a:xfrm>
            <a:off x="5215469" y="3237891"/>
            <a:ext cx="462845" cy="584775"/>
          </a:xfrm>
          <a:prstGeom prst="rect">
            <a:avLst/>
          </a:prstGeom>
          <a:solidFill>
            <a:schemeClr val="accent5">
              <a:lumMod val="75000"/>
              <a:alpha val="25000"/>
            </a:schemeClr>
          </a:solidFill>
        </p:spPr>
        <p:txBody>
          <a:bodyPr wrap="square" rtlCol="0">
            <a:spAutoFit/>
          </a:bodyPr>
          <a:lstStyle/>
          <a:p>
            <a:pPr algn="ctr"/>
            <a:r>
              <a:rPr lang="en-US" sz="3200" dirty="0"/>
              <a:t>6</a:t>
            </a:r>
          </a:p>
        </p:txBody>
      </p:sp>
      <p:sp>
        <p:nvSpPr>
          <p:cNvPr id="44" name="TextBox 43">
            <a:extLst>
              <a:ext uri="{FF2B5EF4-FFF2-40B4-BE49-F238E27FC236}">
                <a16:creationId xmlns:a16="http://schemas.microsoft.com/office/drawing/2014/main" id="{2FCDD36A-C4D7-FBDB-A7BF-F04E986BDB62}"/>
              </a:ext>
            </a:extLst>
          </p:cNvPr>
          <p:cNvSpPr txBox="1"/>
          <p:nvPr/>
        </p:nvSpPr>
        <p:spPr>
          <a:xfrm>
            <a:off x="6214537" y="4244561"/>
            <a:ext cx="462845" cy="584775"/>
          </a:xfrm>
          <a:prstGeom prst="rect">
            <a:avLst/>
          </a:prstGeom>
          <a:solidFill>
            <a:schemeClr val="accent5">
              <a:lumMod val="75000"/>
              <a:alpha val="25000"/>
            </a:schemeClr>
          </a:solidFill>
        </p:spPr>
        <p:txBody>
          <a:bodyPr wrap="square" rtlCol="0">
            <a:spAutoFit/>
          </a:bodyPr>
          <a:lstStyle/>
          <a:p>
            <a:pPr algn="ctr"/>
            <a:r>
              <a:rPr lang="en-US" sz="3200" dirty="0"/>
              <a:t>8</a:t>
            </a:r>
          </a:p>
        </p:txBody>
      </p:sp>
      <p:sp>
        <p:nvSpPr>
          <p:cNvPr id="45" name="TextBox 44">
            <a:extLst>
              <a:ext uri="{FF2B5EF4-FFF2-40B4-BE49-F238E27FC236}">
                <a16:creationId xmlns:a16="http://schemas.microsoft.com/office/drawing/2014/main" id="{EC543B6C-3CD5-6E00-D8AD-7B74F896C6FC}"/>
              </a:ext>
            </a:extLst>
          </p:cNvPr>
          <p:cNvSpPr txBox="1"/>
          <p:nvPr/>
        </p:nvSpPr>
        <p:spPr>
          <a:xfrm>
            <a:off x="4216401" y="2231221"/>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51" name="TextBox 50">
            <a:extLst>
              <a:ext uri="{FF2B5EF4-FFF2-40B4-BE49-F238E27FC236}">
                <a16:creationId xmlns:a16="http://schemas.microsoft.com/office/drawing/2014/main" id="{782A9F32-3ECF-F371-BFF2-56CECBF60896}"/>
              </a:ext>
            </a:extLst>
          </p:cNvPr>
          <p:cNvSpPr txBox="1"/>
          <p:nvPr/>
        </p:nvSpPr>
        <p:spPr>
          <a:xfrm>
            <a:off x="5715003" y="3741226"/>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9CA61E96-798E-C781-C6FC-A50E61E5DDA1}"/>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82D1D8B4-3675-9D10-89E3-F3C2B2D2D58E}"/>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5CA7DA56-BB4A-E681-0598-A55FB7D988EC}"/>
              </a:ext>
            </a:extLst>
          </p:cNvPr>
          <p:cNvSpPr txBox="1"/>
          <p:nvPr/>
        </p:nvSpPr>
        <p:spPr>
          <a:xfrm>
            <a:off x="5215469" y="172788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4339908E-8604-C914-5866-7E0DEFC4748A}"/>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2E3F4AF5-3DAA-554A-0ABC-2F8E54C557B0}"/>
              </a:ext>
            </a:extLst>
          </p:cNvPr>
          <p:cNvSpPr txBox="1"/>
          <p:nvPr/>
        </p:nvSpPr>
        <p:spPr>
          <a:xfrm>
            <a:off x="4715935" y="721216"/>
            <a:ext cx="462845" cy="584775"/>
          </a:xfrm>
          <a:prstGeom prst="rect">
            <a:avLst/>
          </a:prstGeom>
          <a:noFill/>
        </p:spPr>
        <p:txBody>
          <a:bodyPr wrap="square" rtlCol="0">
            <a:spAutoFit/>
          </a:bodyPr>
          <a:lstStyle/>
          <a:p>
            <a:pPr algn="ctr"/>
            <a:r>
              <a:rPr lang="en-US" sz="3200" dirty="0"/>
              <a:t>4</a:t>
            </a:r>
          </a:p>
        </p:txBody>
      </p:sp>
      <p:sp>
        <p:nvSpPr>
          <p:cNvPr id="28" name="TextBox 27">
            <a:extLst>
              <a:ext uri="{FF2B5EF4-FFF2-40B4-BE49-F238E27FC236}">
                <a16:creationId xmlns:a16="http://schemas.microsoft.com/office/drawing/2014/main" id="{7BD942CA-DEDE-25ED-9CB2-210FB694DB4E}"/>
              </a:ext>
            </a:extLst>
          </p:cNvPr>
          <p:cNvSpPr txBox="1"/>
          <p:nvPr/>
        </p:nvSpPr>
        <p:spPr>
          <a:xfrm>
            <a:off x="3217333" y="2231221"/>
            <a:ext cx="462845" cy="584775"/>
          </a:xfrm>
          <a:prstGeom prst="rect">
            <a:avLst/>
          </a:prstGeom>
          <a:solidFill>
            <a:srgbClr val="00B0F0">
              <a:alpha val="15000"/>
            </a:srgbClr>
          </a:solidFill>
        </p:spPr>
        <p:txBody>
          <a:bodyPr wrap="square" rtlCol="0">
            <a:spAutoFit/>
          </a:bodyPr>
          <a:lstStyle/>
          <a:p>
            <a:pPr algn="ctr"/>
            <a:r>
              <a:rPr lang="en-US" sz="3200" dirty="0"/>
              <a:t>6</a:t>
            </a:r>
          </a:p>
        </p:txBody>
      </p:sp>
      <p:sp>
        <p:nvSpPr>
          <p:cNvPr id="29" name="TextBox 28">
            <a:extLst>
              <a:ext uri="{FF2B5EF4-FFF2-40B4-BE49-F238E27FC236}">
                <a16:creationId xmlns:a16="http://schemas.microsoft.com/office/drawing/2014/main" id="{AD16D702-F499-628A-9436-DF2A93E4727E}"/>
              </a:ext>
            </a:extLst>
          </p:cNvPr>
          <p:cNvSpPr txBox="1"/>
          <p:nvPr/>
        </p:nvSpPr>
        <p:spPr>
          <a:xfrm>
            <a:off x="3716867" y="2734556"/>
            <a:ext cx="462845" cy="584775"/>
          </a:xfrm>
          <a:prstGeom prst="rect">
            <a:avLst/>
          </a:prstGeom>
          <a:solidFill>
            <a:srgbClr val="00B0F0">
              <a:alpha val="15000"/>
            </a:srgbClr>
          </a:solidFill>
        </p:spPr>
        <p:txBody>
          <a:bodyPr wrap="square" rtlCol="0">
            <a:spAutoFit/>
          </a:bodyPr>
          <a:lstStyle/>
          <a:p>
            <a:pPr algn="ctr"/>
            <a:r>
              <a:rPr lang="en-US" sz="3200" dirty="0"/>
              <a:t>2</a:t>
            </a:r>
          </a:p>
        </p:txBody>
      </p:sp>
      <p:sp>
        <p:nvSpPr>
          <p:cNvPr id="32" name="TextBox 31">
            <a:extLst>
              <a:ext uri="{FF2B5EF4-FFF2-40B4-BE49-F238E27FC236}">
                <a16:creationId xmlns:a16="http://schemas.microsoft.com/office/drawing/2014/main" id="{0F206099-0213-2CB3-27CB-7AABC03CEEAF}"/>
              </a:ext>
            </a:extLst>
          </p:cNvPr>
          <p:cNvSpPr txBox="1"/>
          <p:nvPr/>
        </p:nvSpPr>
        <p:spPr>
          <a:xfrm>
            <a:off x="4216401" y="3237891"/>
            <a:ext cx="462845" cy="584775"/>
          </a:xfrm>
          <a:prstGeom prst="rect">
            <a:avLst/>
          </a:prstGeom>
          <a:solidFill>
            <a:srgbClr val="00B0F0">
              <a:alpha val="15000"/>
            </a:srgbClr>
          </a:solidFill>
        </p:spPr>
        <p:txBody>
          <a:bodyPr wrap="square" rtlCol="0">
            <a:spAutoFit/>
          </a:bodyPr>
          <a:lstStyle/>
          <a:p>
            <a:pPr algn="ctr"/>
            <a:r>
              <a:rPr lang="en-US" sz="3200" dirty="0"/>
              <a:t>8</a:t>
            </a:r>
          </a:p>
        </p:txBody>
      </p:sp>
      <p:sp>
        <p:nvSpPr>
          <p:cNvPr id="33" name="TextBox 32">
            <a:extLst>
              <a:ext uri="{FF2B5EF4-FFF2-40B4-BE49-F238E27FC236}">
                <a16:creationId xmlns:a16="http://schemas.microsoft.com/office/drawing/2014/main" id="{55E20040-3F5D-F6A0-B224-875075D2F837}"/>
              </a:ext>
            </a:extLst>
          </p:cNvPr>
          <p:cNvSpPr txBox="1"/>
          <p:nvPr/>
        </p:nvSpPr>
        <p:spPr>
          <a:xfrm>
            <a:off x="4715935" y="3741226"/>
            <a:ext cx="462845" cy="584775"/>
          </a:xfrm>
          <a:prstGeom prst="rect">
            <a:avLst/>
          </a:prstGeom>
          <a:solidFill>
            <a:srgbClr val="00B0F0">
              <a:alpha val="15000"/>
            </a:srgbClr>
          </a:solid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E1909C19-6E68-14EA-5B49-02014C3032E8}"/>
              </a:ext>
            </a:extLst>
          </p:cNvPr>
          <p:cNvSpPr txBox="1"/>
          <p:nvPr/>
        </p:nvSpPr>
        <p:spPr>
          <a:xfrm>
            <a:off x="5215469" y="4244561"/>
            <a:ext cx="462845" cy="584775"/>
          </a:xfrm>
          <a:prstGeom prst="rect">
            <a:avLst/>
          </a:prstGeom>
          <a:solidFill>
            <a:srgbClr val="00B0F0">
              <a:alpha val="15000"/>
            </a:srgbClr>
          </a:solidFill>
        </p:spPr>
        <p:txBody>
          <a:bodyPr wrap="square" rtlCol="0">
            <a:spAutoFit/>
          </a:bodyPr>
          <a:lstStyle/>
          <a:p>
            <a:pPr algn="ctr"/>
            <a:r>
              <a:rPr lang="en-US" sz="3200" dirty="0"/>
              <a:t>9</a:t>
            </a:r>
          </a:p>
        </p:txBody>
      </p:sp>
      <p:sp>
        <p:nvSpPr>
          <p:cNvPr id="27" name="TextBox 26">
            <a:extLst>
              <a:ext uri="{FF2B5EF4-FFF2-40B4-BE49-F238E27FC236}">
                <a16:creationId xmlns:a16="http://schemas.microsoft.com/office/drawing/2014/main" id="{C1FD54CC-49BB-84C6-471B-CAD4D37711B5}"/>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7E80984C-477A-63C2-6232-151C2E30734B}"/>
              </a:ext>
            </a:extLst>
          </p:cNvPr>
          <p:cNvSpPr txBox="1"/>
          <p:nvPr/>
        </p:nvSpPr>
        <p:spPr>
          <a:xfrm>
            <a:off x="4216401" y="3741226"/>
            <a:ext cx="462845" cy="584775"/>
          </a:xfrm>
          <a:prstGeom prst="rect">
            <a:avLst/>
          </a:prstGeom>
          <a:noFill/>
        </p:spPr>
        <p:txBody>
          <a:bodyPr wrap="square" rtlCol="0">
            <a:spAutoFit/>
          </a:bodyPr>
          <a:lstStyle/>
          <a:p>
            <a:pPr algn="ctr"/>
            <a:r>
              <a:rPr lang="en-US" sz="3200" dirty="0"/>
              <a:t>9</a:t>
            </a:r>
          </a:p>
        </p:txBody>
      </p:sp>
      <p:sp>
        <p:nvSpPr>
          <p:cNvPr id="60" name="TextBox 59">
            <a:extLst>
              <a:ext uri="{FF2B5EF4-FFF2-40B4-BE49-F238E27FC236}">
                <a16:creationId xmlns:a16="http://schemas.microsoft.com/office/drawing/2014/main" id="{1F283507-5361-F2E1-D163-6480D4A00E04}"/>
              </a:ext>
            </a:extLst>
          </p:cNvPr>
          <p:cNvSpPr txBox="1"/>
          <p:nvPr/>
        </p:nvSpPr>
        <p:spPr>
          <a:xfrm>
            <a:off x="3640666" y="4408541"/>
            <a:ext cx="570089" cy="230832"/>
          </a:xfrm>
          <a:prstGeom prst="rect">
            <a:avLst/>
          </a:prstGeom>
          <a:noFill/>
        </p:spPr>
        <p:txBody>
          <a:bodyPr wrap="square" rtlCol="0">
            <a:spAutoFit/>
          </a:bodyPr>
          <a:lstStyle/>
          <a:p>
            <a:pPr algn="ctr"/>
            <a:r>
              <a:rPr lang="en-US" sz="900" dirty="0"/>
              <a:t>34</a:t>
            </a:r>
          </a:p>
        </p:txBody>
      </p:sp>
      <p:sp>
        <p:nvSpPr>
          <p:cNvPr id="63" name="TextBox 62">
            <a:extLst>
              <a:ext uri="{FF2B5EF4-FFF2-40B4-BE49-F238E27FC236}">
                <a16:creationId xmlns:a16="http://schemas.microsoft.com/office/drawing/2014/main" id="{91BE4EEC-E33E-1121-46B1-25604DC84EEC}"/>
              </a:ext>
            </a:extLst>
          </p:cNvPr>
          <p:cNvSpPr txBox="1"/>
          <p:nvPr/>
        </p:nvSpPr>
        <p:spPr>
          <a:xfrm>
            <a:off x="3640666" y="4909484"/>
            <a:ext cx="570089" cy="230832"/>
          </a:xfrm>
          <a:prstGeom prst="rect">
            <a:avLst/>
          </a:prstGeom>
          <a:noFill/>
        </p:spPr>
        <p:txBody>
          <a:bodyPr wrap="square" rtlCol="0">
            <a:spAutoFit/>
          </a:bodyPr>
          <a:lstStyle/>
          <a:p>
            <a:pPr algn="ctr"/>
            <a:r>
              <a:rPr lang="en-US" sz="900" dirty="0"/>
              <a:t>43</a:t>
            </a:r>
          </a:p>
        </p:txBody>
      </p:sp>
      <p:sp>
        <p:nvSpPr>
          <p:cNvPr id="65" name="TextBox 64">
            <a:extLst>
              <a:ext uri="{FF2B5EF4-FFF2-40B4-BE49-F238E27FC236}">
                <a16:creationId xmlns:a16="http://schemas.microsoft.com/office/drawing/2014/main" id="{FB3DFC3E-FE6F-A6EE-62AB-1A12AFD74D8B}"/>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66" name="TextBox 65">
            <a:extLst>
              <a:ext uri="{FF2B5EF4-FFF2-40B4-BE49-F238E27FC236}">
                <a16:creationId xmlns:a16="http://schemas.microsoft.com/office/drawing/2014/main" id="{A3D7FA48-941A-AE99-2670-46A93863B7FE}"/>
              </a:ext>
            </a:extLst>
          </p:cNvPr>
          <p:cNvSpPr txBox="1"/>
          <p:nvPr/>
        </p:nvSpPr>
        <p:spPr>
          <a:xfrm>
            <a:off x="3716867" y="3741226"/>
            <a:ext cx="462845" cy="584775"/>
          </a:xfrm>
          <a:prstGeom prst="rect">
            <a:avLst/>
          </a:prstGeom>
          <a:noFill/>
        </p:spPr>
        <p:txBody>
          <a:bodyPr wrap="square" rtlCol="0">
            <a:spAutoFit/>
          </a:bodyPr>
          <a:lstStyle/>
          <a:p>
            <a:pPr algn="ctr"/>
            <a:r>
              <a:rPr lang="en-US" sz="3200" dirty="0"/>
              <a:t>6</a:t>
            </a:r>
          </a:p>
        </p:txBody>
      </p:sp>
      <p:sp>
        <p:nvSpPr>
          <p:cNvPr id="67" name="TextBox 66">
            <a:extLst>
              <a:ext uri="{FF2B5EF4-FFF2-40B4-BE49-F238E27FC236}">
                <a16:creationId xmlns:a16="http://schemas.microsoft.com/office/drawing/2014/main" id="{6DF7D36F-EF6C-E830-148D-0B1D6B433D1C}"/>
              </a:ext>
            </a:extLst>
          </p:cNvPr>
          <p:cNvSpPr txBox="1"/>
          <p:nvPr/>
        </p:nvSpPr>
        <p:spPr>
          <a:xfrm>
            <a:off x="4216401" y="4244561"/>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9E38526F-FD50-D78B-F86F-4D5450551206}"/>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54" name="TextBox 53">
            <a:extLst>
              <a:ext uri="{FF2B5EF4-FFF2-40B4-BE49-F238E27FC236}">
                <a16:creationId xmlns:a16="http://schemas.microsoft.com/office/drawing/2014/main" id="{7DBE5822-7376-4AA2-0A30-FD931285FA3E}"/>
              </a:ext>
            </a:extLst>
          </p:cNvPr>
          <p:cNvSpPr txBox="1"/>
          <p:nvPr/>
        </p:nvSpPr>
        <p:spPr>
          <a:xfrm>
            <a:off x="4216401" y="4747898"/>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FAFEC542-B50B-3A0D-FC02-001958C47467}"/>
              </a:ext>
            </a:extLst>
          </p:cNvPr>
          <p:cNvSpPr txBox="1"/>
          <p:nvPr/>
        </p:nvSpPr>
        <p:spPr>
          <a:xfrm>
            <a:off x="3217333" y="424456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D721B7C1-2D11-CC92-591F-A0079E8312E9}"/>
              </a:ext>
            </a:extLst>
          </p:cNvPr>
          <p:cNvSpPr txBox="1"/>
          <p:nvPr/>
        </p:nvSpPr>
        <p:spPr>
          <a:xfrm>
            <a:off x="3217333" y="3237891"/>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A7971A3D-9172-9C71-3440-526F71A43D39}"/>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C75C0CD1-3342-6E97-D065-1A3121CAAD66}"/>
              </a:ext>
            </a:extLst>
          </p:cNvPr>
          <p:cNvSpPr txBox="1"/>
          <p:nvPr/>
        </p:nvSpPr>
        <p:spPr>
          <a:xfrm>
            <a:off x="7213604" y="3741226"/>
            <a:ext cx="462845" cy="584775"/>
          </a:xfrm>
          <a:prstGeom prst="rect">
            <a:avLst/>
          </a:prstGeom>
          <a:noFill/>
        </p:spPr>
        <p:txBody>
          <a:bodyPr wrap="square" rtlCol="0">
            <a:spAutoFit/>
          </a:bodyPr>
          <a:lstStyle/>
          <a:p>
            <a:pPr algn="ctr"/>
            <a:r>
              <a:rPr lang="en-US" sz="3200" dirty="0"/>
              <a:t>7</a:t>
            </a:r>
          </a:p>
        </p:txBody>
      </p:sp>
      <p:sp>
        <p:nvSpPr>
          <p:cNvPr id="56" name="TextBox 55">
            <a:extLst>
              <a:ext uri="{FF2B5EF4-FFF2-40B4-BE49-F238E27FC236}">
                <a16:creationId xmlns:a16="http://schemas.microsoft.com/office/drawing/2014/main" id="{9698B5EE-BBCE-860A-6532-B8D7225937BD}"/>
              </a:ext>
            </a:extLst>
          </p:cNvPr>
          <p:cNvSpPr txBox="1"/>
          <p:nvPr/>
        </p:nvSpPr>
        <p:spPr>
          <a:xfrm>
            <a:off x="4645378" y="4408541"/>
            <a:ext cx="570089" cy="230832"/>
          </a:xfrm>
          <a:prstGeom prst="rect">
            <a:avLst/>
          </a:prstGeom>
          <a:noFill/>
        </p:spPr>
        <p:txBody>
          <a:bodyPr wrap="square" rtlCol="0">
            <a:spAutoFit/>
          </a:bodyPr>
          <a:lstStyle/>
          <a:p>
            <a:pPr algn="ctr"/>
            <a:r>
              <a:rPr lang="en-US" sz="900" dirty="0"/>
              <a:t>63</a:t>
            </a:r>
          </a:p>
        </p:txBody>
      </p:sp>
      <p:sp>
        <p:nvSpPr>
          <p:cNvPr id="58" name="TextBox 57">
            <a:extLst>
              <a:ext uri="{FF2B5EF4-FFF2-40B4-BE49-F238E27FC236}">
                <a16:creationId xmlns:a16="http://schemas.microsoft.com/office/drawing/2014/main" id="{B35E735D-6484-F0DF-7506-430D5E2B7AEE}"/>
              </a:ext>
            </a:extLst>
          </p:cNvPr>
          <p:cNvSpPr txBox="1"/>
          <p:nvPr/>
        </p:nvSpPr>
        <p:spPr>
          <a:xfrm>
            <a:off x="7157158" y="4408541"/>
            <a:ext cx="570089" cy="230832"/>
          </a:xfrm>
          <a:prstGeom prst="rect">
            <a:avLst/>
          </a:prstGeom>
          <a:noFill/>
        </p:spPr>
        <p:txBody>
          <a:bodyPr wrap="square" rtlCol="0">
            <a:spAutoFit/>
          </a:bodyPr>
          <a:lstStyle/>
          <a:p>
            <a:pPr algn="ctr"/>
            <a:r>
              <a:rPr lang="en-US" sz="900" dirty="0"/>
              <a:t>46</a:t>
            </a:r>
          </a:p>
        </p:txBody>
      </p:sp>
      <p:sp>
        <p:nvSpPr>
          <p:cNvPr id="59" name="TextBox 58">
            <a:extLst>
              <a:ext uri="{FF2B5EF4-FFF2-40B4-BE49-F238E27FC236}">
                <a16:creationId xmlns:a16="http://schemas.microsoft.com/office/drawing/2014/main" id="{8273A7E8-E1D5-F827-0BC8-41CB10C4DD60}"/>
              </a:ext>
            </a:extLst>
          </p:cNvPr>
          <p:cNvSpPr txBox="1"/>
          <p:nvPr/>
        </p:nvSpPr>
        <p:spPr>
          <a:xfrm>
            <a:off x="6152446" y="4909484"/>
            <a:ext cx="570089" cy="230832"/>
          </a:xfrm>
          <a:prstGeom prst="rect">
            <a:avLst/>
          </a:prstGeom>
          <a:noFill/>
        </p:spPr>
        <p:txBody>
          <a:bodyPr wrap="square" rtlCol="0">
            <a:spAutoFit/>
          </a:bodyPr>
          <a:lstStyle/>
          <a:p>
            <a:pPr algn="ctr"/>
            <a:r>
              <a:rPr lang="en-US" sz="900" dirty="0"/>
              <a:t>45</a:t>
            </a:r>
          </a:p>
        </p:txBody>
      </p:sp>
      <p:sp>
        <p:nvSpPr>
          <p:cNvPr id="61" name="TextBox 60">
            <a:extLst>
              <a:ext uri="{FF2B5EF4-FFF2-40B4-BE49-F238E27FC236}">
                <a16:creationId xmlns:a16="http://schemas.microsoft.com/office/drawing/2014/main" id="{FE449BA9-AEB8-064B-B0CB-F6C8FA976058}"/>
              </a:ext>
            </a:extLst>
          </p:cNvPr>
          <p:cNvSpPr txBox="1"/>
          <p:nvPr/>
        </p:nvSpPr>
        <p:spPr>
          <a:xfrm>
            <a:off x="6654802" y="4909484"/>
            <a:ext cx="570089" cy="230832"/>
          </a:xfrm>
          <a:prstGeom prst="rect">
            <a:avLst/>
          </a:prstGeom>
          <a:noFill/>
        </p:spPr>
        <p:txBody>
          <a:bodyPr wrap="square" rtlCol="0">
            <a:spAutoFit/>
          </a:bodyPr>
          <a:lstStyle/>
          <a:p>
            <a:pPr algn="ctr"/>
            <a:r>
              <a:rPr lang="en-US" sz="900" dirty="0"/>
              <a:t>456</a:t>
            </a:r>
          </a:p>
        </p:txBody>
      </p:sp>
      <p:sp>
        <p:nvSpPr>
          <p:cNvPr id="62" name="TextBox 61">
            <a:extLst>
              <a:ext uri="{FF2B5EF4-FFF2-40B4-BE49-F238E27FC236}">
                <a16:creationId xmlns:a16="http://schemas.microsoft.com/office/drawing/2014/main" id="{3EBD8750-42FD-C984-F1D4-29B2A0E51F0E}"/>
              </a:ext>
            </a:extLst>
          </p:cNvPr>
          <p:cNvSpPr txBox="1"/>
          <p:nvPr/>
        </p:nvSpPr>
        <p:spPr>
          <a:xfrm>
            <a:off x="4645378" y="4909484"/>
            <a:ext cx="570089" cy="230832"/>
          </a:xfrm>
          <a:prstGeom prst="rect">
            <a:avLst/>
          </a:prstGeom>
          <a:noFill/>
        </p:spPr>
        <p:txBody>
          <a:bodyPr wrap="square" rtlCol="0">
            <a:spAutoFit/>
          </a:bodyPr>
          <a:lstStyle/>
          <a:p>
            <a:pPr algn="ctr"/>
            <a:r>
              <a:rPr lang="en-US" sz="900" dirty="0"/>
              <a:t>236</a:t>
            </a:r>
          </a:p>
        </p:txBody>
      </p:sp>
      <p:sp>
        <p:nvSpPr>
          <p:cNvPr id="64" name="TextBox 63">
            <a:extLst>
              <a:ext uri="{FF2B5EF4-FFF2-40B4-BE49-F238E27FC236}">
                <a16:creationId xmlns:a16="http://schemas.microsoft.com/office/drawing/2014/main" id="{B83984F7-EBB5-7A2A-404F-1085F1AADC58}"/>
              </a:ext>
            </a:extLst>
          </p:cNvPr>
          <p:cNvSpPr txBox="1"/>
          <p:nvPr/>
        </p:nvSpPr>
        <p:spPr>
          <a:xfrm>
            <a:off x="5147734" y="4909484"/>
            <a:ext cx="570089" cy="230832"/>
          </a:xfrm>
          <a:prstGeom prst="rect">
            <a:avLst/>
          </a:prstGeom>
          <a:noFill/>
        </p:spPr>
        <p:txBody>
          <a:bodyPr wrap="square" rtlCol="0">
            <a:spAutoFit/>
          </a:bodyPr>
          <a:lstStyle/>
          <a:p>
            <a:pPr algn="ctr"/>
            <a:r>
              <a:rPr lang="en-US" sz="900" dirty="0"/>
              <a:t>28</a:t>
            </a:r>
          </a:p>
        </p:txBody>
      </p:sp>
      <p:sp>
        <p:nvSpPr>
          <p:cNvPr id="68" name="TextBox 67">
            <a:extLst>
              <a:ext uri="{FF2B5EF4-FFF2-40B4-BE49-F238E27FC236}">
                <a16:creationId xmlns:a16="http://schemas.microsoft.com/office/drawing/2014/main" id="{2EE0C9B0-8AEB-76AD-DBB0-ED3E9CCE6E8D}"/>
              </a:ext>
            </a:extLst>
          </p:cNvPr>
          <p:cNvSpPr txBox="1"/>
          <p:nvPr/>
        </p:nvSpPr>
        <p:spPr>
          <a:xfrm>
            <a:off x="5650090" y="4909484"/>
            <a:ext cx="570089" cy="230832"/>
          </a:xfrm>
          <a:prstGeom prst="rect">
            <a:avLst/>
          </a:prstGeom>
          <a:noFill/>
        </p:spPr>
        <p:txBody>
          <a:bodyPr wrap="square" rtlCol="0">
            <a:spAutoFit/>
          </a:bodyPr>
          <a:lstStyle/>
          <a:p>
            <a:pPr algn="ctr"/>
            <a:r>
              <a:rPr lang="en-US" sz="900" dirty="0"/>
              <a:t>2368</a:t>
            </a:r>
          </a:p>
        </p:txBody>
      </p:sp>
      <p:sp>
        <p:nvSpPr>
          <p:cNvPr id="69" name="TextBox 68">
            <a:extLst>
              <a:ext uri="{FF2B5EF4-FFF2-40B4-BE49-F238E27FC236}">
                <a16:creationId xmlns:a16="http://schemas.microsoft.com/office/drawing/2014/main" id="{45D31AD1-182B-DE58-79B7-A175D17B02FE}"/>
              </a:ext>
            </a:extLst>
          </p:cNvPr>
          <p:cNvSpPr txBox="1"/>
          <p:nvPr/>
        </p:nvSpPr>
        <p:spPr>
          <a:xfrm>
            <a:off x="5147734" y="901933"/>
            <a:ext cx="570089" cy="230832"/>
          </a:xfrm>
          <a:prstGeom prst="rect">
            <a:avLst/>
          </a:prstGeom>
          <a:noFill/>
        </p:spPr>
        <p:txBody>
          <a:bodyPr wrap="square" rtlCol="0">
            <a:spAutoFit/>
          </a:bodyPr>
          <a:lstStyle/>
          <a:p>
            <a:pPr algn="ctr"/>
            <a:r>
              <a:rPr lang="en-US" sz="900" dirty="0"/>
              <a:t>278</a:t>
            </a:r>
          </a:p>
        </p:txBody>
      </p:sp>
      <p:sp>
        <p:nvSpPr>
          <p:cNvPr id="70" name="TextBox 69">
            <a:extLst>
              <a:ext uri="{FF2B5EF4-FFF2-40B4-BE49-F238E27FC236}">
                <a16:creationId xmlns:a16="http://schemas.microsoft.com/office/drawing/2014/main" id="{DCDDD8F6-ED19-7AA5-E2BC-F6CA3BF32326}"/>
              </a:ext>
            </a:extLst>
          </p:cNvPr>
          <p:cNvSpPr txBox="1"/>
          <p:nvPr/>
        </p:nvSpPr>
        <p:spPr>
          <a:xfrm>
            <a:off x="5650090" y="901933"/>
            <a:ext cx="570089" cy="230832"/>
          </a:xfrm>
          <a:prstGeom prst="rect">
            <a:avLst/>
          </a:prstGeom>
          <a:noFill/>
        </p:spPr>
        <p:txBody>
          <a:bodyPr wrap="square" rtlCol="0">
            <a:spAutoFit/>
          </a:bodyPr>
          <a:lstStyle/>
          <a:p>
            <a:pPr algn="ctr"/>
            <a:r>
              <a:rPr lang="en-US" sz="900" dirty="0"/>
              <a:t>258</a:t>
            </a:r>
          </a:p>
        </p:txBody>
      </p:sp>
      <p:sp>
        <p:nvSpPr>
          <p:cNvPr id="71" name="TextBox 70">
            <a:extLst>
              <a:ext uri="{FF2B5EF4-FFF2-40B4-BE49-F238E27FC236}">
                <a16:creationId xmlns:a16="http://schemas.microsoft.com/office/drawing/2014/main" id="{6B3EA7F2-C28A-8875-D63A-3A04CAADFD52}"/>
              </a:ext>
            </a:extLst>
          </p:cNvPr>
          <p:cNvSpPr txBox="1"/>
          <p:nvPr/>
        </p:nvSpPr>
        <p:spPr>
          <a:xfrm>
            <a:off x="5147734" y="1402877"/>
            <a:ext cx="570089" cy="230832"/>
          </a:xfrm>
          <a:prstGeom prst="rect">
            <a:avLst/>
          </a:prstGeom>
          <a:noFill/>
        </p:spPr>
        <p:txBody>
          <a:bodyPr wrap="square" rtlCol="0">
            <a:spAutoFit/>
          </a:bodyPr>
          <a:lstStyle/>
          <a:p>
            <a:pPr algn="ctr"/>
            <a:r>
              <a:rPr lang="en-US" sz="900" dirty="0"/>
              <a:t>278</a:t>
            </a:r>
          </a:p>
        </p:txBody>
      </p:sp>
      <p:sp>
        <p:nvSpPr>
          <p:cNvPr id="72" name="TextBox 71">
            <a:extLst>
              <a:ext uri="{FF2B5EF4-FFF2-40B4-BE49-F238E27FC236}">
                <a16:creationId xmlns:a16="http://schemas.microsoft.com/office/drawing/2014/main" id="{5DBBA638-00D1-5ECF-15B2-E7C861FF9D66}"/>
              </a:ext>
            </a:extLst>
          </p:cNvPr>
          <p:cNvSpPr txBox="1"/>
          <p:nvPr/>
        </p:nvSpPr>
        <p:spPr>
          <a:xfrm>
            <a:off x="5650090" y="1402877"/>
            <a:ext cx="570089" cy="230832"/>
          </a:xfrm>
          <a:prstGeom prst="rect">
            <a:avLst/>
          </a:prstGeom>
          <a:noFill/>
        </p:spPr>
        <p:txBody>
          <a:bodyPr wrap="square" rtlCol="0">
            <a:spAutoFit/>
          </a:bodyPr>
          <a:lstStyle/>
          <a:p>
            <a:pPr algn="ctr"/>
            <a:r>
              <a:rPr lang="en-US" sz="900" dirty="0"/>
              <a:t>268</a:t>
            </a:r>
          </a:p>
        </p:txBody>
      </p:sp>
      <p:sp>
        <p:nvSpPr>
          <p:cNvPr id="73" name="TextBox 72">
            <a:extLst>
              <a:ext uri="{FF2B5EF4-FFF2-40B4-BE49-F238E27FC236}">
                <a16:creationId xmlns:a16="http://schemas.microsoft.com/office/drawing/2014/main" id="{599D7FF0-7C49-ED4B-AE11-9BEDAF2FABC4}"/>
              </a:ext>
            </a:extLst>
          </p:cNvPr>
          <p:cNvSpPr txBox="1"/>
          <p:nvPr/>
        </p:nvSpPr>
        <p:spPr>
          <a:xfrm>
            <a:off x="5650090" y="1903821"/>
            <a:ext cx="570089" cy="230832"/>
          </a:xfrm>
          <a:prstGeom prst="rect">
            <a:avLst/>
          </a:prstGeom>
          <a:noFill/>
        </p:spPr>
        <p:txBody>
          <a:bodyPr wrap="square" rtlCol="0">
            <a:spAutoFit/>
          </a:bodyPr>
          <a:lstStyle/>
          <a:p>
            <a:pPr algn="ctr"/>
            <a:r>
              <a:rPr lang="en-US" sz="900" dirty="0"/>
              <a:t>56</a:t>
            </a:r>
          </a:p>
        </p:txBody>
      </p:sp>
      <p:sp>
        <p:nvSpPr>
          <p:cNvPr id="74" name="TextBox 73">
            <a:extLst>
              <a:ext uri="{FF2B5EF4-FFF2-40B4-BE49-F238E27FC236}">
                <a16:creationId xmlns:a16="http://schemas.microsoft.com/office/drawing/2014/main" id="{734D519E-409C-D602-3F54-61D2330D0345}"/>
              </a:ext>
            </a:extLst>
          </p:cNvPr>
          <p:cNvSpPr txBox="1"/>
          <p:nvPr/>
        </p:nvSpPr>
        <p:spPr>
          <a:xfrm>
            <a:off x="6152446" y="2404765"/>
            <a:ext cx="570089" cy="230832"/>
          </a:xfrm>
          <a:prstGeom prst="rect">
            <a:avLst/>
          </a:prstGeom>
          <a:noFill/>
        </p:spPr>
        <p:txBody>
          <a:bodyPr wrap="square" rtlCol="0">
            <a:spAutoFit/>
          </a:bodyPr>
          <a:lstStyle/>
          <a:p>
            <a:pPr algn="ctr"/>
            <a:r>
              <a:rPr lang="en-US" sz="900" dirty="0"/>
              <a:t>34</a:t>
            </a:r>
          </a:p>
        </p:txBody>
      </p:sp>
      <p:sp>
        <p:nvSpPr>
          <p:cNvPr id="75" name="TextBox 74">
            <a:extLst>
              <a:ext uri="{FF2B5EF4-FFF2-40B4-BE49-F238E27FC236}">
                <a16:creationId xmlns:a16="http://schemas.microsoft.com/office/drawing/2014/main" id="{9A2F6AE4-8151-DFA9-120A-0706CDBDC3C4}"/>
              </a:ext>
            </a:extLst>
          </p:cNvPr>
          <p:cNvSpPr txBox="1"/>
          <p:nvPr/>
        </p:nvSpPr>
        <p:spPr>
          <a:xfrm>
            <a:off x="6654802" y="2404765"/>
            <a:ext cx="570089" cy="230832"/>
          </a:xfrm>
          <a:prstGeom prst="rect">
            <a:avLst/>
          </a:prstGeom>
          <a:noFill/>
        </p:spPr>
        <p:txBody>
          <a:bodyPr wrap="square" rtlCol="0">
            <a:spAutoFit/>
          </a:bodyPr>
          <a:lstStyle/>
          <a:p>
            <a:pPr algn="ctr"/>
            <a:r>
              <a:rPr lang="en-US" sz="900" dirty="0"/>
              <a:t>248</a:t>
            </a:r>
          </a:p>
        </p:txBody>
      </p:sp>
      <p:sp>
        <p:nvSpPr>
          <p:cNvPr id="76" name="TextBox 75">
            <a:extLst>
              <a:ext uri="{FF2B5EF4-FFF2-40B4-BE49-F238E27FC236}">
                <a16:creationId xmlns:a16="http://schemas.microsoft.com/office/drawing/2014/main" id="{9F8B6066-C91F-1964-2C12-A7426AB73C03}"/>
              </a:ext>
            </a:extLst>
          </p:cNvPr>
          <p:cNvSpPr txBox="1"/>
          <p:nvPr/>
        </p:nvSpPr>
        <p:spPr>
          <a:xfrm>
            <a:off x="7157158" y="2404765"/>
            <a:ext cx="570089" cy="230832"/>
          </a:xfrm>
          <a:prstGeom prst="rect">
            <a:avLst/>
          </a:prstGeom>
          <a:noFill/>
        </p:spPr>
        <p:txBody>
          <a:bodyPr wrap="square" rtlCol="0">
            <a:spAutoFit/>
          </a:bodyPr>
          <a:lstStyle/>
          <a:p>
            <a:pPr algn="ctr"/>
            <a:r>
              <a:rPr lang="en-US" sz="900" dirty="0"/>
              <a:t>2348</a:t>
            </a:r>
          </a:p>
        </p:txBody>
      </p:sp>
      <p:sp>
        <p:nvSpPr>
          <p:cNvPr id="79" name="TextBox 78">
            <a:extLst>
              <a:ext uri="{FF2B5EF4-FFF2-40B4-BE49-F238E27FC236}">
                <a16:creationId xmlns:a16="http://schemas.microsoft.com/office/drawing/2014/main" id="{7B50C199-A88A-9A9C-AA4A-EDA9BFBD641E}"/>
              </a:ext>
            </a:extLst>
          </p:cNvPr>
          <p:cNvSpPr txBox="1"/>
          <p:nvPr/>
        </p:nvSpPr>
        <p:spPr>
          <a:xfrm>
            <a:off x="7157158" y="3406653"/>
            <a:ext cx="570089" cy="230832"/>
          </a:xfrm>
          <a:prstGeom prst="rect">
            <a:avLst/>
          </a:prstGeom>
          <a:noFill/>
        </p:spPr>
        <p:txBody>
          <a:bodyPr wrap="square" rtlCol="0">
            <a:spAutoFit/>
          </a:bodyPr>
          <a:lstStyle/>
          <a:p>
            <a:pPr algn="ctr"/>
            <a:r>
              <a:rPr lang="en-US" sz="900" dirty="0"/>
              <a:t>23</a:t>
            </a:r>
          </a:p>
        </p:txBody>
      </p:sp>
      <p:sp>
        <p:nvSpPr>
          <p:cNvPr id="80" name="TextBox 79">
            <a:extLst>
              <a:ext uri="{FF2B5EF4-FFF2-40B4-BE49-F238E27FC236}">
                <a16:creationId xmlns:a16="http://schemas.microsoft.com/office/drawing/2014/main" id="{94218BCF-0E00-F765-7016-53889C973035}"/>
              </a:ext>
            </a:extLst>
          </p:cNvPr>
          <p:cNvSpPr txBox="1"/>
          <p:nvPr/>
        </p:nvSpPr>
        <p:spPr>
          <a:xfrm>
            <a:off x="6714071" y="2734556"/>
            <a:ext cx="462845" cy="584775"/>
          </a:xfrm>
          <a:prstGeom prst="rect">
            <a:avLst/>
          </a:prstGeom>
          <a:noFill/>
        </p:spPr>
        <p:txBody>
          <a:bodyPr wrap="square" rtlCol="0">
            <a:spAutoFit/>
          </a:bodyPr>
          <a:lstStyle/>
          <a:p>
            <a:pPr algn="ctr"/>
            <a:r>
              <a:rPr lang="en-US" sz="3200" dirty="0"/>
              <a:t>7</a:t>
            </a:r>
          </a:p>
        </p:txBody>
      </p:sp>
      <p:sp>
        <p:nvSpPr>
          <p:cNvPr id="81" name="TextBox 80">
            <a:extLst>
              <a:ext uri="{FF2B5EF4-FFF2-40B4-BE49-F238E27FC236}">
                <a16:creationId xmlns:a16="http://schemas.microsoft.com/office/drawing/2014/main" id="{6FD99CBD-2B48-4B80-CFB1-7321334B7271}"/>
              </a:ext>
            </a:extLst>
          </p:cNvPr>
          <p:cNvSpPr txBox="1"/>
          <p:nvPr/>
        </p:nvSpPr>
        <p:spPr>
          <a:xfrm>
            <a:off x="7213604" y="2734556"/>
            <a:ext cx="462845" cy="584775"/>
          </a:xfrm>
          <a:prstGeom prst="rect">
            <a:avLst/>
          </a:prstGeom>
          <a:noFill/>
        </p:spPr>
        <p:txBody>
          <a:bodyPr wrap="square" rtlCol="0">
            <a:spAutoFit/>
          </a:bodyPr>
          <a:lstStyle/>
          <a:p>
            <a:pPr algn="ctr"/>
            <a:r>
              <a:rPr lang="en-US" sz="3200" dirty="0"/>
              <a:t>5</a:t>
            </a:r>
          </a:p>
        </p:txBody>
      </p:sp>
      <p:sp>
        <p:nvSpPr>
          <p:cNvPr id="77" name="TextBox 76">
            <a:extLst>
              <a:ext uri="{FF2B5EF4-FFF2-40B4-BE49-F238E27FC236}">
                <a16:creationId xmlns:a16="http://schemas.microsoft.com/office/drawing/2014/main" id="{EEF76143-6A7A-6C16-1ABC-EA018B2EF5E1}"/>
              </a:ext>
            </a:extLst>
          </p:cNvPr>
          <p:cNvSpPr txBox="1"/>
          <p:nvPr/>
        </p:nvSpPr>
        <p:spPr>
          <a:xfrm>
            <a:off x="3217333" y="1224551"/>
            <a:ext cx="462845" cy="584775"/>
          </a:xfrm>
          <a:prstGeom prst="rect">
            <a:avLst/>
          </a:prstGeom>
          <a:noFill/>
        </p:spPr>
        <p:txBody>
          <a:bodyPr wrap="square" rtlCol="0">
            <a:spAutoFit/>
          </a:bodyPr>
          <a:lstStyle/>
          <a:p>
            <a:pPr algn="ctr"/>
            <a:r>
              <a:rPr lang="en-US" sz="3200" dirty="0"/>
              <a:t>5</a:t>
            </a:r>
          </a:p>
        </p:txBody>
      </p:sp>
      <p:sp>
        <p:nvSpPr>
          <p:cNvPr id="78" name="TextBox 77">
            <a:extLst>
              <a:ext uri="{FF2B5EF4-FFF2-40B4-BE49-F238E27FC236}">
                <a16:creationId xmlns:a16="http://schemas.microsoft.com/office/drawing/2014/main" id="{2D9F05F5-574E-531C-E95C-ED391BB32B1B}"/>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33940181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30EB8-DBE2-80B3-9F5E-E4E37154054B}"/>
            </a:ext>
          </a:extLst>
        </p:cNvPr>
        <p:cNvGrpSpPr/>
        <p:nvPr/>
      </p:nvGrpSpPr>
      <p:grpSpPr>
        <a:xfrm>
          <a:off x="0" y="0"/>
          <a:ext cx="0" cy="0"/>
          <a:chOff x="0" y="0"/>
          <a:chExt cx="0" cy="0"/>
        </a:xfrm>
      </p:grpSpPr>
      <p:sp>
        <p:nvSpPr>
          <p:cNvPr id="77" name="TextBox 76">
            <a:extLst>
              <a:ext uri="{FF2B5EF4-FFF2-40B4-BE49-F238E27FC236}">
                <a16:creationId xmlns:a16="http://schemas.microsoft.com/office/drawing/2014/main" id="{37A169BD-8FDB-7234-7F7D-470C60425673}"/>
              </a:ext>
            </a:extLst>
          </p:cNvPr>
          <p:cNvSpPr txBox="1"/>
          <p:nvPr/>
        </p:nvSpPr>
        <p:spPr>
          <a:xfrm>
            <a:off x="5715003" y="1727886"/>
            <a:ext cx="462845" cy="584775"/>
          </a:xfrm>
          <a:prstGeom prst="rect">
            <a:avLst/>
          </a:prstGeom>
          <a:solidFill>
            <a:srgbClr val="92D050">
              <a:alpha val="15000"/>
            </a:srgbClr>
          </a:solidFill>
        </p:spPr>
        <p:txBody>
          <a:bodyPr wrap="square" rtlCol="0">
            <a:spAutoFit/>
          </a:bodyPr>
          <a:lstStyle/>
          <a:p>
            <a:pPr algn="ctr"/>
            <a:endParaRPr lang="en-US" sz="3200" dirty="0"/>
          </a:p>
        </p:txBody>
      </p:sp>
      <p:sp>
        <p:nvSpPr>
          <p:cNvPr id="78" name="TextBox 77">
            <a:extLst>
              <a:ext uri="{FF2B5EF4-FFF2-40B4-BE49-F238E27FC236}">
                <a16:creationId xmlns:a16="http://schemas.microsoft.com/office/drawing/2014/main" id="{9A563DC1-2512-E7D7-22AA-4E3DEFB47BC7}"/>
              </a:ext>
            </a:extLst>
          </p:cNvPr>
          <p:cNvSpPr txBox="1"/>
          <p:nvPr/>
        </p:nvSpPr>
        <p:spPr>
          <a:xfrm>
            <a:off x="6214537" y="2231221"/>
            <a:ext cx="462845" cy="584775"/>
          </a:xfrm>
          <a:prstGeom prst="rect">
            <a:avLst/>
          </a:prstGeom>
          <a:solidFill>
            <a:srgbClr val="92D050">
              <a:alpha val="15000"/>
            </a:srgbClr>
          </a:solidFill>
        </p:spPr>
        <p:txBody>
          <a:bodyPr wrap="square" rtlCol="0">
            <a:spAutoFit/>
          </a:bodyPr>
          <a:lstStyle/>
          <a:p>
            <a:pPr algn="ctr"/>
            <a:endParaRPr lang="en-US" sz="3200" dirty="0"/>
          </a:p>
        </p:txBody>
      </p:sp>
      <p:sp>
        <p:nvSpPr>
          <p:cNvPr id="82" name="TextBox 81">
            <a:extLst>
              <a:ext uri="{FF2B5EF4-FFF2-40B4-BE49-F238E27FC236}">
                <a16:creationId xmlns:a16="http://schemas.microsoft.com/office/drawing/2014/main" id="{F483FA8C-1727-684F-B2A5-C5A2C2CDEB5D}"/>
              </a:ext>
            </a:extLst>
          </p:cNvPr>
          <p:cNvSpPr txBox="1"/>
          <p:nvPr/>
        </p:nvSpPr>
        <p:spPr>
          <a:xfrm>
            <a:off x="6714071" y="2734556"/>
            <a:ext cx="462845" cy="584775"/>
          </a:xfrm>
          <a:prstGeom prst="rect">
            <a:avLst/>
          </a:prstGeom>
          <a:solidFill>
            <a:srgbClr val="92D050">
              <a:alpha val="15000"/>
            </a:srgbClr>
          </a:solidFill>
        </p:spPr>
        <p:txBody>
          <a:bodyPr wrap="square" rtlCol="0">
            <a:spAutoFit/>
          </a:bodyPr>
          <a:lstStyle/>
          <a:p>
            <a:pPr algn="ctr"/>
            <a:r>
              <a:rPr lang="en-US" sz="3200" dirty="0"/>
              <a:t>7</a:t>
            </a:r>
          </a:p>
        </p:txBody>
      </p:sp>
      <p:sp>
        <p:nvSpPr>
          <p:cNvPr id="83" name="TextBox 82">
            <a:extLst>
              <a:ext uri="{FF2B5EF4-FFF2-40B4-BE49-F238E27FC236}">
                <a16:creationId xmlns:a16="http://schemas.microsoft.com/office/drawing/2014/main" id="{53D60532-B8AF-951B-C578-A330EDE36EBD}"/>
              </a:ext>
            </a:extLst>
          </p:cNvPr>
          <p:cNvSpPr txBox="1"/>
          <p:nvPr/>
        </p:nvSpPr>
        <p:spPr>
          <a:xfrm>
            <a:off x="7213604" y="3237891"/>
            <a:ext cx="462845" cy="584775"/>
          </a:xfrm>
          <a:prstGeom prst="rect">
            <a:avLst/>
          </a:prstGeom>
          <a:solidFill>
            <a:srgbClr val="92D050">
              <a:alpha val="15000"/>
            </a:srgbClr>
          </a:solidFill>
        </p:spPr>
        <p:txBody>
          <a:bodyPr wrap="square" rtlCol="0">
            <a:spAutoFit/>
          </a:bodyPr>
          <a:lstStyle/>
          <a:p>
            <a:pPr algn="ctr"/>
            <a:r>
              <a:rPr lang="en-US" sz="3200" dirty="0"/>
              <a:t>2</a:t>
            </a:r>
          </a:p>
        </p:txBody>
      </p:sp>
      <p:sp>
        <p:nvSpPr>
          <p:cNvPr id="84" name="TextBox 83">
            <a:extLst>
              <a:ext uri="{FF2B5EF4-FFF2-40B4-BE49-F238E27FC236}">
                <a16:creationId xmlns:a16="http://schemas.microsoft.com/office/drawing/2014/main" id="{BBC0A3A2-F4F4-100B-A4C7-3146487F4D47}"/>
              </a:ext>
            </a:extLst>
          </p:cNvPr>
          <p:cNvSpPr txBox="1"/>
          <p:nvPr/>
        </p:nvSpPr>
        <p:spPr>
          <a:xfrm>
            <a:off x="7213604" y="3741226"/>
            <a:ext cx="462845" cy="584775"/>
          </a:xfrm>
          <a:prstGeom prst="rect">
            <a:avLst/>
          </a:prstGeom>
          <a:solidFill>
            <a:srgbClr val="92D050">
              <a:alpha val="15000"/>
            </a:srgbClr>
          </a:solidFill>
        </p:spPr>
        <p:txBody>
          <a:bodyPr wrap="square" rtlCol="0">
            <a:spAutoFit/>
          </a:bodyPr>
          <a:lstStyle/>
          <a:p>
            <a:pPr algn="ctr"/>
            <a:r>
              <a:rPr lang="en-US" sz="3200" dirty="0"/>
              <a:t>7</a:t>
            </a:r>
          </a:p>
        </p:txBody>
      </p:sp>
      <p:sp>
        <p:nvSpPr>
          <p:cNvPr id="46" name="TextBox 45">
            <a:extLst>
              <a:ext uri="{FF2B5EF4-FFF2-40B4-BE49-F238E27FC236}">
                <a16:creationId xmlns:a16="http://schemas.microsoft.com/office/drawing/2014/main" id="{A78E4190-6817-F850-FB3F-99F5E13E278B}"/>
              </a:ext>
            </a:extLst>
          </p:cNvPr>
          <p:cNvSpPr txBox="1"/>
          <p:nvPr/>
        </p:nvSpPr>
        <p:spPr>
          <a:xfrm>
            <a:off x="3716867" y="2231221"/>
            <a:ext cx="462845" cy="584775"/>
          </a:xfrm>
          <a:prstGeom prst="rect">
            <a:avLst/>
          </a:prstGeom>
          <a:solidFill>
            <a:srgbClr val="FF0000">
              <a:alpha val="15000"/>
            </a:srgbClr>
          </a:solidFill>
        </p:spPr>
        <p:txBody>
          <a:bodyPr wrap="square" rtlCol="0">
            <a:spAutoFit/>
          </a:bodyPr>
          <a:lstStyle/>
          <a:p>
            <a:pPr algn="ctr"/>
            <a:r>
              <a:rPr lang="en-US" sz="3200" dirty="0"/>
              <a:t>7</a:t>
            </a:r>
          </a:p>
        </p:txBody>
      </p:sp>
      <p:sp>
        <p:nvSpPr>
          <p:cNvPr id="47" name="TextBox 46">
            <a:extLst>
              <a:ext uri="{FF2B5EF4-FFF2-40B4-BE49-F238E27FC236}">
                <a16:creationId xmlns:a16="http://schemas.microsoft.com/office/drawing/2014/main" id="{B49197CC-11EF-635A-650D-FDFB7843A8EB}"/>
              </a:ext>
            </a:extLst>
          </p:cNvPr>
          <p:cNvSpPr txBox="1"/>
          <p:nvPr/>
        </p:nvSpPr>
        <p:spPr>
          <a:xfrm>
            <a:off x="4216401" y="2734556"/>
            <a:ext cx="462845" cy="584775"/>
          </a:xfrm>
          <a:prstGeom prst="rect">
            <a:avLst/>
          </a:prstGeom>
          <a:solidFill>
            <a:srgbClr val="FF0000">
              <a:alpha val="15000"/>
            </a:srgbClr>
          </a:solid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39219D44-6AC2-768B-B059-3EB46172BC2A}"/>
              </a:ext>
            </a:extLst>
          </p:cNvPr>
          <p:cNvSpPr txBox="1"/>
          <p:nvPr/>
        </p:nvSpPr>
        <p:spPr>
          <a:xfrm>
            <a:off x="4715935" y="3237891"/>
            <a:ext cx="462845" cy="584775"/>
          </a:xfrm>
          <a:prstGeom prst="rect">
            <a:avLst/>
          </a:prstGeom>
          <a:solidFill>
            <a:srgbClr val="FF0000">
              <a:alpha val="15000"/>
            </a:srgbClr>
          </a:solidFill>
        </p:spPr>
        <p:txBody>
          <a:bodyPr wrap="square" rtlCol="0">
            <a:spAutoFit/>
          </a:bodyPr>
          <a:lstStyle/>
          <a:p>
            <a:pPr algn="ctr"/>
            <a:r>
              <a:rPr lang="en-US" sz="3200" dirty="0"/>
              <a:t>7</a:t>
            </a:r>
          </a:p>
        </p:txBody>
      </p:sp>
      <p:sp>
        <p:nvSpPr>
          <p:cNvPr id="49" name="TextBox 48">
            <a:extLst>
              <a:ext uri="{FF2B5EF4-FFF2-40B4-BE49-F238E27FC236}">
                <a16:creationId xmlns:a16="http://schemas.microsoft.com/office/drawing/2014/main" id="{479730CF-70E0-AABD-4D65-911985CFD1AF}"/>
              </a:ext>
            </a:extLst>
          </p:cNvPr>
          <p:cNvSpPr txBox="1"/>
          <p:nvPr/>
        </p:nvSpPr>
        <p:spPr>
          <a:xfrm>
            <a:off x="5215469" y="3741226"/>
            <a:ext cx="462845" cy="584775"/>
          </a:xfrm>
          <a:prstGeom prst="rect">
            <a:avLst/>
          </a:prstGeom>
          <a:solidFill>
            <a:srgbClr val="FF0000">
              <a:alpha val="15000"/>
            </a:srgbClr>
          </a:solidFill>
        </p:spPr>
        <p:txBody>
          <a:bodyPr wrap="square" rtlCol="0">
            <a:spAutoFit/>
          </a:bodyPr>
          <a:lstStyle/>
          <a:p>
            <a:pPr algn="ctr"/>
            <a:r>
              <a:rPr lang="en-US" sz="3200" dirty="0"/>
              <a:t>4</a:t>
            </a:r>
          </a:p>
        </p:txBody>
      </p:sp>
      <p:sp>
        <p:nvSpPr>
          <p:cNvPr id="50" name="TextBox 49">
            <a:extLst>
              <a:ext uri="{FF2B5EF4-FFF2-40B4-BE49-F238E27FC236}">
                <a16:creationId xmlns:a16="http://schemas.microsoft.com/office/drawing/2014/main" id="{DB73E57C-5FAA-8CD3-3D80-D8D8DD5DF11A}"/>
              </a:ext>
            </a:extLst>
          </p:cNvPr>
          <p:cNvSpPr txBox="1"/>
          <p:nvPr/>
        </p:nvSpPr>
        <p:spPr>
          <a:xfrm>
            <a:off x="5715003" y="4244561"/>
            <a:ext cx="462845" cy="584775"/>
          </a:xfrm>
          <a:prstGeom prst="rect">
            <a:avLst/>
          </a:prstGeom>
          <a:solidFill>
            <a:srgbClr val="FF0000">
              <a:alpha val="15000"/>
            </a:srgbClr>
          </a:solidFill>
        </p:spPr>
        <p:txBody>
          <a:bodyPr wrap="square" rtlCol="0">
            <a:spAutoFit/>
          </a:bodyPr>
          <a:lstStyle/>
          <a:p>
            <a:pPr algn="ctr"/>
            <a:r>
              <a:rPr lang="en-US" sz="3200" dirty="0"/>
              <a:t>7</a:t>
            </a:r>
          </a:p>
        </p:txBody>
      </p:sp>
      <p:sp>
        <p:nvSpPr>
          <p:cNvPr id="2" name="Content Placeholder 1">
            <a:extLst>
              <a:ext uri="{FF2B5EF4-FFF2-40B4-BE49-F238E27FC236}">
                <a16:creationId xmlns:a16="http://schemas.microsoft.com/office/drawing/2014/main" id="{249DB903-2E63-FB83-EC2A-A291C4B0EC42}"/>
              </a:ext>
            </a:extLst>
          </p:cNvPr>
          <p:cNvSpPr>
            <a:spLocks noGrp="1"/>
          </p:cNvSpPr>
          <p:nvPr>
            <p:ph sz="half" idx="1"/>
          </p:nvPr>
        </p:nvSpPr>
        <p:spPr/>
        <p:txBody>
          <a:bodyPr>
            <a:normAutofit/>
          </a:bodyPr>
          <a:lstStyle/>
          <a:p>
            <a:r>
              <a:rPr lang="en-US" dirty="0"/>
              <a:t>On the green line, the sum is 12 or 13, and the unassigned cells must sum to 5 or 6. In either case, this cell must be 2.</a:t>
            </a:r>
          </a:p>
        </p:txBody>
      </p:sp>
      <p:pic>
        <p:nvPicPr>
          <p:cNvPr id="4" name="Picture 3" descr="A grid of sudoku puzzle&#10;&#10;Description automatically generated">
            <a:extLst>
              <a:ext uri="{FF2B5EF4-FFF2-40B4-BE49-F238E27FC236}">
                <a16:creationId xmlns:a16="http://schemas.microsoft.com/office/drawing/2014/main" id="{FC086F11-2940-498F-8C08-D37544CB051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791B55E-3755-D201-B9B3-1014F7DA138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5F024C7-5BF9-4D05-C110-31624FDE09B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4B80C26-97CD-CB04-8FE6-1BCABA375727}"/>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19EA9585-5C99-1F00-FFE2-7BD09420ACF1}"/>
              </a:ext>
            </a:extLst>
          </p:cNvPr>
          <p:cNvSpPr txBox="1"/>
          <p:nvPr/>
        </p:nvSpPr>
        <p:spPr>
          <a:xfrm>
            <a:off x="7213604" y="4747898"/>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FD3D9A0E-1BD8-D1A5-4E71-E827E06EDE61}"/>
              </a:ext>
            </a:extLst>
          </p:cNvPr>
          <p:cNvSpPr txBox="1"/>
          <p:nvPr/>
        </p:nvSpPr>
        <p:spPr>
          <a:xfrm>
            <a:off x="4645378" y="2404765"/>
            <a:ext cx="570089" cy="230832"/>
          </a:xfrm>
          <a:prstGeom prst="rect">
            <a:avLst/>
          </a:prstGeom>
          <a:noFill/>
        </p:spPr>
        <p:txBody>
          <a:bodyPr wrap="square" rtlCol="0">
            <a:spAutoFit/>
          </a:bodyPr>
          <a:lstStyle/>
          <a:p>
            <a:pPr algn="ctr"/>
            <a:r>
              <a:rPr lang="en-US" sz="900" dirty="0"/>
              <a:t>23</a:t>
            </a:r>
          </a:p>
        </p:txBody>
      </p:sp>
      <p:sp>
        <p:nvSpPr>
          <p:cNvPr id="12" name="TextBox 11">
            <a:extLst>
              <a:ext uri="{FF2B5EF4-FFF2-40B4-BE49-F238E27FC236}">
                <a16:creationId xmlns:a16="http://schemas.microsoft.com/office/drawing/2014/main" id="{2701157A-1160-7CE8-3A80-7A3A9271970F}"/>
              </a:ext>
            </a:extLst>
          </p:cNvPr>
          <p:cNvSpPr txBox="1"/>
          <p:nvPr/>
        </p:nvSpPr>
        <p:spPr>
          <a:xfrm>
            <a:off x="5650090" y="3406653"/>
            <a:ext cx="570089" cy="230832"/>
          </a:xfrm>
          <a:prstGeom prst="rect">
            <a:avLst/>
          </a:prstGeom>
          <a:noFill/>
        </p:spPr>
        <p:txBody>
          <a:bodyPr wrap="square" rtlCol="0">
            <a:spAutoFit/>
          </a:bodyPr>
          <a:lstStyle/>
          <a:p>
            <a:pPr algn="ctr"/>
            <a:r>
              <a:rPr lang="en-US" sz="900" dirty="0"/>
              <a:t>32</a:t>
            </a:r>
          </a:p>
        </p:txBody>
      </p:sp>
      <p:sp>
        <p:nvSpPr>
          <p:cNvPr id="15" name="TextBox 14">
            <a:extLst>
              <a:ext uri="{FF2B5EF4-FFF2-40B4-BE49-F238E27FC236}">
                <a16:creationId xmlns:a16="http://schemas.microsoft.com/office/drawing/2014/main" id="{62002428-9273-17D5-651D-03CA87091124}"/>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5971C7E2-DE4A-4DFF-02F1-E29D4860A9E6}"/>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17" name="TextBox 16">
            <a:extLst>
              <a:ext uri="{FF2B5EF4-FFF2-40B4-BE49-F238E27FC236}">
                <a16:creationId xmlns:a16="http://schemas.microsoft.com/office/drawing/2014/main" id="{B2A7438F-3A15-7417-9DD3-C56AC6203D5A}"/>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C313F220-6542-275A-4B75-598EEDBD654C}"/>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6046FBA6-0D8C-65FD-B29C-9282C275F1C5}"/>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6F059AD7-1A33-761A-AE1B-BDBBD49E7C6B}"/>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D1E824A0-389A-8537-8069-5622D4B24DB1}"/>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718F528A-3947-1245-593C-7CB2465AD03B}"/>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B53BAC8A-B872-A03B-EA00-91BE19A51D5A}"/>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62296200-8176-297D-6B85-302458D723B0}"/>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9A99AC48-A5CA-BFC8-36E8-01EB6D33ED90}"/>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2C264883-7A70-EBEA-F6F5-AF736B7DE8A2}"/>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4D36C6E4-2726-7AE8-BC70-4CB52D7F6C20}"/>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EA1AA839-459E-4388-770B-75995A0B660C}"/>
              </a:ext>
            </a:extLst>
          </p:cNvPr>
          <p:cNvSpPr txBox="1"/>
          <p:nvPr/>
        </p:nvSpPr>
        <p:spPr>
          <a:xfrm>
            <a:off x="5715003" y="223122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8285E53F-EA89-7A48-0825-4844E9B68495}"/>
              </a:ext>
            </a:extLst>
          </p:cNvPr>
          <p:cNvSpPr txBox="1"/>
          <p:nvPr/>
        </p:nvSpPr>
        <p:spPr>
          <a:xfrm>
            <a:off x="3217333" y="273455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BD00EEBC-E05F-FD38-62F4-46C7B835674F}"/>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9CF88F05-4AA1-ADE2-B763-50200C3A37C0}"/>
              </a:ext>
            </a:extLst>
          </p:cNvPr>
          <p:cNvSpPr txBox="1"/>
          <p:nvPr/>
        </p:nvSpPr>
        <p:spPr>
          <a:xfrm>
            <a:off x="3716867" y="1727886"/>
            <a:ext cx="462845" cy="584775"/>
          </a:xfrm>
          <a:prstGeom prst="rect">
            <a:avLst/>
          </a:prstGeom>
          <a:solidFill>
            <a:schemeClr val="accent5">
              <a:lumMod val="75000"/>
              <a:alpha val="25000"/>
            </a:schemeClr>
          </a:solid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55EA3A3F-C497-591D-890F-34A580F3F6A4}"/>
              </a:ext>
            </a:extLst>
          </p:cNvPr>
          <p:cNvSpPr txBox="1"/>
          <p:nvPr/>
        </p:nvSpPr>
        <p:spPr>
          <a:xfrm>
            <a:off x="4715935" y="2734556"/>
            <a:ext cx="462845" cy="584775"/>
          </a:xfrm>
          <a:prstGeom prst="rect">
            <a:avLst/>
          </a:prstGeom>
          <a:solidFill>
            <a:schemeClr val="accent5">
              <a:lumMod val="75000"/>
              <a:alpha val="25000"/>
            </a:schemeClr>
          </a:solidFill>
        </p:spPr>
        <p:txBody>
          <a:bodyPr wrap="square" rtlCol="0">
            <a:spAutoFit/>
          </a:bodyPr>
          <a:lstStyle/>
          <a:p>
            <a:pPr algn="ctr"/>
            <a:r>
              <a:rPr lang="en-US" sz="3200" dirty="0"/>
              <a:t>8</a:t>
            </a:r>
          </a:p>
        </p:txBody>
      </p:sp>
      <p:sp>
        <p:nvSpPr>
          <p:cNvPr id="43" name="TextBox 42">
            <a:extLst>
              <a:ext uri="{FF2B5EF4-FFF2-40B4-BE49-F238E27FC236}">
                <a16:creationId xmlns:a16="http://schemas.microsoft.com/office/drawing/2014/main" id="{B76FF786-83EB-045A-9515-4F98438A5202}"/>
              </a:ext>
            </a:extLst>
          </p:cNvPr>
          <p:cNvSpPr txBox="1"/>
          <p:nvPr/>
        </p:nvSpPr>
        <p:spPr>
          <a:xfrm>
            <a:off x="5215469" y="3237891"/>
            <a:ext cx="462845" cy="584775"/>
          </a:xfrm>
          <a:prstGeom prst="rect">
            <a:avLst/>
          </a:prstGeom>
          <a:solidFill>
            <a:schemeClr val="accent5">
              <a:lumMod val="75000"/>
              <a:alpha val="25000"/>
            </a:schemeClr>
          </a:solidFill>
        </p:spPr>
        <p:txBody>
          <a:bodyPr wrap="square" rtlCol="0">
            <a:spAutoFit/>
          </a:bodyPr>
          <a:lstStyle/>
          <a:p>
            <a:pPr algn="ctr"/>
            <a:r>
              <a:rPr lang="en-US" sz="3200" dirty="0"/>
              <a:t>6</a:t>
            </a:r>
          </a:p>
        </p:txBody>
      </p:sp>
      <p:sp>
        <p:nvSpPr>
          <p:cNvPr id="44" name="TextBox 43">
            <a:extLst>
              <a:ext uri="{FF2B5EF4-FFF2-40B4-BE49-F238E27FC236}">
                <a16:creationId xmlns:a16="http://schemas.microsoft.com/office/drawing/2014/main" id="{492CF46E-A27F-FDAA-3608-62F27933DAE2}"/>
              </a:ext>
            </a:extLst>
          </p:cNvPr>
          <p:cNvSpPr txBox="1"/>
          <p:nvPr/>
        </p:nvSpPr>
        <p:spPr>
          <a:xfrm>
            <a:off x="6214537" y="4244561"/>
            <a:ext cx="462845" cy="584775"/>
          </a:xfrm>
          <a:prstGeom prst="rect">
            <a:avLst/>
          </a:prstGeom>
          <a:solidFill>
            <a:schemeClr val="accent5">
              <a:lumMod val="75000"/>
              <a:alpha val="25000"/>
            </a:schemeClr>
          </a:solidFill>
        </p:spPr>
        <p:txBody>
          <a:bodyPr wrap="square" rtlCol="0">
            <a:spAutoFit/>
          </a:bodyPr>
          <a:lstStyle/>
          <a:p>
            <a:pPr algn="ctr"/>
            <a:r>
              <a:rPr lang="en-US" sz="3200" dirty="0"/>
              <a:t>8</a:t>
            </a:r>
          </a:p>
        </p:txBody>
      </p:sp>
      <p:sp>
        <p:nvSpPr>
          <p:cNvPr id="45" name="TextBox 44">
            <a:extLst>
              <a:ext uri="{FF2B5EF4-FFF2-40B4-BE49-F238E27FC236}">
                <a16:creationId xmlns:a16="http://schemas.microsoft.com/office/drawing/2014/main" id="{E2BE4536-FB14-D7C5-4DE1-1F448E45AD80}"/>
              </a:ext>
            </a:extLst>
          </p:cNvPr>
          <p:cNvSpPr txBox="1"/>
          <p:nvPr/>
        </p:nvSpPr>
        <p:spPr>
          <a:xfrm>
            <a:off x="4216401" y="2231221"/>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51" name="TextBox 50">
            <a:extLst>
              <a:ext uri="{FF2B5EF4-FFF2-40B4-BE49-F238E27FC236}">
                <a16:creationId xmlns:a16="http://schemas.microsoft.com/office/drawing/2014/main" id="{49AA9B0E-F6FA-E3B1-BDA6-01D1FD42FA89}"/>
              </a:ext>
            </a:extLst>
          </p:cNvPr>
          <p:cNvSpPr txBox="1"/>
          <p:nvPr/>
        </p:nvSpPr>
        <p:spPr>
          <a:xfrm>
            <a:off x="5715003" y="3741226"/>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3DF19F28-9A77-C6CB-C878-A3D81C01ACE0}"/>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29E1FEA2-9C3B-861A-80C0-F433F56BB530}"/>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5544BE70-3173-594A-0A68-B5408CB6D97B}"/>
              </a:ext>
            </a:extLst>
          </p:cNvPr>
          <p:cNvSpPr txBox="1"/>
          <p:nvPr/>
        </p:nvSpPr>
        <p:spPr>
          <a:xfrm>
            <a:off x="5215469" y="172788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A5F7B23B-A842-B98E-AD6B-413F551C29BF}"/>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1D94163C-5F48-9173-DC40-7BF9167C82EF}"/>
              </a:ext>
            </a:extLst>
          </p:cNvPr>
          <p:cNvSpPr txBox="1"/>
          <p:nvPr/>
        </p:nvSpPr>
        <p:spPr>
          <a:xfrm>
            <a:off x="4715935" y="721216"/>
            <a:ext cx="462845" cy="584775"/>
          </a:xfrm>
          <a:prstGeom prst="rect">
            <a:avLst/>
          </a:prstGeom>
          <a:noFill/>
        </p:spPr>
        <p:txBody>
          <a:bodyPr wrap="square" rtlCol="0">
            <a:spAutoFit/>
          </a:bodyPr>
          <a:lstStyle/>
          <a:p>
            <a:pPr algn="ctr"/>
            <a:r>
              <a:rPr lang="en-US" sz="3200" dirty="0"/>
              <a:t>4</a:t>
            </a:r>
          </a:p>
        </p:txBody>
      </p:sp>
      <p:sp>
        <p:nvSpPr>
          <p:cNvPr id="28" name="TextBox 27">
            <a:extLst>
              <a:ext uri="{FF2B5EF4-FFF2-40B4-BE49-F238E27FC236}">
                <a16:creationId xmlns:a16="http://schemas.microsoft.com/office/drawing/2014/main" id="{A80D6C76-0CA1-1495-3B8B-4024F9A75357}"/>
              </a:ext>
            </a:extLst>
          </p:cNvPr>
          <p:cNvSpPr txBox="1"/>
          <p:nvPr/>
        </p:nvSpPr>
        <p:spPr>
          <a:xfrm>
            <a:off x="3217333" y="2231221"/>
            <a:ext cx="462845" cy="584775"/>
          </a:xfrm>
          <a:prstGeom prst="rect">
            <a:avLst/>
          </a:prstGeom>
          <a:solidFill>
            <a:srgbClr val="00B0F0">
              <a:alpha val="15000"/>
            </a:srgbClr>
          </a:solidFill>
        </p:spPr>
        <p:txBody>
          <a:bodyPr wrap="square" rtlCol="0">
            <a:spAutoFit/>
          </a:bodyPr>
          <a:lstStyle/>
          <a:p>
            <a:pPr algn="ctr"/>
            <a:r>
              <a:rPr lang="en-US" sz="3200" dirty="0"/>
              <a:t>6</a:t>
            </a:r>
          </a:p>
        </p:txBody>
      </p:sp>
      <p:sp>
        <p:nvSpPr>
          <p:cNvPr id="29" name="TextBox 28">
            <a:extLst>
              <a:ext uri="{FF2B5EF4-FFF2-40B4-BE49-F238E27FC236}">
                <a16:creationId xmlns:a16="http://schemas.microsoft.com/office/drawing/2014/main" id="{3F67EC0A-D617-7B71-6515-610D92E51FAA}"/>
              </a:ext>
            </a:extLst>
          </p:cNvPr>
          <p:cNvSpPr txBox="1"/>
          <p:nvPr/>
        </p:nvSpPr>
        <p:spPr>
          <a:xfrm>
            <a:off x="3716867" y="2734556"/>
            <a:ext cx="462845" cy="584775"/>
          </a:xfrm>
          <a:prstGeom prst="rect">
            <a:avLst/>
          </a:prstGeom>
          <a:solidFill>
            <a:srgbClr val="00B0F0">
              <a:alpha val="15000"/>
            </a:srgbClr>
          </a:solidFill>
        </p:spPr>
        <p:txBody>
          <a:bodyPr wrap="square" rtlCol="0">
            <a:spAutoFit/>
          </a:bodyPr>
          <a:lstStyle/>
          <a:p>
            <a:pPr algn="ctr"/>
            <a:r>
              <a:rPr lang="en-US" sz="3200" dirty="0"/>
              <a:t>2</a:t>
            </a:r>
          </a:p>
        </p:txBody>
      </p:sp>
      <p:sp>
        <p:nvSpPr>
          <p:cNvPr id="32" name="TextBox 31">
            <a:extLst>
              <a:ext uri="{FF2B5EF4-FFF2-40B4-BE49-F238E27FC236}">
                <a16:creationId xmlns:a16="http://schemas.microsoft.com/office/drawing/2014/main" id="{D5AC6DC7-ECD0-78F3-9255-D491662B8020}"/>
              </a:ext>
            </a:extLst>
          </p:cNvPr>
          <p:cNvSpPr txBox="1"/>
          <p:nvPr/>
        </p:nvSpPr>
        <p:spPr>
          <a:xfrm>
            <a:off x="4216401" y="3237891"/>
            <a:ext cx="462845" cy="584775"/>
          </a:xfrm>
          <a:prstGeom prst="rect">
            <a:avLst/>
          </a:prstGeom>
          <a:solidFill>
            <a:srgbClr val="00B0F0">
              <a:alpha val="15000"/>
            </a:srgbClr>
          </a:solidFill>
        </p:spPr>
        <p:txBody>
          <a:bodyPr wrap="square" rtlCol="0">
            <a:spAutoFit/>
          </a:bodyPr>
          <a:lstStyle/>
          <a:p>
            <a:pPr algn="ctr"/>
            <a:r>
              <a:rPr lang="en-US" sz="3200" dirty="0"/>
              <a:t>8</a:t>
            </a:r>
          </a:p>
        </p:txBody>
      </p:sp>
      <p:sp>
        <p:nvSpPr>
          <p:cNvPr id="33" name="TextBox 32">
            <a:extLst>
              <a:ext uri="{FF2B5EF4-FFF2-40B4-BE49-F238E27FC236}">
                <a16:creationId xmlns:a16="http://schemas.microsoft.com/office/drawing/2014/main" id="{C79681CE-A9E6-5101-028E-375CA86075AC}"/>
              </a:ext>
            </a:extLst>
          </p:cNvPr>
          <p:cNvSpPr txBox="1"/>
          <p:nvPr/>
        </p:nvSpPr>
        <p:spPr>
          <a:xfrm>
            <a:off x="4715935" y="3741226"/>
            <a:ext cx="462845" cy="584775"/>
          </a:xfrm>
          <a:prstGeom prst="rect">
            <a:avLst/>
          </a:prstGeom>
          <a:solidFill>
            <a:srgbClr val="00B0F0">
              <a:alpha val="15000"/>
            </a:srgbClr>
          </a:solid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311E98D8-AD08-D280-B69A-D81C7F5CDA62}"/>
              </a:ext>
            </a:extLst>
          </p:cNvPr>
          <p:cNvSpPr txBox="1"/>
          <p:nvPr/>
        </p:nvSpPr>
        <p:spPr>
          <a:xfrm>
            <a:off x="5215469" y="4244561"/>
            <a:ext cx="462845" cy="584775"/>
          </a:xfrm>
          <a:prstGeom prst="rect">
            <a:avLst/>
          </a:prstGeom>
          <a:solidFill>
            <a:srgbClr val="00B0F0">
              <a:alpha val="15000"/>
            </a:srgbClr>
          </a:solidFill>
        </p:spPr>
        <p:txBody>
          <a:bodyPr wrap="square" rtlCol="0">
            <a:spAutoFit/>
          </a:bodyPr>
          <a:lstStyle/>
          <a:p>
            <a:pPr algn="ctr"/>
            <a:r>
              <a:rPr lang="en-US" sz="3200" dirty="0"/>
              <a:t>9</a:t>
            </a:r>
          </a:p>
        </p:txBody>
      </p:sp>
      <p:sp>
        <p:nvSpPr>
          <p:cNvPr id="27" name="TextBox 26">
            <a:extLst>
              <a:ext uri="{FF2B5EF4-FFF2-40B4-BE49-F238E27FC236}">
                <a16:creationId xmlns:a16="http://schemas.microsoft.com/office/drawing/2014/main" id="{6D5FE133-BBDF-CCD8-F06E-02A93782F42F}"/>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9AB242AC-D91C-9C93-2D4F-22CAA3609BA4}"/>
              </a:ext>
            </a:extLst>
          </p:cNvPr>
          <p:cNvSpPr txBox="1"/>
          <p:nvPr/>
        </p:nvSpPr>
        <p:spPr>
          <a:xfrm>
            <a:off x="4216401" y="3741226"/>
            <a:ext cx="462845" cy="584775"/>
          </a:xfrm>
          <a:prstGeom prst="rect">
            <a:avLst/>
          </a:prstGeom>
          <a:noFill/>
        </p:spPr>
        <p:txBody>
          <a:bodyPr wrap="square" rtlCol="0">
            <a:spAutoFit/>
          </a:bodyPr>
          <a:lstStyle/>
          <a:p>
            <a:pPr algn="ctr"/>
            <a:r>
              <a:rPr lang="en-US" sz="3200" dirty="0"/>
              <a:t>9</a:t>
            </a:r>
          </a:p>
        </p:txBody>
      </p:sp>
      <p:sp>
        <p:nvSpPr>
          <p:cNvPr id="60" name="TextBox 59">
            <a:extLst>
              <a:ext uri="{FF2B5EF4-FFF2-40B4-BE49-F238E27FC236}">
                <a16:creationId xmlns:a16="http://schemas.microsoft.com/office/drawing/2014/main" id="{0E9989EB-36F2-8BD5-57C8-A59CEA8C29AE}"/>
              </a:ext>
            </a:extLst>
          </p:cNvPr>
          <p:cNvSpPr txBox="1"/>
          <p:nvPr/>
        </p:nvSpPr>
        <p:spPr>
          <a:xfrm>
            <a:off x="3640666" y="4408541"/>
            <a:ext cx="570089" cy="230832"/>
          </a:xfrm>
          <a:prstGeom prst="rect">
            <a:avLst/>
          </a:prstGeom>
          <a:noFill/>
        </p:spPr>
        <p:txBody>
          <a:bodyPr wrap="square" rtlCol="0">
            <a:spAutoFit/>
          </a:bodyPr>
          <a:lstStyle/>
          <a:p>
            <a:pPr algn="ctr"/>
            <a:r>
              <a:rPr lang="en-US" sz="900" dirty="0"/>
              <a:t>34</a:t>
            </a:r>
          </a:p>
        </p:txBody>
      </p:sp>
      <p:sp>
        <p:nvSpPr>
          <p:cNvPr id="63" name="TextBox 62">
            <a:extLst>
              <a:ext uri="{FF2B5EF4-FFF2-40B4-BE49-F238E27FC236}">
                <a16:creationId xmlns:a16="http://schemas.microsoft.com/office/drawing/2014/main" id="{49AEF9C8-1898-63ED-E9CE-DEFBF26A3151}"/>
              </a:ext>
            </a:extLst>
          </p:cNvPr>
          <p:cNvSpPr txBox="1"/>
          <p:nvPr/>
        </p:nvSpPr>
        <p:spPr>
          <a:xfrm>
            <a:off x="3640666" y="4909484"/>
            <a:ext cx="570089" cy="230832"/>
          </a:xfrm>
          <a:prstGeom prst="rect">
            <a:avLst/>
          </a:prstGeom>
          <a:noFill/>
        </p:spPr>
        <p:txBody>
          <a:bodyPr wrap="square" rtlCol="0">
            <a:spAutoFit/>
          </a:bodyPr>
          <a:lstStyle/>
          <a:p>
            <a:pPr algn="ctr"/>
            <a:r>
              <a:rPr lang="en-US" sz="900" dirty="0"/>
              <a:t>43</a:t>
            </a:r>
          </a:p>
        </p:txBody>
      </p:sp>
      <p:sp>
        <p:nvSpPr>
          <p:cNvPr id="65" name="TextBox 64">
            <a:extLst>
              <a:ext uri="{FF2B5EF4-FFF2-40B4-BE49-F238E27FC236}">
                <a16:creationId xmlns:a16="http://schemas.microsoft.com/office/drawing/2014/main" id="{BA944BCF-DF46-0D84-8844-520B634A7061}"/>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66" name="TextBox 65">
            <a:extLst>
              <a:ext uri="{FF2B5EF4-FFF2-40B4-BE49-F238E27FC236}">
                <a16:creationId xmlns:a16="http://schemas.microsoft.com/office/drawing/2014/main" id="{93EC3B5F-22D6-8BDF-7FD4-B49C6B2940A6}"/>
              </a:ext>
            </a:extLst>
          </p:cNvPr>
          <p:cNvSpPr txBox="1"/>
          <p:nvPr/>
        </p:nvSpPr>
        <p:spPr>
          <a:xfrm>
            <a:off x="3716867" y="3741226"/>
            <a:ext cx="462845" cy="584775"/>
          </a:xfrm>
          <a:prstGeom prst="rect">
            <a:avLst/>
          </a:prstGeom>
          <a:noFill/>
        </p:spPr>
        <p:txBody>
          <a:bodyPr wrap="square" rtlCol="0">
            <a:spAutoFit/>
          </a:bodyPr>
          <a:lstStyle/>
          <a:p>
            <a:pPr algn="ctr"/>
            <a:r>
              <a:rPr lang="en-US" sz="3200" dirty="0"/>
              <a:t>6</a:t>
            </a:r>
          </a:p>
        </p:txBody>
      </p:sp>
      <p:sp>
        <p:nvSpPr>
          <p:cNvPr id="67" name="TextBox 66">
            <a:extLst>
              <a:ext uri="{FF2B5EF4-FFF2-40B4-BE49-F238E27FC236}">
                <a16:creationId xmlns:a16="http://schemas.microsoft.com/office/drawing/2014/main" id="{1F9E17F6-1D1E-33E7-CAFA-F0F1B839E374}"/>
              </a:ext>
            </a:extLst>
          </p:cNvPr>
          <p:cNvSpPr txBox="1"/>
          <p:nvPr/>
        </p:nvSpPr>
        <p:spPr>
          <a:xfrm>
            <a:off x="4216401" y="4244561"/>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D5DCC7AD-6743-5F64-1013-63DE6A846F54}"/>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54" name="TextBox 53">
            <a:extLst>
              <a:ext uri="{FF2B5EF4-FFF2-40B4-BE49-F238E27FC236}">
                <a16:creationId xmlns:a16="http://schemas.microsoft.com/office/drawing/2014/main" id="{06BAE85E-B8A6-443A-2D13-4A8AEB59899F}"/>
              </a:ext>
            </a:extLst>
          </p:cNvPr>
          <p:cNvSpPr txBox="1"/>
          <p:nvPr/>
        </p:nvSpPr>
        <p:spPr>
          <a:xfrm>
            <a:off x="4216401" y="4747898"/>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844217F6-B7A1-0AD5-659D-C9EC75DC7B8D}"/>
              </a:ext>
            </a:extLst>
          </p:cNvPr>
          <p:cNvSpPr txBox="1"/>
          <p:nvPr/>
        </p:nvSpPr>
        <p:spPr>
          <a:xfrm>
            <a:off x="3217333" y="424456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9D024389-9933-1F55-B695-1DF483392EEA}"/>
              </a:ext>
            </a:extLst>
          </p:cNvPr>
          <p:cNvSpPr txBox="1"/>
          <p:nvPr/>
        </p:nvSpPr>
        <p:spPr>
          <a:xfrm>
            <a:off x="3217333" y="3237891"/>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3F5F9542-A394-52E0-4326-EBDA04498035}"/>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56" name="TextBox 55">
            <a:extLst>
              <a:ext uri="{FF2B5EF4-FFF2-40B4-BE49-F238E27FC236}">
                <a16:creationId xmlns:a16="http://schemas.microsoft.com/office/drawing/2014/main" id="{32705DEF-36B4-8361-C6DF-091A36F28B9F}"/>
              </a:ext>
            </a:extLst>
          </p:cNvPr>
          <p:cNvSpPr txBox="1"/>
          <p:nvPr/>
        </p:nvSpPr>
        <p:spPr>
          <a:xfrm>
            <a:off x="4645378" y="4408541"/>
            <a:ext cx="570089" cy="230832"/>
          </a:xfrm>
          <a:prstGeom prst="rect">
            <a:avLst/>
          </a:prstGeom>
          <a:noFill/>
        </p:spPr>
        <p:txBody>
          <a:bodyPr wrap="square" rtlCol="0">
            <a:spAutoFit/>
          </a:bodyPr>
          <a:lstStyle/>
          <a:p>
            <a:pPr algn="ctr"/>
            <a:r>
              <a:rPr lang="en-US" sz="900" dirty="0"/>
              <a:t>63</a:t>
            </a:r>
          </a:p>
        </p:txBody>
      </p:sp>
      <p:sp>
        <p:nvSpPr>
          <p:cNvPr id="58" name="TextBox 57">
            <a:extLst>
              <a:ext uri="{FF2B5EF4-FFF2-40B4-BE49-F238E27FC236}">
                <a16:creationId xmlns:a16="http://schemas.microsoft.com/office/drawing/2014/main" id="{33A19E4B-DBA0-7535-B896-30AFD283AC5C}"/>
              </a:ext>
            </a:extLst>
          </p:cNvPr>
          <p:cNvSpPr txBox="1"/>
          <p:nvPr/>
        </p:nvSpPr>
        <p:spPr>
          <a:xfrm>
            <a:off x="7157158" y="4408541"/>
            <a:ext cx="570089" cy="230832"/>
          </a:xfrm>
          <a:prstGeom prst="rect">
            <a:avLst/>
          </a:prstGeom>
          <a:noFill/>
        </p:spPr>
        <p:txBody>
          <a:bodyPr wrap="square" rtlCol="0">
            <a:spAutoFit/>
          </a:bodyPr>
          <a:lstStyle/>
          <a:p>
            <a:pPr algn="ctr"/>
            <a:r>
              <a:rPr lang="en-US" sz="900" dirty="0"/>
              <a:t>46</a:t>
            </a:r>
          </a:p>
        </p:txBody>
      </p:sp>
      <p:sp>
        <p:nvSpPr>
          <p:cNvPr id="59" name="TextBox 58">
            <a:extLst>
              <a:ext uri="{FF2B5EF4-FFF2-40B4-BE49-F238E27FC236}">
                <a16:creationId xmlns:a16="http://schemas.microsoft.com/office/drawing/2014/main" id="{43F9E56A-1C6F-494F-FCDF-5E1A9E369280}"/>
              </a:ext>
            </a:extLst>
          </p:cNvPr>
          <p:cNvSpPr txBox="1"/>
          <p:nvPr/>
        </p:nvSpPr>
        <p:spPr>
          <a:xfrm>
            <a:off x="6152446" y="4909484"/>
            <a:ext cx="570089" cy="230832"/>
          </a:xfrm>
          <a:prstGeom prst="rect">
            <a:avLst/>
          </a:prstGeom>
          <a:noFill/>
        </p:spPr>
        <p:txBody>
          <a:bodyPr wrap="square" rtlCol="0">
            <a:spAutoFit/>
          </a:bodyPr>
          <a:lstStyle/>
          <a:p>
            <a:pPr algn="ctr"/>
            <a:r>
              <a:rPr lang="en-US" sz="900" dirty="0"/>
              <a:t>45</a:t>
            </a:r>
          </a:p>
        </p:txBody>
      </p:sp>
      <p:sp>
        <p:nvSpPr>
          <p:cNvPr id="61" name="TextBox 60">
            <a:extLst>
              <a:ext uri="{FF2B5EF4-FFF2-40B4-BE49-F238E27FC236}">
                <a16:creationId xmlns:a16="http://schemas.microsoft.com/office/drawing/2014/main" id="{7D1B2A44-B350-CA48-7022-91DB48A0CE3B}"/>
              </a:ext>
            </a:extLst>
          </p:cNvPr>
          <p:cNvSpPr txBox="1"/>
          <p:nvPr/>
        </p:nvSpPr>
        <p:spPr>
          <a:xfrm>
            <a:off x="6654802" y="4909484"/>
            <a:ext cx="570089" cy="230832"/>
          </a:xfrm>
          <a:prstGeom prst="rect">
            <a:avLst/>
          </a:prstGeom>
          <a:noFill/>
        </p:spPr>
        <p:txBody>
          <a:bodyPr wrap="square" rtlCol="0">
            <a:spAutoFit/>
          </a:bodyPr>
          <a:lstStyle/>
          <a:p>
            <a:pPr algn="ctr"/>
            <a:r>
              <a:rPr lang="en-US" sz="900" dirty="0"/>
              <a:t>456</a:t>
            </a:r>
          </a:p>
        </p:txBody>
      </p:sp>
      <p:sp>
        <p:nvSpPr>
          <p:cNvPr id="62" name="TextBox 61">
            <a:extLst>
              <a:ext uri="{FF2B5EF4-FFF2-40B4-BE49-F238E27FC236}">
                <a16:creationId xmlns:a16="http://schemas.microsoft.com/office/drawing/2014/main" id="{1B2519AB-F31B-5464-A199-DEC0A86BE1BE}"/>
              </a:ext>
            </a:extLst>
          </p:cNvPr>
          <p:cNvSpPr txBox="1"/>
          <p:nvPr/>
        </p:nvSpPr>
        <p:spPr>
          <a:xfrm>
            <a:off x="4645378" y="4909484"/>
            <a:ext cx="570089" cy="230832"/>
          </a:xfrm>
          <a:prstGeom prst="rect">
            <a:avLst/>
          </a:prstGeom>
          <a:noFill/>
        </p:spPr>
        <p:txBody>
          <a:bodyPr wrap="square" rtlCol="0">
            <a:spAutoFit/>
          </a:bodyPr>
          <a:lstStyle/>
          <a:p>
            <a:pPr algn="ctr"/>
            <a:r>
              <a:rPr lang="en-US" sz="900" dirty="0"/>
              <a:t>236</a:t>
            </a:r>
          </a:p>
        </p:txBody>
      </p:sp>
      <p:sp>
        <p:nvSpPr>
          <p:cNvPr id="64" name="TextBox 63">
            <a:extLst>
              <a:ext uri="{FF2B5EF4-FFF2-40B4-BE49-F238E27FC236}">
                <a16:creationId xmlns:a16="http://schemas.microsoft.com/office/drawing/2014/main" id="{64BA5095-9E1F-BC0A-1114-A72B30348828}"/>
              </a:ext>
            </a:extLst>
          </p:cNvPr>
          <p:cNvSpPr txBox="1"/>
          <p:nvPr/>
        </p:nvSpPr>
        <p:spPr>
          <a:xfrm>
            <a:off x="5147734" y="4909484"/>
            <a:ext cx="570089" cy="230832"/>
          </a:xfrm>
          <a:prstGeom prst="rect">
            <a:avLst/>
          </a:prstGeom>
          <a:noFill/>
        </p:spPr>
        <p:txBody>
          <a:bodyPr wrap="square" rtlCol="0">
            <a:spAutoFit/>
          </a:bodyPr>
          <a:lstStyle/>
          <a:p>
            <a:pPr algn="ctr"/>
            <a:r>
              <a:rPr lang="en-US" sz="900" dirty="0"/>
              <a:t>28</a:t>
            </a:r>
          </a:p>
        </p:txBody>
      </p:sp>
      <p:sp>
        <p:nvSpPr>
          <p:cNvPr id="68" name="TextBox 67">
            <a:extLst>
              <a:ext uri="{FF2B5EF4-FFF2-40B4-BE49-F238E27FC236}">
                <a16:creationId xmlns:a16="http://schemas.microsoft.com/office/drawing/2014/main" id="{7D41BC59-649C-E060-7730-26C3FD9DDEA4}"/>
              </a:ext>
            </a:extLst>
          </p:cNvPr>
          <p:cNvSpPr txBox="1"/>
          <p:nvPr/>
        </p:nvSpPr>
        <p:spPr>
          <a:xfrm>
            <a:off x="5650090" y="4909484"/>
            <a:ext cx="570089" cy="230832"/>
          </a:xfrm>
          <a:prstGeom prst="rect">
            <a:avLst/>
          </a:prstGeom>
          <a:noFill/>
        </p:spPr>
        <p:txBody>
          <a:bodyPr wrap="square" rtlCol="0">
            <a:spAutoFit/>
          </a:bodyPr>
          <a:lstStyle/>
          <a:p>
            <a:pPr algn="ctr"/>
            <a:r>
              <a:rPr lang="en-US" sz="900" dirty="0"/>
              <a:t>2368</a:t>
            </a:r>
          </a:p>
        </p:txBody>
      </p:sp>
      <p:sp>
        <p:nvSpPr>
          <p:cNvPr id="69" name="TextBox 68">
            <a:extLst>
              <a:ext uri="{FF2B5EF4-FFF2-40B4-BE49-F238E27FC236}">
                <a16:creationId xmlns:a16="http://schemas.microsoft.com/office/drawing/2014/main" id="{BB3826F1-ED46-A301-ACA5-A0015B084CB4}"/>
              </a:ext>
            </a:extLst>
          </p:cNvPr>
          <p:cNvSpPr txBox="1"/>
          <p:nvPr/>
        </p:nvSpPr>
        <p:spPr>
          <a:xfrm>
            <a:off x="5147734" y="901933"/>
            <a:ext cx="570089" cy="230832"/>
          </a:xfrm>
          <a:prstGeom prst="rect">
            <a:avLst/>
          </a:prstGeom>
          <a:noFill/>
        </p:spPr>
        <p:txBody>
          <a:bodyPr wrap="square" rtlCol="0">
            <a:spAutoFit/>
          </a:bodyPr>
          <a:lstStyle/>
          <a:p>
            <a:pPr algn="ctr"/>
            <a:r>
              <a:rPr lang="en-US" sz="900" dirty="0"/>
              <a:t>278</a:t>
            </a:r>
          </a:p>
        </p:txBody>
      </p:sp>
      <p:sp>
        <p:nvSpPr>
          <p:cNvPr id="70" name="TextBox 69">
            <a:extLst>
              <a:ext uri="{FF2B5EF4-FFF2-40B4-BE49-F238E27FC236}">
                <a16:creationId xmlns:a16="http://schemas.microsoft.com/office/drawing/2014/main" id="{699F8CFD-32E1-A58C-9D9A-6375360CA32F}"/>
              </a:ext>
            </a:extLst>
          </p:cNvPr>
          <p:cNvSpPr txBox="1"/>
          <p:nvPr/>
        </p:nvSpPr>
        <p:spPr>
          <a:xfrm>
            <a:off x="5650090" y="901933"/>
            <a:ext cx="570089" cy="230832"/>
          </a:xfrm>
          <a:prstGeom prst="rect">
            <a:avLst/>
          </a:prstGeom>
          <a:noFill/>
        </p:spPr>
        <p:txBody>
          <a:bodyPr wrap="square" rtlCol="0">
            <a:spAutoFit/>
          </a:bodyPr>
          <a:lstStyle/>
          <a:p>
            <a:pPr algn="ctr"/>
            <a:r>
              <a:rPr lang="en-US" sz="900" dirty="0"/>
              <a:t>258</a:t>
            </a:r>
          </a:p>
        </p:txBody>
      </p:sp>
      <p:sp>
        <p:nvSpPr>
          <p:cNvPr id="71" name="TextBox 70">
            <a:extLst>
              <a:ext uri="{FF2B5EF4-FFF2-40B4-BE49-F238E27FC236}">
                <a16:creationId xmlns:a16="http://schemas.microsoft.com/office/drawing/2014/main" id="{1B1C89AF-D5F9-06A4-D93D-FBE9FD237781}"/>
              </a:ext>
            </a:extLst>
          </p:cNvPr>
          <p:cNvSpPr txBox="1"/>
          <p:nvPr/>
        </p:nvSpPr>
        <p:spPr>
          <a:xfrm>
            <a:off x="5147734" y="1402877"/>
            <a:ext cx="570089" cy="230832"/>
          </a:xfrm>
          <a:prstGeom prst="rect">
            <a:avLst/>
          </a:prstGeom>
          <a:noFill/>
        </p:spPr>
        <p:txBody>
          <a:bodyPr wrap="square" rtlCol="0">
            <a:spAutoFit/>
          </a:bodyPr>
          <a:lstStyle/>
          <a:p>
            <a:pPr algn="ctr"/>
            <a:r>
              <a:rPr lang="en-US" sz="900" dirty="0"/>
              <a:t>278</a:t>
            </a:r>
          </a:p>
        </p:txBody>
      </p:sp>
      <p:sp>
        <p:nvSpPr>
          <p:cNvPr id="72" name="TextBox 71">
            <a:extLst>
              <a:ext uri="{FF2B5EF4-FFF2-40B4-BE49-F238E27FC236}">
                <a16:creationId xmlns:a16="http://schemas.microsoft.com/office/drawing/2014/main" id="{75BDDEE0-762F-5B50-AA43-435000A7B51B}"/>
              </a:ext>
            </a:extLst>
          </p:cNvPr>
          <p:cNvSpPr txBox="1"/>
          <p:nvPr/>
        </p:nvSpPr>
        <p:spPr>
          <a:xfrm>
            <a:off x="5650090" y="1402877"/>
            <a:ext cx="570089" cy="230832"/>
          </a:xfrm>
          <a:prstGeom prst="rect">
            <a:avLst/>
          </a:prstGeom>
          <a:noFill/>
        </p:spPr>
        <p:txBody>
          <a:bodyPr wrap="square" rtlCol="0">
            <a:spAutoFit/>
          </a:bodyPr>
          <a:lstStyle/>
          <a:p>
            <a:pPr algn="ctr"/>
            <a:r>
              <a:rPr lang="en-US" sz="900" dirty="0"/>
              <a:t>268</a:t>
            </a:r>
          </a:p>
        </p:txBody>
      </p:sp>
      <p:sp>
        <p:nvSpPr>
          <p:cNvPr id="73" name="TextBox 72">
            <a:extLst>
              <a:ext uri="{FF2B5EF4-FFF2-40B4-BE49-F238E27FC236}">
                <a16:creationId xmlns:a16="http://schemas.microsoft.com/office/drawing/2014/main" id="{ED226F0A-CEE6-D4EC-35EC-8D0208E727BE}"/>
              </a:ext>
            </a:extLst>
          </p:cNvPr>
          <p:cNvSpPr txBox="1"/>
          <p:nvPr/>
        </p:nvSpPr>
        <p:spPr>
          <a:xfrm>
            <a:off x="5650090" y="1903821"/>
            <a:ext cx="570089" cy="230832"/>
          </a:xfrm>
          <a:prstGeom prst="rect">
            <a:avLst/>
          </a:prstGeom>
          <a:noFill/>
        </p:spPr>
        <p:txBody>
          <a:bodyPr wrap="square" rtlCol="0">
            <a:spAutoFit/>
          </a:bodyPr>
          <a:lstStyle/>
          <a:p>
            <a:pPr algn="ctr"/>
            <a:r>
              <a:rPr lang="en-US" sz="900" dirty="0"/>
              <a:t>56</a:t>
            </a:r>
          </a:p>
        </p:txBody>
      </p:sp>
      <p:sp>
        <p:nvSpPr>
          <p:cNvPr id="74" name="TextBox 73">
            <a:extLst>
              <a:ext uri="{FF2B5EF4-FFF2-40B4-BE49-F238E27FC236}">
                <a16:creationId xmlns:a16="http://schemas.microsoft.com/office/drawing/2014/main" id="{7CFDDD27-BB8E-D5B5-B9A3-2F98FE46F584}"/>
              </a:ext>
            </a:extLst>
          </p:cNvPr>
          <p:cNvSpPr txBox="1"/>
          <p:nvPr/>
        </p:nvSpPr>
        <p:spPr>
          <a:xfrm>
            <a:off x="6152446" y="2404765"/>
            <a:ext cx="570089" cy="230832"/>
          </a:xfrm>
          <a:prstGeom prst="rect">
            <a:avLst/>
          </a:prstGeom>
          <a:noFill/>
        </p:spPr>
        <p:txBody>
          <a:bodyPr wrap="square" rtlCol="0">
            <a:spAutoFit/>
          </a:bodyPr>
          <a:lstStyle/>
          <a:p>
            <a:pPr algn="ctr"/>
            <a:r>
              <a:rPr lang="en-US" sz="900" dirty="0"/>
              <a:t>34</a:t>
            </a:r>
          </a:p>
        </p:txBody>
      </p:sp>
      <p:sp>
        <p:nvSpPr>
          <p:cNvPr id="75" name="TextBox 74">
            <a:extLst>
              <a:ext uri="{FF2B5EF4-FFF2-40B4-BE49-F238E27FC236}">
                <a16:creationId xmlns:a16="http://schemas.microsoft.com/office/drawing/2014/main" id="{BCAA54C9-5D71-9357-7A03-58D73C0917AD}"/>
              </a:ext>
            </a:extLst>
          </p:cNvPr>
          <p:cNvSpPr txBox="1"/>
          <p:nvPr/>
        </p:nvSpPr>
        <p:spPr>
          <a:xfrm>
            <a:off x="6654802" y="2404765"/>
            <a:ext cx="570089" cy="230832"/>
          </a:xfrm>
          <a:prstGeom prst="rect">
            <a:avLst/>
          </a:prstGeom>
          <a:noFill/>
        </p:spPr>
        <p:txBody>
          <a:bodyPr wrap="square" rtlCol="0">
            <a:spAutoFit/>
          </a:bodyPr>
          <a:lstStyle/>
          <a:p>
            <a:pPr algn="ctr"/>
            <a:r>
              <a:rPr lang="en-US" sz="900" dirty="0"/>
              <a:t>248</a:t>
            </a:r>
          </a:p>
        </p:txBody>
      </p:sp>
      <p:sp>
        <p:nvSpPr>
          <p:cNvPr id="76" name="TextBox 75">
            <a:extLst>
              <a:ext uri="{FF2B5EF4-FFF2-40B4-BE49-F238E27FC236}">
                <a16:creationId xmlns:a16="http://schemas.microsoft.com/office/drawing/2014/main" id="{15AB4737-EFB5-98AF-3CC2-BD34830D2A81}"/>
              </a:ext>
            </a:extLst>
          </p:cNvPr>
          <p:cNvSpPr txBox="1"/>
          <p:nvPr/>
        </p:nvSpPr>
        <p:spPr>
          <a:xfrm>
            <a:off x="7157158" y="2404765"/>
            <a:ext cx="570089" cy="230832"/>
          </a:xfrm>
          <a:prstGeom prst="rect">
            <a:avLst/>
          </a:prstGeom>
          <a:noFill/>
        </p:spPr>
        <p:txBody>
          <a:bodyPr wrap="square" rtlCol="0">
            <a:spAutoFit/>
          </a:bodyPr>
          <a:lstStyle/>
          <a:p>
            <a:pPr algn="ctr"/>
            <a:r>
              <a:rPr lang="en-US" sz="900" dirty="0"/>
              <a:t>2348</a:t>
            </a:r>
          </a:p>
        </p:txBody>
      </p:sp>
      <p:sp>
        <p:nvSpPr>
          <p:cNvPr id="81" name="TextBox 80">
            <a:extLst>
              <a:ext uri="{FF2B5EF4-FFF2-40B4-BE49-F238E27FC236}">
                <a16:creationId xmlns:a16="http://schemas.microsoft.com/office/drawing/2014/main" id="{E53698E4-37CE-F4A3-8263-C6A2F55F8465}"/>
              </a:ext>
            </a:extLst>
          </p:cNvPr>
          <p:cNvSpPr txBox="1"/>
          <p:nvPr/>
        </p:nvSpPr>
        <p:spPr>
          <a:xfrm>
            <a:off x="7213604" y="2734556"/>
            <a:ext cx="462845" cy="584775"/>
          </a:xfrm>
          <a:prstGeom prst="rect">
            <a:avLst/>
          </a:prstGeom>
          <a:noFill/>
        </p:spPr>
        <p:txBody>
          <a:bodyPr wrap="square" rtlCol="0">
            <a:spAutoFit/>
          </a:bodyPr>
          <a:lstStyle/>
          <a:p>
            <a:pPr algn="ctr"/>
            <a:r>
              <a:rPr lang="en-US" sz="3200" dirty="0"/>
              <a:t>5</a:t>
            </a:r>
          </a:p>
        </p:txBody>
      </p:sp>
      <p:sp>
        <p:nvSpPr>
          <p:cNvPr id="85" name="TextBox 84">
            <a:extLst>
              <a:ext uri="{FF2B5EF4-FFF2-40B4-BE49-F238E27FC236}">
                <a16:creationId xmlns:a16="http://schemas.microsoft.com/office/drawing/2014/main" id="{D044397B-CA25-7E78-BED3-9C5521EEE7DE}"/>
              </a:ext>
            </a:extLst>
          </p:cNvPr>
          <p:cNvSpPr txBox="1"/>
          <p:nvPr/>
        </p:nvSpPr>
        <p:spPr>
          <a:xfrm>
            <a:off x="3217333" y="1224551"/>
            <a:ext cx="462845" cy="584775"/>
          </a:xfrm>
          <a:prstGeom prst="rect">
            <a:avLst/>
          </a:prstGeom>
          <a:noFill/>
        </p:spPr>
        <p:txBody>
          <a:bodyPr wrap="square" rtlCol="0">
            <a:spAutoFit/>
          </a:bodyPr>
          <a:lstStyle/>
          <a:p>
            <a:pPr algn="ctr"/>
            <a:r>
              <a:rPr lang="en-US" sz="3200" dirty="0"/>
              <a:t>5</a:t>
            </a:r>
          </a:p>
        </p:txBody>
      </p:sp>
      <p:sp>
        <p:nvSpPr>
          <p:cNvPr id="86" name="TextBox 85">
            <a:extLst>
              <a:ext uri="{FF2B5EF4-FFF2-40B4-BE49-F238E27FC236}">
                <a16:creationId xmlns:a16="http://schemas.microsoft.com/office/drawing/2014/main" id="{1B9950EF-5273-6631-2C3C-8C540B25A715}"/>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22016396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A5042-0981-E80F-1D01-3AEBA637E8B0}"/>
            </a:ext>
          </a:extLst>
        </p:cNvPr>
        <p:cNvGrpSpPr/>
        <p:nvPr/>
      </p:nvGrpSpPr>
      <p:grpSpPr>
        <a:xfrm>
          <a:off x="0" y="0"/>
          <a:ext cx="0" cy="0"/>
          <a:chOff x="0" y="0"/>
          <a:chExt cx="0" cy="0"/>
        </a:xfrm>
      </p:grpSpPr>
      <p:sp>
        <p:nvSpPr>
          <p:cNvPr id="77" name="TextBox 76">
            <a:extLst>
              <a:ext uri="{FF2B5EF4-FFF2-40B4-BE49-F238E27FC236}">
                <a16:creationId xmlns:a16="http://schemas.microsoft.com/office/drawing/2014/main" id="{11BEB1AD-D053-F5EE-6CE7-C2AB7B5EFDC5}"/>
              </a:ext>
            </a:extLst>
          </p:cNvPr>
          <p:cNvSpPr txBox="1"/>
          <p:nvPr/>
        </p:nvSpPr>
        <p:spPr>
          <a:xfrm>
            <a:off x="5715003" y="1727886"/>
            <a:ext cx="462845" cy="584775"/>
          </a:xfrm>
          <a:prstGeom prst="rect">
            <a:avLst/>
          </a:prstGeom>
          <a:solidFill>
            <a:srgbClr val="92D050">
              <a:alpha val="15000"/>
            </a:srgbClr>
          </a:solidFill>
        </p:spPr>
        <p:txBody>
          <a:bodyPr wrap="square" rtlCol="0">
            <a:spAutoFit/>
          </a:bodyPr>
          <a:lstStyle/>
          <a:p>
            <a:pPr algn="ctr"/>
            <a:endParaRPr lang="en-US" sz="3200" dirty="0"/>
          </a:p>
        </p:txBody>
      </p:sp>
      <p:sp>
        <p:nvSpPr>
          <p:cNvPr id="78" name="TextBox 77">
            <a:extLst>
              <a:ext uri="{FF2B5EF4-FFF2-40B4-BE49-F238E27FC236}">
                <a16:creationId xmlns:a16="http://schemas.microsoft.com/office/drawing/2014/main" id="{34E11DDC-8248-8187-D68C-1AA54A95A512}"/>
              </a:ext>
            </a:extLst>
          </p:cNvPr>
          <p:cNvSpPr txBox="1"/>
          <p:nvPr/>
        </p:nvSpPr>
        <p:spPr>
          <a:xfrm>
            <a:off x="6214537" y="2231221"/>
            <a:ext cx="462845" cy="584775"/>
          </a:xfrm>
          <a:prstGeom prst="rect">
            <a:avLst/>
          </a:prstGeom>
          <a:solidFill>
            <a:srgbClr val="92D050">
              <a:alpha val="15000"/>
            </a:srgbClr>
          </a:solidFill>
        </p:spPr>
        <p:txBody>
          <a:bodyPr wrap="square" rtlCol="0">
            <a:spAutoFit/>
          </a:bodyPr>
          <a:lstStyle/>
          <a:p>
            <a:pPr algn="ctr"/>
            <a:endParaRPr lang="en-US" sz="3200" dirty="0"/>
          </a:p>
        </p:txBody>
      </p:sp>
      <p:sp>
        <p:nvSpPr>
          <p:cNvPr id="82" name="TextBox 81">
            <a:extLst>
              <a:ext uri="{FF2B5EF4-FFF2-40B4-BE49-F238E27FC236}">
                <a16:creationId xmlns:a16="http://schemas.microsoft.com/office/drawing/2014/main" id="{F5316051-8D30-BDA3-D391-18C483EA2BDF}"/>
              </a:ext>
            </a:extLst>
          </p:cNvPr>
          <p:cNvSpPr txBox="1"/>
          <p:nvPr/>
        </p:nvSpPr>
        <p:spPr>
          <a:xfrm>
            <a:off x="6714071" y="2734556"/>
            <a:ext cx="462845" cy="584775"/>
          </a:xfrm>
          <a:prstGeom prst="rect">
            <a:avLst/>
          </a:prstGeom>
          <a:solidFill>
            <a:srgbClr val="92D050">
              <a:alpha val="15000"/>
            </a:srgbClr>
          </a:solidFill>
        </p:spPr>
        <p:txBody>
          <a:bodyPr wrap="square" rtlCol="0">
            <a:spAutoFit/>
          </a:bodyPr>
          <a:lstStyle/>
          <a:p>
            <a:pPr algn="ctr"/>
            <a:r>
              <a:rPr lang="en-US" sz="3200" dirty="0"/>
              <a:t>7</a:t>
            </a:r>
          </a:p>
        </p:txBody>
      </p:sp>
      <p:sp>
        <p:nvSpPr>
          <p:cNvPr id="83" name="TextBox 82">
            <a:extLst>
              <a:ext uri="{FF2B5EF4-FFF2-40B4-BE49-F238E27FC236}">
                <a16:creationId xmlns:a16="http://schemas.microsoft.com/office/drawing/2014/main" id="{A6CFE788-7F36-10CB-C40D-267F2411AB82}"/>
              </a:ext>
            </a:extLst>
          </p:cNvPr>
          <p:cNvSpPr txBox="1"/>
          <p:nvPr/>
        </p:nvSpPr>
        <p:spPr>
          <a:xfrm>
            <a:off x="7213604" y="3237891"/>
            <a:ext cx="462845" cy="584775"/>
          </a:xfrm>
          <a:prstGeom prst="rect">
            <a:avLst/>
          </a:prstGeom>
          <a:solidFill>
            <a:srgbClr val="92D050">
              <a:alpha val="15000"/>
            </a:srgbClr>
          </a:solidFill>
        </p:spPr>
        <p:txBody>
          <a:bodyPr wrap="square" rtlCol="0">
            <a:spAutoFit/>
          </a:bodyPr>
          <a:lstStyle/>
          <a:p>
            <a:pPr algn="ctr"/>
            <a:r>
              <a:rPr lang="en-US" sz="3200" dirty="0"/>
              <a:t>2</a:t>
            </a:r>
          </a:p>
        </p:txBody>
      </p:sp>
      <p:sp>
        <p:nvSpPr>
          <p:cNvPr id="84" name="TextBox 83">
            <a:extLst>
              <a:ext uri="{FF2B5EF4-FFF2-40B4-BE49-F238E27FC236}">
                <a16:creationId xmlns:a16="http://schemas.microsoft.com/office/drawing/2014/main" id="{EA1B52C6-85F0-5953-599C-5C9719C17AAB}"/>
              </a:ext>
            </a:extLst>
          </p:cNvPr>
          <p:cNvSpPr txBox="1"/>
          <p:nvPr/>
        </p:nvSpPr>
        <p:spPr>
          <a:xfrm>
            <a:off x="7213604" y="3741226"/>
            <a:ext cx="462845" cy="584775"/>
          </a:xfrm>
          <a:prstGeom prst="rect">
            <a:avLst/>
          </a:prstGeom>
          <a:solidFill>
            <a:srgbClr val="92D050">
              <a:alpha val="15000"/>
            </a:srgbClr>
          </a:solidFill>
        </p:spPr>
        <p:txBody>
          <a:bodyPr wrap="square" rtlCol="0">
            <a:spAutoFit/>
          </a:bodyPr>
          <a:lstStyle/>
          <a:p>
            <a:pPr algn="ctr"/>
            <a:r>
              <a:rPr lang="en-US" sz="3200" dirty="0"/>
              <a:t>7</a:t>
            </a:r>
          </a:p>
        </p:txBody>
      </p:sp>
      <p:sp>
        <p:nvSpPr>
          <p:cNvPr id="46" name="TextBox 45">
            <a:extLst>
              <a:ext uri="{FF2B5EF4-FFF2-40B4-BE49-F238E27FC236}">
                <a16:creationId xmlns:a16="http://schemas.microsoft.com/office/drawing/2014/main" id="{0D964764-8CF7-549C-421E-00431435B9A7}"/>
              </a:ext>
            </a:extLst>
          </p:cNvPr>
          <p:cNvSpPr txBox="1"/>
          <p:nvPr/>
        </p:nvSpPr>
        <p:spPr>
          <a:xfrm>
            <a:off x="3716867" y="2231221"/>
            <a:ext cx="462845" cy="584775"/>
          </a:xfrm>
          <a:prstGeom prst="rect">
            <a:avLst/>
          </a:prstGeom>
          <a:solidFill>
            <a:srgbClr val="FF0000">
              <a:alpha val="15000"/>
            </a:srgbClr>
          </a:solidFill>
        </p:spPr>
        <p:txBody>
          <a:bodyPr wrap="square" rtlCol="0">
            <a:spAutoFit/>
          </a:bodyPr>
          <a:lstStyle/>
          <a:p>
            <a:pPr algn="ctr"/>
            <a:r>
              <a:rPr lang="en-US" sz="3200" dirty="0"/>
              <a:t>7</a:t>
            </a:r>
          </a:p>
        </p:txBody>
      </p:sp>
      <p:sp>
        <p:nvSpPr>
          <p:cNvPr id="47" name="TextBox 46">
            <a:extLst>
              <a:ext uri="{FF2B5EF4-FFF2-40B4-BE49-F238E27FC236}">
                <a16:creationId xmlns:a16="http://schemas.microsoft.com/office/drawing/2014/main" id="{6387C331-E631-84EF-D58D-FFB8C950D5F0}"/>
              </a:ext>
            </a:extLst>
          </p:cNvPr>
          <p:cNvSpPr txBox="1"/>
          <p:nvPr/>
        </p:nvSpPr>
        <p:spPr>
          <a:xfrm>
            <a:off x="4216401" y="2734556"/>
            <a:ext cx="462845" cy="584775"/>
          </a:xfrm>
          <a:prstGeom prst="rect">
            <a:avLst/>
          </a:prstGeom>
          <a:solidFill>
            <a:srgbClr val="FF0000">
              <a:alpha val="15000"/>
            </a:srgbClr>
          </a:solid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0AEF1C0B-D995-7FE8-95DD-1D0E047D6654}"/>
              </a:ext>
            </a:extLst>
          </p:cNvPr>
          <p:cNvSpPr txBox="1"/>
          <p:nvPr/>
        </p:nvSpPr>
        <p:spPr>
          <a:xfrm>
            <a:off x="4715935" y="3237891"/>
            <a:ext cx="462845" cy="584775"/>
          </a:xfrm>
          <a:prstGeom prst="rect">
            <a:avLst/>
          </a:prstGeom>
          <a:solidFill>
            <a:srgbClr val="FF0000">
              <a:alpha val="15000"/>
            </a:srgbClr>
          </a:solidFill>
        </p:spPr>
        <p:txBody>
          <a:bodyPr wrap="square" rtlCol="0">
            <a:spAutoFit/>
          </a:bodyPr>
          <a:lstStyle/>
          <a:p>
            <a:pPr algn="ctr"/>
            <a:r>
              <a:rPr lang="en-US" sz="3200" dirty="0"/>
              <a:t>7</a:t>
            </a:r>
          </a:p>
        </p:txBody>
      </p:sp>
      <p:sp>
        <p:nvSpPr>
          <p:cNvPr id="49" name="TextBox 48">
            <a:extLst>
              <a:ext uri="{FF2B5EF4-FFF2-40B4-BE49-F238E27FC236}">
                <a16:creationId xmlns:a16="http://schemas.microsoft.com/office/drawing/2014/main" id="{FCF0F71D-073C-1439-3D54-AECDC73E06BF}"/>
              </a:ext>
            </a:extLst>
          </p:cNvPr>
          <p:cNvSpPr txBox="1"/>
          <p:nvPr/>
        </p:nvSpPr>
        <p:spPr>
          <a:xfrm>
            <a:off x="5215469" y="3741226"/>
            <a:ext cx="462845" cy="584775"/>
          </a:xfrm>
          <a:prstGeom prst="rect">
            <a:avLst/>
          </a:prstGeom>
          <a:solidFill>
            <a:srgbClr val="FF0000">
              <a:alpha val="15000"/>
            </a:srgbClr>
          </a:solidFill>
        </p:spPr>
        <p:txBody>
          <a:bodyPr wrap="square" rtlCol="0">
            <a:spAutoFit/>
          </a:bodyPr>
          <a:lstStyle/>
          <a:p>
            <a:pPr algn="ctr"/>
            <a:r>
              <a:rPr lang="en-US" sz="3200" dirty="0"/>
              <a:t>4</a:t>
            </a:r>
          </a:p>
        </p:txBody>
      </p:sp>
      <p:sp>
        <p:nvSpPr>
          <p:cNvPr id="50" name="TextBox 49">
            <a:extLst>
              <a:ext uri="{FF2B5EF4-FFF2-40B4-BE49-F238E27FC236}">
                <a16:creationId xmlns:a16="http://schemas.microsoft.com/office/drawing/2014/main" id="{287EDE94-32DE-1B15-7AF6-094645156D99}"/>
              </a:ext>
            </a:extLst>
          </p:cNvPr>
          <p:cNvSpPr txBox="1"/>
          <p:nvPr/>
        </p:nvSpPr>
        <p:spPr>
          <a:xfrm>
            <a:off x="5715003" y="4244561"/>
            <a:ext cx="462845" cy="584775"/>
          </a:xfrm>
          <a:prstGeom prst="rect">
            <a:avLst/>
          </a:prstGeom>
          <a:solidFill>
            <a:srgbClr val="FF0000">
              <a:alpha val="15000"/>
            </a:srgbClr>
          </a:solidFill>
        </p:spPr>
        <p:txBody>
          <a:bodyPr wrap="square" rtlCol="0">
            <a:spAutoFit/>
          </a:bodyPr>
          <a:lstStyle/>
          <a:p>
            <a:pPr algn="ctr"/>
            <a:r>
              <a:rPr lang="en-US" sz="3200" dirty="0"/>
              <a:t>7</a:t>
            </a:r>
          </a:p>
        </p:txBody>
      </p:sp>
      <p:sp>
        <p:nvSpPr>
          <p:cNvPr id="2" name="Content Placeholder 1">
            <a:extLst>
              <a:ext uri="{FF2B5EF4-FFF2-40B4-BE49-F238E27FC236}">
                <a16:creationId xmlns:a16="http://schemas.microsoft.com/office/drawing/2014/main" id="{A4342F05-4A7D-B3EB-A16F-1F1B43688CE0}"/>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7F82ED93-529B-E825-533C-EEAA05D0CF5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C5ED098-A73A-22CC-DE6A-20DEDE18B8B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6CF1732-FF1B-9811-D232-212AF59D5A3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1BD70F1-5AB8-3466-7727-C819E42B267E}"/>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DA8F6BCF-2FCB-E996-6735-32EB4AD67985}"/>
              </a:ext>
            </a:extLst>
          </p:cNvPr>
          <p:cNvSpPr txBox="1"/>
          <p:nvPr/>
        </p:nvSpPr>
        <p:spPr>
          <a:xfrm>
            <a:off x="7213604" y="4747898"/>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0632CC67-1BBC-5ACD-EA9C-E81C6DD668FF}"/>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1162682F-01AC-C564-513B-3A5DE79B04BF}"/>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17" name="TextBox 16">
            <a:extLst>
              <a:ext uri="{FF2B5EF4-FFF2-40B4-BE49-F238E27FC236}">
                <a16:creationId xmlns:a16="http://schemas.microsoft.com/office/drawing/2014/main" id="{1F063767-AE15-FC59-A98D-6E4152EE07CB}"/>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26EF25AD-69A9-C9D9-B8A5-5547B3CB03BD}"/>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8C157E17-48CB-E154-8956-5F8C6473F29E}"/>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6905C02F-A00E-CD90-C255-B33CDD50331E}"/>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6B14ABBA-0496-9828-FE6C-A0779AA54396}"/>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FB04DE45-EB70-5FB1-EE72-E4044359D091}"/>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7E1483C2-9ACC-499A-E274-B19F76285B43}"/>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6E35726D-5F59-A4E0-0161-B2DB963D5975}"/>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91C47E79-12FD-3EEE-497A-0FE668FD579A}"/>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58D08452-A5D5-0752-3F65-17214A0ADDED}"/>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C0DDBCBF-9EAA-FD53-B2FA-D7FC1B310B4B}"/>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D75D8AFA-19C5-D5F5-CC54-B160A708DD4C}"/>
              </a:ext>
            </a:extLst>
          </p:cNvPr>
          <p:cNvSpPr txBox="1"/>
          <p:nvPr/>
        </p:nvSpPr>
        <p:spPr>
          <a:xfrm>
            <a:off x="5715003" y="223122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155B9354-0B4C-277E-E2D2-1EA8BCCE1C80}"/>
              </a:ext>
            </a:extLst>
          </p:cNvPr>
          <p:cNvSpPr txBox="1"/>
          <p:nvPr/>
        </p:nvSpPr>
        <p:spPr>
          <a:xfrm>
            <a:off x="3217333" y="273455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4E8ECAEE-1D95-6185-D61B-53FB7EB9DDBB}"/>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389E09B5-4895-6E93-6FF3-DC49AFDF6C60}"/>
              </a:ext>
            </a:extLst>
          </p:cNvPr>
          <p:cNvSpPr txBox="1"/>
          <p:nvPr/>
        </p:nvSpPr>
        <p:spPr>
          <a:xfrm>
            <a:off x="3716867" y="1727886"/>
            <a:ext cx="462845" cy="584775"/>
          </a:xfrm>
          <a:prstGeom prst="rect">
            <a:avLst/>
          </a:prstGeom>
          <a:solidFill>
            <a:schemeClr val="accent5">
              <a:lumMod val="75000"/>
              <a:alpha val="25000"/>
            </a:schemeClr>
          </a:solid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2005A8DC-9640-A9B4-0530-5636243B89FC}"/>
              </a:ext>
            </a:extLst>
          </p:cNvPr>
          <p:cNvSpPr txBox="1"/>
          <p:nvPr/>
        </p:nvSpPr>
        <p:spPr>
          <a:xfrm>
            <a:off x="4715935" y="2734556"/>
            <a:ext cx="462845" cy="584775"/>
          </a:xfrm>
          <a:prstGeom prst="rect">
            <a:avLst/>
          </a:prstGeom>
          <a:solidFill>
            <a:schemeClr val="accent5">
              <a:lumMod val="75000"/>
              <a:alpha val="25000"/>
            </a:schemeClr>
          </a:solidFill>
        </p:spPr>
        <p:txBody>
          <a:bodyPr wrap="square" rtlCol="0">
            <a:spAutoFit/>
          </a:bodyPr>
          <a:lstStyle/>
          <a:p>
            <a:pPr algn="ctr"/>
            <a:r>
              <a:rPr lang="en-US" sz="3200" dirty="0"/>
              <a:t>8</a:t>
            </a:r>
          </a:p>
        </p:txBody>
      </p:sp>
      <p:sp>
        <p:nvSpPr>
          <p:cNvPr id="43" name="TextBox 42">
            <a:extLst>
              <a:ext uri="{FF2B5EF4-FFF2-40B4-BE49-F238E27FC236}">
                <a16:creationId xmlns:a16="http://schemas.microsoft.com/office/drawing/2014/main" id="{C2B0C26B-6826-A7DA-3C67-202C54299381}"/>
              </a:ext>
            </a:extLst>
          </p:cNvPr>
          <p:cNvSpPr txBox="1"/>
          <p:nvPr/>
        </p:nvSpPr>
        <p:spPr>
          <a:xfrm>
            <a:off x="5215469" y="3237891"/>
            <a:ext cx="462845" cy="584775"/>
          </a:xfrm>
          <a:prstGeom prst="rect">
            <a:avLst/>
          </a:prstGeom>
          <a:solidFill>
            <a:schemeClr val="accent5">
              <a:lumMod val="75000"/>
              <a:alpha val="25000"/>
            </a:schemeClr>
          </a:solidFill>
        </p:spPr>
        <p:txBody>
          <a:bodyPr wrap="square" rtlCol="0">
            <a:spAutoFit/>
          </a:bodyPr>
          <a:lstStyle/>
          <a:p>
            <a:pPr algn="ctr"/>
            <a:r>
              <a:rPr lang="en-US" sz="3200" dirty="0"/>
              <a:t>6</a:t>
            </a:r>
          </a:p>
        </p:txBody>
      </p:sp>
      <p:sp>
        <p:nvSpPr>
          <p:cNvPr id="44" name="TextBox 43">
            <a:extLst>
              <a:ext uri="{FF2B5EF4-FFF2-40B4-BE49-F238E27FC236}">
                <a16:creationId xmlns:a16="http://schemas.microsoft.com/office/drawing/2014/main" id="{095BB81F-A2F7-43C9-3648-654A90AD23B8}"/>
              </a:ext>
            </a:extLst>
          </p:cNvPr>
          <p:cNvSpPr txBox="1"/>
          <p:nvPr/>
        </p:nvSpPr>
        <p:spPr>
          <a:xfrm>
            <a:off x="6214537" y="4244561"/>
            <a:ext cx="462845" cy="584775"/>
          </a:xfrm>
          <a:prstGeom prst="rect">
            <a:avLst/>
          </a:prstGeom>
          <a:solidFill>
            <a:schemeClr val="accent5">
              <a:lumMod val="75000"/>
              <a:alpha val="25000"/>
            </a:schemeClr>
          </a:solidFill>
        </p:spPr>
        <p:txBody>
          <a:bodyPr wrap="square" rtlCol="0">
            <a:spAutoFit/>
          </a:bodyPr>
          <a:lstStyle/>
          <a:p>
            <a:pPr algn="ctr"/>
            <a:r>
              <a:rPr lang="en-US" sz="3200" dirty="0"/>
              <a:t>8</a:t>
            </a:r>
          </a:p>
        </p:txBody>
      </p:sp>
      <p:sp>
        <p:nvSpPr>
          <p:cNvPr id="45" name="TextBox 44">
            <a:extLst>
              <a:ext uri="{FF2B5EF4-FFF2-40B4-BE49-F238E27FC236}">
                <a16:creationId xmlns:a16="http://schemas.microsoft.com/office/drawing/2014/main" id="{8994D9F9-43BB-1D4A-4652-0203C8395EC1}"/>
              </a:ext>
            </a:extLst>
          </p:cNvPr>
          <p:cNvSpPr txBox="1"/>
          <p:nvPr/>
        </p:nvSpPr>
        <p:spPr>
          <a:xfrm>
            <a:off x="4216401" y="2231221"/>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51" name="TextBox 50">
            <a:extLst>
              <a:ext uri="{FF2B5EF4-FFF2-40B4-BE49-F238E27FC236}">
                <a16:creationId xmlns:a16="http://schemas.microsoft.com/office/drawing/2014/main" id="{D09AAFF3-C7F8-2D16-5E3B-4B608BD75574}"/>
              </a:ext>
            </a:extLst>
          </p:cNvPr>
          <p:cNvSpPr txBox="1"/>
          <p:nvPr/>
        </p:nvSpPr>
        <p:spPr>
          <a:xfrm>
            <a:off x="5715003" y="3741226"/>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D2D9BA37-B9AE-6BFC-C851-E78EE346BD1C}"/>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A4CA7AAA-2216-DB46-8349-5C405862F0B5}"/>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14DF6C49-F896-3A22-0126-ABB1AC1D6737}"/>
              </a:ext>
            </a:extLst>
          </p:cNvPr>
          <p:cNvSpPr txBox="1"/>
          <p:nvPr/>
        </p:nvSpPr>
        <p:spPr>
          <a:xfrm>
            <a:off x="5215469" y="172788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565F1528-B945-D738-A28F-47D121A5BC03}"/>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6B02F9D1-DE07-8400-2E8D-1A5F33BBC1B4}"/>
              </a:ext>
            </a:extLst>
          </p:cNvPr>
          <p:cNvSpPr txBox="1"/>
          <p:nvPr/>
        </p:nvSpPr>
        <p:spPr>
          <a:xfrm>
            <a:off x="4715935" y="721216"/>
            <a:ext cx="462845" cy="584775"/>
          </a:xfrm>
          <a:prstGeom prst="rect">
            <a:avLst/>
          </a:prstGeom>
          <a:noFill/>
        </p:spPr>
        <p:txBody>
          <a:bodyPr wrap="square" rtlCol="0">
            <a:spAutoFit/>
          </a:bodyPr>
          <a:lstStyle/>
          <a:p>
            <a:pPr algn="ctr"/>
            <a:r>
              <a:rPr lang="en-US" sz="3200" dirty="0"/>
              <a:t>4</a:t>
            </a:r>
          </a:p>
        </p:txBody>
      </p:sp>
      <p:sp>
        <p:nvSpPr>
          <p:cNvPr id="28" name="TextBox 27">
            <a:extLst>
              <a:ext uri="{FF2B5EF4-FFF2-40B4-BE49-F238E27FC236}">
                <a16:creationId xmlns:a16="http://schemas.microsoft.com/office/drawing/2014/main" id="{15830F6E-F28D-6C10-DBAA-A9BDE8112E4B}"/>
              </a:ext>
            </a:extLst>
          </p:cNvPr>
          <p:cNvSpPr txBox="1"/>
          <p:nvPr/>
        </p:nvSpPr>
        <p:spPr>
          <a:xfrm>
            <a:off x="3217333" y="2231221"/>
            <a:ext cx="462845" cy="584775"/>
          </a:xfrm>
          <a:prstGeom prst="rect">
            <a:avLst/>
          </a:prstGeom>
          <a:solidFill>
            <a:srgbClr val="00B0F0">
              <a:alpha val="15000"/>
            </a:srgbClr>
          </a:solidFill>
        </p:spPr>
        <p:txBody>
          <a:bodyPr wrap="square" rtlCol="0">
            <a:spAutoFit/>
          </a:bodyPr>
          <a:lstStyle/>
          <a:p>
            <a:pPr algn="ctr"/>
            <a:r>
              <a:rPr lang="en-US" sz="3200" dirty="0"/>
              <a:t>6</a:t>
            </a:r>
          </a:p>
        </p:txBody>
      </p:sp>
      <p:sp>
        <p:nvSpPr>
          <p:cNvPr id="29" name="TextBox 28">
            <a:extLst>
              <a:ext uri="{FF2B5EF4-FFF2-40B4-BE49-F238E27FC236}">
                <a16:creationId xmlns:a16="http://schemas.microsoft.com/office/drawing/2014/main" id="{8FF81745-B8E5-3260-C4D9-E93B6AC56692}"/>
              </a:ext>
            </a:extLst>
          </p:cNvPr>
          <p:cNvSpPr txBox="1"/>
          <p:nvPr/>
        </p:nvSpPr>
        <p:spPr>
          <a:xfrm>
            <a:off x="3716867" y="2734556"/>
            <a:ext cx="462845" cy="584775"/>
          </a:xfrm>
          <a:prstGeom prst="rect">
            <a:avLst/>
          </a:prstGeom>
          <a:solidFill>
            <a:srgbClr val="00B0F0">
              <a:alpha val="15000"/>
            </a:srgbClr>
          </a:solidFill>
        </p:spPr>
        <p:txBody>
          <a:bodyPr wrap="square" rtlCol="0">
            <a:spAutoFit/>
          </a:bodyPr>
          <a:lstStyle/>
          <a:p>
            <a:pPr algn="ctr"/>
            <a:r>
              <a:rPr lang="en-US" sz="3200" dirty="0"/>
              <a:t>2</a:t>
            </a:r>
          </a:p>
        </p:txBody>
      </p:sp>
      <p:sp>
        <p:nvSpPr>
          <p:cNvPr id="32" name="TextBox 31">
            <a:extLst>
              <a:ext uri="{FF2B5EF4-FFF2-40B4-BE49-F238E27FC236}">
                <a16:creationId xmlns:a16="http://schemas.microsoft.com/office/drawing/2014/main" id="{554A48EB-D3B3-CEB7-042A-12D873D81EA1}"/>
              </a:ext>
            </a:extLst>
          </p:cNvPr>
          <p:cNvSpPr txBox="1"/>
          <p:nvPr/>
        </p:nvSpPr>
        <p:spPr>
          <a:xfrm>
            <a:off x="4216401" y="3237891"/>
            <a:ext cx="462845" cy="584775"/>
          </a:xfrm>
          <a:prstGeom prst="rect">
            <a:avLst/>
          </a:prstGeom>
          <a:solidFill>
            <a:srgbClr val="00B0F0">
              <a:alpha val="15000"/>
            </a:srgbClr>
          </a:solidFill>
        </p:spPr>
        <p:txBody>
          <a:bodyPr wrap="square" rtlCol="0">
            <a:spAutoFit/>
          </a:bodyPr>
          <a:lstStyle/>
          <a:p>
            <a:pPr algn="ctr"/>
            <a:r>
              <a:rPr lang="en-US" sz="3200" dirty="0"/>
              <a:t>8</a:t>
            </a:r>
          </a:p>
        </p:txBody>
      </p:sp>
      <p:sp>
        <p:nvSpPr>
          <p:cNvPr id="33" name="TextBox 32">
            <a:extLst>
              <a:ext uri="{FF2B5EF4-FFF2-40B4-BE49-F238E27FC236}">
                <a16:creationId xmlns:a16="http://schemas.microsoft.com/office/drawing/2014/main" id="{A7FC9F36-735D-71BE-D796-87A9EC0F6260}"/>
              </a:ext>
            </a:extLst>
          </p:cNvPr>
          <p:cNvSpPr txBox="1"/>
          <p:nvPr/>
        </p:nvSpPr>
        <p:spPr>
          <a:xfrm>
            <a:off x="4715935" y="3741226"/>
            <a:ext cx="462845" cy="584775"/>
          </a:xfrm>
          <a:prstGeom prst="rect">
            <a:avLst/>
          </a:prstGeom>
          <a:solidFill>
            <a:srgbClr val="00B0F0">
              <a:alpha val="15000"/>
            </a:srgbClr>
          </a:solid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75B40FFD-FFCD-13EB-8A67-D99DA32FEAC8}"/>
              </a:ext>
            </a:extLst>
          </p:cNvPr>
          <p:cNvSpPr txBox="1"/>
          <p:nvPr/>
        </p:nvSpPr>
        <p:spPr>
          <a:xfrm>
            <a:off x="5215469" y="4244561"/>
            <a:ext cx="462845" cy="584775"/>
          </a:xfrm>
          <a:prstGeom prst="rect">
            <a:avLst/>
          </a:prstGeom>
          <a:solidFill>
            <a:srgbClr val="00B0F0">
              <a:alpha val="15000"/>
            </a:srgbClr>
          </a:solidFill>
        </p:spPr>
        <p:txBody>
          <a:bodyPr wrap="square" rtlCol="0">
            <a:spAutoFit/>
          </a:bodyPr>
          <a:lstStyle/>
          <a:p>
            <a:pPr algn="ctr"/>
            <a:r>
              <a:rPr lang="en-US" sz="3200" dirty="0"/>
              <a:t>9</a:t>
            </a:r>
          </a:p>
        </p:txBody>
      </p:sp>
      <p:sp>
        <p:nvSpPr>
          <p:cNvPr id="27" name="TextBox 26">
            <a:extLst>
              <a:ext uri="{FF2B5EF4-FFF2-40B4-BE49-F238E27FC236}">
                <a16:creationId xmlns:a16="http://schemas.microsoft.com/office/drawing/2014/main" id="{20BBBA05-CEF9-E218-E81E-B08766BC6353}"/>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77168CFB-F1D2-4DC0-FA04-40D16FA58F10}"/>
              </a:ext>
            </a:extLst>
          </p:cNvPr>
          <p:cNvSpPr txBox="1"/>
          <p:nvPr/>
        </p:nvSpPr>
        <p:spPr>
          <a:xfrm>
            <a:off x="4216401" y="3741226"/>
            <a:ext cx="462845" cy="584775"/>
          </a:xfrm>
          <a:prstGeom prst="rect">
            <a:avLst/>
          </a:prstGeom>
          <a:noFill/>
        </p:spPr>
        <p:txBody>
          <a:bodyPr wrap="square" rtlCol="0">
            <a:spAutoFit/>
          </a:bodyPr>
          <a:lstStyle/>
          <a:p>
            <a:pPr algn="ctr"/>
            <a:r>
              <a:rPr lang="en-US" sz="3200" dirty="0"/>
              <a:t>9</a:t>
            </a:r>
          </a:p>
        </p:txBody>
      </p:sp>
      <p:sp>
        <p:nvSpPr>
          <p:cNvPr id="60" name="TextBox 59">
            <a:extLst>
              <a:ext uri="{FF2B5EF4-FFF2-40B4-BE49-F238E27FC236}">
                <a16:creationId xmlns:a16="http://schemas.microsoft.com/office/drawing/2014/main" id="{200F6351-A148-0825-18D7-CAFBEF86CA73}"/>
              </a:ext>
            </a:extLst>
          </p:cNvPr>
          <p:cNvSpPr txBox="1"/>
          <p:nvPr/>
        </p:nvSpPr>
        <p:spPr>
          <a:xfrm>
            <a:off x="3640666" y="4408541"/>
            <a:ext cx="570089" cy="230832"/>
          </a:xfrm>
          <a:prstGeom prst="rect">
            <a:avLst/>
          </a:prstGeom>
          <a:noFill/>
        </p:spPr>
        <p:txBody>
          <a:bodyPr wrap="square" rtlCol="0">
            <a:spAutoFit/>
          </a:bodyPr>
          <a:lstStyle/>
          <a:p>
            <a:pPr algn="ctr"/>
            <a:r>
              <a:rPr lang="en-US" sz="900" dirty="0"/>
              <a:t>34</a:t>
            </a:r>
          </a:p>
        </p:txBody>
      </p:sp>
      <p:sp>
        <p:nvSpPr>
          <p:cNvPr id="63" name="TextBox 62">
            <a:extLst>
              <a:ext uri="{FF2B5EF4-FFF2-40B4-BE49-F238E27FC236}">
                <a16:creationId xmlns:a16="http://schemas.microsoft.com/office/drawing/2014/main" id="{45A07CDB-923D-C5E4-63A1-736F775DB4C6}"/>
              </a:ext>
            </a:extLst>
          </p:cNvPr>
          <p:cNvSpPr txBox="1"/>
          <p:nvPr/>
        </p:nvSpPr>
        <p:spPr>
          <a:xfrm>
            <a:off x="3640666" y="4909484"/>
            <a:ext cx="570089" cy="230832"/>
          </a:xfrm>
          <a:prstGeom prst="rect">
            <a:avLst/>
          </a:prstGeom>
          <a:noFill/>
        </p:spPr>
        <p:txBody>
          <a:bodyPr wrap="square" rtlCol="0">
            <a:spAutoFit/>
          </a:bodyPr>
          <a:lstStyle/>
          <a:p>
            <a:pPr algn="ctr"/>
            <a:r>
              <a:rPr lang="en-US" sz="900" dirty="0"/>
              <a:t>43</a:t>
            </a:r>
          </a:p>
        </p:txBody>
      </p:sp>
      <p:sp>
        <p:nvSpPr>
          <p:cNvPr id="65" name="TextBox 64">
            <a:extLst>
              <a:ext uri="{FF2B5EF4-FFF2-40B4-BE49-F238E27FC236}">
                <a16:creationId xmlns:a16="http://schemas.microsoft.com/office/drawing/2014/main" id="{6A1F7983-C9A6-4453-B0D3-7CC6C3774665}"/>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66" name="TextBox 65">
            <a:extLst>
              <a:ext uri="{FF2B5EF4-FFF2-40B4-BE49-F238E27FC236}">
                <a16:creationId xmlns:a16="http://schemas.microsoft.com/office/drawing/2014/main" id="{7A1D9711-7EE9-C674-4B95-167F0031FEAA}"/>
              </a:ext>
            </a:extLst>
          </p:cNvPr>
          <p:cNvSpPr txBox="1"/>
          <p:nvPr/>
        </p:nvSpPr>
        <p:spPr>
          <a:xfrm>
            <a:off x="3716867" y="3741226"/>
            <a:ext cx="462845" cy="584775"/>
          </a:xfrm>
          <a:prstGeom prst="rect">
            <a:avLst/>
          </a:prstGeom>
          <a:noFill/>
        </p:spPr>
        <p:txBody>
          <a:bodyPr wrap="square" rtlCol="0">
            <a:spAutoFit/>
          </a:bodyPr>
          <a:lstStyle/>
          <a:p>
            <a:pPr algn="ctr"/>
            <a:r>
              <a:rPr lang="en-US" sz="3200" dirty="0"/>
              <a:t>6</a:t>
            </a:r>
          </a:p>
        </p:txBody>
      </p:sp>
      <p:sp>
        <p:nvSpPr>
          <p:cNvPr id="67" name="TextBox 66">
            <a:extLst>
              <a:ext uri="{FF2B5EF4-FFF2-40B4-BE49-F238E27FC236}">
                <a16:creationId xmlns:a16="http://schemas.microsoft.com/office/drawing/2014/main" id="{9B7F7822-4DF9-3E13-3116-715C7DA3AD91}"/>
              </a:ext>
            </a:extLst>
          </p:cNvPr>
          <p:cNvSpPr txBox="1"/>
          <p:nvPr/>
        </p:nvSpPr>
        <p:spPr>
          <a:xfrm>
            <a:off x="4216401" y="4244561"/>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91559B32-112E-E77E-7D38-BB8332B5A696}"/>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54" name="TextBox 53">
            <a:extLst>
              <a:ext uri="{FF2B5EF4-FFF2-40B4-BE49-F238E27FC236}">
                <a16:creationId xmlns:a16="http://schemas.microsoft.com/office/drawing/2014/main" id="{C1F6F1D8-2E91-5699-A1C8-B0C5F7DBB1E6}"/>
              </a:ext>
            </a:extLst>
          </p:cNvPr>
          <p:cNvSpPr txBox="1"/>
          <p:nvPr/>
        </p:nvSpPr>
        <p:spPr>
          <a:xfrm>
            <a:off x="4216401" y="4747898"/>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13C704E5-50F1-7E99-6A9F-707589690343}"/>
              </a:ext>
            </a:extLst>
          </p:cNvPr>
          <p:cNvSpPr txBox="1"/>
          <p:nvPr/>
        </p:nvSpPr>
        <p:spPr>
          <a:xfrm>
            <a:off x="3217333" y="424456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8188B847-780C-73AD-4C23-C1DB9F17902F}"/>
              </a:ext>
            </a:extLst>
          </p:cNvPr>
          <p:cNvSpPr txBox="1"/>
          <p:nvPr/>
        </p:nvSpPr>
        <p:spPr>
          <a:xfrm>
            <a:off x="3217333" y="3237891"/>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6D8960A2-199B-775D-0818-19204AC2EBA7}"/>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56" name="TextBox 55">
            <a:extLst>
              <a:ext uri="{FF2B5EF4-FFF2-40B4-BE49-F238E27FC236}">
                <a16:creationId xmlns:a16="http://schemas.microsoft.com/office/drawing/2014/main" id="{E73D29B3-DBFA-9832-34A6-676B9CFBE901}"/>
              </a:ext>
            </a:extLst>
          </p:cNvPr>
          <p:cNvSpPr txBox="1"/>
          <p:nvPr/>
        </p:nvSpPr>
        <p:spPr>
          <a:xfrm>
            <a:off x="4645378" y="4408541"/>
            <a:ext cx="570089" cy="230832"/>
          </a:xfrm>
          <a:prstGeom prst="rect">
            <a:avLst/>
          </a:prstGeom>
          <a:noFill/>
        </p:spPr>
        <p:txBody>
          <a:bodyPr wrap="square" rtlCol="0">
            <a:spAutoFit/>
          </a:bodyPr>
          <a:lstStyle/>
          <a:p>
            <a:pPr algn="ctr"/>
            <a:r>
              <a:rPr lang="en-US" sz="900" dirty="0"/>
              <a:t>63</a:t>
            </a:r>
          </a:p>
        </p:txBody>
      </p:sp>
      <p:sp>
        <p:nvSpPr>
          <p:cNvPr id="58" name="TextBox 57">
            <a:extLst>
              <a:ext uri="{FF2B5EF4-FFF2-40B4-BE49-F238E27FC236}">
                <a16:creationId xmlns:a16="http://schemas.microsoft.com/office/drawing/2014/main" id="{4D8019FD-C56E-0BDD-A014-776AB918F7AC}"/>
              </a:ext>
            </a:extLst>
          </p:cNvPr>
          <p:cNvSpPr txBox="1"/>
          <p:nvPr/>
        </p:nvSpPr>
        <p:spPr>
          <a:xfrm>
            <a:off x="7157158" y="4408541"/>
            <a:ext cx="570089" cy="230832"/>
          </a:xfrm>
          <a:prstGeom prst="rect">
            <a:avLst/>
          </a:prstGeom>
          <a:noFill/>
        </p:spPr>
        <p:txBody>
          <a:bodyPr wrap="square" rtlCol="0">
            <a:spAutoFit/>
          </a:bodyPr>
          <a:lstStyle/>
          <a:p>
            <a:pPr algn="ctr"/>
            <a:r>
              <a:rPr lang="en-US" sz="900" dirty="0"/>
              <a:t>46</a:t>
            </a:r>
          </a:p>
        </p:txBody>
      </p:sp>
      <p:sp>
        <p:nvSpPr>
          <p:cNvPr id="59" name="TextBox 58">
            <a:extLst>
              <a:ext uri="{FF2B5EF4-FFF2-40B4-BE49-F238E27FC236}">
                <a16:creationId xmlns:a16="http://schemas.microsoft.com/office/drawing/2014/main" id="{6DF10825-4839-8EC4-0F33-BD937AF3962F}"/>
              </a:ext>
            </a:extLst>
          </p:cNvPr>
          <p:cNvSpPr txBox="1"/>
          <p:nvPr/>
        </p:nvSpPr>
        <p:spPr>
          <a:xfrm>
            <a:off x="6152446" y="4909484"/>
            <a:ext cx="570089" cy="230832"/>
          </a:xfrm>
          <a:prstGeom prst="rect">
            <a:avLst/>
          </a:prstGeom>
          <a:noFill/>
        </p:spPr>
        <p:txBody>
          <a:bodyPr wrap="square" rtlCol="0">
            <a:spAutoFit/>
          </a:bodyPr>
          <a:lstStyle/>
          <a:p>
            <a:pPr algn="ctr"/>
            <a:r>
              <a:rPr lang="en-US" sz="900" dirty="0"/>
              <a:t>45</a:t>
            </a:r>
          </a:p>
        </p:txBody>
      </p:sp>
      <p:sp>
        <p:nvSpPr>
          <p:cNvPr id="61" name="TextBox 60">
            <a:extLst>
              <a:ext uri="{FF2B5EF4-FFF2-40B4-BE49-F238E27FC236}">
                <a16:creationId xmlns:a16="http://schemas.microsoft.com/office/drawing/2014/main" id="{71C1850B-43B2-BC80-CFE4-B626D1E0FD30}"/>
              </a:ext>
            </a:extLst>
          </p:cNvPr>
          <p:cNvSpPr txBox="1"/>
          <p:nvPr/>
        </p:nvSpPr>
        <p:spPr>
          <a:xfrm>
            <a:off x="6654802" y="4909484"/>
            <a:ext cx="570089" cy="230832"/>
          </a:xfrm>
          <a:prstGeom prst="rect">
            <a:avLst/>
          </a:prstGeom>
          <a:noFill/>
        </p:spPr>
        <p:txBody>
          <a:bodyPr wrap="square" rtlCol="0">
            <a:spAutoFit/>
          </a:bodyPr>
          <a:lstStyle/>
          <a:p>
            <a:pPr algn="ctr"/>
            <a:r>
              <a:rPr lang="en-US" sz="900" dirty="0"/>
              <a:t>456</a:t>
            </a:r>
          </a:p>
        </p:txBody>
      </p:sp>
      <p:sp>
        <p:nvSpPr>
          <p:cNvPr id="62" name="TextBox 61">
            <a:extLst>
              <a:ext uri="{FF2B5EF4-FFF2-40B4-BE49-F238E27FC236}">
                <a16:creationId xmlns:a16="http://schemas.microsoft.com/office/drawing/2014/main" id="{7E877A78-C7B7-03B5-B0C7-43361B154D64}"/>
              </a:ext>
            </a:extLst>
          </p:cNvPr>
          <p:cNvSpPr txBox="1"/>
          <p:nvPr/>
        </p:nvSpPr>
        <p:spPr>
          <a:xfrm>
            <a:off x="4645378" y="4909484"/>
            <a:ext cx="570089" cy="230832"/>
          </a:xfrm>
          <a:prstGeom prst="rect">
            <a:avLst/>
          </a:prstGeom>
          <a:noFill/>
        </p:spPr>
        <p:txBody>
          <a:bodyPr wrap="square" rtlCol="0">
            <a:spAutoFit/>
          </a:bodyPr>
          <a:lstStyle/>
          <a:p>
            <a:pPr algn="ctr"/>
            <a:r>
              <a:rPr lang="en-US" sz="900" dirty="0"/>
              <a:t>236</a:t>
            </a:r>
          </a:p>
        </p:txBody>
      </p:sp>
      <p:sp>
        <p:nvSpPr>
          <p:cNvPr id="64" name="TextBox 63">
            <a:extLst>
              <a:ext uri="{FF2B5EF4-FFF2-40B4-BE49-F238E27FC236}">
                <a16:creationId xmlns:a16="http://schemas.microsoft.com/office/drawing/2014/main" id="{B9C71433-6E2F-E337-B592-38166845BF28}"/>
              </a:ext>
            </a:extLst>
          </p:cNvPr>
          <p:cNvSpPr txBox="1"/>
          <p:nvPr/>
        </p:nvSpPr>
        <p:spPr>
          <a:xfrm>
            <a:off x="5147734" y="4909484"/>
            <a:ext cx="570089" cy="230832"/>
          </a:xfrm>
          <a:prstGeom prst="rect">
            <a:avLst/>
          </a:prstGeom>
          <a:noFill/>
        </p:spPr>
        <p:txBody>
          <a:bodyPr wrap="square" rtlCol="0">
            <a:spAutoFit/>
          </a:bodyPr>
          <a:lstStyle/>
          <a:p>
            <a:pPr algn="ctr"/>
            <a:r>
              <a:rPr lang="en-US" sz="900" dirty="0"/>
              <a:t>28</a:t>
            </a:r>
          </a:p>
        </p:txBody>
      </p:sp>
      <p:sp>
        <p:nvSpPr>
          <p:cNvPr id="68" name="TextBox 67">
            <a:extLst>
              <a:ext uri="{FF2B5EF4-FFF2-40B4-BE49-F238E27FC236}">
                <a16:creationId xmlns:a16="http://schemas.microsoft.com/office/drawing/2014/main" id="{E4BB0D02-A543-B546-F4A2-D39F6984128E}"/>
              </a:ext>
            </a:extLst>
          </p:cNvPr>
          <p:cNvSpPr txBox="1"/>
          <p:nvPr/>
        </p:nvSpPr>
        <p:spPr>
          <a:xfrm>
            <a:off x="5650090" y="4909484"/>
            <a:ext cx="570089" cy="230832"/>
          </a:xfrm>
          <a:prstGeom prst="rect">
            <a:avLst/>
          </a:prstGeom>
          <a:noFill/>
        </p:spPr>
        <p:txBody>
          <a:bodyPr wrap="square" rtlCol="0">
            <a:spAutoFit/>
          </a:bodyPr>
          <a:lstStyle/>
          <a:p>
            <a:pPr algn="ctr"/>
            <a:r>
              <a:rPr lang="en-US" sz="900" dirty="0"/>
              <a:t>2368</a:t>
            </a:r>
          </a:p>
        </p:txBody>
      </p:sp>
      <p:sp>
        <p:nvSpPr>
          <p:cNvPr id="69" name="TextBox 68">
            <a:extLst>
              <a:ext uri="{FF2B5EF4-FFF2-40B4-BE49-F238E27FC236}">
                <a16:creationId xmlns:a16="http://schemas.microsoft.com/office/drawing/2014/main" id="{AE0028B6-9864-F70E-2675-8CD0479CD1FF}"/>
              </a:ext>
            </a:extLst>
          </p:cNvPr>
          <p:cNvSpPr txBox="1"/>
          <p:nvPr/>
        </p:nvSpPr>
        <p:spPr>
          <a:xfrm>
            <a:off x="5147734" y="901933"/>
            <a:ext cx="570089" cy="230832"/>
          </a:xfrm>
          <a:prstGeom prst="rect">
            <a:avLst/>
          </a:prstGeom>
          <a:noFill/>
        </p:spPr>
        <p:txBody>
          <a:bodyPr wrap="square" rtlCol="0">
            <a:spAutoFit/>
          </a:bodyPr>
          <a:lstStyle/>
          <a:p>
            <a:pPr algn="ctr"/>
            <a:r>
              <a:rPr lang="en-US" sz="900" dirty="0"/>
              <a:t>278</a:t>
            </a:r>
          </a:p>
        </p:txBody>
      </p:sp>
      <p:sp>
        <p:nvSpPr>
          <p:cNvPr id="70" name="TextBox 69">
            <a:extLst>
              <a:ext uri="{FF2B5EF4-FFF2-40B4-BE49-F238E27FC236}">
                <a16:creationId xmlns:a16="http://schemas.microsoft.com/office/drawing/2014/main" id="{41B6A565-FC63-5BDD-72A7-1BFA2A7116F2}"/>
              </a:ext>
            </a:extLst>
          </p:cNvPr>
          <p:cNvSpPr txBox="1"/>
          <p:nvPr/>
        </p:nvSpPr>
        <p:spPr>
          <a:xfrm>
            <a:off x="5650090" y="901933"/>
            <a:ext cx="570089" cy="230832"/>
          </a:xfrm>
          <a:prstGeom prst="rect">
            <a:avLst/>
          </a:prstGeom>
          <a:noFill/>
        </p:spPr>
        <p:txBody>
          <a:bodyPr wrap="square" rtlCol="0">
            <a:spAutoFit/>
          </a:bodyPr>
          <a:lstStyle/>
          <a:p>
            <a:pPr algn="ctr"/>
            <a:r>
              <a:rPr lang="en-US" sz="900" dirty="0"/>
              <a:t>258</a:t>
            </a:r>
          </a:p>
        </p:txBody>
      </p:sp>
      <p:sp>
        <p:nvSpPr>
          <p:cNvPr id="71" name="TextBox 70">
            <a:extLst>
              <a:ext uri="{FF2B5EF4-FFF2-40B4-BE49-F238E27FC236}">
                <a16:creationId xmlns:a16="http://schemas.microsoft.com/office/drawing/2014/main" id="{DC96061B-A4EA-8967-44C8-6C433FD8B9D9}"/>
              </a:ext>
            </a:extLst>
          </p:cNvPr>
          <p:cNvSpPr txBox="1"/>
          <p:nvPr/>
        </p:nvSpPr>
        <p:spPr>
          <a:xfrm>
            <a:off x="5147734" y="1402877"/>
            <a:ext cx="570089" cy="230832"/>
          </a:xfrm>
          <a:prstGeom prst="rect">
            <a:avLst/>
          </a:prstGeom>
          <a:noFill/>
        </p:spPr>
        <p:txBody>
          <a:bodyPr wrap="square" rtlCol="0">
            <a:spAutoFit/>
          </a:bodyPr>
          <a:lstStyle/>
          <a:p>
            <a:pPr algn="ctr"/>
            <a:r>
              <a:rPr lang="en-US" sz="900" dirty="0"/>
              <a:t>278</a:t>
            </a:r>
          </a:p>
        </p:txBody>
      </p:sp>
      <p:sp>
        <p:nvSpPr>
          <p:cNvPr id="72" name="TextBox 71">
            <a:extLst>
              <a:ext uri="{FF2B5EF4-FFF2-40B4-BE49-F238E27FC236}">
                <a16:creationId xmlns:a16="http://schemas.microsoft.com/office/drawing/2014/main" id="{D3004B2F-F57C-2FC6-CAFE-1DFA230E5D64}"/>
              </a:ext>
            </a:extLst>
          </p:cNvPr>
          <p:cNvSpPr txBox="1"/>
          <p:nvPr/>
        </p:nvSpPr>
        <p:spPr>
          <a:xfrm>
            <a:off x="5650090" y="1402877"/>
            <a:ext cx="570089" cy="230832"/>
          </a:xfrm>
          <a:prstGeom prst="rect">
            <a:avLst/>
          </a:prstGeom>
          <a:noFill/>
        </p:spPr>
        <p:txBody>
          <a:bodyPr wrap="square" rtlCol="0">
            <a:spAutoFit/>
          </a:bodyPr>
          <a:lstStyle/>
          <a:p>
            <a:pPr algn="ctr"/>
            <a:r>
              <a:rPr lang="en-US" sz="900" dirty="0"/>
              <a:t>268</a:t>
            </a:r>
          </a:p>
        </p:txBody>
      </p:sp>
      <p:sp>
        <p:nvSpPr>
          <p:cNvPr id="73" name="TextBox 72">
            <a:extLst>
              <a:ext uri="{FF2B5EF4-FFF2-40B4-BE49-F238E27FC236}">
                <a16:creationId xmlns:a16="http://schemas.microsoft.com/office/drawing/2014/main" id="{36783C61-09B3-5546-8744-45BC33141392}"/>
              </a:ext>
            </a:extLst>
          </p:cNvPr>
          <p:cNvSpPr txBox="1"/>
          <p:nvPr/>
        </p:nvSpPr>
        <p:spPr>
          <a:xfrm>
            <a:off x="5650090" y="1903821"/>
            <a:ext cx="570089" cy="230832"/>
          </a:xfrm>
          <a:prstGeom prst="rect">
            <a:avLst/>
          </a:prstGeom>
          <a:noFill/>
        </p:spPr>
        <p:txBody>
          <a:bodyPr wrap="square" rtlCol="0">
            <a:spAutoFit/>
          </a:bodyPr>
          <a:lstStyle/>
          <a:p>
            <a:pPr algn="ctr"/>
            <a:r>
              <a:rPr lang="en-US" sz="900" dirty="0"/>
              <a:t>56</a:t>
            </a:r>
          </a:p>
        </p:txBody>
      </p:sp>
      <p:sp>
        <p:nvSpPr>
          <p:cNvPr id="74" name="TextBox 73">
            <a:extLst>
              <a:ext uri="{FF2B5EF4-FFF2-40B4-BE49-F238E27FC236}">
                <a16:creationId xmlns:a16="http://schemas.microsoft.com/office/drawing/2014/main" id="{FE353033-2C05-2E0A-81F1-E307F0D6C5DC}"/>
              </a:ext>
            </a:extLst>
          </p:cNvPr>
          <p:cNvSpPr txBox="1"/>
          <p:nvPr/>
        </p:nvSpPr>
        <p:spPr>
          <a:xfrm>
            <a:off x="6152446" y="2404765"/>
            <a:ext cx="570089" cy="230832"/>
          </a:xfrm>
          <a:prstGeom prst="rect">
            <a:avLst/>
          </a:prstGeom>
          <a:noFill/>
        </p:spPr>
        <p:txBody>
          <a:bodyPr wrap="square" rtlCol="0">
            <a:spAutoFit/>
          </a:bodyPr>
          <a:lstStyle/>
          <a:p>
            <a:pPr algn="ctr"/>
            <a:r>
              <a:rPr lang="en-US" sz="900" dirty="0"/>
              <a:t>34</a:t>
            </a:r>
          </a:p>
        </p:txBody>
      </p:sp>
      <p:sp>
        <p:nvSpPr>
          <p:cNvPr id="75" name="TextBox 74">
            <a:extLst>
              <a:ext uri="{FF2B5EF4-FFF2-40B4-BE49-F238E27FC236}">
                <a16:creationId xmlns:a16="http://schemas.microsoft.com/office/drawing/2014/main" id="{2F85B65D-CF9D-D5A4-6080-9ACF475A2C35}"/>
              </a:ext>
            </a:extLst>
          </p:cNvPr>
          <p:cNvSpPr txBox="1"/>
          <p:nvPr/>
        </p:nvSpPr>
        <p:spPr>
          <a:xfrm>
            <a:off x="6654802" y="2404765"/>
            <a:ext cx="570089" cy="230832"/>
          </a:xfrm>
          <a:prstGeom prst="rect">
            <a:avLst/>
          </a:prstGeom>
          <a:noFill/>
        </p:spPr>
        <p:txBody>
          <a:bodyPr wrap="square" rtlCol="0">
            <a:spAutoFit/>
          </a:bodyPr>
          <a:lstStyle/>
          <a:p>
            <a:pPr algn="ctr"/>
            <a:r>
              <a:rPr lang="en-US" sz="900" dirty="0"/>
              <a:t>48</a:t>
            </a:r>
          </a:p>
        </p:txBody>
      </p:sp>
      <p:sp>
        <p:nvSpPr>
          <p:cNvPr id="76" name="TextBox 75">
            <a:extLst>
              <a:ext uri="{FF2B5EF4-FFF2-40B4-BE49-F238E27FC236}">
                <a16:creationId xmlns:a16="http://schemas.microsoft.com/office/drawing/2014/main" id="{B103D1F3-BFCC-4FB1-7DB1-7241C7D3931A}"/>
              </a:ext>
            </a:extLst>
          </p:cNvPr>
          <p:cNvSpPr txBox="1"/>
          <p:nvPr/>
        </p:nvSpPr>
        <p:spPr>
          <a:xfrm>
            <a:off x="7157158" y="2404765"/>
            <a:ext cx="570089" cy="230832"/>
          </a:xfrm>
          <a:prstGeom prst="rect">
            <a:avLst/>
          </a:prstGeom>
          <a:noFill/>
        </p:spPr>
        <p:txBody>
          <a:bodyPr wrap="square" rtlCol="0">
            <a:spAutoFit/>
          </a:bodyPr>
          <a:lstStyle/>
          <a:p>
            <a:pPr algn="ctr"/>
            <a:r>
              <a:rPr lang="en-US" sz="900" dirty="0"/>
              <a:t>348</a:t>
            </a:r>
          </a:p>
        </p:txBody>
      </p:sp>
      <p:sp>
        <p:nvSpPr>
          <p:cNvPr id="81" name="TextBox 80">
            <a:extLst>
              <a:ext uri="{FF2B5EF4-FFF2-40B4-BE49-F238E27FC236}">
                <a16:creationId xmlns:a16="http://schemas.microsoft.com/office/drawing/2014/main" id="{A6F98488-9F63-6B95-6CA9-2B2BC2E42C0C}"/>
              </a:ext>
            </a:extLst>
          </p:cNvPr>
          <p:cNvSpPr txBox="1"/>
          <p:nvPr/>
        </p:nvSpPr>
        <p:spPr>
          <a:xfrm>
            <a:off x="7213604" y="2734556"/>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14F6ACB7-1904-C2CE-1258-A23018FBCB13}"/>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79" name="TextBox 78">
            <a:extLst>
              <a:ext uri="{FF2B5EF4-FFF2-40B4-BE49-F238E27FC236}">
                <a16:creationId xmlns:a16="http://schemas.microsoft.com/office/drawing/2014/main" id="{B29F4738-E7C9-1A2C-98AC-FF7189DA8174}"/>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80" name="TextBox 79">
            <a:extLst>
              <a:ext uri="{FF2B5EF4-FFF2-40B4-BE49-F238E27FC236}">
                <a16:creationId xmlns:a16="http://schemas.microsoft.com/office/drawing/2014/main" id="{1346B958-622C-AB28-C797-0874EEAE6FE7}"/>
              </a:ext>
            </a:extLst>
          </p:cNvPr>
          <p:cNvSpPr txBox="1"/>
          <p:nvPr/>
        </p:nvSpPr>
        <p:spPr>
          <a:xfrm>
            <a:off x="3217333" y="1224551"/>
            <a:ext cx="462845" cy="584775"/>
          </a:xfrm>
          <a:prstGeom prst="rect">
            <a:avLst/>
          </a:prstGeom>
          <a:noFill/>
        </p:spPr>
        <p:txBody>
          <a:bodyPr wrap="square" rtlCol="0">
            <a:spAutoFit/>
          </a:bodyPr>
          <a:lstStyle/>
          <a:p>
            <a:pPr algn="ctr"/>
            <a:r>
              <a:rPr lang="en-US" sz="3200" dirty="0"/>
              <a:t>5</a:t>
            </a:r>
          </a:p>
        </p:txBody>
      </p:sp>
      <p:sp>
        <p:nvSpPr>
          <p:cNvPr id="85" name="TextBox 84">
            <a:extLst>
              <a:ext uri="{FF2B5EF4-FFF2-40B4-BE49-F238E27FC236}">
                <a16:creationId xmlns:a16="http://schemas.microsoft.com/office/drawing/2014/main" id="{4C21B04D-E1B1-3D9E-08D7-2705E3657BF5}"/>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21434782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DAEE5-8FC8-7D13-EC57-F9AA16934BA0}"/>
            </a:ext>
          </a:extLst>
        </p:cNvPr>
        <p:cNvGrpSpPr/>
        <p:nvPr/>
      </p:nvGrpSpPr>
      <p:grpSpPr>
        <a:xfrm>
          <a:off x="0" y="0"/>
          <a:ext cx="0" cy="0"/>
          <a:chOff x="0" y="0"/>
          <a:chExt cx="0" cy="0"/>
        </a:xfrm>
      </p:grpSpPr>
      <p:sp>
        <p:nvSpPr>
          <p:cNvPr id="77" name="TextBox 76">
            <a:extLst>
              <a:ext uri="{FF2B5EF4-FFF2-40B4-BE49-F238E27FC236}">
                <a16:creationId xmlns:a16="http://schemas.microsoft.com/office/drawing/2014/main" id="{31D2BF08-5FD5-68C3-8481-59FE89CB9CC1}"/>
              </a:ext>
            </a:extLst>
          </p:cNvPr>
          <p:cNvSpPr txBox="1"/>
          <p:nvPr/>
        </p:nvSpPr>
        <p:spPr>
          <a:xfrm>
            <a:off x="5715003" y="1727886"/>
            <a:ext cx="462845" cy="584775"/>
          </a:xfrm>
          <a:prstGeom prst="rect">
            <a:avLst/>
          </a:prstGeom>
          <a:solidFill>
            <a:srgbClr val="92D050">
              <a:alpha val="15000"/>
            </a:srgbClr>
          </a:solidFill>
        </p:spPr>
        <p:txBody>
          <a:bodyPr wrap="square" rtlCol="0">
            <a:spAutoFit/>
          </a:bodyPr>
          <a:lstStyle/>
          <a:p>
            <a:pPr algn="ctr"/>
            <a:endParaRPr lang="en-US" sz="3200" dirty="0"/>
          </a:p>
        </p:txBody>
      </p:sp>
      <p:sp>
        <p:nvSpPr>
          <p:cNvPr id="78" name="TextBox 77">
            <a:extLst>
              <a:ext uri="{FF2B5EF4-FFF2-40B4-BE49-F238E27FC236}">
                <a16:creationId xmlns:a16="http://schemas.microsoft.com/office/drawing/2014/main" id="{B291C410-E2F9-080A-CBF5-A59F5DCD3BF9}"/>
              </a:ext>
            </a:extLst>
          </p:cNvPr>
          <p:cNvSpPr txBox="1"/>
          <p:nvPr/>
        </p:nvSpPr>
        <p:spPr>
          <a:xfrm>
            <a:off x="6214537" y="2231221"/>
            <a:ext cx="462845" cy="584775"/>
          </a:xfrm>
          <a:prstGeom prst="rect">
            <a:avLst/>
          </a:prstGeom>
          <a:solidFill>
            <a:srgbClr val="92D050">
              <a:alpha val="15000"/>
            </a:srgbClr>
          </a:solidFill>
        </p:spPr>
        <p:txBody>
          <a:bodyPr wrap="square" rtlCol="0">
            <a:spAutoFit/>
          </a:bodyPr>
          <a:lstStyle/>
          <a:p>
            <a:pPr algn="ctr"/>
            <a:endParaRPr lang="en-US" sz="3200" dirty="0"/>
          </a:p>
        </p:txBody>
      </p:sp>
      <p:sp>
        <p:nvSpPr>
          <p:cNvPr id="82" name="TextBox 81">
            <a:extLst>
              <a:ext uri="{FF2B5EF4-FFF2-40B4-BE49-F238E27FC236}">
                <a16:creationId xmlns:a16="http://schemas.microsoft.com/office/drawing/2014/main" id="{8EF5117F-1839-8587-1865-A3905C404184}"/>
              </a:ext>
            </a:extLst>
          </p:cNvPr>
          <p:cNvSpPr txBox="1"/>
          <p:nvPr/>
        </p:nvSpPr>
        <p:spPr>
          <a:xfrm>
            <a:off x="6714071" y="2734556"/>
            <a:ext cx="462845" cy="584775"/>
          </a:xfrm>
          <a:prstGeom prst="rect">
            <a:avLst/>
          </a:prstGeom>
          <a:solidFill>
            <a:srgbClr val="92D050">
              <a:alpha val="15000"/>
            </a:srgbClr>
          </a:solidFill>
        </p:spPr>
        <p:txBody>
          <a:bodyPr wrap="square" rtlCol="0">
            <a:spAutoFit/>
          </a:bodyPr>
          <a:lstStyle/>
          <a:p>
            <a:pPr algn="ctr"/>
            <a:r>
              <a:rPr lang="en-US" sz="3200" dirty="0"/>
              <a:t>7</a:t>
            </a:r>
          </a:p>
        </p:txBody>
      </p:sp>
      <p:sp>
        <p:nvSpPr>
          <p:cNvPr id="83" name="TextBox 82">
            <a:extLst>
              <a:ext uri="{FF2B5EF4-FFF2-40B4-BE49-F238E27FC236}">
                <a16:creationId xmlns:a16="http://schemas.microsoft.com/office/drawing/2014/main" id="{B64A1E2B-3648-CF9D-F7F8-274D5CB84B5D}"/>
              </a:ext>
            </a:extLst>
          </p:cNvPr>
          <p:cNvSpPr txBox="1"/>
          <p:nvPr/>
        </p:nvSpPr>
        <p:spPr>
          <a:xfrm>
            <a:off x="7213604" y="3237891"/>
            <a:ext cx="462845" cy="584775"/>
          </a:xfrm>
          <a:prstGeom prst="rect">
            <a:avLst/>
          </a:prstGeom>
          <a:solidFill>
            <a:srgbClr val="92D050">
              <a:alpha val="15000"/>
            </a:srgbClr>
          </a:solidFill>
        </p:spPr>
        <p:txBody>
          <a:bodyPr wrap="square" rtlCol="0">
            <a:spAutoFit/>
          </a:bodyPr>
          <a:lstStyle/>
          <a:p>
            <a:pPr algn="ctr"/>
            <a:r>
              <a:rPr lang="en-US" sz="3200" dirty="0"/>
              <a:t>2</a:t>
            </a:r>
          </a:p>
        </p:txBody>
      </p:sp>
      <p:sp>
        <p:nvSpPr>
          <p:cNvPr id="84" name="TextBox 83">
            <a:extLst>
              <a:ext uri="{FF2B5EF4-FFF2-40B4-BE49-F238E27FC236}">
                <a16:creationId xmlns:a16="http://schemas.microsoft.com/office/drawing/2014/main" id="{3077F9E6-29A4-6403-437A-F88050A27A76}"/>
              </a:ext>
            </a:extLst>
          </p:cNvPr>
          <p:cNvSpPr txBox="1"/>
          <p:nvPr/>
        </p:nvSpPr>
        <p:spPr>
          <a:xfrm>
            <a:off x="7213604" y="3741226"/>
            <a:ext cx="462845" cy="584775"/>
          </a:xfrm>
          <a:prstGeom prst="rect">
            <a:avLst/>
          </a:prstGeom>
          <a:solidFill>
            <a:srgbClr val="92D050">
              <a:alpha val="15000"/>
            </a:srgbClr>
          </a:solidFill>
        </p:spPr>
        <p:txBody>
          <a:bodyPr wrap="square" rtlCol="0">
            <a:spAutoFit/>
          </a:bodyPr>
          <a:lstStyle/>
          <a:p>
            <a:pPr algn="ctr"/>
            <a:r>
              <a:rPr lang="en-US" sz="3200" dirty="0"/>
              <a:t>7</a:t>
            </a:r>
          </a:p>
        </p:txBody>
      </p:sp>
      <p:sp>
        <p:nvSpPr>
          <p:cNvPr id="46" name="TextBox 45">
            <a:extLst>
              <a:ext uri="{FF2B5EF4-FFF2-40B4-BE49-F238E27FC236}">
                <a16:creationId xmlns:a16="http://schemas.microsoft.com/office/drawing/2014/main" id="{1C8D1F93-4CDF-95AD-E8BA-1AB85179F9F8}"/>
              </a:ext>
            </a:extLst>
          </p:cNvPr>
          <p:cNvSpPr txBox="1"/>
          <p:nvPr/>
        </p:nvSpPr>
        <p:spPr>
          <a:xfrm>
            <a:off x="3716867" y="2231221"/>
            <a:ext cx="462845" cy="584775"/>
          </a:xfrm>
          <a:prstGeom prst="rect">
            <a:avLst/>
          </a:prstGeom>
          <a:solidFill>
            <a:srgbClr val="FF0000">
              <a:alpha val="15000"/>
            </a:srgbClr>
          </a:solidFill>
        </p:spPr>
        <p:txBody>
          <a:bodyPr wrap="square" rtlCol="0">
            <a:spAutoFit/>
          </a:bodyPr>
          <a:lstStyle/>
          <a:p>
            <a:pPr algn="ctr"/>
            <a:r>
              <a:rPr lang="en-US" sz="3200" dirty="0"/>
              <a:t>7</a:t>
            </a:r>
          </a:p>
        </p:txBody>
      </p:sp>
      <p:sp>
        <p:nvSpPr>
          <p:cNvPr id="47" name="TextBox 46">
            <a:extLst>
              <a:ext uri="{FF2B5EF4-FFF2-40B4-BE49-F238E27FC236}">
                <a16:creationId xmlns:a16="http://schemas.microsoft.com/office/drawing/2014/main" id="{CE685418-D8C1-F8AF-00F1-1DF6CB129424}"/>
              </a:ext>
            </a:extLst>
          </p:cNvPr>
          <p:cNvSpPr txBox="1"/>
          <p:nvPr/>
        </p:nvSpPr>
        <p:spPr>
          <a:xfrm>
            <a:off x="4216401" y="2734556"/>
            <a:ext cx="462845" cy="584775"/>
          </a:xfrm>
          <a:prstGeom prst="rect">
            <a:avLst/>
          </a:prstGeom>
          <a:solidFill>
            <a:srgbClr val="FF0000">
              <a:alpha val="15000"/>
            </a:srgbClr>
          </a:solid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F9DB7515-9D50-E45E-749D-F8483E1ED8B8}"/>
              </a:ext>
            </a:extLst>
          </p:cNvPr>
          <p:cNvSpPr txBox="1"/>
          <p:nvPr/>
        </p:nvSpPr>
        <p:spPr>
          <a:xfrm>
            <a:off x="4715935" y="3237891"/>
            <a:ext cx="462845" cy="584775"/>
          </a:xfrm>
          <a:prstGeom prst="rect">
            <a:avLst/>
          </a:prstGeom>
          <a:solidFill>
            <a:srgbClr val="FF0000">
              <a:alpha val="15000"/>
            </a:srgbClr>
          </a:solidFill>
        </p:spPr>
        <p:txBody>
          <a:bodyPr wrap="square" rtlCol="0">
            <a:spAutoFit/>
          </a:bodyPr>
          <a:lstStyle/>
          <a:p>
            <a:pPr algn="ctr"/>
            <a:r>
              <a:rPr lang="en-US" sz="3200" dirty="0"/>
              <a:t>7</a:t>
            </a:r>
          </a:p>
        </p:txBody>
      </p:sp>
      <p:sp>
        <p:nvSpPr>
          <p:cNvPr id="49" name="TextBox 48">
            <a:extLst>
              <a:ext uri="{FF2B5EF4-FFF2-40B4-BE49-F238E27FC236}">
                <a16:creationId xmlns:a16="http://schemas.microsoft.com/office/drawing/2014/main" id="{4B5FE48C-6302-2EBA-4BFC-D871B59329DC}"/>
              </a:ext>
            </a:extLst>
          </p:cNvPr>
          <p:cNvSpPr txBox="1"/>
          <p:nvPr/>
        </p:nvSpPr>
        <p:spPr>
          <a:xfrm>
            <a:off x="5215469" y="3741226"/>
            <a:ext cx="462845" cy="584775"/>
          </a:xfrm>
          <a:prstGeom prst="rect">
            <a:avLst/>
          </a:prstGeom>
          <a:solidFill>
            <a:srgbClr val="FF0000">
              <a:alpha val="15000"/>
            </a:srgbClr>
          </a:solidFill>
        </p:spPr>
        <p:txBody>
          <a:bodyPr wrap="square" rtlCol="0">
            <a:spAutoFit/>
          </a:bodyPr>
          <a:lstStyle/>
          <a:p>
            <a:pPr algn="ctr"/>
            <a:r>
              <a:rPr lang="en-US" sz="3200" dirty="0"/>
              <a:t>4</a:t>
            </a:r>
          </a:p>
        </p:txBody>
      </p:sp>
      <p:sp>
        <p:nvSpPr>
          <p:cNvPr id="50" name="TextBox 49">
            <a:extLst>
              <a:ext uri="{FF2B5EF4-FFF2-40B4-BE49-F238E27FC236}">
                <a16:creationId xmlns:a16="http://schemas.microsoft.com/office/drawing/2014/main" id="{233213B2-92B2-CB38-B8A3-21F5BE99DC67}"/>
              </a:ext>
            </a:extLst>
          </p:cNvPr>
          <p:cNvSpPr txBox="1"/>
          <p:nvPr/>
        </p:nvSpPr>
        <p:spPr>
          <a:xfrm>
            <a:off x="5715003" y="4244561"/>
            <a:ext cx="462845" cy="584775"/>
          </a:xfrm>
          <a:prstGeom prst="rect">
            <a:avLst/>
          </a:prstGeom>
          <a:solidFill>
            <a:srgbClr val="FF0000">
              <a:alpha val="15000"/>
            </a:srgbClr>
          </a:solidFill>
        </p:spPr>
        <p:txBody>
          <a:bodyPr wrap="square" rtlCol="0">
            <a:spAutoFit/>
          </a:bodyPr>
          <a:lstStyle/>
          <a:p>
            <a:pPr algn="ctr"/>
            <a:r>
              <a:rPr lang="en-US" sz="3200" dirty="0"/>
              <a:t>7</a:t>
            </a:r>
          </a:p>
        </p:txBody>
      </p:sp>
      <p:sp>
        <p:nvSpPr>
          <p:cNvPr id="2" name="Content Placeholder 1">
            <a:extLst>
              <a:ext uri="{FF2B5EF4-FFF2-40B4-BE49-F238E27FC236}">
                <a16:creationId xmlns:a16="http://schemas.microsoft.com/office/drawing/2014/main" id="{DA8C07B7-7534-7081-1643-C4A1AFE2011E}"/>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B9FB74F2-B0BE-AE3C-0101-79876C6CDDA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51F2F6A-FEB0-B79C-6A8F-4B55FA760FF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4E2F445-B140-1B15-74E2-891CE62B34C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764558B-C146-329A-6794-204E6C45FE1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1146625B-7B38-E041-6413-C91FB00F5C10}"/>
              </a:ext>
            </a:extLst>
          </p:cNvPr>
          <p:cNvSpPr txBox="1"/>
          <p:nvPr/>
        </p:nvSpPr>
        <p:spPr>
          <a:xfrm>
            <a:off x="7213604" y="4747898"/>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E2AA7559-45AC-C992-CB59-5AC6D91CAF43}"/>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561DFD0B-E052-3A8D-884D-16CA7B72CDDA}"/>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17" name="TextBox 16">
            <a:extLst>
              <a:ext uri="{FF2B5EF4-FFF2-40B4-BE49-F238E27FC236}">
                <a16:creationId xmlns:a16="http://schemas.microsoft.com/office/drawing/2014/main" id="{3262EE5B-C307-5283-C7B1-C987D5045570}"/>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F3B36147-8780-E112-E2CA-93D4A728722D}"/>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EAF08137-A28F-A1D3-6AA4-8E2F23DBF463}"/>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E1EC2993-3180-E2C4-F42E-BB4B60B702E8}"/>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C12AE8E5-BFBC-6314-3A97-D035F3309295}"/>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056426B0-5125-5D57-AC4F-F072CE3C3589}"/>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80783B30-26DF-9D67-86B3-55D3C46EA6A0}"/>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E6712DCA-2324-AC90-9CDA-D6AE603018E6}"/>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B7255DC7-E73B-F885-A44B-8825F51166C4}"/>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77C44451-FBF1-0A4D-E908-14441A2FD157}"/>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11934CBE-83A3-AFAF-E150-0158D41C70DB}"/>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0F6C364A-C17C-6789-45FB-10B046B6FB19}"/>
              </a:ext>
            </a:extLst>
          </p:cNvPr>
          <p:cNvSpPr txBox="1"/>
          <p:nvPr/>
        </p:nvSpPr>
        <p:spPr>
          <a:xfrm>
            <a:off x="5715003" y="223122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427D2274-B1AA-78B3-2D89-AB70AFA63A32}"/>
              </a:ext>
            </a:extLst>
          </p:cNvPr>
          <p:cNvSpPr txBox="1"/>
          <p:nvPr/>
        </p:nvSpPr>
        <p:spPr>
          <a:xfrm>
            <a:off x="3217333" y="273455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45B35078-45F7-9F20-0C04-82FB74CE0AFD}"/>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09342BD4-39F7-6976-9AEB-DBADAF6DD564}"/>
              </a:ext>
            </a:extLst>
          </p:cNvPr>
          <p:cNvSpPr txBox="1"/>
          <p:nvPr/>
        </p:nvSpPr>
        <p:spPr>
          <a:xfrm>
            <a:off x="3716867" y="1727886"/>
            <a:ext cx="462845" cy="584775"/>
          </a:xfrm>
          <a:prstGeom prst="rect">
            <a:avLst/>
          </a:prstGeom>
          <a:solidFill>
            <a:schemeClr val="accent5">
              <a:lumMod val="75000"/>
              <a:alpha val="25000"/>
            </a:schemeClr>
          </a:solid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71F68332-32F1-3C41-D545-85A6F815F0F6}"/>
              </a:ext>
            </a:extLst>
          </p:cNvPr>
          <p:cNvSpPr txBox="1"/>
          <p:nvPr/>
        </p:nvSpPr>
        <p:spPr>
          <a:xfrm>
            <a:off x="4715935" y="2734556"/>
            <a:ext cx="462845" cy="584775"/>
          </a:xfrm>
          <a:prstGeom prst="rect">
            <a:avLst/>
          </a:prstGeom>
          <a:solidFill>
            <a:schemeClr val="accent5">
              <a:lumMod val="75000"/>
              <a:alpha val="25000"/>
            </a:schemeClr>
          </a:solidFill>
        </p:spPr>
        <p:txBody>
          <a:bodyPr wrap="square" rtlCol="0">
            <a:spAutoFit/>
          </a:bodyPr>
          <a:lstStyle/>
          <a:p>
            <a:pPr algn="ctr"/>
            <a:r>
              <a:rPr lang="en-US" sz="3200" dirty="0"/>
              <a:t>8</a:t>
            </a:r>
          </a:p>
        </p:txBody>
      </p:sp>
      <p:sp>
        <p:nvSpPr>
          <p:cNvPr id="43" name="TextBox 42">
            <a:extLst>
              <a:ext uri="{FF2B5EF4-FFF2-40B4-BE49-F238E27FC236}">
                <a16:creationId xmlns:a16="http://schemas.microsoft.com/office/drawing/2014/main" id="{4471ABFB-41B5-C183-CBB0-6C11FB778230}"/>
              </a:ext>
            </a:extLst>
          </p:cNvPr>
          <p:cNvSpPr txBox="1"/>
          <p:nvPr/>
        </p:nvSpPr>
        <p:spPr>
          <a:xfrm>
            <a:off x="5215469" y="3237891"/>
            <a:ext cx="462845" cy="584775"/>
          </a:xfrm>
          <a:prstGeom prst="rect">
            <a:avLst/>
          </a:prstGeom>
          <a:solidFill>
            <a:schemeClr val="accent5">
              <a:lumMod val="75000"/>
              <a:alpha val="25000"/>
            </a:schemeClr>
          </a:solidFill>
        </p:spPr>
        <p:txBody>
          <a:bodyPr wrap="square" rtlCol="0">
            <a:spAutoFit/>
          </a:bodyPr>
          <a:lstStyle/>
          <a:p>
            <a:pPr algn="ctr"/>
            <a:r>
              <a:rPr lang="en-US" sz="3200" dirty="0"/>
              <a:t>6</a:t>
            </a:r>
          </a:p>
        </p:txBody>
      </p:sp>
      <p:sp>
        <p:nvSpPr>
          <p:cNvPr id="44" name="TextBox 43">
            <a:extLst>
              <a:ext uri="{FF2B5EF4-FFF2-40B4-BE49-F238E27FC236}">
                <a16:creationId xmlns:a16="http://schemas.microsoft.com/office/drawing/2014/main" id="{1D428E20-66A8-0301-E189-D97D3837BEBA}"/>
              </a:ext>
            </a:extLst>
          </p:cNvPr>
          <p:cNvSpPr txBox="1"/>
          <p:nvPr/>
        </p:nvSpPr>
        <p:spPr>
          <a:xfrm>
            <a:off x="6214537" y="4244561"/>
            <a:ext cx="462845" cy="584775"/>
          </a:xfrm>
          <a:prstGeom prst="rect">
            <a:avLst/>
          </a:prstGeom>
          <a:solidFill>
            <a:schemeClr val="accent5">
              <a:lumMod val="75000"/>
              <a:alpha val="25000"/>
            </a:schemeClr>
          </a:solidFill>
        </p:spPr>
        <p:txBody>
          <a:bodyPr wrap="square" rtlCol="0">
            <a:spAutoFit/>
          </a:bodyPr>
          <a:lstStyle/>
          <a:p>
            <a:pPr algn="ctr"/>
            <a:r>
              <a:rPr lang="en-US" sz="3200" dirty="0"/>
              <a:t>8</a:t>
            </a:r>
          </a:p>
        </p:txBody>
      </p:sp>
      <p:sp>
        <p:nvSpPr>
          <p:cNvPr id="45" name="TextBox 44">
            <a:extLst>
              <a:ext uri="{FF2B5EF4-FFF2-40B4-BE49-F238E27FC236}">
                <a16:creationId xmlns:a16="http://schemas.microsoft.com/office/drawing/2014/main" id="{B805854D-8EC6-5045-7F12-426D507F78B3}"/>
              </a:ext>
            </a:extLst>
          </p:cNvPr>
          <p:cNvSpPr txBox="1"/>
          <p:nvPr/>
        </p:nvSpPr>
        <p:spPr>
          <a:xfrm>
            <a:off x="4216401" y="2231221"/>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51" name="TextBox 50">
            <a:extLst>
              <a:ext uri="{FF2B5EF4-FFF2-40B4-BE49-F238E27FC236}">
                <a16:creationId xmlns:a16="http://schemas.microsoft.com/office/drawing/2014/main" id="{6AC6A6B7-2AD3-BC3A-06E6-78B113CA6A98}"/>
              </a:ext>
            </a:extLst>
          </p:cNvPr>
          <p:cNvSpPr txBox="1"/>
          <p:nvPr/>
        </p:nvSpPr>
        <p:spPr>
          <a:xfrm>
            <a:off x="5715003" y="3741226"/>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B05CA426-20B5-6D36-B61A-1E362FAE67B0}"/>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5FCF02BE-57EA-AFBB-B32D-33981B7876BE}"/>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60FE42DB-3541-7978-CD85-007C4975DEC5}"/>
              </a:ext>
            </a:extLst>
          </p:cNvPr>
          <p:cNvSpPr txBox="1"/>
          <p:nvPr/>
        </p:nvSpPr>
        <p:spPr>
          <a:xfrm>
            <a:off x="5215469" y="172788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A69E74D9-15DD-53D1-9566-513CF191D616}"/>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2129AFA2-DA1A-5E1A-C7D0-139581860B91}"/>
              </a:ext>
            </a:extLst>
          </p:cNvPr>
          <p:cNvSpPr txBox="1"/>
          <p:nvPr/>
        </p:nvSpPr>
        <p:spPr>
          <a:xfrm>
            <a:off x="4715935" y="721216"/>
            <a:ext cx="462845" cy="584775"/>
          </a:xfrm>
          <a:prstGeom prst="rect">
            <a:avLst/>
          </a:prstGeom>
          <a:noFill/>
        </p:spPr>
        <p:txBody>
          <a:bodyPr wrap="square" rtlCol="0">
            <a:spAutoFit/>
          </a:bodyPr>
          <a:lstStyle/>
          <a:p>
            <a:pPr algn="ctr"/>
            <a:r>
              <a:rPr lang="en-US" sz="3200" dirty="0"/>
              <a:t>4</a:t>
            </a:r>
          </a:p>
        </p:txBody>
      </p:sp>
      <p:sp>
        <p:nvSpPr>
          <p:cNvPr id="28" name="TextBox 27">
            <a:extLst>
              <a:ext uri="{FF2B5EF4-FFF2-40B4-BE49-F238E27FC236}">
                <a16:creationId xmlns:a16="http://schemas.microsoft.com/office/drawing/2014/main" id="{28C3B1B9-4BA0-ECA3-C9BE-38B8B6FAB16F}"/>
              </a:ext>
            </a:extLst>
          </p:cNvPr>
          <p:cNvSpPr txBox="1"/>
          <p:nvPr/>
        </p:nvSpPr>
        <p:spPr>
          <a:xfrm>
            <a:off x="3217333" y="2231221"/>
            <a:ext cx="462845" cy="584775"/>
          </a:xfrm>
          <a:prstGeom prst="rect">
            <a:avLst/>
          </a:prstGeom>
          <a:solidFill>
            <a:srgbClr val="00B0F0">
              <a:alpha val="15000"/>
            </a:srgbClr>
          </a:solidFill>
        </p:spPr>
        <p:txBody>
          <a:bodyPr wrap="square" rtlCol="0">
            <a:spAutoFit/>
          </a:bodyPr>
          <a:lstStyle/>
          <a:p>
            <a:pPr algn="ctr"/>
            <a:r>
              <a:rPr lang="en-US" sz="3200" dirty="0"/>
              <a:t>6</a:t>
            </a:r>
          </a:p>
        </p:txBody>
      </p:sp>
      <p:sp>
        <p:nvSpPr>
          <p:cNvPr id="29" name="TextBox 28">
            <a:extLst>
              <a:ext uri="{FF2B5EF4-FFF2-40B4-BE49-F238E27FC236}">
                <a16:creationId xmlns:a16="http://schemas.microsoft.com/office/drawing/2014/main" id="{9CD76B8B-7F48-DC15-C6A8-6484B49DD0C9}"/>
              </a:ext>
            </a:extLst>
          </p:cNvPr>
          <p:cNvSpPr txBox="1"/>
          <p:nvPr/>
        </p:nvSpPr>
        <p:spPr>
          <a:xfrm>
            <a:off x="3716867" y="2734556"/>
            <a:ext cx="462845" cy="584775"/>
          </a:xfrm>
          <a:prstGeom prst="rect">
            <a:avLst/>
          </a:prstGeom>
          <a:solidFill>
            <a:srgbClr val="00B0F0">
              <a:alpha val="15000"/>
            </a:srgbClr>
          </a:solidFill>
        </p:spPr>
        <p:txBody>
          <a:bodyPr wrap="square" rtlCol="0">
            <a:spAutoFit/>
          </a:bodyPr>
          <a:lstStyle/>
          <a:p>
            <a:pPr algn="ctr"/>
            <a:r>
              <a:rPr lang="en-US" sz="3200" dirty="0"/>
              <a:t>2</a:t>
            </a:r>
          </a:p>
        </p:txBody>
      </p:sp>
      <p:sp>
        <p:nvSpPr>
          <p:cNvPr id="32" name="TextBox 31">
            <a:extLst>
              <a:ext uri="{FF2B5EF4-FFF2-40B4-BE49-F238E27FC236}">
                <a16:creationId xmlns:a16="http://schemas.microsoft.com/office/drawing/2014/main" id="{DB4AD22D-34E6-842A-F0DD-3FB9FB9E7524}"/>
              </a:ext>
            </a:extLst>
          </p:cNvPr>
          <p:cNvSpPr txBox="1"/>
          <p:nvPr/>
        </p:nvSpPr>
        <p:spPr>
          <a:xfrm>
            <a:off x="4216401" y="3237891"/>
            <a:ext cx="462845" cy="584775"/>
          </a:xfrm>
          <a:prstGeom prst="rect">
            <a:avLst/>
          </a:prstGeom>
          <a:solidFill>
            <a:srgbClr val="00B0F0">
              <a:alpha val="15000"/>
            </a:srgbClr>
          </a:solidFill>
        </p:spPr>
        <p:txBody>
          <a:bodyPr wrap="square" rtlCol="0">
            <a:spAutoFit/>
          </a:bodyPr>
          <a:lstStyle/>
          <a:p>
            <a:pPr algn="ctr"/>
            <a:r>
              <a:rPr lang="en-US" sz="3200" dirty="0"/>
              <a:t>8</a:t>
            </a:r>
          </a:p>
        </p:txBody>
      </p:sp>
      <p:sp>
        <p:nvSpPr>
          <p:cNvPr id="33" name="TextBox 32">
            <a:extLst>
              <a:ext uri="{FF2B5EF4-FFF2-40B4-BE49-F238E27FC236}">
                <a16:creationId xmlns:a16="http://schemas.microsoft.com/office/drawing/2014/main" id="{638D4C67-BD75-9280-67FC-2978D05D8FE2}"/>
              </a:ext>
            </a:extLst>
          </p:cNvPr>
          <p:cNvSpPr txBox="1"/>
          <p:nvPr/>
        </p:nvSpPr>
        <p:spPr>
          <a:xfrm>
            <a:off x="4715935" y="3741226"/>
            <a:ext cx="462845" cy="584775"/>
          </a:xfrm>
          <a:prstGeom prst="rect">
            <a:avLst/>
          </a:prstGeom>
          <a:solidFill>
            <a:srgbClr val="00B0F0">
              <a:alpha val="15000"/>
            </a:srgbClr>
          </a:solid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8E727B4D-90A6-238B-C150-8EA7331084BB}"/>
              </a:ext>
            </a:extLst>
          </p:cNvPr>
          <p:cNvSpPr txBox="1"/>
          <p:nvPr/>
        </p:nvSpPr>
        <p:spPr>
          <a:xfrm>
            <a:off x="5215469" y="4244561"/>
            <a:ext cx="462845" cy="584775"/>
          </a:xfrm>
          <a:prstGeom prst="rect">
            <a:avLst/>
          </a:prstGeom>
          <a:solidFill>
            <a:srgbClr val="00B0F0">
              <a:alpha val="15000"/>
            </a:srgbClr>
          </a:solidFill>
        </p:spPr>
        <p:txBody>
          <a:bodyPr wrap="square" rtlCol="0">
            <a:spAutoFit/>
          </a:bodyPr>
          <a:lstStyle/>
          <a:p>
            <a:pPr algn="ctr"/>
            <a:r>
              <a:rPr lang="en-US" sz="3200" dirty="0"/>
              <a:t>9</a:t>
            </a:r>
          </a:p>
        </p:txBody>
      </p:sp>
      <p:sp>
        <p:nvSpPr>
          <p:cNvPr id="27" name="TextBox 26">
            <a:extLst>
              <a:ext uri="{FF2B5EF4-FFF2-40B4-BE49-F238E27FC236}">
                <a16:creationId xmlns:a16="http://schemas.microsoft.com/office/drawing/2014/main" id="{06C39CEE-29F9-DBF2-7A57-1CAC8665E52F}"/>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51091110-53F8-291A-F2D8-8ADD1164B4B5}"/>
              </a:ext>
            </a:extLst>
          </p:cNvPr>
          <p:cNvSpPr txBox="1"/>
          <p:nvPr/>
        </p:nvSpPr>
        <p:spPr>
          <a:xfrm>
            <a:off x="4216401" y="3741226"/>
            <a:ext cx="462845" cy="584775"/>
          </a:xfrm>
          <a:prstGeom prst="rect">
            <a:avLst/>
          </a:prstGeom>
          <a:noFill/>
        </p:spPr>
        <p:txBody>
          <a:bodyPr wrap="square" rtlCol="0">
            <a:spAutoFit/>
          </a:bodyPr>
          <a:lstStyle/>
          <a:p>
            <a:pPr algn="ctr"/>
            <a:r>
              <a:rPr lang="en-US" sz="3200" dirty="0"/>
              <a:t>9</a:t>
            </a:r>
          </a:p>
        </p:txBody>
      </p:sp>
      <p:sp>
        <p:nvSpPr>
          <p:cNvPr id="60" name="TextBox 59">
            <a:extLst>
              <a:ext uri="{FF2B5EF4-FFF2-40B4-BE49-F238E27FC236}">
                <a16:creationId xmlns:a16="http://schemas.microsoft.com/office/drawing/2014/main" id="{78C09BCE-1C64-25E5-50BC-1D9590FF39BB}"/>
              </a:ext>
            </a:extLst>
          </p:cNvPr>
          <p:cNvSpPr txBox="1"/>
          <p:nvPr/>
        </p:nvSpPr>
        <p:spPr>
          <a:xfrm>
            <a:off x="3640666" y="4408541"/>
            <a:ext cx="570089" cy="230832"/>
          </a:xfrm>
          <a:prstGeom prst="rect">
            <a:avLst/>
          </a:prstGeom>
          <a:noFill/>
        </p:spPr>
        <p:txBody>
          <a:bodyPr wrap="square" rtlCol="0">
            <a:spAutoFit/>
          </a:bodyPr>
          <a:lstStyle/>
          <a:p>
            <a:pPr algn="ctr"/>
            <a:r>
              <a:rPr lang="en-US" sz="900" dirty="0"/>
              <a:t>34</a:t>
            </a:r>
          </a:p>
        </p:txBody>
      </p:sp>
      <p:sp>
        <p:nvSpPr>
          <p:cNvPr id="63" name="TextBox 62">
            <a:extLst>
              <a:ext uri="{FF2B5EF4-FFF2-40B4-BE49-F238E27FC236}">
                <a16:creationId xmlns:a16="http://schemas.microsoft.com/office/drawing/2014/main" id="{9A631C28-E597-1331-DF96-56A51C143325}"/>
              </a:ext>
            </a:extLst>
          </p:cNvPr>
          <p:cNvSpPr txBox="1"/>
          <p:nvPr/>
        </p:nvSpPr>
        <p:spPr>
          <a:xfrm>
            <a:off x="3640666" y="4909484"/>
            <a:ext cx="570089" cy="230832"/>
          </a:xfrm>
          <a:prstGeom prst="rect">
            <a:avLst/>
          </a:prstGeom>
          <a:noFill/>
        </p:spPr>
        <p:txBody>
          <a:bodyPr wrap="square" rtlCol="0">
            <a:spAutoFit/>
          </a:bodyPr>
          <a:lstStyle/>
          <a:p>
            <a:pPr algn="ctr"/>
            <a:r>
              <a:rPr lang="en-US" sz="900" dirty="0"/>
              <a:t>43</a:t>
            </a:r>
          </a:p>
        </p:txBody>
      </p:sp>
      <p:sp>
        <p:nvSpPr>
          <p:cNvPr id="65" name="TextBox 64">
            <a:extLst>
              <a:ext uri="{FF2B5EF4-FFF2-40B4-BE49-F238E27FC236}">
                <a16:creationId xmlns:a16="http://schemas.microsoft.com/office/drawing/2014/main" id="{5C653B8D-8B04-5F2C-2F43-03FD45125F12}"/>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66" name="TextBox 65">
            <a:extLst>
              <a:ext uri="{FF2B5EF4-FFF2-40B4-BE49-F238E27FC236}">
                <a16:creationId xmlns:a16="http://schemas.microsoft.com/office/drawing/2014/main" id="{EE5E98ED-7A6C-4969-61DD-A715DA43121A}"/>
              </a:ext>
            </a:extLst>
          </p:cNvPr>
          <p:cNvSpPr txBox="1"/>
          <p:nvPr/>
        </p:nvSpPr>
        <p:spPr>
          <a:xfrm>
            <a:off x="3716867" y="3741226"/>
            <a:ext cx="462845" cy="584775"/>
          </a:xfrm>
          <a:prstGeom prst="rect">
            <a:avLst/>
          </a:prstGeom>
          <a:noFill/>
        </p:spPr>
        <p:txBody>
          <a:bodyPr wrap="square" rtlCol="0">
            <a:spAutoFit/>
          </a:bodyPr>
          <a:lstStyle/>
          <a:p>
            <a:pPr algn="ctr"/>
            <a:r>
              <a:rPr lang="en-US" sz="3200" dirty="0"/>
              <a:t>6</a:t>
            </a:r>
          </a:p>
        </p:txBody>
      </p:sp>
      <p:sp>
        <p:nvSpPr>
          <p:cNvPr id="67" name="TextBox 66">
            <a:extLst>
              <a:ext uri="{FF2B5EF4-FFF2-40B4-BE49-F238E27FC236}">
                <a16:creationId xmlns:a16="http://schemas.microsoft.com/office/drawing/2014/main" id="{907A9C89-7C93-5245-BDC6-E5A4EF7919C1}"/>
              </a:ext>
            </a:extLst>
          </p:cNvPr>
          <p:cNvSpPr txBox="1"/>
          <p:nvPr/>
        </p:nvSpPr>
        <p:spPr>
          <a:xfrm>
            <a:off x="4216401" y="4244561"/>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89857C85-B519-AEB4-FB49-C93DADE7A06A}"/>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54" name="TextBox 53">
            <a:extLst>
              <a:ext uri="{FF2B5EF4-FFF2-40B4-BE49-F238E27FC236}">
                <a16:creationId xmlns:a16="http://schemas.microsoft.com/office/drawing/2014/main" id="{CAE503F8-E5EA-6057-7BEE-DA134143C042}"/>
              </a:ext>
            </a:extLst>
          </p:cNvPr>
          <p:cNvSpPr txBox="1"/>
          <p:nvPr/>
        </p:nvSpPr>
        <p:spPr>
          <a:xfrm>
            <a:off x="4216401" y="4747898"/>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BB3159AE-9208-040D-CEB0-50F8884DB139}"/>
              </a:ext>
            </a:extLst>
          </p:cNvPr>
          <p:cNvSpPr txBox="1"/>
          <p:nvPr/>
        </p:nvSpPr>
        <p:spPr>
          <a:xfrm>
            <a:off x="3217333" y="424456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DCAF6C31-1006-33F9-2BA3-48493EA4FC40}"/>
              </a:ext>
            </a:extLst>
          </p:cNvPr>
          <p:cNvSpPr txBox="1"/>
          <p:nvPr/>
        </p:nvSpPr>
        <p:spPr>
          <a:xfrm>
            <a:off x="3217333" y="3237891"/>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EBDC7FA9-B04B-637C-A8A2-25BCCEF7B051}"/>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56" name="TextBox 55">
            <a:extLst>
              <a:ext uri="{FF2B5EF4-FFF2-40B4-BE49-F238E27FC236}">
                <a16:creationId xmlns:a16="http://schemas.microsoft.com/office/drawing/2014/main" id="{BB73201C-44D5-161F-9B68-0334F9FE7A7C}"/>
              </a:ext>
            </a:extLst>
          </p:cNvPr>
          <p:cNvSpPr txBox="1"/>
          <p:nvPr/>
        </p:nvSpPr>
        <p:spPr>
          <a:xfrm>
            <a:off x="4645378" y="4408541"/>
            <a:ext cx="570089" cy="230832"/>
          </a:xfrm>
          <a:prstGeom prst="rect">
            <a:avLst/>
          </a:prstGeom>
          <a:noFill/>
        </p:spPr>
        <p:txBody>
          <a:bodyPr wrap="square" rtlCol="0">
            <a:spAutoFit/>
          </a:bodyPr>
          <a:lstStyle/>
          <a:p>
            <a:pPr algn="ctr"/>
            <a:r>
              <a:rPr lang="en-US" sz="900" dirty="0"/>
              <a:t>63</a:t>
            </a:r>
          </a:p>
        </p:txBody>
      </p:sp>
      <p:sp>
        <p:nvSpPr>
          <p:cNvPr id="58" name="TextBox 57">
            <a:extLst>
              <a:ext uri="{FF2B5EF4-FFF2-40B4-BE49-F238E27FC236}">
                <a16:creationId xmlns:a16="http://schemas.microsoft.com/office/drawing/2014/main" id="{731040C5-60FC-4197-3628-24C4EB4BC73E}"/>
              </a:ext>
            </a:extLst>
          </p:cNvPr>
          <p:cNvSpPr txBox="1"/>
          <p:nvPr/>
        </p:nvSpPr>
        <p:spPr>
          <a:xfrm>
            <a:off x="7157158" y="4408541"/>
            <a:ext cx="570089" cy="230832"/>
          </a:xfrm>
          <a:prstGeom prst="rect">
            <a:avLst/>
          </a:prstGeom>
          <a:noFill/>
        </p:spPr>
        <p:txBody>
          <a:bodyPr wrap="square" rtlCol="0">
            <a:spAutoFit/>
          </a:bodyPr>
          <a:lstStyle/>
          <a:p>
            <a:pPr algn="ctr"/>
            <a:r>
              <a:rPr lang="en-US" sz="900" dirty="0"/>
              <a:t>46</a:t>
            </a:r>
          </a:p>
        </p:txBody>
      </p:sp>
      <p:sp>
        <p:nvSpPr>
          <p:cNvPr id="59" name="TextBox 58">
            <a:extLst>
              <a:ext uri="{FF2B5EF4-FFF2-40B4-BE49-F238E27FC236}">
                <a16:creationId xmlns:a16="http://schemas.microsoft.com/office/drawing/2014/main" id="{C85C661F-5811-B96C-86DC-DC3A32C883B0}"/>
              </a:ext>
            </a:extLst>
          </p:cNvPr>
          <p:cNvSpPr txBox="1"/>
          <p:nvPr/>
        </p:nvSpPr>
        <p:spPr>
          <a:xfrm>
            <a:off x="6152446" y="4909484"/>
            <a:ext cx="570089" cy="230832"/>
          </a:xfrm>
          <a:prstGeom prst="rect">
            <a:avLst/>
          </a:prstGeom>
          <a:noFill/>
        </p:spPr>
        <p:txBody>
          <a:bodyPr wrap="square" rtlCol="0">
            <a:spAutoFit/>
          </a:bodyPr>
          <a:lstStyle/>
          <a:p>
            <a:pPr algn="ctr"/>
            <a:r>
              <a:rPr lang="en-US" sz="900" dirty="0"/>
              <a:t>45</a:t>
            </a:r>
          </a:p>
        </p:txBody>
      </p:sp>
      <p:sp>
        <p:nvSpPr>
          <p:cNvPr id="61" name="TextBox 60">
            <a:extLst>
              <a:ext uri="{FF2B5EF4-FFF2-40B4-BE49-F238E27FC236}">
                <a16:creationId xmlns:a16="http://schemas.microsoft.com/office/drawing/2014/main" id="{EAAE6604-E26E-258C-03CB-171F10015421}"/>
              </a:ext>
            </a:extLst>
          </p:cNvPr>
          <p:cNvSpPr txBox="1"/>
          <p:nvPr/>
        </p:nvSpPr>
        <p:spPr>
          <a:xfrm>
            <a:off x="6654802" y="4909484"/>
            <a:ext cx="570089" cy="230832"/>
          </a:xfrm>
          <a:prstGeom prst="rect">
            <a:avLst/>
          </a:prstGeom>
          <a:noFill/>
        </p:spPr>
        <p:txBody>
          <a:bodyPr wrap="square" rtlCol="0">
            <a:spAutoFit/>
          </a:bodyPr>
          <a:lstStyle/>
          <a:p>
            <a:pPr algn="ctr"/>
            <a:r>
              <a:rPr lang="en-US" sz="900" dirty="0"/>
              <a:t>456</a:t>
            </a:r>
          </a:p>
        </p:txBody>
      </p:sp>
      <p:sp>
        <p:nvSpPr>
          <p:cNvPr id="62" name="TextBox 61">
            <a:extLst>
              <a:ext uri="{FF2B5EF4-FFF2-40B4-BE49-F238E27FC236}">
                <a16:creationId xmlns:a16="http://schemas.microsoft.com/office/drawing/2014/main" id="{1BB34F54-BFF0-93FE-02A0-D692BD2D12D9}"/>
              </a:ext>
            </a:extLst>
          </p:cNvPr>
          <p:cNvSpPr txBox="1"/>
          <p:nvPr/>
        </p:nvSpPr>
        <p:spPr>
          <a:xfrm>
            <a:off x="4645378" y="4909484"/>
            <a:ext cx="570089" cy="230832"/>
          </a:xfrm>
          <a:prstGeom prst="rect">
            <a:avLst/>
          </a:prstGeom>
          <a:noFill/>
        </p:spPr>
        <p:txBody>
          <a:bodyPr wrap="square" rtlCol="0">
            <a:spAutoFit/>
          </a:bodyPr>
          <a:lstStyle/>
          <a:p>
            <a:pPr algn="ctr"/>
            <a:r>
              <a:rPr lang="en-US" sz="900" dirty="0"/>
              <a:t>36</a:t>
            </a:r>
          </a:p>
        </p:txBody>
      </p:sp>
      <p:sp>
        <p:nvSpPr>
          <p:cNvPr id="64" name="TextBox 63">
            <a:extLst>
              <a:ext uri="{FF2B5EF4-FFF2-40B4-BE49-F238E27FC236}">
                <a16:creationId xmlns:a16="http://schemas.microsoft.com/office/drawing/2014/main" id="{5AA3BE9D-6E2F-0F7F-D872-CF409B5F48C5}"/>
              </a:ext>
            </a:extLst>
          </p:cNvPr>
          <p:cNvSpPr txBox="1"/>
          <p:nvPr/>
        </p:nvSpPr>
        <p:spPr>
          <a:xfrm>
            <a:off x="5147734" y="4909484"/>
            <a:ext cx="570089" cy="230832"/>
          </a:xfrm>
          <a:prstGeom prst="rect">
            <a:avLst/>
          </a:prstGeom>
          <a:noFill/>
        </p:spPr>
        <p:txBody>
          <a:bodyPr wrap="square" rtlCol="0">
            <a:spAutoFit/>
          </a:bodyPr>
          <a:lstStyle/>
          <a:p>
            <a:pPr algn="ctr"/>
            <a:r>
              <a:rPr lang="en-US" sz="900" dirty="0"/>
              <a:t>28</a:t>
            </a:r>
          </a:p>
        </p:txBody>
      </p:sp>
      <p:sp>
        <p:nvSpPr>
          <p:cNvPr id="68" name="TextBox 67">
            <a:extLst>
              <a:ext uri="{FF2B5EF4-FFF2-40B4-BE49-F238E27FC236}">
                <a16:creationId xmlns:a16="http://schemas.microsoft.com/office/drawing/2014/main" id="{F5BFD94C-47CB-59CF-5BC7-974343E3639F}"/>
              </a:ext>
            </a:extLst>
          </p:cNvPr>
          <p:cNvSpPr txBox="1"/>
          <p:nvPr/>
        </p:nvSpPr>
        <p:spPr>
          <a:xfrm>
            <a:off x="5650090" y="4909484"/>
            <a:ext cx="570089" cy="230832"/>
          </a:xfrm>
          <a:prstGeom prst="rect">
            <a:avLst/>
          </a:prstGeom>
          <a:noFill/>
        </p:spPr>
        <p:txBody>
          <a:bodyPr wrap="square" rtlCol="0">
            <a:spAutoFit/>
          </a:bodyPr>
          <a:lstStyle/>
          <a:p>
            <a:pPr algn="ctr"/>
            <a:r>
              <a:rPr lang="en-US" sz="900" dirty="0"/>
              <a:t>268</a:t>
            </a:r>
          </a:p>
        </p:txBody>
      </p:sp>
      <p:sp>
        <p:nvSpPr>
          <p:cNvPr id="69" name="TextBox 68">
            <a:extLst>
              <a:ext uri="{FF2B5EF4-FFF2-40B4-BE49-F238E27FC236}">
                <a16:creationId xmlns:a16="http://schemas.microsoft.com/office/drawing/2014/main" id="{111649EF-13ED-86B1-7D4B-FC66E395FA0E}"/>
              </a:ext>
            </a:extLst>
          </p:cNvPr>
          <p:cNvSpPr txBox="1"/>
          <p:nvPr/>
        </p:nvSpPr>
        <p:spPr>
          <a:xfrm>
            <a:off x="5147734" y="901933"/>
            <a:ext cx="570089" cy="230832"/>
          </a:xfrm>
          <a:prstGeom prst="rect">
            <a:avLst/>
          </a:prstGeom>
          <a:noFill/>
        </p:spPr>
        <p:txBody>
          <a:bodyPr wrap="square" rtlCol="0">
            <a:spAutoFit/>
          </a:bodyPr>
          <a:lstStyle/>
          <a:p>
            <a:pPr algn="ctr"/>
            <a:r>
              <a:rPr lang="en-US" sz="900" dirty="0"/>
              <a:t>278</a:t>
            </a:r>
          </a:p>
        </p:txBody>
      </p:sp>
      <p:sp>
        <p:nvSpPr>
          <p:cNvPr id="70" name="TextBox 69">
            <a:extLst>
              <a:ext uri="{FF2B5EF4-FFF2-40B4-BE49-F238E27FC236}">
                <a16:creationId xmlns:a16="http://schemas.microsoft.com/office/drawing/2014/main" id="{2C140C96-F635-481C-14B8-0A12B94BC1B2}"/>
              </a:ext>
            </a:extLst>
          </p:cNvPr>
          <p:cNvSpPr txBox="1"/>
          <p:nvPr/>
        </p:nvSpPr>
        <p:spPr>
          <a:xfrm>
            <a:off x="5650090" y="901933"/>
            <a:ext cx="570089" cy="230832"/>
          </a:xfrm>
          <a:prstGeom prst="rect">
            <a:avLst/>
          </a:prstGeom>
          <a:noFill/>
        </p:spPr>
        <p:txBody>
          <a:bodyPr wrap="square" rtlCol="0">
            <a:spAutoFit/>
          </a:bodyPr>
          <a:lstStyle/>
          <a:p>
            <a:pPr algn="ctr"/>
            <a:r>
              <a:rPr lang="en-US" sz="900" dirty="0"/>
              <a:t>258</a:t>
            </a:r>
          </a:p>
        </p:txBody>
      </p:sp>
      <p:sp>
        <p:nvSpPr>
          <p:cNvPr id="71" name="TextBox 70">
            <a:extLst>
              <a:ext uri="{FF2B5EF4-FFF2-40B4-BE49-F238E27FC236}">
                <a16:creationId xmlns:a16="http://schemas.microsoft.com/office/drawing/2014/main" id="{A3A3E337-D8E4-445C-C6F0-8729E81B1803}"/>
              </a:ext>
            </a:extLst>
          </p:cNvPr>
          <p:cNvSpPr txBox="1"/>
          <p:nvPr/>
        </p:nvSpPr>
        <p:spPr>
          <a:xfrm>
            <a:off x="5147734" y="1402877"/>
            <a:ext cx="570089" cy="230832"/>
          </a:xfrm>
          <a:prstGeom prst="rect">
            <a:avLst/>
          </a:prstGeom>
          <a:noFill/>
        </p:spPr>
        <p:txBody>
          <a:bodyPr wrap="square" rtlCol="0">
            <a:spAutoFit/>
          </a:bodyPr>
          <a:lstStyle/>
          <a:p>
            <a:pPr algn="ctr"/>
            <a:r>
              <a:rPr lang="en-US" sz="900" dirty="0"/>
              <a:t>278</a:t>
            </a:r>
          </a:p>
        </p:txBody>
      </p:sp>
      <p:sp>
        <p:nvSpPr>
          <p:cNvPr id="72" name="TextBox 71">
            <a:extLst>
              <a:ext uri="{FF2B5EF4-FFF2-40B4-BE49-F238E27FC236}">
                <a16:creationId xmlns:a16="http://schemas.microsoft.com/office/drawing/2014/main" id="{253566BF-A54F-0807-AA4E-964EB3FF3B9F}"/>
              </a:ext>
            </a:extLst>
          </p:cNvPr>
          <p:cNvSpPr txBox="1"/>
          <p:nvPr/>
        </p:nvSpPr>
        <p:spPr>
          <a:xfrm>
            <a:off x="5650090" y="1402877"/>
            <a:ext cx="570089" cy="230832"/>
          </a:xfrm>
          <a:prstGeom prst="rect">
            <a:avLst/>
          </a:prstGeom>
          <a:noFill/>
        </p:spPr>
        <p:txBody>
          <a:bodyPr wrap="square" rtlCol="0">
            <a:spAutoFit/>
          </a:bodyPr>
          <a:lstStyle/>
          <a:p>
            <a:pPr algn="ctr"/>
            <a:r>
              <a:rPr lang="en-US" sz="900" dirty="0"/>
              <a:t>268</a:t>
            </a:r>
          </a:p>
        </p:txBody>
      </p:sp>
      <p:sp>
        <p:nvSpPr>
          <p:cNvPr id="73" name="TextBox 72">
            <a:extLst>
              <a:ext uri="{FF2B5EF4-FFF2-40B4-BE49-F238E27FC236}">
                <a16:creationId xmlns:a16="http://schemas.microsoft.com/office/drawing/2014/main" id="{F1D93A26-CB0A-F98C-E719-EBF2B2EC1B31}"/>
              </a:ext>
            </a:extLst>
          </p:cNvPr>
          <p:cNvSpPr txBox="1"/>
          <p:nvPr/>
        </p:nvSpPr>
        <p:spPr>
          <a:xfrm>
            <a:off x="5650090" y="1903821"/>
            <a:ext cx="570089" cy="230832"/>
          </a:xfrm>
          <a:prstGeom prst="rect">
            <a:avLst/>
          </a:prstGeom>
          <a:noFill/>
        </p:spPr>
        <p:txBody>
          <a:bodyPr wrap="square" rtlCol="0">
            <a:spAutoFit/>
          </a:bodyPr>
          <a:lstStyle/>
          <a:p>
            <a:pPr algn="ctr"/>
            <a:r>
              <a:rPr lang="en-US" sz="900" dirty="0"/>
              <a:t>56</a:t>
            </a:r>
          </a:p>
        </p:txBody>
      </p:sp>
      <p:sp>
        <p:nvSpPr>
          <p:cNvPr id="74" name="TextBox 73">
            <a:extLst>
              <a:ext uri="{FF2B5EF4-FFF2-40B4-BE49-F238E27FC236}">
                <a16:creationId xmlns:a16="http://schemas.microsoft.com/office/drawing/2014/main" id="{214915CA-68BD-B196-2762-5A9C572B6170}"/>
              </a:ext>
            </a:extLst>
          </p:cNvPr>
          <p:cNvSpPr txBox="1"/>
          <p:nvPr/>
        </p:nvSpPr>
        <p:spPr>
          <a:xfrm>
            <a:off x="6152446" y="2404765"/>
            <a:ext cx="570089" cy="230832"/>
          </a:xfrm>
          <a:prstGeom prst="rect">
            <a:avLst/>
          </a:prstGeom>
          <a:noFill/>
        </p:spPr>
        <p:txBody>
          <a:bodyPr wrap="square" rtlCol="0">
            <a:spAutoFit/>
          </a:bodyPr>
          <a:lstStyle/>
          <a:p>
            <a:pPr algn="ctr"/>
            <a:r>
              <a:rPr lang="en-US" sz="900" dirty="0"/>
              <a:t>34</a:t>
            </a:r>
          </a:p>
        </p:txBody>
      </p:sp>
      <p:sp>
        <p:nvSpPr>
          <p:cNvPr id="75" name="TextBox 74">
            <a:extLst>
              <a:ext uri="{FF2B5EF4-FFF2-40B4-BE49-F238E27FC236}">
                <a16:creationId xmlns:a16="http://schemas.microsoft.com/office/drawing/2014/main" id="{C69BD403-93B3-4C8A-60A7-20B057B21481}"/>
              </a:ext>
            </a:extLst>
          </p:cNvPr>
          <p:cNvSpPr txBox="1"/>
          <p:nvPr/>
        </p:nvSpPr>
        <p:spPr>
          <a:xfrm>
            <a:off x="6654802" y="2404765"/>
            <a:ext cx="570089" cy="230832"/>
          </a:xfrm>
          <a:prstGeom prst="rect">
            <a:avLst/>
          </a:prstGeom>
          <a:noFill/>
        </p:spPr>
        <p:txBody>
          <a:bodyPr wrap="square" rtlCol="0">
            <a:spAutoFit/>
          </a:bodyPr>
          <a:lstStyle/>
          <a:p>
            <a:pPr algn="ctr"/>
            <a:r>
              <a:rPr lang="en-US" sz="900" dirty="0"/>
              <a:t>48</a:t>
            </a:r>
          </a:p>
        </p:txBody>
      </p:sp>
      <p:sp>
        <p:nvSpPr>
          <p:cNvPr id="76" name="TextBox 75">
            <a:extLst>
              <a:ext uri="{FF2B5EF4-FFF2-40B4-BE49-F238E27FC236}">
                <a16:creationId xmlns:a16="http://schemas.microsoft.com/office/drawing/2014/main" id="{3AED4B4D-C286-15B4-44FD-2F3B5C5A3806}"/>
              </a:ext>
            </a:extLst>
          </p:cNvPr>
          <p:cNvSpPr txBox="1"/>
          <p:nvPr/>
        </p:nvSpPr>
        <p:spPr>
          <a:xfrm>
            <a:off x="7157158" y="2404765"/>
            <a:ext cx="570089" cy="230832"/>
          </a:xfrm>
          <a:prstGeom prst="rect">
            <a:avLst/>
          </a:prstGeom>
          <a:noFill/>
        </p:spPr>
        <p:txBody>
          <a:bodyPr wrap="square" rtlCol="0">
            <a:spAutoFit/>
          </a:bodyPr>
          <a:lstStyle/>
          <a:p>
            <a:pPr algn="ctr"/>
            <a:r>
              <a:rPr lang="en-US" sz="900" dirty="0"/>
              <a:t>348</a:t>
            </a:r>
          </a:p>
        </p:txBody>
      </p:sp>
      <p:sp>
        <p:nvSpPr>
          <p:cNvPr id="81" name="TextBox 80">
            <a:extLst>
              <a:ext uri="{FF2B5EF4-FFF2-40B4-BE49-F238E27FC236}">
                <a16:creationId xmlns:a16="http://schemas.microsoft.com/office/drawing/2014/main" id="{15A01163-6A6D-6EB0-D306-EA31FF971AF4}"/>
              </a:ext>
            </a:extLst>
          </p:cNvPr>
          <p:cNvSpPr txBox="1"/>
          <p:nvPr/>
        </p:nvSpPr>
        <p:spPr>
          <a:xfrm>
            <a:off x="7213604" y="2734556"/>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FE12738F-B2B4-4D4E-FCDA-59422DD73BFB}"/>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79" name="TextBox 78">
            <a:extLst>
              <a:ext uri="{FF2B5EF4-FFF2-40B4-BE49-F238E27FC236}">
                <a16:creationId xmlns:a16="http://schemas.microsoft.com/office/drawing/2014/main" id="{177E5FD7-E055-D88E-EFB1-B66F83958B65}"/>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10" name="TextBox 9">
            <a:extLst>
              <a:ext uri="{FF2B5EF4-FFF2-40B4-BE49-F238E27FC236}">
                <a16:creationId xmlns:a16="http://schemas.microsoft.com/office/drawing/2014/main" id="{EFA6FB6A-35AD-76F7-D3BF-61256566A986}"/>
              </a:ext>
            </a:extLst>
          </p:cNvPr>
          <p:cNvSpPr txBox="1"/>
          <p:nvPr/>
        </p:nvSpPr>
        <p:spPr>
          <a:xfrm>
            <a:off x="3217333" y="1224551"/>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E28A02A5-4B2D-68AE-2E75-8AF68137A7B7}"/>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26594294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80C905-3F8C-9FC1-F4A0-D60EC5D05875}"/>
            </a:ext>
          </a:extLst>
        </p:cNvPr>
        <p:cNvGrpSpPr/>
        <p:nvPr/>
      </p:nvGrpSpPr>
      <p:grpSpPr>
        <a:xfrm>
          <a:off x="0" y="0"/>
          <a:ext cx="0" cy="0"/>
          <a:chOff x="0" y="0"/>
          <a:chExt cx="0" cy="0"/>
        </a:xfrm>
      </p:grpSpPr>
      <p:sp>
        <p:nvSpPr>
          <p:cNvPr id="77" name="TextBox 76">
            <a:extLst>
              <a:ext uri="{FF2B5EF4-FFF2-40B4-BE49-F238E27FC236}">
                <a16:creationId xmlns:a16="http://schemas.microsoft.com/office/drawing/2014/main" id="{0239CE44-7FB2-7137-7F2B-01137B229573}"/>
              </a:ext>
            </a:extLst>
          </p:cNvPr>
          <p:cNvSpPr txBox="1"/>
          <p:nvPr/>
        </p:nvSpPr>
        <p:spPr>
          <a:xfrm>
            <a:off x="5715003" y="1727886"/>
            <a:ext cx="462845" cy="584775"/>
          </a:xfrm>
          <a:prstGeom prst="rect">
            <a:avLst/>
          </a:prstGeom>
          <a:solidFill>
            <a:srgbClr val="92D050">
              <a:alpha val="15000"/>
            </a:srgbClr>
          </a:solidFill>
        </p:spPr>
        <p:txBody>
          <a:bodyPr wrap="square" rtlCol="0">
            <a:spAutoFit/>
          </a:bodyPr>
          <a:lstStyle/>
          <a:p>
            <a:pPr algn="ctr"/>
            <a:endParaRPr lang="en-US" sz="3200" dirty="0"/>
          </a:p>
        </p:txBody>
      </p:sp>
      <p:sp>
        <p:nvSpPr>
          <p:cNvPr id="78" name="TextBox 77">
            <a:extLst>
              <a:ext uri="{FF2B5EF4-FFF2-40B4-BE49-F238E27FC236}">
                <a16:creationId xmlns:a16="http://schemas.microsoft.com/office/drawing/2014/main" id="{F1686AA6-EE0C-3DB4-7B07-4674A30598FD}"/>
              </a:ext>
            </a:extLst>
          </p:cNvPr>
          <p:cNvSpPr txBox="1"/>
          <p:nvPr/>
        </p:nvSpPr>
        <p:spPr>
          <a:xfrm>
            <a:off x="6214537" y="2231221"/>
            <a:ext cx="462845" cy="584775"/>
          </a:xfrm>
          <a:prstGeom prst="rect">
            <a:avLst/>
          </a:prstGeom>
          <a:solidFill>
            <a:srgbClr val="92D050">
              <a:alpha val="15000"/>
            </a:srgbClr>
          </a:solidFill>
        </p:spPr>
        <p:txBody>
          <a:bodyPr wrap="square" rtlCol="0">
            <a:spAutoFit/>
          </a:bodyPr>
          <a:lstStyle/>
          <a:p>
            <a:pPr algn="ctr"/>
            <a:endParaRPr lang="en-US" sz="3200" dirty="0"/>
          </a:p>
        </p:txBody>
      </p:sp>
      <p:sp>
        <p:nvSpPr>
          <p:cNvPr id="82" name="TextBox 81">
            <a:extLst>
              <a:ext uri="{FF2B5EF4-FFF2-40B4-BE49-F238E27FC236}">
                <a16:creationId xmlns:a16="http://schemas.microsoft.com/office/drawing/2014/main" id="{B02B77B1-B95A-7292-AD9F-871E48D00A4C}"/>
              </a:ext>
            </a:extLst>
          </p:cNvPr>
          <p:cNvSpPr txBox="1"/>
          <p:nvPr/>
        </p:nvSpPr>
        <p:spPr>
          <a:xfrm>
            <a:off x="6714071" y="2734556"/>
            <a:ext cx="462845" cy="584775"/>
          </a:xfrm>
          <a:prstGeom prst="rect">
            <a:avLst/>
          </a:prstGeom>
          <a:solidFill>
            <a:srgbClr val="92D050">
              <a:alpha val="15000"/>
            </a:srgbClr>
          </a:solidFill>
        </p:spPr>
        <p:txBody>
          <a:bodyPr wrap="square" rtlCol="0">
            <a:spAutoFit/>
          </a:bodyPr>
          <a:lstStyle/>
          <a:p>
            <a:pPr algn="ctr"/>
            <a:r>
              <a:rPr lang="en-US" sz="3200" dirty="0"/>
              <a:t>7</a:t>
            </a:r>
          </a:p>
        </p:txBody>
      </p:sp>
      <p:sp>
        <p:nvSpPr>
          <p:cNvPr id="83" name="TextBox 82">
            <a:extLst>
              <a:ext uri="{FF2B5EF4-FFF2-40B4-BE49-F238E27FC236}">
                <a16:creationId xmlns:a16="http://schemas.microsoft.com/office/drawing/2014/main" id="{9DEB28FF-5ABE-4BA0-6326-EB6A343336AD}"/>
              </a:ext>
            </a:extLst>
          </p:cNvPr>
          <p:cNvSpPr txBox="1"/>
          <p:nvPr/>
        </p:nvSpPr>
        <p:spPr>
          <a:xfrm>
            <a:off x="7213604" y="3237891"/>
            <a:ext cx="462845" cy="584775"/>
          </a:xfrm>
          <a:prstGeom prst="rect">
            <a:avLst/>
          </a:prstGeom>
          <a:solidFill>
            <a:srgbClr val="92D050">
              <a:alpha val="15000"/>
            </a:srgbClr>
          </a:solidFill>
        </p:spPr>
        <p:txBody>
          <a:bodyPr wrap="square" rtlCol="0">
            <a:spAutoFit/>
          </a:bodyPr>
          <a:lstStyle/>
          <a:p>
            <a:pPr algn="ctr"/>
            <a:r>
              <a:rPr lang="en-US" sz="3200" dirty="0"/>
              <a:t>2</a:t>
            </a:r>
          </a:p>
        </p:txBody>
      </p:sp>
      <p:sp>
        <p:nvSpPr>
          <p:cNvPr id="84" name="TextBox 83">
            <a:extLst>
              <a:ext uri="{FF2B5EF4-FFF2-40B4-BE49-F238E27FC236}">
                <a16:creationId xmlns:a16="http://schemas.microsoft.com/office/drawing/2014/main" id="{ED5221C1-091D-DFAA-E311-61539260D568}"/>
              </a:ext>
            </a:extLst>
          </p:cNvPr>
          <p:cNvSpPr txBox="1"/>
          <p:nvPr/>
        </p:nvSpPr>
        <p:spPr>
          <a:xfrm>
            <a:off x="7213604" y="3741226"/>
            <a:ext cx="462845" cy="584775"/>
          </a:xfrm>
          <a:prstGeom prst="rect">
            <a:avLst/>
          </a:prstGeom>
          <a:solidFill>
            <a:srgbClr val="92D050">
              <a:alpha val="15000"/>
            </a:srgbClr>
          </a:solidFill>
        </p:spPr>
        <p:txBody>
          <a:bodyPr wrap="square" rtlCol="0">
            <a:spAutoFit/>
          </a:bodyPr>
          <a:lstStyle/>
          <a:p>
            <a:pPr algn="ctr"/>
            <a:r>
              <a:rPr lang="en-US" sz="3200" dirty="0"/>
              <a:t>7</a:t>
            </a:r>
          </a:p>
        </p:txBody>
      </p:sp>
      <p:sp>
        <p:nvSpPr>
          <p:cNvPr id="46" name="TextBox 45">
            <a:extLst>
              <a:ext uri="{FF2B5EF4-FFF2-40B4-BE49-F238E27FC236}">
                <a16:creationId xmlns:a16="http://schemas.microsoft.com/office/drawing/2014/main" id="{EAB7C817-0198-1435-C6D5-A48D28127D06}"/>
              </a:ext>
            </a:extLst>
          </p:cNvPr>
          <p:cNvSpPr txBox="1"/>
          <p:nvPr/>
        </p:nvSpPr>
        <p:spPr>
          <a:xfrm>
            <a:off x="3716867" y="2231221"/>
            <a:ext cx="462845" cy="584775"/>
          </a:xfrm>
          <a:prstGeom prst="rect">
            <a:avLst/>
          </a:prstGeom>
          <a:solidFill>
            <a:srgbClr val="FF0000">
              <a:alpha val="15000"/>
            </a:srgbClr>
          </a:solidFill>
        </p:spPr>
        <p:txBody>
          <a:bodyPr wrap="square" rtlCol="0">
            <a:spAutoFit/>
          </a:bodyPr>
          <a:lstStyle/>
          <a:p>
            <a:pPr algn="ctr"/>
            <a:r>
              <a:rPr lang="en-US" sz="3200" dirty="0"/>
              <a:t>7</a:t>
            </a:r>
          </a:p>
        </p:txBody>
      </p:sp>
      <p:sp>
        <p:nvSpPr>
          <p:cNvPr id="47" name="TextBox 46">
            <a:extLst>
              <a:ext uri="{FF2B5EF4-FFF2-40B4-BE49-F238E27FC236}">
                <a16:creationId xmlns:a16="http://schemas.microsoft.com/office/drawing/2014/main" id="{4CB6807C-32D9-C62E-29F4-8A78F04977FC}"/>
              </a:ext>
            </a:extLst>
          </p:cNvPr>
          <p:cNvSpPr txBox="1"/>
          <p:nvPr/>
        </p:nvSpPr>
        <p:spPr>
          <a:xfrm>
            <a:off x="4216401" y="2734556"/>
            <a:ext cx="462845" cy="584775"/>
          </a:xfrm>
          <a:prstGeom prst="rect">
            <a:avLst/>
          </a:prstGeom>
          <a:solidFill>
            <a:srgbClr val="FF0000">
              <a:alpha val="15000"/>
            </a:srgbClr>
          </a:solid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FAE6F2D6-B9D3-2C0E-CC5E-3AE89861D492}"/>
              </a:ext>
            </a:extLst>
          </p:cNvPr>
          <p:cNvSpPr txBox="1"/>
          <p:nvPr/>
        </p:nvSpPr>
        <p:spPr>
          <a:xfrm>
            <a:off x="4715935" y="3237891"/>
            <a:ext cx="462845" cy="584775"/>
          </a:xfrm>
          <a:prstGeom prst="rect">
            <a:avLst/>
          </a:prstGeom>
          <a:solidFill>
            <a:srgbClr val="FF0000">
              <a:alpha val="15000"/>
            </a:srgbClr>
          </a:solidFill>
        </p:spPr>
        <p:txBody>
          <a:bodyPr wrap="square" rtlCol="0">
            <a:spAutoFit/>
          </a:bodyPr>
          <a:lstStyle/>
          <a:p>
            <a:pPr algn="ctr"/>
            <a:r>
              <a:rPr lang="en-US" sz="3200" dirty="0"/>
              <a:t>7</a:t>
            </a:r>
          </a:p>
        </p:txBody>
      </p:sp>
      <p:sp>
        <p:nvSpPr>
          <p:cNvPr id="49" name="TextBox 48">
            <a:extLst>
              <a:ext uri="{FF2B5EF4-FFF2-40B4-BE49-F238E27FC236}">
                <a16:creationId xmlns:a16="http://schemas.microsoft.com/office/drawing/2014/main" id="{65382993-7D97-B43E-D2FC-107410C8F59C}"/>
              </a:ext>
            </a:extLst>
          </p:cNvPr>
          <p:cNvSpPr txBox="1"/>
          <p:nvPr/>
        </p:nvSpPr>
        <p:spPr>
          <a:xfrm>
            <a:off x="5215469" y="3741226"/>
            <a:ext cx="462845" cy="584775"/>
          </a:xfrm>
          <a:prstGeom prst="rect">
            <a:avLst/>
          </a:prstGeom>
          <a:solidFill>
            <a:srgbClr val="FF0000">
              <a:alpha val="15000"/>
            </a:srgbClr>
          </a:solidFill>
        </p:spPr>
        <p:txBody>
          <a:bodyPr wrap="square" rtlCol="0">
            <a:spAutoFit/>
          </a:bodyPr>
          <a:lstStyle/>
          <a:p>
            <a:pPr algn="ctr"/>
            <a:r>
              <a:rPr lang="en-US" sz="3200" dirty="0"/>
              <a:t>4</a:t>
            </a:r>
          </a:p>
        </p:txBody>
      </p:sp>
      <p:sp>
        <p:nvSpPr>
          <p:cNvPr id="50" name="TextBox 49">
            <a:extLst>
              <a:ext uri="{FF2B5EF4-FFF2-40B4-BE49-F238E27FC236}">
                <a16:creationId xmlns:a16="http://schemas.microsoft.com/office/drawing/2014/main" id="{BBEC42E5-4454-81F0-BB3F-A7D31E0DDD99}"/>
              </a:ext>
            </a:extLst>
          </p:cNvPr>
          <p:cNvSpPr txBox="1"/>
          <p:nvPr/>
        </p:nvSpPr>
        <p:spPr>
          <a:xfrm>
            <a:off x="5715003" y="4244561"/>
            <a:ext cx="462845" cy="584775"/>
          </a:xfrm>
          <a:prstGeom prst="rect">
            <a:avLst/>
          </a:prstGeom>
          <a:solidFill>
            <a:srgbClr val="FF0000">
              <a:alpha val="15000"/>
            </a:srgbClr>
          </a:solidFill>
        </p:spPr>
        <p:txBody>
          <a:bodyPr wrap="square" rtlCol="0">
            <a:spAutoFit/>
          </a:bodyPr>
          <a:lstStyle/>
          <a:p>
            <a:pPr algn="ctr"/>
            <a:r>
              <a:rPr lang="en-US" sz="3200" dirty="0"/>
              <a:t>7</a:t>
            </a:r>
          </a:p>
        </p:txBody>
      </p:sp>
      <p:sp>
        <p:nvSpPr>
          <p:cNvPr id="2" name="Content Placeholder 1">
            <a:extLst>
              <a:ext uri="{FF2B5EF4-FFF2-40B4-BE49-F238E27FC236}">
                <a16:creationId xmlns:a16="http://schemas.microsoft.com/office/drawing/2014/main" id="{9C5ED32A-AE0B-DFC8-01C7-EE15143BAFA3}"/>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69B8FB62-9A15-25BF-9F9D-091CA3185DB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EE09A16-828C-4A5B-5F99-D9C5187DDD2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AA1B547-D524-80AC-F9FC-AC6D1D06CF9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7EFCEAF-DBE1-5D4D-B27D-A2F20274E4B2}"/>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5E0F72A9-F671-ED86-A423-D731F4FAED7F}"/>
              </a:ext>
            </a:extLst>
          </p:cNvPr>
          <p:cNvSpPr txBox="1"/>
          <p:nvPr/>
        </p:nvSpPr>
        <p:spPr>
          <a:xfrm>
            <a:off x="7213604" y="4747898"/>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F1480523-6287-114D-2F16-25EA46895DC3}"/>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9E3F635A-E473-AB8C-E8DE-88C1EC2DE2C0}"/>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17" name="TextBox 16">
            <a:extLst>
              <a:ext uri="{FF2B5EF4-FFF2-40B4-BE49-F238E27FC236}">
                <a16:creationId xmlns:a16="http://schemas.microsoft.com/office/drawing/2014/main" id="{AB877715-7284-3946-9B7D-DD83B471A39A}"/>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3A7A53CA-5F4B-CBF0-B3E6-3AB05AF40F7A}"/>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865127A0-58B7-03C3-A699-7DC370F209BD}"/>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AC8AF247-3B73-1299-A740-015D2AC43613}"/>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C12B8D52-D5B4-AAB7-31A4-B6EDB0372B50}"/>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3E395ACD-22E5-6A31-5315-ACE773B5CB84}"/>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F2FD9B48-2A54-BF12-8A76-5594DD6B94CF}"/>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563DA93C-2F1E-A3F8-7ABD-D9B16A09B49D}"/>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AA57A4A8-4378-5065-2105-480C53A038F8}"/>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0C0DE901-DC14-69B5-9C9F-A2EA7636FBDF}"/>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9C252FCB-A5A1-4597-7345-D4393CB9785B}"/>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9192EF43-145E-BC72-EEA0-8988B357BF9B}"/>
              </a:ext>
            </a:extLst>
          </p:cNvPr>
          <p:cNvSpPr txBox="1"/>
          <p:nvPr/>
        </p:nvSpPr>
        <p:spPr>
          <a:xfrm>
            <a:off x="5715003" y="223122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FCEB8D76-1BCB-F222-B62C-9B33EC8660E0}"/>
              </a:ext>
            </a:extLst>
          </p:cNvPr>
          <p:cNvSpPr txBox="1"/>
          <p:nvPr/>
        </p:nvSpPr>
        <p:spPr>
          <a:xfrm>
            <a:off x="3217333" y="273455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1AB30DE9-B6D2-A1C1-1A39-7F73DD46813E}"/>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4958C048-88A3-71DC-DA74-11BA6BB7E3BB}"/>
              </a:ext>
            </a:extLst>
          </p:cNvPr>
          <p:cNvSpPr txBox="1"/>
          <p:nvPr/>
        </p:nvSpPr>
        <p:spPr>
          <a:xfrm>
            <a:off x="3716867" y="1727886"/>
            <a:ext cx="462845" cy="584775"/>
          </a:xfrm>
          <a:prstGeom prst="rect">
            <a:avLst/>
          </a:prstGeom>
          <a:solidFill>
            <a:schemeClr val="accent5">
              <a:lumMod val="75000"/>
              <a:alpha val="25000"/>
            </a:schemeClr>
          </a:solid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071F0AB3-1FB7-834C-9224-6195E4A56603}"/>
              </a:ext>
            </a:extLst>
          </p:cNvPr>
          <p:cNvSpPr txBox="1"/>
          <p:nvPr/>
        </p:nvSpPr>
        <p:spPr>
          <a:xfrm>
            <a:off x="4715935" y="2734556"/>
            <a:ext cx="462845" cy="584775"/>
          </a:xfrm>
          <a:prstGeom prst="rect">
            <a:avLst/>
          </a:prstGeom>
          <a:solidFill>
            <a:schemeClr val="accent5">
              <a:lumMod val="75000"/>
              <a:alpha val="25000"/>
            </a:schemeClr>
          </a:solidFill>
        </p:spPr>
        <p:txBody>
          <a:bodyPr wrap="square" rtlCol="0">
            <a:spAutoFit/>
          </a:bodyPr>
          <a:lstStyle/>
          <a:p>
            <a:pPr algn="ctr"/>
            <a:r>
              <a:rPr lang="en-US" sz="3200" dirty="0"/>
              <a:t>8</a:t>
            </a:r>
          </a:p>
        </p:txBody>
      </p:sp>
      <p:sp>
        <p:nvSpPr>
          <p:cNvPr id="43" name="TextBox 42">
            <a:extLst>
              <a:ext uri="{FF2B5EF4-FFF2-40B4-BE49-F238E27FC236}">
                <a16:creationId xmlns:a16="http://schemas.microsoft.com/office/drawing/2014/main" id="{9E59DE25-65FD-F425-1780-3C1C099C2782}"/>
              </a:ext>
            </a:extLst>
          </p:cNvPr>
          <p:cNvSpPr txBox="1"/>
          <p:nvPr/>
        </p:nvSpPr>
        <p:spPr>
          <a:xfrm>
            <a:off x="5215469" y="3237891"/>
            <a:ext cx="462845" cy="584775"/>
          </a:xfrm>
          <a:prstGeom prst="rect">
            <a:avLst/>
          </a:prstGeom>
          <a:solidFill>
            <a:schemeClr val="accent5">
              <a:lumMod val="75000"/>
              <a:alpha val="25000"/>
            </a:schemeClr>
          </a:solidFill>
        </p:spPr>
        <p:txBody>
          <a:bodyPr wrap="square" rtlCol="0">
            <a:spAutoFit/>
          </a:bodyPr>
          <a:lstStyle/>
          <a:p>
            <a:pPr algn="ctr"/>
            <a:r>
              <a:rPr lang="en-US" sz="3200" dirty="0"/>
              <a:t>6</a:t>
            </a:r>
          </a:p>
        </p:txBody>
      </p:sp>
      <p:sp>
        <p:nvSpPr>
          <p:cNvPr id="44" name="TextBox 43">
            <a:extLst>
              <a:ext uri="{FF2B5EF4-FFF2-40B4-BE49-F238E27FC236}">
                <a16:creationId xmlns:a16="http://schemas.microsoft.com/office/drawing/2014/main" id="{6461A31B-3524-941D-6FEE-FB2327D0C5B1}"/>
              </a:ext>
            </a:extLst>
          </p:cNvPr>
          <p:cNvSpPr txBox="1"/>
          <p:nvPr/>
        </p:nvSpPr>
        <p:spPr>
          <a:xfrm>
            <a:off x="6214537" y="4244561"/>
            <a:ext cx="462845" cy="584775"/>
          </a:xfrm>
          <a:prstGeom prst="rect">
            <a:avLst/>
          </a:prstGeom>
          <a:solidFill>
            <a:schemeClr val="accent5">
              <a:lumMod val="75000"/>
              <a:alpha val="25000"/>
            </a:schemeClr>
          </a:solidFill>
        </p:spPr>
        <p:txBody>
          <a:bodyPr wrap="square" rtlCol="0">
            <a:spAutoFit/>
          </a:bodyPr>
          <a:lstStyle/>
          <a:p>
            <a:pPr algn="ctr"/>
            <a:r>
              <a:rPr lang="en-US" sz="3200" dirty="0"/>
              <a:t>8</a:t>
            </a:r>
          </a:p>
        </p:txBody>
      </p:sp>
      <p:sp>
        <p:nvSpPr>
          <p:cNvPr id="45" name="TextBox 44">
            <a:extLst>
              <a:ext uri="{FF2B5EF4-FFF2-40B4-BE49-F238E27FC236}">
                <a16:creationId xmlns:a16="http://schemas.microsoft.com/office/drawing/2014/main" id="{C8D69431-E4E0-C824-9F9D-A54383C63D74}"/>
              </a:ext>
            </a:extLst>
          </p:cNvPr>
          <p:cNvSpPr txBox="1"/>
          <p:nvPr/>
        </p:nvSpPr>
        <p:spPr>
          <a:xfrm>
            <a:off x="4216401" y="2231221"/>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51" name="TextBox 50">
            <a:extLst>
              <a:ext uri="{FF2B5EF4-FFF2-40B4-BE49-F238E27FC236}">
                <a16:creationId xmlns:a16="http://schemas.microsoft.com/office/drawing/2014/main" id="{2D012F75-D3A6-EF72-D482-FD3836A634C8}"/>
              </a:ext>
            </a:extLst>
          </p:cNvPr>
          <p:cNvSpPr txBox="1"/>
          <p:nvPr/>
        </p:nvSpPr>
        <p:spPr>
          <a:xfrm>
            <a:off x="5715003" y="3741226"/>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488E81E3-D00C-2C2A-478E-0F0A95B879E3}"/>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A458E539-E0A6-C246-30D6-C767840E27CA}"/>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C3880F37-6E8B-59EF-CF0C-5794209E0318}"/>
              </a:ext>
            </a:extLst>
          </p:cNvPr>
          <p:cNvSpPr txBox="1"/>
          <p:nvPr/>
        </p:nvSpPr>
        <p:spPr>
          <a:xfrm>
            <a:off x="5215469" y="172788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8CA9B22F-C40D-6282-F4A9-0FD74EE6BB65}"/>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1F0CA3B8-1BA3-1A77-E7DD-F4DA40A08662}"/>
              </a:ext>
            </a:extLst>
          </p:cNvPr>
          <p:cNvSpPr txBox="1"/>
          <p:nvPr/>
        </p:nvSpPr>
        <p:spPr>
          <a:xfrm>
            <a:off x="4715935" y="721216"/>
            <a:ext cx="462845" cy="584775"/>
          </a:xfrm>
          <a:prstGeom prst="rect">
            <a:avLst/>
          </a:prstGeom>
          <a:noFill/>
        </p:spPr>
        <p:txBody>
          <a:bodyPr wrap="square" rtlCol="0">
            <a:spAutoFit/>
          </a:bodyPr>
          <a:lstStyle/>
          <a:p>
            <a:pPr algn="ctr"/>
            <a:r>
              <a:rPr lang="en-US" sz="3200" dirty="0"/>
              <a:t>4</a:t>
            </a:r>
          </a:p>
        </p:txBody>
      </p:sp>
      <p:sp>
        <p:nvSpPr>
          <p:cNvPr id="28" name="TextBox 27">
            <a:extLst>
              <a:ext uri="{FF2B5EF4-FFF2-40B4-BE49-F238E27FC236}">
                <a16:creationId xmlns:a16="http://schemas.microsoft.com/office/drawing/2014/main" id="{4A319871-2756-8B6E-E094-3C68633F1368}"/>
              </a:ext>
            </a:extLst>
          </p:cNvPr>
          <p:cNvSpPr txBox="1"/>
          <p:nvPr/>
        </p:nvSpPr>
        <p:spPr>
          <a:xfrm>
            <a:off x="3217333" y="2231221"/>
            <a:ext cx="462845" cy="584775"/>
          </a:xfrm>
          <a:prstGeom prst="rect">
            <a:avLst/>
          </a:prstGeom>
          <a:solidFill>
            <a:srgbClr val="00B0F0">
              <a:alpha val="15000"/>
            </a:srgbClr>
          </a:solidFill>
        </p:spPr>
        <p:txBody>
          <a:bodyPr wrap="square" rtlCol="0">
            <a:spAutoFit/>
          </a:bodyPr>
          <a:lstStyle/>
          <a:p>
            <a:pPr algn="ctr"/>
            <a:r>
              <a:rPr lang="en-US" sz="3200" dirty="0"/>
              <a:t>6</a:t>
            </a:r>
          </a:p>
        </p:txBody>
      </p:sp>
      <p:sp>
        <p:nvSpPr>
          <p:cNvPr id="29" name="TextBox 28">
            <a:extLst>
              <a:ext uri="{FF2B5EF4-FFF2-40B4-BE49-F238E27FC236}">
                <a16:creationId xmlns:a16="http://schemas.microsoft.com/office/drawing/2014/main" id="{3FC478FC-9CE7-6E49-9F15-646F9BCDD972}"/>
              </a:ext>
            </a:extLst>
          </p:cNvPr>
          <p:cNvSpPr txBox="1"/>
          <p:nvPr/>
        </p:nvSpPr>
        <p:spPr>
          <a:xfrm>
            <a:off x="3716867" y="2734556"/>
            <a:ext cx="462845" cy="584775"/>
          </a:xfrm>
          <a:prstGeom prst="rect">
            <a:avLst/>
          </a:prstGeom>
          <a:solidFill>
            <a:srgbClr val="00B0F0">
              <a:alpha val="15000"/>
            </a:srgbClr>
          </a:solidFill>
        </p:spPr>
        <p:txBody>
          <a:bodyPr wrap="square" rtlCol="0">
            <a:spAutoFit/>
          </a:bodyPr>
          <a:lstStyle/>
          <a:p>
            <a:pPr algn="ctr"/>
            <a:r>
              <a:rPr lang="en-US" sz="3200" dirty="0"/>
              <a:t>2</a:t>
            </a:r>
          </a:p>
        </p:txBody>
      </p:sp>
      <p:sp>
        <p:nvSpPr>
          <p:cNvPr id="32" name="TextBox 31">
            <a:extLst>
              <a:ext uri="{FF2B5EF4-FFF2-40B4-BE49-F238E27FC236}">
                <a16:creationId xmlns:a16="http://schemas.microsoft.com/office/drawing/2014/main" id="{2C0A8C29-EE42-617D-04E5-CD73726111B0}"/>
              </a:ext>
            </a:extLst>
          </p:cNvPr>
          <p:cNvSpPr txBox="1"/>
          <p:nvPr/>
        </p:nvSpPr>
        <p:spPr>
          <a:xfrm>
            <a:off x="4216401" y="3237891"/>
            <a:ext cx="462845" cy="584775"/>
          </a:xfrm>
          <a:prstGeom prst="rect">
            <a:avLst/>
          </a:prstGeom>
          <a:solidFill>
            <a:srgbClr val="00B0F0">
              <a:alpha val="15000"/>
            </a:srgbClr>
          </a:solidFill>
        </p:spPr>
        <p:txBody>
          <a:bodyPr wrap="square" rtlCol="0">
            <a:spAutoFit/>
          </a:bodyPr>
          <a:lstStyle/>
          <a:p>
            <a:pPr algn="ctr"/>
            <a:r>
              <a:rPr lang="en-US" sz="3200" dirty="0"/>
              <a:t>8</a:t>
            </a:r>
          </a:p>
        </p:txBody>
      </p:sp>
      <p:sp>
        <p:nvSpPr>
          <p:cNvPr id="33" name="TextBox 32">
            <a:extLst>
              <a:ext uri="{FF2B5EF4-FFF2-40B4-BE49-F238E27FC236}">
                <a16:creationId xmlns:a16="http://schemas.microsoft.com/office/drawing/2014/main" id="{88D7B547-444B-AAD4-E976-DEBB3F138D3F}"/>
              </a:ext>
            </a:extLst>
          </p:cNvPr>
          <p:cNvSpPr txBox="1"/>
          <p:nvPr/>
        </p:nvSpPr>
        <p:spPr>
          <a:xfrm>
            <a:off x="4715935" y="3741226"/>
            <a:ext cx="462845" cy="584775"/>
          </a:xfrm>
          <a:prstGeom prst="rect">
            <a:avLst/>
          </a:prstGeom>
          <a:solidFill>
            <a:srgbClr val="00B0F0">
              <a:alpha val="15000"/>
            </a:srgbClr>
          </a:solid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CCC4BB7B-2B66-2EFE-5E15-A43D05102C2B}"/>
              </a:ext>
            </a:extLst>
          </p:cNvPr>
          <p:cNvSpPr txBox="1"/>
          <p:nvPr/>
        </p:nvSpPr>
        <p:spPr>
          <a:xfrm>
            <a:off x="5215469" y="4244561"/>
            <a:ext cx="462845" cy="584775"/>
          </a:xfrm>
          <a:prstGeom prst="rect">
            <a:avLst/>
          </a:prstGeom>
          <a:solidFill>
            <a:srgbClr val="00B0F0">
              <a:alpha val="15000"/>
            </a:srgbClr>
          </a:solidFill>
        </p:spPr>
        <p:txBody>
          <a:bodyPr wrap="square" rtlCol="0">
            <a:spAutoFit/>
          </a:bodyPr>
          <a:lstStyle/>
          <a:p>
            <a:pPr algn="ctr"/>
            <a:r>
              <a:rPr lang="en-US" sz="3200" dirty="0"/>
              <a:t>9</a:t>
            </a:r>
          </a:p>
        </p:txBody>
      </p:sp>
      <p:sp>
        <p:nvSpPr>
          <p:cNvPr id="27" name="TextBox 26">
            <a:extLst>
              <a:ext uri="{FF2B5EF4-FFF2-40B4-BE49-F238E27FC236}">
                <a16:creationId xmlns:a16="http://schemas.microsoft.com/office/drawing/2014/main" id="{62F3BC85-1B27-E893-0BF1-B32FEF54160A}"/>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DC4D66F3-671D-D278-17C5-72E803EEE917}"/>
              </a:ext>
            </a:extLst>
          </p:cNvPr>
          <p:cNvSpPr txBox="1"/>
          <p:nvPr/>
        </p:nvSpPr>
        <p:spPr>
          <a:xfrm>
            <a:off x="4216401" y="3741226"/>
            <a:ext cx="462845" cy="584775"/>
          </a:xfrm>
          <a:prstGeom prst="rect">
            <a:avLst/>
          </a:prstGeom>
          <a:noFill/>
        </p:spPr>
        <p:txBody>
          <a:bodyPr wrap="square" rtlCol="0">
            <a:spAutoFit/>
          </a:bodyPr>
          <a:lstStyle/>
          <a:p>
            <a:pPr algn="ctr"/>
            <a:r>
              <a:rPr lang="en-US" sz="3200" dirty="0"/>
              <a:t>9</a:t>
            </a:r>
          </a:p>
        </p:txBody>
      </p:sp>
      <p:sp>
        <p:nvSpPr>
          <p:cNvPr id="60" name="TextBox 59">
            <a:extLst>
              <a:ext uri="{FF2B5EF4-FFF2-40B4-BE49-F238E27FC236}">
                <a16:creationId xmlns:a16="http://schemas.microsoft.com/office/drawing/2014/main" id="{2D90645F-54AB-1281-356F-3A0C6057FF40}"/>
              </a:ext>
            </a:extLst>
          </p:cNvPr>
          <p:cNvSpPr txBox="1"/>
          <p:nvPr/>
        </p:nvSpPr>
        <p:spPr>
          <a:xfrm>
            <a:off x="3640666" y="4408541"/>
            <a:ext cx="570089" cy="230832"/>
          </a:xfrm>
          <a:prstGeom prst="rect">
            <a:avLst/>
          </a:prstGeom>
          <a:noFill/>
        </p:spPr>
        <p:txBody>
          <a:bodyPr wrap="square" rtlCol="0">
            <a:spAutoFit/>
          </a:bodyPr>
          <a:lstStyle/>
          <a:p>
            <a:pPr algn="ctr"/>
            <a:r>
              <a:rPr lang="en-US" sz="900" dirty="0"/>
              <a:t>34</a:t>
            </a:r>
          </a:p>
        </p:txBody>
      </p:sp>
      <p:sp>
        <p:nvSpPr>
          <p:cNvPr id="63" name="TextBox 62">
            <a:extLst>
              <a:ext uri="{FF2B5EF4-FFF2-40B4-BE49-F238E27FC236}">
                <a16:creationId xmlns:a16="http://schemas.microsoft.com/office/drawing/2014/main" id="{F9F19B63-94C4-D458-F0C6-874B61E57E7A}"/>
              </a:ext>
            </a:extLst>
          </p:cNvPr>
          <p:cNvSpPr txBox="1"/>
          <p:nvPr/>
        </p:nvSpPr>
        <p:spPr>
          <a:xfrm>
            <a:off x="3640666" y="4909484"/>
            <a:ext cx="570089" cy="230832"/>
          </a:xfrm>
          <a:prstGeom prst="rect">
            <a:avLst/>
          </a:prstGeom>
          <a:noFill/>
        </p:spPr>
        <p:txBody>
          <a:bodyPr wrap="square" rtlCol="0">
            <a:spAutoFit/>
          </a:bodyPr>
          <a:lstStyle/>
          <a:p>
            <a:pPr algn="ctr"/>
            <a:r>
              <a:rPr lang="en-US" sz="900" dirty="0"/>
              <a:t>43</a:t>
            </a:r>
          </a:p>
        </p:txBody>
      </p:sp>
      <p:sp>
        <p:nvSpPr>
          <p:cNvPr id="65" name="TextBox 64">
            <a:extLst>
              <a:ext uri="{FF2B5EF4-FFF2-40B4-BE49-F238E27FC236}">
                <a16:creationId xmlns:a16="http://schemas.microsoft.com/office/drawing/2014/main" id="{4AE8254B-E917-79AD-F50E-EFC498252973}"/>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66" name="TextBox 65">
            <a:extLst>
              <a:ext uri="{FF2B5EF4-FFF2-40B4-BE49-F238E27FC236}">
                <a16:creationId xmlns:a16="http://schemas.microsoft.com/office/drawing/2014/main" id="{D42EFB8C-4367-3D0D-DAA4-E5BAD19489F6}"/>
              </a:ext>
            </a:extLst>
          </p:cNvPr>
          <p:cNvSpPr txBox="1"/>
          <p:nvPr/>
        </p:nvSpPr>
        <p:spPr>
          <a:xfrm>
            <a:off x="3716867" y="3741226"/>
            <a:ext cx="462845" cy="584775"/>
          </a:xfrm>
          <a:prstGeom prst="rect">
            <a:avLst/>
          </a:prstGeom>
          <a:noFill/>
        </p:spPr>
        <p:txBody>
          <a:bodyPr wrap="square" rtlCol="0">
            <a:spAutoFit/>
          </a:bodyPr>
          <a:lstStyle/>
          <a:p>
            <a:pPr algn="ctr"/>
            <a:r>
              <a:rPr lang="en-US" sz="3200" dirty="0"/>
              <a:t>6</a:t>
            </a:r>
          </a:p>
        </p:txBody>
      </p:sp>
      <p:sp>
        <p:nvSpPr>
          <p:cNvPr id="67" name="TextBox 66">
            <a:extLst>
              <a:ext uri="{FF2B5EF4-FFF2-40B4-BE49-F238E27FC236}">
                <a16:creationId xmlns:a16="http://schemas.microsoft.com/office/drawing/2014/main" id="{38EAE3B5-6E5C-EF74-9AA1-E752DDAF41E0}"/>
              </a:ext>
            </a:extLst>
          </p:cNvPr>
          <p:cNvSpPr txBox="1"/>
          <p:nvPr/>
        </p:nvSpPr>
        <p:spPr>
          <a:xfrm>
            <a:off x="4216401" y="4244561"/>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F44BFAD2-6F80-E4EB-298C-6066F37F506D}"/>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54" name="TextBox 53">
            <a:extLst>
              <a:ext uri="{FF2B5EF4-FFF2-40B4-BE49-F238E27FC236}">
                <a16:creationId xmlns:a16="http://schemas.microsoft.com/office/drawing/2014/main" id="{DD77DB14-BD5D-E1CE-0115-C0A98B551166}"/>
              </a:ext>
            </a:extLst>
          </p:cNvPr>
          <p:cNvSpPr txBox="1"/>
          <p:nvPr/>
        </p:nvSpPr>
        <p:spPr>
          <a:xfrm>
            <a:off x="4216401" y="4747898"/>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96A0C98B-04D5-7CD9-E8DC-3F4A68BF161C}"/>
              </a:ext>
            </a:extLst>
          </p:cNvPr>
          <p:cNvSpPr txBox="1"/>
          <p:nvPr/>
        </p:nvSpPr>
        <p:spPr>
          <a:xfrm>
            <a:off x="3217333" y="424456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647888B3-A4E8-B1B2-79AF-7B4DDFDBA4CC}"/>
              </a:ext>
            </a:extLst>
          </p:cNvPr>
          <p:cNvSpPr txBox="1"/>
          <p:nvPr/>
        </p:nvSpPr>
        <p:spPr>
          <a:xfrm>
            <a:off x="3217333" y="3237891"/>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952E81FF-3B8D-53D4-4668-4DFA44392D47}"/>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56" name="TextBox 55">
            <a:extLst>
              <a:ext uri="{FF2B5EF4-FFF2-40B4-BE49-F238E27FC236}">
                <a16:creationId xmlns:a16="http://schemas.microsoft.com/office/drawing/2014/main" id="{D38829D4-BAC3-0A62-9CF2-E45E87398DAF}"/>
              </a:ext>
            </a:extLst>
          </p:cNvPr>
          <p:cNvSpPr txBox="1"/>
          <p:nvPr/>
        </p:nvSpPr>
        <p:spPr>
          <a:xfrm>
            <a:off x="4645378" y="4408541"/>
            <a:ext cx="570089" cy="230832"/>
          </a:xfrm>
          <a:prstGeom prst="rect">
            <a:avLst/>
          </a:prstGeom>
          <a:noFill/>
        </p:spPr>
        <p:txBody>
          <a:bodyPr wrap="square" rtlCol="0">
            <a:spAutoFit/>
          </a:bodyPr>
          <a:lstStyle/>
          <a:p>
            <a:pPr algn="ctr"/>
            <a:r>
              <a:rPr lang="en-US" sz="900" dirty="0"/>
              <a:t>63</a:t>
            </a:r>
          </a:p>
        </p:txBody>
      </p:sp>
      <p:sp>
        <p:nvSpPr>
          <p:cNvPr id="58" name="TextBox 57">
            <a:extLst>
              <a:ext uri="{FF2B5EF4-FFF2-40B4-BE49-F238E27FC236}">
                <a16:creationId xmlns:a16="http://schemas.microsoft.com/office/drawing/2014/main" id="{D718B337-0436-4775-A06C-424C819F7437}"/>
              </a:ext>
            </a:extLst>
          </p:cNvPr>
          <p:cNvSpPr txBox="1"/>
          <p:nvPr/>
        </p:nvSpPr>
        <p:spPr>
          <a:xfrm>
            <a:off x="7157158" y="4408541"/>
            <a:ext cx="570089" cy="230832"/>
          </a:xfrm>
          <a:prstGeom prst="rect">
            <a:avLst/>
          </a:prstGeom>
          <a:noFill/>
        </p:spPr>
        <p:txBody>
          <a:bodyPr wrap="square" rtlCol="0">
            <a:spAutoFit/>
          </a:bodyPr>
          <a:lstStyle/>
          <a:p>
            <a:pPr algn="ctr"/>
            <a:r>
              <a:rPr lang="en-US" sz="900" dirty="0"/>
              <a:t>46</a:t>
            </a:r>
          </a:p>
        </p:txBody>
      </p:sp>
      <p:sp>
        <p:nvSpPr>
          <p:cNvPr id="59" name="TextBox 58">
            <a:extLst>
              <a:ext uri="{FF2B5EF4-FFF2-40B4-BE49-F238E27FC236}">
                <a16:creationId xmlns:a16="http://schemas.microsoft.com/office/drawing/2014/main" id="{F6A94CF9-DBD2-2B5C-6DDA-518F7C455235}"/>
              </a:ext>
            </a:extLst>
          </p:cNvPr>
          <p:cNvSpPr txBox="1"/>
          <p:nvPr/>
        </p:nvSpPr>
        <p:spPr>
          <a:xfrm>
            <a:off x="6152446" y="4909484"/>
            <a:ext cx="570089" cy="230832"/>
          </a:xfrm>
          <a:prstGeom prst="rect">
            <a:avLst/>
          </a:prstGeom>
          <a:noFill/>
        </p:spPr>
        <p:txBody>
          <a:bodyPr wrap="square" rtlCol="0">
            <a:spAutoFit/>
          </a:bodyPr>
          <a:lstStyle/>
          <a:p>
            <a:pPr algn="ctr"/>
            <a:r>
              <a:rPr lang="en-US" sz="900" dirty="0"/>
              <a:t>45</a:t>
            </a:r>
          </a:p>
        </p:txBody>
      </p:sp>
      <p:sp>
        <p:nvSpPr>
          <p:cNvPr id="61" name="TextBox 60">
            <a:extLst>
              <a:ext uri="{FF2B5EF4-FFF2-40B4-BE49-F238E27FC236}">
                <a16:creationId xmlns:a16="http://schemas.microsoft.com/office/drawing/2014/main" id="{A3F26735-F639-D117-1D4F-294D14F8E0DF}"/>
              </a:ext>
            </a:extLst>
          </p:cNvPr>
          <p:cNvSpPr txBox="1"/>
          <p:nvPr/>
        </p:nvSpPr>
        <p:spPr>
          <a:xfrm>
            <a:off x="6654802" y="4909484"/>
            <a:ext cx="570089" cy="230832"/>
          </a:xfrm>
          <a:prstGeom prst="rect">
            <a:avLst/>
          </a:prstGeom>
          <a:noFill/>
        </p:spPr>
        <p:txBody>
          <a:bodyPr wrap="square" rtlCol="0">
            <a:spAutoFit/>
          </a:bodyPr>
          <a:lstStyle/>
          <a:p>
            <a:pPr algn="ctr"/>
            <a:r>
              <a:rPr lang="en-US" sz="900" dirty="0"/>
              <a:t>456</a:t>
            </a:r>
          </a:p>
        </p:txBody>
      </p:sp>
      <p:sp>
        <p:nvSpPr>
          <p:cNvPr id="62" name="TextBox 61">
            <a:extLst>
              <a:ext uri="{FF2B5EF4-FFF2-40B4-BE49-F238E27FC236}">
                <a16:creationId xmlns:a16="http://schemas.microsoft.com/office/drawing/2014/main" id="{7A24E3D1-C5F9-EBEF-03C0-9F96EFA9FC93}"/>
              </a:ext>
            </a:extLst>
          </p:cNvPr>
          <p:cNvSpPr txBox="1"/>
          <p:nvPr/>
        </p:nvSpPr>
        <p:spPr>
          <a:xfrm>
            <a:off x="4645378" y="4909484"/>
            <a:ext cx="570089" cy="230832"/>
          </a:xfrm>
          <a:prstGeom prst="rect">
            <a:avLst/>
          </a:prstGeom>
          <a:noFill/>
        </p:spPr>
        <p:txBody>
          <a:bodyPr wrap="square" rtlCol="0">
            <a:spAutoFit/>
          </a:bodyPr>
          <a:lstStyle/>
          <a:p>
            <a:pPr algn="ctr"/>
            <a:r>
              <a:rPr lang="en-US" sz="900" dirty="0"/>
              <a:t>36</a:t>
            </a:r>
          </a:p>
        </p:txBody>
      </p:sp>
      <p:sp>
        <p:nvSpPr>
          <p:cNvPr id="64" name="TextBox 63">
            <a:extLst>
              <a:ext uri="{FF2B5EF4-FFF2-40B4-BE49-F238E27FC236}">
                <a16:creationId xmlns:a16="http://schemas.microsoft.com/office/drawing/2014/main" id="{BBE55F56-CFEB-16A9-5885-10777D4B4BA3}"/>
              </a:ext>
            </a:extLst>
          </p:cNvPr>
          <p:cNvSpPr txBox="1"/>
          <p:nvPr/>
        </p:nvSpPr>
        <p:spPr>
          <a:xfrm>
            <a:off x="5147734" y="4909484"/>
            <a:ext cx="570089" cy="230832"/>
          </a:xfrm>
          <a:prstGeom prst="rect">
            <a:avLst/>
          </a:prstGeom>
          <a:noFill/>
        </p:spPr>
        <p:txBody>
          <a:bodyPr wrap="square" rtlCol="0">
            <a:spAutoFit/>
          </a:bodyPr>
          <a:lstStyle/>
          <a:p>
            <a:pPr algn="ctr"/>
            <a:r>
              <a:rPr lang="en-US" sz="900" dirty="0"/>
              <a:t>28</a:t>
            </a:r>
          </a:p>
        </p:txBody>
      </p:sp>
      <p:sp>
        <p:nvSpPr>
          <p:cNvPr id="68" name="TextBox 67">
            <a:extLst>
              <a:ext uri="{FF2B5EF4-FFF2-40B4-BE49-F238E27FC236}">
                <a16:creationId xmlns:a16="http://schemas.microsoft.com/office/drawing/2014/main" id="{80CD96AB-BD96-10F9-26E1-281CB1E6D6C2}"/>
              </a:ext>
            </a:extLst>
          </p:cNvPr>
          <p:cNvSpPr txBox="1"/>
          <p:nvPr/>
        </p:nvSpPr>
        <p:spPr>
          <a:xfrm>
            <a:off x="5650090" y="4909484"/>
            <a:ext cx="570089" cy="230832"/>
          </a:xfrm>
          <a:prstGeom prst="rect">
            <a:avLst/>
          </a:prstGeom>
          <a:noFill/>
        </p:spPr>
        <p:txBody>
          <a:bodyPr wrap="square" rtlCol="0">
            <a:spAutoFit/>
          </a:bodyPr>
          <a:lstStyle/>
          <a:p>
            <a:pPr algn="ctr"/>
            <a:r>
              <a:rPr lang="en-US" sz="900" dirty="0"/>
              <a:t>82</a:t>
            </a:r>
          </a:p>
        </p:txBody>
      </p:sp>
      <p:sp>
        <p:nvSpPr>
          <p:cNvPr id="69" name="TextBox 68">
            <a:extLst>
              <a:ext uri="{FF2B5EF4-FFF2-40B4-BE49-F238E27FC236}">
                <a16:creationId xmlns:a16="http://schemas.microsoft.com/office/drawing/2014/main" id="{7A17AAC8-52E5-5BD6-3BC2-6F11A4035F3E}"/>
              </a:ext>
            </a:extLst>
          </p:cNvPr>
          <p:cNvSpPr txBox="1"/>
          <p:nvPr/>
        </p:nvSpPr>
        <p:spPr>
          <a:xfrm>
            <a:off x="5147734" y="901933"/>
            <a:ext cx="570089" cy="230832"/>
          </a:xfrm>
          <a:prstGeom prst="rect">
            <a:avLst/>
          </a:prstGeom>
          <a:noFill/>
        </p:spPr>
        <p:txBody>
          <a:bodyPr wrap="square" rtlCol="0">
            <a:spAutoFit/>
          </a:bodyPr>
          <a:lstStyle/>
          <a:p>
            <a:pPr algn="ctr"/>
            <a:r>
              <a:rPr lang="en-US" sz="900" dirty="0"/>
              <a:t>278</a:t>
            </a:r>
          </a:p>
        </p:txBody>
      </p:sp>
      <p:sp>
        <p:nvSpPr>
          <p:cNvPr id="70" name="TextBox 69">
            <a:extLst>
              <a:ext uri="{FF2B5EF4-FFF2-40B4-BE49-F238E27FC236}">
                <a16:creationId xmlns:a16="http://schemas.microsoft.com/office/drawing/2014/main" id="{4FEB4366-9341-CE17-7754-B7C551A3E9D7}"/>
              </a:ext>
            </a:extLst>
          </p:cNvPr>
          <p:cNvSpPr txBox="1"/>
          <p:nvPr/>
        </p:nvSpPr>
        <p:spPr>
          <a:xfrm>
            <a:off x="5650090" y="901933"/>
            <a:ext cx="570089" cy="230832"/>
          </a:xfrm>
          <a:prstGeom prst="rect">
            <a:avLst/>
          </a:prstGeom>
          <a:noFill/>
        </p:spPr>
        <p:txBody>
          <a:bodyPr wrap="square" rtlCol="0">
            <a:spAutoFit/>
          </a:bodyPr>
          <a:lstStyle/>
          <a:p>
            <a:pPr algn="ctr"/>
            <a:r>
              <a:rPr lang="en-US" sz="900" dirty="0"/>
              <a:t>258</a:t>
            </a:r>
          </a:p>
        </p:txBody>
      </p:sp>
      <p:sp>
        <p:nvSpPr>
          <p:cNvPr id="71" name="TextBox 70">
            <a:extLst>
              <a:ext uri="{FF2B5EF4-FFF2-40B4-BE49-F238E27FC236}">
                <a16:creationId xmlns:a16="http://schemas.microsoft.com/office/drawing/2014/main" id="{D52E68E0-0C1B-467B-24D0-C7CD4DEE0F4B}"/>
              </a:ext>
            </a:extLst>
          </p:cNvPr>
          <p:cNvSpPr txBox="1"/>
          <p:nvPr/>
        </p:nvSpPr>
        <p:spPr>
          <a:xfrm>
            <a:off x="5147734" y="1402877"/>
            <a:ext cx="570089" cy="230832"/>
          </a:xfrm>
          <a:prstGeom prst="rect">
            <a:avLst/>
          </a:prstGeom>
          <a:noFill/>
        </p:spPr>
        <p:txBody>
          <a:bodyPr wrap="square" rtlCol="0">
            <a:spAutoFit/>
          </a:bodyPr>
          <a:lstStyle/>
          <a:p>
            <a:pPr algn="ctr"/>
            <a:r>
              <a:rPr lang="en-US" sz="900" dirty="0"/>
              <a:t>278</a:t>
            </a:r>
          </a:p>
        </p:txBody>
      </p:sp>
      <p:sp>
        <p:nvSpPr>
          <p:cNvPr id="72" name="TextBox 71">
            <a:extLst>
              <a:ext uri="{FF2B5EF4-FFF2-40B4-BE49-F238E27FC236}">
                <a16:creationId xmlns:a16="http://schemas.microsoft.com/office/drawing/2014/main" id="{ACD47607-0E90-7001-DB6A-67696FB1586F}"/>
              </a:ext>
            </a:extLst>
          </p:cNvPr>
          <p:cNvSpPr txBox="1"/>
          <p:nvPr/>
        </p:nvSpPr>
        <p:spPr>
          <a:xfrm>
            <a:off x="5650090" y="1402877"/>
            <a:ext cx="570089" cy="230832"/>
          </a:xfrm>
          <a:prstGeom prst="rect">
            <a:avLst/>
          </a:prstGeom>
          <a:noFill/>
        </p:spPr>
        <p:txBody>
          <a:bodyPr wrap="square" rtlCol="0">
            <a:spAutoFit/>
          </a:bodyPr>
          <a:lstStyle/>
          <a:p>
            <a:pPr algn="ctr"/>
            <a:r>
              <a:rPr lang="en-US" sz="900" dirty="0"/>
              <a:t>268</a:t>
            </a:r>
          </a:p>
        </p:txBody>
      </p:sp>
      <p:sp>
        <p:nvSpPr>
          <p:cNvPr id="73" name="TextBox 72">
            <a:extLst>
              <a:ext uri="{FF2B5EF4-FFF2-40B4-BE49-F238E27FC236}">
                <a16:creationId xmlns:a16="http://schemas.microsoft.com/office/drawing/2014/main" id="{486BA080-C7F7-B9D3-CB2D-63E41F2788D7}"/>
              </a:ext>
            </a:extLst>
          </p:cNvPr>
          <p:cNvSpPr txBox="1"/>
          <p:nvPr/>
        </p:nvSpPr>
        <p:spPr>
          <a:xfrm>
            <a:off x="5650090" y="1903821"/>
            <a:ext cx="570089" cy="230832"/>
          </a:xfrm>
          <a:prstGeom prst="rect">
            <a:avLst/>
          </a:prstGeom>
          <a:noFill/>
        </p:spPr>
        <p:txBody>
          <a:bodyPr wrap="square" rtlCol="0">
            <a:spAutoFit/>
          </a:bodyPr>
          <a:lstStyle/>
          <a:p>
            <a:pPr algn="ctr"/>
            <a:r>
              <a:rPr lang="en-US" sz="900" dirty="0"/>
              <a:t>56</a:t>
            </a:r>
          </a:p>
        </p:txBody>
      </p:sp>
      <p:sp>
        <p:nvSpPr>
          <p:cNvPr id="74" name="TextBox 73">
            <a:extLst>
              <a:ext uri="{FF2B5EF4-FFF2-40B4-BE49-F238E27FC236}">
                <a16:creationId xmlns:a16="http://schemas.microsoft.com/office/drawing/2014/main" id="{F2AF225B-FAEB-2BAC-0205-1E69498BD97F}"/>
              </a:ext>
            </a:extLst>
          </p:cNvPr>
          <p:cNvSpPr txBox="1"/>
          <p:nvPr/>
        </p:nvSpPr>
        <p:spPr>
          <a:xfrm>
            <a:off x="6152446" y="2404765"/>
            <a:ext cx="570089" cy="230832"/>
          </a:xfrm>
          <a:prstGeom prst="rect">
            <a:avLst/>
          </a:prstGeom>
          <a:noFill/>
        </p:spPr>
        <p:txBody>
          <a:bodyPr wrap="square" rtlCol="0">
            <a:spAutoFit/>
          </a:bodyPr>
          <a:lstStyle/>
          <a:p>
            <a:pPr algn="ctr"/>
            <a:r>
              <a:rPr lang="en-US" sz="900" dirty="0"/>
              <a:t>34</a:t>
            </a:r>
          </a:p>
        </p:txBody>
      </p:sp>
      <p:sp>
        <p:nvSpPr>
          <p:cNvPr id="75" name="TextBox 74">
            <a:extLst>
              <a:ext uri="{FF2B5EF4-FFF2-40B4-BE49-F238E27FC236}">
                <a16:creationId xmlns:a16="http://schemas.microsoft.com/office/drawing/2014/main" id="{46472949-900C-4991-6A4A-0D31224E8E01}"/>
              </a:ext>
            </a:extLst>
          </p:cNvPr>
          <p:cNvSpPr txBox="1"/>
          <p:nvPr/>
        </p:nvSpPr>
        <p:spPr>
          <a:xfrm>
            <a:off x="6654802" y="2404765"/>
            <a:ext cx="570089" cy="230832"/>
          </a:xfrm>
          <a:prstGeom prst="rect">
            <a:avLst/>
          </a:prstGeom>
          <a:noFill/>
        </p:spPr>
        <p:txBody>
          <a:bodyPr wrap="square" rtlCol="0">
            <a:spAutoFit/>
          </a:bodyPr>
          <a:lstStyle/>
          <a:p>
            <a:pPr algn="ctr"/>
            <a:r>
              <a:rPr lang="en-US" sz="900" dirty="0"/>
              <a:t>48</a:t>
            </a:r>
          </a:p>
        </p:txBody>
      </p:sp>
      <p:sp>
        <p:nvSpPr>
          <p:cNvPr id="76" name="TextBox 75">
            <a:extLst>
              <a:ext uri="{FF2B5EF4-FFF2-40B4-BE49-F238E27FC236}">
                <a16:creationId xmlns:a16="http://schemas.microsoft.com/office/drawing/2014/main" id="{67FC0037-CBE8-DE50-7C7B-4B93973E714A}"/>
              </a:ext>
            </a:extLst>
          </p:cNvPr>
          <p:cNvSpPr txBox="1"/>
          <p:nvPr/>
        </p:nvSpPr>
        <p:spPr>
          <a:xfrm>
            <a:off x="7157158" y="2404765"/>
            <a:ext cx="570089" cy="230832"/>
          </a:xfrm>
          <a:prstGeom prst="rect">
            <a:avLst/>
          </a:prstGeom>
          <a:noFill/>
        </p:spPr>
        <p:txBody>
          <a:bodyPr wrap="square" rtlCol="0">
            <a:spAutoFit/>
          </a:bodyPr>
          <a:lstStyle/>
          <a:p>
            <a:pPr algn="ctr"/>
            <a:r>
              <a:rPr lang="en-US" sz="900" dirty="0"/>
              <a:t>348</a:t>
            </a:r>
          </a:p>
        </p:txBody>
      </p:sp>
      <p:sp>
        <p:nvSpPr>
          <p:cNvPr id="81" name="TextBox 80">
            <a:extLst>
              <a:ext uri="{FF2B5EF4-FFF2-40B4-BE49-F238E27FC236}">
                <a16:creationId xmlns:a16="http://schemas.microsoft.com/office/drawing/2014/main" id="{B7235E2E-C6E2-6A69-241B-07239CE2A0D3}"/>
              </a:ext>
            </a:extLst>
          </p:cNvPr>
          <p:cNvSpPr txBox="1"/>
          <p:nvPr/>
        </p:nvSpPr>
        <p:spPr>
          <a:xfrm>
            <a:off x="7213604" y="2734556"/>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BF5BE0E1-8D4D-E29F-3895-9EFB7BBB35FE}"/>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79" name="TextBox 78">
            <a:extLst>
              <a:ext uri="{FF2B5EF4-FFF2-40B4-BE49-F238E27FC236}">
                <a16:creationId xmlns:a16="http://schemas.microsoft.com/office/drawing/2014/main" id="{4B3B6166-BE21-3F91-B27B-7B5481F4FD82}"/>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10" name="TextBox 9">
            <a:extLst>
              <a:ext uri="{FF2B5EF4-FFF2-40B4-BE49-F238E27FC236}">
                <a16:creationId xmlns:a16="http://schemas.microsoft.com/office/drawing/2014/main" id="{28ECF8F3-ED4C-041A-74FC-80105A8CD229}"/>
              </a:ext>
            </a:extLst>
          </p:cNvPr>
          <p:cNvSpPr txBox="1"/>
          <p:nvPr/>
        </p:nvSpPr>
        <p:spPr>
          <a:xfrm>
            <a:off x="3217333" y="1224551"/>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D0F56325-4A11-AD1B-7121-5123B0C5C438}"/>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5821699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52AD8-877F-A704-8C76-52F322EF736C}"/>
            </a:ext>
          </a:extLst>
        </p:cNvPr>
        <p:cNvGrpSpPr/>
        <p:nvPr/>
      </p:nvGrpSpPr>
      <p:grpSpPr>
        <a:xfrm>
          <a:off x="0" y="0"/>
          <a:ext cx="0" cy="0"/>
          <a:chOff x="0" y="0"/>
          <a:chExt cx="0" cy="0"/>
        </a:xfrm>
      </p:grpSpPr>
      <p:sp>
        <p:nvSpPr>
          <p:cNvPr id="77" name="TextBox 76">
            <a:extLst>
              <a:ext uri="{FF2B5EF4-FFF2-40B4-BE49-F238E27FC236}">
                <a16:creationId xmlns:a16="http://schemas.microsoft.com/office/drawing/2014/main" id="{0F300B04-0F3C-7FB9-5B26-358F635F1695}"/>
              </a:ext>
            </a:extLst>
          </p:cNvPr>
          <p:cNvSpPr txBox="1"/>
          <p:nvPr/>
        </p:nvSpPr>
        <p:spPr>
          <a:xfrm>
            <a:off x="5715003" y="1727886"/>
            <a:ext cx="462845" cy="584775"/>
          </a:xfrm>
          <a:prstGeom prst="rect">
            <a:avLst/>
          </a:prstGeom>
          <a:solidFill>
            <a:srgbClr val="92D050">
              <a:alpha val="15000"/>
            </a:srgbClr>
          </a:solidFill>
        </p:spPr>
        <p:txBody>
          <a:bodyPr wrap="square" rtlCol="0">
            <a:spAutoFit/>
          </a:bodyPr>
          <a:lstStyle/>
          <a:p>
            <a:pPr algn="ctr"/>
            <a:endParaRPr lang="en-US" sz="3200" dirty="0"/>
          </a:p>
        </p:txBody>
      </p:sp>
      <p:sp>
        <p:nvSpPr>
          <p:cNvPr id="78" name="TextBox 77">
            <a:extLst>
              <a:ext uri="{FF2B5EF4-FFF2-40B4-BE49-F238E27FC236}">
                <a16:creationId xmlns:a16="http://schemas.microsoft.com/office/drawing/2014/main" id="{6E9F4188-40F9-CC08-C302-83D7BF14E63D}"/>
              </a:ext>
            </a:extLst>
          </p:cNvPr>
          <p:cNvSpPr txBox="1"/>
          <p:nvPr/>
        </p:nvSpPr>
        <p:spPr>
          <a:xfrm>
            <a:off x="6214537" y="2231221"/>
            <a:ext cx="462845" cy="584775"/>
          </a:xfrm>
          <a:prstGeom prst="rect">
            <a:avLst/>
          </a:prstGeom>
          <a:solidFill>
            <a:srgbClr val="92D050">
              <a:alpha val="15000"/>
            </a:srgbClr>
          </a:solidFill>
        </p:spPr>
        <p:txBody>
          <a:bodyPr wrap="square" rtlCol="0">
            <a:spAutoFit/>
          </a:bodyPr>
          <a:lstStyle/>
          <a:p>
            <a:pPr algn="ctr"/>
            <a:endParaRPr lang="en-US" sz="3200" dirty="0"/>
          </a:p>
        </p:txBody>
      </p:sp>
      <p:sp>
        <p:nvSpPr>
          <p:cNvPr id="82" name="TextBox 81">
            <a:extLst>
              <a:ext uri="{FF2B5EF4-FFF2-40B4-BE49-F238E27FC236}">
                <a16:creationId xmlns:a16="http://schemas.microsoft.com/office/drawing/2014/main" id="{B546D3F4-2521-6117-E92F-F9F6B6870BD4}"/>
              </a:ext>
            </a:extLst>
          </p:cNvPr>
          <p:cNvSpPr txBox="1"/>
          <p:nvPr/>
        </p:nvSpPr>
        <p:spPr>
          <a:xfrm>
            <a:off x="6714071" y="2734556"/>
            <a:ext cx="462845" cy="584775"/>
          </a:xfrm>
          <a:prstGeom prst="rect">
            <a:avLst/>
          </a:prstGeom>
          <a:solidFill>
            <a:srgbClr val="92D050">
              <a:alpha val="15000"/>
            </a:srgbClr>
          </a:solidFill>
        </p:spPr>
        <p:txBody>
          <a:bodyPr wrap="square" rtlCol="0">
            <a:spAutoFit/>
          </a:bodyPr>
          <a:lstStyle/>
          <a:p>
            <a:pPr algn="ctr"/>
            <a:r>
              <a:rPr lang="en-US" sz="3200" dirty="0"/>
              <a:t>7</a:t>
            </a:r>
          </a:p>
        </p:txBody>
      </p:sp>
      <p:sp>
        <p:nvSpPr>
          <p:cNvPr id="83" name="TextBox 82">
            <a:extLst>
              <a:ext uri="{FF2B5EF4-FFF2-40B4-BE49-F238E27FC236}">
                <a16:creationId xmlns:a16="http://schemas.microsoft.com/office/drawing/2014/main" id="{AEFC26EE-84D8-73BA-3736-9D98230D2451}"/>
              </a:ext>
            </a:extLst>
          </p:cNvPr>
          <p:cNvSpPr txBox="1"/>
          <p:nvPr/>
        </p:nvSpPr>
        <p:spPr>
          <a:xfrm>
            <a:off x="7213604" y="3237891"/>
            <a:ext cx="462845" cy="584775"/>
          </a:xfrm>
          <a:prstGeom prst="rect">
            <a:avLst/>
          </a:prstGeom>
          <a:solidFill>
            <a:srgbClr val="92D050">
              <a:alpha val="15000"/>
            </a:srgbClr>
          </a:solidFill>
        </p:spPr>
        <p:txBody>
          <a:bodyPr wrap="square" rtlCol="0">
            <a:spAutoFit/>
          </a:bodyPr>
          <a:lstStyle/>
          <a:p>
            <a:pPr algn="ctr"/>
            <a:r>
              <a:rPr lang="en-US" sz="3200" dirty="0"/>
              <a:t>2</a:t>
            </a:r>
          </a:p>
        </p:txBody>
      </p:sp>
      <p:sp>
        <p:nvSpPr>
          <p:cNvPr id="84" name="TextBox 83">
            <a:extLst>
              <a:ext uri="{FF2B5EF4-FFF2-40B4-BE49-F238E27FC236}">
                <a16:creationId xmlns:a16="http://schemas.microsoft.com/office/drawing/2014/main" id="{97EA9040-EC19-7014-66A6-BE6A1B7ED72C}"/>
              </a:ext>
            </a:extLst>
          </p:cNvPr>
          <p:cNvSpPr txBox="1"/>
          <p:nvPr/>
        </p:nvSpPr>
        <p:spPr>
          <a:xfrm>
            <a:off x="7213604" y="3741226"/>
            <a:ext cx="462845" cy="584775"/>
          </a:xfrm>
          <a:prstGeom prst="rect">
            <a:avLst/>
          </a:prstGeom>
          <a:solidFill>
            <a:srgbClr val="92D050">
              <a:alpha val="15000"/>
            </a:srgbClr>
          </a:solidFill>
        </p:spPr>
        <p:txBody>
          <a:bodyPr wrap="square" rtlCol="0">
            <a:spAutoFit/>
          </a:bodyPr>
          <a:lstStyle/>
          <a:p>
            <a:pPr algn="ctr"/>
            <a:r>
              <a:rPr lang="en-US" sz="3200" dirty="0"/>
              <a:t>7</a:t>
            </a:r>
          </a:p>
        </p:txBody>
      </p:sp>
      <p:sp>
        <p:nvSpPr>
          <p:cNvPr id="46" name="TextBox 45">
            <a:extLst>
              <a:ext uri="{FF2B5EF4-FFF2-40B4-BE49-F238E27FC236}">
                <a16:creationId xmlns:a16="http://schemas.microsoft.com/office/drawing/2014/main" id="{112A3DA9-0570-66BC-1ACC-023195784A7E}"/>
              </a:ext>
            </a:extLst>
          </p:cNvPr>
          <p:cNvSpPr txBox="1"/>
          <p:nvPr/>
        </p:nvSpPr>
        <p:spPr>
          <a:xfrm>
            <a:off x="3716867" y="2231221"/>
            <a:ext cx="462845" cy="584775"/>
          </a:xfrm>
          <a:prstGeom prst="rect">
            <a:avLst/>
          </a:prstGeom>
          <a:solidFill>
            <a:srgbClr val="FF0000">
              <a:alpha val="15000"/>
            </a:srgbClr>
          </a:solidFill>
        </p:spPr>
        <p:txBody>
          <a:bodyPr wrap="square" rtlCol="0">
            <a:spAutoFit/>
          </a:bodyPr>
          <a:lstStyle/>
          <a:p>
            <a:pPr algn="ctr"/>
            <a:r>
              <a:rPr lang="en-US" sz="3200" dirty="0"/>
              <a:t>7</a:t>
            </a:r>
          </a:p>
        </p:txBody>
      </p:sp>
      <p:sp>
        <p:nvSpPr>
          <p:cNvPr id="47" name="TextBox 46">
            <a:extLst>
              <a:ext uri="{FF2B5EF4-FFF2-40B4-BE49-F238E27FC236}">
                <a16:creationId xmlns:a16="http://schemas.microsoft.com/office/drawing/2014/main" id="{D7514CA9-A340-DB1A-E2E8-DFDB4E9B7B4C}"/>
              </a:ext>
            </a:extLst>
          </p:cNvPr>
          <p:cNvSpPr txBox="1"/>
          <p:nvPr/>
        </p:nvSpPr>
        <p:spPr>
          <a:xfrm>
            <a:off x="4216401" y="2734556"/>
            <a:ext cx="462845" cy="584775"/>
          </a:xfrm>
          <a:prstGeom prst="rect">
            <a:avLst/>
          </a:prstGeom>
          <a:solidFill>
            <a:srgbClr val="FF0000">
              <a:alpha val="15000"/>
            </a:srgbClr>
          </a:solid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2FDDEA45-A9D5-BA5E-A16E-758D5B467FE2}"/>
              </a:ext>
            </a:extLst>
          </p:cNvPr>
          <p:cNvSpPr txBox="1"/>
          <p:nvPr/>
        </p:nvSpPr>
        <p:spPr>
          <a:xfrm>
            <a:off x="4715935" y="3237891"/>
            <a:ext cx="462845" cy="584775"/>
          </a:xfrm>
          <a:prstGeom prst="rect">
            <a:avLst/>
          </a:prstGeom>
          <a:solidFill>
            <a:srgbClr val="FF0000">
              <a:alpha val="15000"/>
            </a:srgbClr>
          </a:solidFill>
        </p:spPr>
        <p:txBody>
          <a:bodyPr wrap="square" rtlCol="0">
            <a:spAutoFit/>
          </a:bodyPr>
          <a:lstStyle/>
          <a:p>
            <a:pPr algn="ctr"/>
            <a:r>
              <a:rPr lang="en-US" sz="3200" dirty="0"/>
              <a:t>7</a:t>
            </a:r>
          </a:p>
        </p:txBody>
      </p:sp>
      <p:sp>
        <p:nvSpPr>
          <p:cNvPr id="49" name="TextBox 48">
            <a:extLst>
              <a:ext uri="{FF2B5EF4-FFF2-40B4-BE49-F238E27FC236}">
                <a16:creationId xmlns:a16="http://schemas.microsoft.com/office/drawing/2014/main" id="{A3FC1272-F821-1E40-DD56-FC679CCCDBD6}"/>
              </a:ext>
            </a:extLst>
          </p:cNvPr>
          <p:cNvSpPr txBox="1"/>
          <p:nvPr/>
        </p:nvSpPr>
        <p:spPr>
          <a:xfrm>
            <a:off x="5215469" y="3741226"/>
            <a:ext cx="462845" cy="584775"/>
          </a:xfrm>
          <a:prstGeom prst="rect">
            <a:avLst/>
          </a:prstGeom>
          <a:solidFill>
            <a:srgbClr val="FF0000">
              <a:alpha val="15000"/>
            </a:srgbClr>
          </a:solidFill>
        </p:spPr>
        <p:txBody>
          <a:bodyPr wrap="square" rtlCol="0">
            <a:spAutoFit/>
          </a:bodyPr>
          <a:lstStyle/>
          <a:p>
            <a:pPr algn="ctr"/>
            <a:r>
              <a:rPr lang="en-US" sz="3200" dirty="0"/>
              <a:t>4</a:t>
            </a:r>
          </a:p>
        </p:txBody>
      </p:sp>
      <p:sp>
        <p:nvSpPr>
          <p:cNvPr id="50" name="TextBox 49">
            <a:extLst>
              <a:ext uri="{FF2B5EF4-FFF2-40B4-BE49-F238E27FC236}">
                <a16:creationId xmlns:a16="http://schemas.microsoft.com/office/drawing/2014/main" id="{040EB98A-4241-5110-34C8-8100C51576C0}"/>
              </a:ext>
            </a:extLst>
          </p:cNvPr>
          <p:cNvSpPr txBox="1"/>
          <p:nvPr/>
        </p:nvSpPr>
        <p:spPr>
          <a:xfrm>
            <a:off x="5715003" y="4244561"/>
            <a:ext cx="462845" cy="584775"/>
          </a:xfrm>
          <a:prstGeom prst="rect">
            <a:avLst/>
          </a:prstGeom>
          <a:solidFill>
            <a:srgbClr val="FF0000">
              <a:alpha val="15000"/>
            </a:srgbClr>
          </a:solidFill>
        </p:spPr>
        <p:txBody>
          <a:bodyPr wrap="square" rtlCol="0">
            <a:spAutoFit/>
          </a:bodyPr>
          <a:lstStyle/>
          <a:p>
            <a:pPr algn="ctr"/>
            <a:r>
              <a:rPr lang="en-US" sz="3200" dirty="0"/>
              <a:t>7</a:t>
            </a:r>
          </a:p>
        </p:txBody>
      </p:sp>
      <p:sp>
        <p:nvSpPr>
          <p:cNvPr id="2" name="Content Placeholder 1">
            <a:extLst>
              <a:ext uri="{FF2B5EF4-FFF2-40B4-BE49-F238E27FC236}">
                <a16:creationId xmlns:a16="http://schemas.microsoft.com/office/drawing/2014/main" id="{02ED9686-2230-ADB3-4322-440596149AF9}"/>
              </a:ext>
            </a:extLst>
          </p:cNvPr>
          <p:cNvSpPr>
            <a:spLocks noGrp="1"/>
          </p:cNvSpPr>
          <p:nvPr>
            <p:ph sz="half" idx="1"/>
          </p:nvPr>
        </p:nvSpPr>
        <p:spPr/>
        <p:txBody>
          <a:bodyPr>
            <a:normAutofit/>
          </a:bodyPr>
          <a:lstStyle/>
          <a:p>
            <a:r>
              <a:rPr lang="en-US" dirty="0"/>
              <a:t>Complete upper right block.</a:t>
            </a:r>
          </a:p>
        </p:txBody>
      </p:sp>
      <p:pic>
        <p:nvPicPr>
          <p:cNvPr id="4" name="Picture 3" descr="A grid of sudoku puzzle&#10;&#10;Description automatically generated">
            <a:extLst>
              <a:ext uri="{FF2B5EF4-FFF2-40B4-BE49-F238E27FC236}">
                <a16:creationId xmlns:a16="http://schemas.microsoft.com/office/drawing/2014/main" id="{F3FDD22C-B1EB-4702-633D-6A40F2EFBBE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233E8FA-E806-EB31-63B8-A617CEACE68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0DF4E1F-D190-C000-32F3-E7096408DE7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E2530DB-E79E-D1BF-97FF-3E0BA934B4D7}"/>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317CE5FF-8842-68AE-6DD8-3DDB212B3A3E}"/>
              </a:ext>
            </a:extLst>
          </p:cNvPr>
          <p:cNvSpPr txBox="1"/>
          <p:nvPr/>
        </p:nvSpPr>
        <p:spPr>
          <a:xfrm>
            <a:off x="7213604" y="4747898"/>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3426291F-042A-5368-A02F-A52883F186F3}"/>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A74881BB-3837-F9ED-406D-C21C58691F54}"/>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17" name="TextBox 16">
            <a:extLst>
              <a:ext uri="{FF2B5EF4-FFF2-40B4-BE49-F238E27FC236}">
                <a16:creationId xmlns:a16="http://schemas.microsoft.com/office/drawing/2014/main" id="{9A5C91BA-0BDF-D324-CCC3-CA0BF7EE8CE0}"/>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5F257D54-C68C-F2CB-75C1-272150917B4E}"/>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88EAD73C-7212-5134-2E72-44575EE5397B}"/>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E2FB7F65-6547-1076-6059-0DA62EC666DB}"/>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2D8CBC76-24D5-CB1C-AF48-34DD45B6656B}"/>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0E50C38D-7F3C-363C-9D89-F54A1C6966E3}"/>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6D6F68C4-240E-7065-83AF-40A1FFD8BFC8}"/>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8FD32E59-B3D9-7A07-3800-2EBFC01419C9}"/>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AE7847F6-4FA9-BFAC-0DC2-75BBD8C1F581}"/>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4724458A-75F4-4FC3-8408-BBCB9C2DEF51}"/>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DE4824A1-D289-DE03-AC87-CF629115204C}"/>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D5AFFAC9-18DF-78C6-6F9D-11824C261462}"/>
              </a:ext>
            </a:extLst>
          </p:cNvPr>
          <p:cNvSpPr txBox="1"/>
          <p:nvPr/>
        </p:nvSpPr>
        <p:spPr>
          <a:xfrm>
            <a:off x="5715003" y="223122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A659ED2D-5D00-234D-45E5-CEB3EC691151}"/>
              </a:ext>
            </a:extLst>
          </p:cNvPr>
          <p:cNvSpPr txBox="1"/>
          <p:nvPr/>
        </p:nvSpPr>
        <p:spPr>
          <a:xfrm>
            <a:off x="3217333" y="273455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1FE2B096-D6AC-B66A-CE19-7FC2D115E32A}"/>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C21F9B76-2A6E-F47F-5CE3-53D1D05A23B2}"/>
              </a:ext>
            </a:extLst>
          </p:cNvPr>
          <p:cNvSpPr txBox="1"/>
          <p:nvPr/>
        </p:nvSpPr>
        <p:spPr>
          <a:xfrm>
            <a:off x="3716867" y="1727886"/>
            <a:ext cx="462845" cy="584775"/>
          </a:xfrm>
          <a:prstGeom prst="rect">
            <a:avLst/>
          </a:prstGeom>
          <a:solidFill>
            <a:schemeClr val="accent5">
              <a:lumMod val="75000"/>
              <a:alpha val="25000"/>
            </a:schemeClr>
          </a:solid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DE2EECBE-8474-756A-AB77-40FE9EE594E9}"/>
              </a:ext>
            </a:extLst>
          </p:cNvPr>
          <p:cNvSpPr txBox="1"/>
          <p:nvPr/>
        </p:nvSpPr>
        <p:spPr>
          <a:xfrm>
            <a:off x="4715935" y="2734556"/>
            <a:ext cx="462845" cy="584775"/>
          </a:xfrm>
          <a:prstGeom prst="rect">
            <a:avLst/>
          </a:prstGeom>
          <a:solidFill>
            <a:schemeClr val="accent5">
              <a:lumMod val="75000"/>
              <a:alpha val="25000"/>
            </a:schemeClr>
          </a:solidFill>
        </p:spPr>
        <p:txBody>
          <a:bodyPr wrap="square" rtlCol="0">
            <a:spAutoFit/>
          </a:bodyPr>
          <a:lstStyle/>
          <a:p>
            <a:pPr algn="ctr"/>
            <a:r>
              <a:rPr lang="en-US" sz="3200" dirty="0"/>
              <a:t>8</a:t>
            </a:r>
          </a:p>
        </p:txBody>
      </p:sp>
      <p:sp>
        <p:nvSpPr>
          <p:cNvPr id="43" name="TextBox 42">
            <a:extLst>
              <a:ext uri="{FF2B5EF4-FFF2-40B4-BE49-F238E27FC236}">
                <a16:creationId xmlns:a16="http://schemas.microsoft.com/office/drawing/2014/main" id="{6E83338D-0497-F251-30BF-FBD4ABBECEEC}"/>
              </a:ext>
            </a:extLst>
          </p:cNvPr>
          <p:cNvSpPr txBox="1"/>
          <p:nvPr/>
        </p:nvSpPr>
        <p:spPr>
          <a:xfrm>
            <a:off x="5215469" y="3237891"/>
            <a:ext cx="462845" cy="584775"/>
          </a:xfrm>
          <a:prstGeom prst="rect">
            <a:avLst/>
          </a:prstGeom>
          <a:solidFill>
            <a:schemeClr val="accent5">
              <a:lumMod val="75000"/>
              <a:alpha val="25000"/>
            </a:schemeClr>
          </a:solidFill>
        </p:spPr>
        <p:txBody>
          <a:bodyPr wrap="square" rtlCol="0">
            <a:spAutoFit/>
          </a:bodyPr>
          <a:lstStyle/>
          <a:p>
            <a:pPr algn="ctr"/>
            <a:r>
              <a:rPr lang="en-US" sz="3200" dirty="0"/>
              <a:t>6</a:t>
            </a:r>
          </a:p>
        </p:txBody>
      </p:sp>
      <p:sp>
        <p:nvSpPr>
          <p:cNvPr id="44" name="TextBox 43">
            <a:extLst>
              <a:ext uri="{FF2B5EF4-FFF2-40B4-BE49-F238E27FC236}">
                <a16:creationId xmlns:a16="http://schemas.microsoft.com/office/drawing/2014/main" id="{427285D9-E97A-0528-1AF9-D239FF0BACE2}"/>
              </a:ext>
            </a:extLst>
          </p:cNvPr>
          <p:cNvSpPr txBox="1"/>
          <p:nvPr/>
        </p:nvSpPr>
        <p:spPr>
          <a:xfrm>
            <a:off x="6214537" y="4244561"/>
            <a:ext cx="462845" cy="584775"/>
          </a:xfrm>
          <a:prstGeom prst="rect">
            <a:avLst/>
          </a:prstGeom>
          <a:solidFill>
            <a:schemeClr val="accent5">
              <a:lumMod val="75000"/>
              <a:alpha val="25000"/>
            </a:schemeClr>
          </a:solidFill>
        </p:spPr>
        <p:txBody>
          <a:bodyPr wrap="square" rtlCol="0">
            <a:spAutoFit/>
          </a:bodyPr>
          <a:lstStyle/>
          <a:p>
            <a:pPr algn="ctr"/>
            <a:r>
              <a:rPr lang="en-US" sz="3200" dirty="0"/>
              <a:t>8</a:t>
            </a:r>
          </a:p>
        </p:txBody>
      </p:sp>
      <p:sp>
        <p:nvSpPr>
          <p:cNvPr id="45" name="TextBox 44">
            <a:extLst>
              <a:ext uri="{FF2B5EF4-FFF2-40B4-BE49-F238E27FC236}">
                <a16:creationId xmlns:a16="http://schemas.microsoft.com/office/drawing/2014/main" id="{658F68BB-C60A-07A4-1D5D-EC56FC9D4CD2}"/>
              </a:ext>
            </a:extLst>
          </p:cNvPr>
          <p:cNvSpPr txBox="1"/>
          <p:nvPr/>
        </p:nvSpPr>
        <p:spPr>
          <a:xfrm>
            <a:off x="4216401" y="2231221"/>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51" name="TextBox 50">
            <a:extLst>
              <a:ext uri="{FF2B5EF4-FFF2-40B4-BE49-F238E27FC236}">
                <a16:creationId xmlns:a16="http://schemas.microsoft.com/office/drawing/2014/main" id="{EA1650FE-12E1-1C36-BB6B-EAC1380A566C}"/>
              </a:ext>
            </a:extLst>
          </p:cNvPr>
          <p:cNvSpPr txBox="1"/>
          <p:nvPr/>
        </p:nvSpPr>
        <p:spPr>
          <a:xfrm>
            <a:off x="5715003" y="3741226"/>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5AAC7668-6FB0-6136-F6A5-DFAC9DFFB4AB}"/>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F4C667EB-46EE-B85B-25BA-07E010CF0971}"/>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EC1FF70B-C66D-CB01-6E13-BD7E284E4BD6}"/>
              </a:ext>
            </a:extLst>
          </p:cNvPr>
          <p:cNvSpPr txBox="1"/>
          <p:nvPr/>
        </p:nvSpPr>
        <p:spPr>
          <a:xfrm>
            <a:off x="5215469" y="172788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8D2FC586-4384-D8AA-2185-A56EF64B2988}"/>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2798B3CB-22C6-B0AF-033A-3726395B7434}"/>
              </a:ext>
            </a:extLst>
          </p:cNvPr>
          <p:cNvSpPr txBox="1"/>
          <p:nvPr/>
        </p:nvSpPr>
        <p:spPr>
          <a:xfrm>
            <a:off x="4715935" y="721216"/>
            <a:ext cx="462845" cy="584775"/>
          </a:xfrm>
          <a:prstGeom prst="rect">
            <a:avLst/>
          </a:prstGeom>
          <a:noFill/>
        </p:spPr>
        <p:txBody>
          <a:bodyPr wrap="square" rtlCol="0">
            <a:spAutoFit/>
          </a:bodyPr>
          <a:lstStyle/>
          <a:p>
            <a:pPr algn="ctr"/>
            <a:r>
              <a:rPr lang="en-US" sz="3200" dirty="0"/>
              <a:t>4</a:t>
            </a:r>
          </a:p>
        </p:txBody>
      </p:sp>
      <p:sp>
        <p:nvSpPr>
          <p:cNvPr id="28" name="TextBox 27">
            <a:extLst>
              <a:ext uri="{FF2B5EF4-FFF2-40B4-BE49-F238E27FC236}">
                <a16:creationId xmlns:a16="http://schemas.microsoft.com/office/drawing/2014/main" id="{F7C9B163-37A8-9F18-9288-B87E140163B1}"/>
              </a:ext>
            </a:extLst>
          </p:cNvPr>
          <p:cNvSpPr txBox="1"/>
          <p:nvPr/>
        </p:nvSpPr>
        <p:spPr>
          <a:xfrm>
            <a:off x="3217333" y="2231221"/>
            <a:ext cx="462845" cy="584775"/>
          </a:xfrm>
          <a:prstGeom prst="rect">
            <a:avLst/>
          </a:prstGeom>
          <a:solidFill>
            <a:srgbClr val="00B0F0">
              <a:alpha val="15000"/>
            </a:srgbClr>
          </a:solidFill>
        </p:spPr>
        <p:txBody>
          <a:bodyPr wrap="square" rtlCol="0">
            <a:spAutoFit/>
          </a:bodyPr>
          <a:lstStyle/>
          <a:p>
            <a:pPr algn="ctr"/>
            <a:r>
              <a:rPr lang="en-US" sz="3200" dirty="0"/>
              <a:t>6</a:t>
            </a:r>
          </a:p>
        </p:txBody>
      </p:sp>
      <p:sp>
        <p:nvSpPr>
          <p:cNvPr id="29" name="TextBox 28">
            <a:extLst>
              <a:ext uri="{FF2B5EF4-FFF2-40B4-BE49-F238E27FC236}">
                <a16:creationId xmlns:a16="http://schemas.microsoft.com/office/drawing/2014/main" id="{BC5191A4-C8BC-F037-B4A3-DBB139FEABB1}"/>
              </a:ext>
            </a:extLst>
          </p:cNvPr>
          <p:cNvSpPr txBox="1"/>
          <p:nvPr/>
        </p:nvSpPr>
        <p:spPr>
          <a:xfrm>
            <a:off x="3716867" y="2734556"/>
            <a:ext cx="462845" cy="584775"/>
          </a:xfrm>
          <a:prstGeom prst="rect">
            <a:avLst/>
          </a:prstGeom>
          <a:solidFill>
            <a:srgbClr val="00B0F0">
              <a:alpha val="15000"/>
            </a:srgbClr>
          </a:solidFill>
        </p:spPr>
        <p:txBody>
          <a:bodyPr wrap="square" rtlCol="0">
            <a:spAutoFit/>
          </a:bodyPr>
          <a:lstStyle/>
          <a:p>
            <a:pPr algn="ctr"/>
            <a:r>
              <a:rPr lang="en-US" sz="3200" dirty="0"/>
              <a:t>2</a:t>
            </a:r>
          </a:p>
        </p:txBody>
      </p:sp>
      <p:sp>
        <p:nvSpPr>
          <p:cNvPr id="32" name="TextBox 31">
            <a:extLst>
              <a:ext uri="{FF2B5EF4-FFF2-40B4-BE49-F238E27FC236}">
                <a16:creationId xmlns:a16="http://schemas.microsoft.com/office/drawing/2014/main" id="{B599EBC3-59D7-6489-DE5E-2DC6900990F6}"/>
              </a:ext>
            </a:extLst>
          </p:cNvPr>
          <p:cNvSpPr txBox="1"/>
          <p:nvPr/>
        </p:nvSpPr>
        <p:spPr>
          <a:xfrm>
            <a:off x="4216401" y="3237891"/>
            <a:ext cx="462845" cy="584775"/>
          </a:xfrm>
          <a:prstGeom prst="rect">
            <a:avLst/>
          </a:prstGeom>
          <a:solidFill>
            <a:srgbClr val="00B0F0">
              <a:alpha val="15000"/>
            </a:srgbClr>
          </a:solidFill>
        </p:spPr>
        <p:txBody>
          <a:bodyPr wrap="square" rtlCol="0">
            <a:spAutoFit/>
          </a:bodyPr>
          <a:lstStyle/>
          <a:p>
            <a:pPr algn="ctr"/>
            <a:r>
              <a:rPr lang="en-US" sz="3200" dirty="0"/>
              <a:t>8</a:t>
            </a:r>
          </a:p>
        </p:txBody>
      </p:sp>
      <p:sp>
        <p:nvSpPr>
          <p:cNvPr id="33" name="TextBox 32">
            <a:extLst>
              <a:ext uri="{FF2B5EF4-FFF2-40B4-BE49-F238E27FC236}">
                <a16:creationId xmlns:a16="http://schemas.microsoft.com/office/drawing/2014/main" id="{500D64F1-C57A-7A89-AADC-C95939787266}"/>
              </a:ext>
            </a:extLst>
          </p:cNvPr>
          <p:cNvSpPr txBox="1"/>
          <p:nvPr/>
        </p:nvSpPr>
        <p:spPr>
          <a:xfrm>
            <a:off x="4715935" y="3741226"/>
            <a:ext cx="462845" cy="584775"/>
          </a:xfrm>
          <a:prstGeom prst="rect">
            <a:avLst/>
          </a:prstGeom>
          <a:solidFill>
            <a:srgbClr val="00B0F0">
              <a:alpha val="15000"/>
            </a:srgbClr>
          </a:solid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5F0DEB80-A516-501F-37FD-0F33322299CF}"/>
              </a:ext>
            </a:extLst>
          </p:cNvPr>
          <p:cNvSpPr txBox="1"/>
          <p:nvPr/>
        </p:nvSpPr>
        <p:spPr>
          <a:xfrm>
            <a:off x="5215469" y="4244561"/>
            <a:ext cx="462845" cy="584775"/>
          </a:xfrm>
          <a:prstGeom prst="rect">
            <a:avLst/>
          </a:prstGeom>
          <a:solidFill>
            <a:srgbClr val="00B0F0">
              <a:alpha val="15000"/>
            </a:srgbClr>
          </a:solidFill>
        </p:spPr>
        <p:txBody>
          <a:bodyPr wrap="square" rtlCol="0">
            <a:spAutoFit/>
          </a:bodyPr>
          <a:lstStyle/>
          <a:p>
            <a:pPr algn="ctr"/>
            <a:r>
              <a:rPr lang="en-US" sz="3200" dirty="0"/>
              <a:t>9</a:t>
            </a:r>
          </a:p>
        </p:txBody>
      </p:sp>
      <p:sp>
        <p:nvSpPr>
          <p:cNvPr id="27" name="TextBox 26">
            <a:extLst>
              <a:ext uri="{FF2B5EF4-FFF2-40B4-BE49-F238E27FC236}">
                <a16:creationId xmlns:a16="http://schemas.microsoft.com/office/drawing/2014/main" id="{3AD9465E-8CD6-DDCE-DA25-737F90A57528}"/>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7CF68FBF-1F59-7016-2531-7A9A73AF6E9F}"/>
              </a:ext>
            </a:extLst>
          </p:cNvPr>
          <p:cNvSpPr txBox="1"/>
          <p:nvPr/>
        </p:nvSpPr>
        <p:spPr>
          <a:xfrm>
            <a:off x="4216401" y="3741226"/>
            <a:ext cx="462845" cy="584775"/>
          </a:xfrm>
          <a:prstGeom prst="rect">
            <a:avLst/>
          </a:prstGeom>
          <a:noFill/>
        </p:spPr>
        <p:txBody>
          <a:bodyPr wrap="square" rtlCol="0">
            <a:spAutoFit/>
          </a:bodyPr>
          <a:lstStyle/>
          <a:p>
            <a:pPr algn="ctr"/>
            <a:r>
              <a:rPr lang="en-US" sz="3200" dirty="0"/>
              <a:t>9</a:t>
            </a:r>
          </a:p>
        </p:txBody>
      </p:sp>
      <p:sp>
        <p:nvSpPr>
          <p:cNvPr id="60" name="TextBox 59">
            <a:extLst>
              <a:ext uri="{FF2B5EF4-FFF2-40B4-BE49-F238E27FC236}">
                <a16:creationId xmlns:a16="http://schemas.microsoft.com/office/drawing/2014/main" id="{E8762F9E-071B-2F83-A34F-0DF7A9B41995}"/>
              </a:ext>
            </a:extLst>
          </p:cNvPr>
          <p:cNvSpPr txBox="1"/>
          <p:nvPr/>
        </p:nvSpPr>
        <p:spPr>
          <a:xfrm>
            <a:off x="3640666" y="4408541"/>
            <a:ext cx="570089" cy="230832"/>
          </a:xfrm>
          <a:prstGeom prst="rect">
            <a:avLst/>
          </a:prstGeom>
          <a:noFill/>
        </p:spPr>
        <p:txBody>
          <a:bodyPr wrap="square" rtlCol="0">
            <a:spAutoFit/>
          </a:bodyPr>
          <a:lstStyle/>
          <a:p>
            <a:pPr algn="ctr"/>
            <a:r>
              <a:rPr lang="en-US" sz="900" dirty="0"/>
              <a:t>34</a:t>
            </a:r>
          </a:p>
        </p:txBody>
      </p:sp>
      <p:sp>
        <p:nvSpPr>
          <p:cNvPr id="63" name="TextBox 62">
            <a:extLst>
              <a:ext uri="{FF2B5EF4-FFF2-40B4-BE49-F238E27FC236}">
                <a16:creationId xmlns:a16="http://schemas.microsoft.com/office/drawing/2014/main" id="{DBD0F83B-AE71-7397-4038-C358FE18D08B}"/>
              </a:ext>
            </a:extLst>
          </p:cNvPr>
          <p:cNvSpPr txBox="1"/>
          <p:nvPr/>
        </p:nvSpPr>
        <p:spPr>
          <a:xfrm>
            <a:off x="3640666" y="4909484"/>
            <a:ext cx="570089" cy="230832"/>
          </a:xfrm>
          <a:prstGeom prst="rect">
            <a:avLst/>
          </a:prstGeom>
          <a:noFill/>
        </p:spPr>
        <p:txBody>
          <a:bodyPr wrap="square" rtlCol="0">
            <a:spAutoFit/>
          </a:bodyPr>
          <a:lstStyle/>
          <a:p>
            <a:pPr algn="ctr"/>
            <a:r>
              <a:rPr lang="en-US" sz="900" dirty="0"/>
              <a:t>43</a:t>
            </a:r>
          </a:p>
        </p:txBody>
      </p:sp>
      <p:sp>
        <p:nvSpPr>
          <p:cNvPr id="65" name="TextBox 64">
            <a:extLst>
              <a:ext uri="{FF2B5EF4-FFF2-40B4-BE49-F238E27FC236}">
                <a16:creationId xmlns:a16="http://schemas.microsoft.com/office/drawing/2014/main" id="{00ADD71B-1248-8E28-044F-E1B1DC4E53EA}"/>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66" name="TextBox 65">
            <a:extLst>
              <a:ext uri="{FF2B5EF4-FFF2-40B4-BE49-F238E27FC236}">
                <a16:creationId xmlns:a16="http://schemas.microsoft.com/office/drawing/2014/main" id="{31907DD4-A97A-3AC9-18CC-97DE1F15B296}"/>
              </a:ext>
            </a:extLst>
          </p:cNvPr>
          <p:cNvSpPr txBox="1"/>
          <p:nvPr/>
        </p:nvSpPr>
        <p:spPr>
          <a:xfrm>
            <a:off x="3716867" y="3741226"/>
            <a:ext cx="462845" cy="584775"/>
          </a:xfrm>
          <a:prstGeom prst="rect">
            <a:avLst/>
          </a:prstGeom>
          <a:noFill/>
        </p:spPr>
        <p:txBody>
          <a:bodyPr wrap="square" rtlCol="0">
            <a:spAutoFit/>
          </a:bodyPr>
          <a:lstStyle/>
          <a:p>
            <a:pPr algn="ctr"/>
            <a:r>
              <a:rPr lang="en-US" sz="3200" dirty="0"/>
              <a:t>6</a:t>
            </a:r>
          </a:p>
        </p:txBody>
      </p:sp>
      <p:sp>
        <p:nvSpPr>
          <p:cNvPr id="67" name="TextBox 66">
            <a:extLst>
              <a:ext uri="{FF2B5EF4-FFF2-40B4-BE49-F238E27FC236}">
                <a16:creationId xmlns:a16="http://schemas.microsoft.com/office/drawing/2014/main" id="{A788071E-40AF-582E-97C0-022A467E77B3}"/>
              </a:ext>
            </a:extLst>
          </p:cNvPr>
          <p:cNvSpPr txBox="1"/>
          <p:nvPr/>
        </p:nvSpPr>
        <p:spPr>
          <a:xfrm>
            <a:off x="4216401" y="4244561"/>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A2C9F4BD-C82A-872B-9085-4567CAACCE26}"/>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54" name="TextBox 53">
            <a:extLst>
              <a:ext uri="{FF2B5EF4-FFF2-40B4-BE49-F238E27FC236}">
                <a16:creationId xmlns:a16="http://schemas.microsoft.com/office/drawing/2014/main" id="{D6C81709-44F2-623B-7282-4B8E7E1646E3}"/>
              </a:ext>
            </a:extLst>
          </p:cNvPr>
          <p:cNvSpPr txBox="1"/>
          <p:nvPr/>
        </p:nvSpPr>
        <p:spPr>
          <a:xfrm>
            <a:off x="4216401" y="4747898"/>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3DA408A4-0CAE-2C19-16D4-0F57EB585D16}"/>
              </a:ext>
            </a:extLst>
          </p:cNvPr>
          <p:cNvSpPr txBox="1"/>
          <p:nvPr/>
        </p:nvSpPr>
        <p:spPr>
          <a:xfrm>
            <a:off x="3217333" y="424456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A48B52D8-D17D-0652-F2E8-402EE036045D}"/>
              </a:ext>
            </a:extLst>
          </p:cNvPr>
          <p:cNvSpPr txBox="1"/>
          <p:nvPr/>
        </p:nvSpPr>
        <p:spPr>
          <a:xfrm>
            <a:off x="3217333" y="3237891"/>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4BEE12BC-1524-692E-DA32-9702925B343D}"/>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56" name="TextBox 55">
            <a:extLst>
              <a:ext uri="{FF2B5EF4-FFF2-40B4-BE49-F238E27FC236}">
                <a16:creationId xmlns:a16="http://schemas.microsoft.com/office/drawing/2014/main" id="{97C28E83-A455-9CD0-3950-EB09B8DD56A5}"/>
              </a:ext>
            </a:extLst>
          </p:cNvPr>
          <p:cNvSpPr txBox="1"/>
          <p:nvPr/>
        </p:nvSpPr>
        <p:spPr>
          <a:xfrm>
            <a:off x="4645378" y="4408541"/>
            <a:ext cx="570089" cy="230832"/>
          </a:xfrm>
          <a:prstGeom prst="rect">
            <a:avLst/>
          </a:prstGeom>
          <a:noFill/>
        </p:spPr>
        <p:txBody>
          <a:bodyPr wrap="square" rtlCol="0">
            <a:spAutoFit/>
          </a:bodyPr>
          <a:lstStyle/>
          <a:p>
            <a:pPr algn="ctr"/>
            <a:r>
              <a:rPr lang="en-US" sz="900" dirty="0"/>
              <a:t>63</a:t>
            </a:r>
          </a:p>
        </p:txBody>
      </p:sp>
      <p:sp>
        <p:nvSpPr>
          <p:cNvPr id="58" name="TextBox 57">
            <a:extLst>
              <a:ext uri="{FF2B5EF4-FFF2-40B4-BE49-F238E27FC236}">
                <a16:creationId xmlns:a16="http://schemas.microsoft.com/office/drawing/2014/main" id="{A4301138-0006-7389-F0F9-7F08620E9A96}"/>
              </a:ext>
            </a:extLst>
          </p:cNvPr>
          <p:cNvSpPr txBox="1"/>
          <p:nvPr/>
        </p:nvSpPr>
        <p:spPr>
          <a:xfrm>
            <a:off x="7157158" y="4408541"/>
            <a:ext cx="570089" cy="230832"/>
          </a:xfrm>
          <a:prstGeom prst="rect">
            <a:avLst/>
          </a:prstGeom>
          <a:noFill/>
        </p:spPr>
        <p:txBody>
          <a:bodyPr wrap="square" rtlCol="0">
            <a:spAutoFit/>
          </a:bodyPr>
          <a:lstStyle/>
          <a:p>
            <a:pPr algn="ctr"/>
            <a:r>
              <a:rPr lang="en-US" sz="900" dirty="0"/>
              <a:t>46</a:t>
            </a:r>
          </a:p>
        </p:txBody>
      </p:sp>
      <p:sp>
        <p:nvSpPr>
          <p:cNvPr id="59" name="TextBox 58">
            <a:extLst>
              <a:ext uri="{FF2B5EF4-FFF2-40B4-BE49-F238E27FC236}">
                <a16:creationId xmlns:a16="http://schemas.microsoft.com/office/drawing/2014/main" id="{B81B8F31-6F3E-22BB-79AB-91DD74864F95}"/>
              </a:ext>
            </a:extLst>
          </p:cNvPr>
          <p:cNvSpPr txBox="1"/>
          <p:nvPr/>
        </p:nvSpPr>
        <p:spPr>
          <a:xfrm>
            <a:off x="6152446" y="4909484"/>
            <a:ext cx="570089" cy="230832"/>
          </a:xfrm>
          <a:prstGeom prst="rect">
            <a:avLst/>
          </a:prstGeom>
          <a:noFill/>
        </p:spPr>
        <p:txBody>
          <a:bodyPr wrap="square" rtlCol="0">
            <a:spAutoFit/>
          </a:bodyPr>
          <a:lstStyle/>
          <a:p>
            <a:pPr algn="ctr"/>
            <a:r>
              <a:rPr lang="en-US" sz="900" dirty="0"/>
              <a:t>45</a:t>
            </a:r>
          </a:p>
        </p:txBody>
      </p:sp>
      <p:sp>
        <p:nvSpPr>
          <p:cNvPr id="61" name="TextBox 60">
            <a:extLst>
              <a:ext uri="{FF2B5EF4-FFF2-40B4-BE49-F238E27FC236}">
                <a16:creationId xmlns:a16="http://schemas.microsoft.com/office/drawing/2014/main" id="{8D8237E6-AB52-288F-2B40-1D1704FAF02D}"/>
              </a:ext>
            </a:extLst>
          </p:cNvPr>
          <p:cNvSpPr txBox="1"/>
          <p:nvPr/>
        </p:nvSpPr>
        <p:spPr>
          <a:xfrm>
            <a:off x="6654802" y="4909484"/>
            <a:ext cx="570089" cy="230832"/>
          </a:xfrm>
          <a:prstGeom prst="rect">
            <a:avLst/>
          </a:prstGeom>
          <a:noFill/>
        </p:spPr>
        <p:txBody>
          <a:bodyPr wrap="square" rtlCol="0">
            <a:spAutoFit/>
          </a:bodyPr>
          <a:lstStyle/>
          <a:p>
            <a:pPr algn="ctr"/>
            <a:r>
              <a:rPr lang="en-US" sz="900" dirty="0"/>
              <a:t>456</a:t>
            </a:r>
          </a:p>
        </p:txBody>
      </p:sp>
      <p:sp>
        <p:nvSpPr>
          <p:cNvPr id="62" name="TextBox 61">
            <a:extLst>
              <a:ext uri="{FF2B5EF4-FFF2-40B4-BE49-F238E27FC236}">
                <a16:creationId xmlns:a16="http://schemas.microsoft.com/office/drawing/2014/main" id="{D8D71894-BE35-5DD9-EB40-DEABB163B97D}"/>
              </a:ext>
            </a:extLst>
          </p:cNvPr>
          <p:cNvSpPr txBox="1"/>
          <p:nvPr/>
        </p:nvSpPr>
        <p:spPr>
          <a:xfrm>
            <a:off x="4645378" y="4909484"/>
            <a:ext cx="570089" cy="230832"/>
          </a:xfrm>
          <a:prstGeom prst="rect">
            <a:avLst/>
          </a:prstGeom>
          <a:noFill/>
        </p:spPr>
        <p:txBody>
          <a:bodyPr wrap="square" rtlCol="0">
            <a:spAutoFit/>
          </a:bodyPr>
          <a:lstStyle/>
          <a:p>
            <a:pPr algn="ctr"/>
            <a:r>
              <a:rPr lang="en-US" sz="900" dirty="0"/>
              <a:t>36</a:t>
            </a:r>
          </a:p>
        </p:txBody>
      </p:sp>
      <p:sp>
        <p:nvSpPr>
          <p:cNvPr id="64" name="TextBox 63">
            <a:extLst>
              <a:ext uri="{FF2B5EF4-FFF2-40B4-BE49-F238E27FC236}">
                <a16:creationId xmlns:a16="http://schemas.microsoft.com/office/drawing/2014/main" id="{421ED715-265F-54BC-42DF-9120E47EA91D}"/>
              </a:ext>
            </a:extLst>
          </p:cNvPr>
          <p:cNvSpPr txBox="1"/>
          <p:nvPr/>
        </p:nvSpPr>
        <p:spPr>
          <a:xfrm>
            <a:off x="5147734" y="4909484"/>
            <a:ext cx="570089" cy="230832"/>
          </a:xfrm>
          <a:prstGeom prst="rect">
            <a:avLst/>
          </a:prstGeom>
          <a:noFill/>
        </p:spPr>
        <p:txBody>
          <a:bodyPr wrap="square" rtlCol="0">
            <a:spAutoFit/>
          </a:bodyPr>
          <a:lstStyle/>
          <a:p>
            <a:pPr algn="ctr"/>
            <a:r>
              <a:rPr lang="en-US" sz="900" dirty="0"/>
              <a:t>28</a:t>
            </a:r>
          </a:p>
        </p:txBody>
      </p:sp>
      <p:sp>
        <p:nvSpPr>
          <p:cNvPr id="68" name="TextBox 67">
            <a:extLst>
              <a:ext uri="{FF2B5EF4-FFF2-40B4-BE49-F238E27FC236}">
                <a16:creationId xmlns:a16="http://schemas.microsoft.com/office/drawing/2014/main" id="{F3D0756D-E0A5-06E3-73E5-EA720EECBEE0}"/>
              </a:ext>
            </a:extLst>
          </p:cNvPr>
          <p:cNvSpPr txBox="1"/>
          <p:nvPr/>
        </p:nvSpPr>
        <p:spPr>
          <a:xfrm>
            <a:off x="5650090" y="4909484"/>
            <a:ext cx="570089" cy="230832"/>
          </a:xfrm>
          <a:prstGeom prst="rect">
            <a:avLst/>
          </a:prstGeom>
          <a:noFill/>
        </p:spPr>
        <p:txBody>
          <a:bodyPr wrap="square" rtlCol="0">
            <a:spAutoFit/>
          </a:bodyPr>
          <a:lstStyle/>
          <a:p>
            <a:pPr algn="ctr"/>
            <a:r>
              <a:rPr lang="en-US" sz="900" dirty="0"/>
              <a:t>82</a:t>
            </a:r>
          </a:p>
        </p:txBody>
      </p:sp>
      <p:sp>
        <p:nvSpPr>
          <p:cNvPr id="69" name="TextBox 68">
            <a:extLst>
              <a:ext uri="{FF2B5EF4-FFF2-40B4-BE49-F238E27FC236}">
                <a16:creationId xmlns:a16="http://schemas.microsoft.com/office/drawing/2014/main" id="{E7B8EAB2-DAF1-C672-250B-9F036E5C89B9}"/>
              </a:ext>
            </a:extLst>
          </p:cNvPr>
          <p:cNvSpPr txBox="1"/>
          <p:nvPr/>
        </p:nvSpPr>
        <p:spPr>
          <a:xfrm>
            <a:off x="5147734" y="901933"/>
            <a:ext cx="570089" cy="230832"/>
          </a:xfrm>
          <a:prstGeom prst="rect">
            <a:avLst/>
          </a:prstGeom>
          <a:noFill/>
        </p:spPr>
        <p:txBody>
          <a:bodyPr wrap="square" rtlCol="0">
            <a:spAutoFit/>
          </a:bodyPr>
          <a:lstStyle/>
          <a:p>
            <a:pPr algn="ctr"/>
            <a:r>
              <a:rPr lang="en-US" sz="900" dirty="0"/>
              <a:t>278</a:t>
            </a:r>
          </a:p>
        </p:txBody>
      </p:sp>
      <p:sp>
        <p:nvSpPr>
          <p:cNvPr id="70" name="TextBox 69">
            <a:extLst>
              <a:ext uri="{FF2B5EF4-FFF2-40B4-BE49-F238E27FC236}">
                <a16:creationId xmlns:a16="http://schemas.microsoft.com/office/drawing/2014/main" id="{63E4EC14-97C5-A69B-F478-8CE1BA6D4AE5}"/>
              </a:ext>
            </a:extLst>
          </p:cNvPr>
          <p:cNvSpPr txBox="1"/>
          <p:nvPr/>
        </p:nvSpPr>
        <p:spPr>
          <a:xfrm>
            <a:off x="5650090" y="901933"/>
            <a:ext cx="570089" cy="230832"/>
          </a:xfrm>
          <a:prstGeom prst="rect">
            <a:avLst/>
          </a:prstGeom>
          <a:noFill/>
        </p:spPr>
        <p:txBody>
          <a:bodyPr wrap="square" rtlCol="0">
            <a:spAutoFit/>
          </a:bodyPr>
          <a:lstStyle/>
          <a:p>
            <a:pPr algn="ctr"/>
            <a:r>
              <a:rPr lang="en-US" sz="900" dirty="0"/>
              <a:t>258</a:t>
            </a:r>
          </a:p>
        </p:txBody>
      </p:sp>
      <p:sp>
        <p:nvSpPr>
          <p:cNvPr id="71" name="TextBox 70">
            <a:extLst>
              <a:ext uri="{FF2B5EF4-FFF2-40B4-BE49-F238E27FC236}">
                <a16:creationId xmlns:a16="http://schemas.microsoft.com/office/drawing/2014/main" id="{B5CB0DD1-06E9-C183-9EAC-D3FF0EFF5C7A}"/>
              </a:ext>
            </a:extLst>
          </p:cNvPr>
          <p:cNvSpPr txBox="1"/>
          <p:nvPr/>
        </p:nvSpPr>
        <p:spPr>
          <a:xfrm>
            <a:off x="5147734" y="1402877"/>
            <a:ext cx="570089" cy="230832"/>
          </a:xfrm>
          <a:prstGeom prst="rect">
            <a:avLst/>
          </a:prstGeom>
          <a:noFill/>
        </p:spPr>
        <p:txBody>
          <a:bodyPr wrap="square" rtlCol="0">
            <a:spAutoFit/>
          </a:bodyPr>
          <a:lstStyle/>
          <a:p>
            <a:pPr algn="ctr"/>
            <a:r>
              <a:rPr lang="en-US" sz="900" dirty="0"/>
              <a:t>278</a:t>
            </a:r>
          </a:p>
        </p:txBody>
      </p:sp>
      <p:sp>
        <p:nvSpPr>
          <p:cNvPr id="72" name="TextBox 71">
            <a:extLst>
              <a:ext uri="{FF2B5EF4-FFF2-40B4-BE49-F238E27FC236}">
                <a16:creationId xmlns:a16="http://schemas.microsoft.com/office/drawing/2014/main" id="{FC49E235-4A9A-AFC6-BECF-65D94E65D93B}"/>
              </a:ext>
            </a:extLst>
          </p:cNvPr>
          <p:cNvSpPr txBox="1"/>
          <p:nvPr/>
        </p:nvSpPr>
        <p:spPr>
          <a:xfrm>
            <a:off x="5650090" y="1402877"/>
            <a:ext cx="570089" cy="230832"/>
          </a:xfrm>
          <a:prstGeom prst="rect">
            <a:avLst/>
          </a:prstGeom>
          <a:noFill/>
        </p:spPr>
        <p:txBody>
          <a:bodyPr wrap="square" rtlCol="0">
            <a:spAutoFit/>
          </a:bodyPr>
          <a:lstStyle/>
          <a:p>
            <a:pPr algn="ctr"/>
            <a:r>
              <a:rPr lang="en-US" sz="900" dirty="0"/>
              <a:t>268</a:t>
            </a:r>
          </a:p>
        </p:txBody>
      </p:sp>
      <p:sp>
        <p:nvSpPr>
          <p:cNvPr id="73" name="TextBox 72">
            <a:extLst>
              <a:ext uri="{FF2B5EF4-FFF2-40B4-BE49-F238E27FC236}">
                <a16:creationId xmlns:a16="http://schemas.microsoft.com/office/drawing/2014/main" id="{61354478-B805-1A42-6027-614542C7C34C}"/>
              </a:ext>
            </a:extLst>
          </p:cNvPr>
          <p:cNvSpPr txBox="1"/>
          <p:nvPr/>
        </p:nvSpPr>
        <p:spPr>
          <a:xfrm>
            <a:off x="5650090" y="1903821"/>
            <a:ext cx="570089" cy="230832"/>
          </a:xfrm>
          <a:prstGeom prst="rect">
            <a:avLst/>
          </a:prstGeom>
          <a:noFill/>
        </p:spPr>
        <p:txBody>
          <a:bodyPr wrap="square" rtlCol="0">
            <a:spAutoFit/>
          </a:bodyPr>
          <a:lstStyle/>
          <a:p>
            <a:pPr algn="ctr"/>
            <a:r>
              <a:rPr lang="en-US" sz="900" dirty="0"/>
              <a:t>56</a:t>
            </a:r>
          </a:p>
        </p:txBody>
      </p:sp>
      <p:sp>
        <p:nvSpPr>
          <p:cNvPr id="74" name="TextBox 73">
            <a:extLst>
              <a:ext uri="{FF2B5EF4-FFF2-40B4-BE49-F238E27FC236}">
                <a16:creationId xmlns:a16="http://schemas.microsoft.com/office/drawing/2014/main" id="{70E4AA76-9C2B-C96D-A9C5-8F9FFC0D0FF3}"/>
              </a:ext>
            </a:extLst>
          </p:cNvPr>
          <p:cNvSpPr txBox="1"/>
          <p:nvPr/>
        </p:nvSpPr>
        <p:spPr>
          <a:xfrm>
            <a:off x="6152446" y="2404765"/>
            <a:ext cx="570089" cy="230832"/>
          </a:xfrm>
          <a:prstGeom prst="rect">
            <a:avLst/>
          </a:prstGeom>
          <a:noFill/>
        </p:spPr>
        <p:txBody>
          <a:bodyPr wrap="square" rtlCol="0">
            <a:spAutoFit/>
          </a:bodyPr>
          <a:lstStyle/>
          <a:p>
            <a:pPr algn="ctr"/>
            <a:r>
              <a:rPr lang="en-US" sz="900" dirty="0"/>
              <a:t>34</a:t>
            </a:r>
          </a:p>
        </p:txBody>
      </p:sp>
      <p:sp>
        <p:nvSpPr>
          <p:cNvPr id="75" name="TextBox 74">
            <a:extLst>
              <a:ext uri="{FF2B5EF4-FFF2-40B4-BE49-F238E27FC236}">
                <a16:creationId xmlns:a16="http://schemas.microsoft.com/office/drawing/2014/main" id="{F7776C4C-F2ED-0CF7-A3F6-4EC7EB07B5B2}"/>
              </a:ext>
            </a:extLst>
          </p:cNvPr>
          <p:cNvSpPr txBox="1"/>
          <p:nvPr/>
        </p:nvSpPr>
        <p:spPr>
          <a:xfrm>
            <a:off x="6654802" y="2404765"/>
            <a:ext cx="570089" cy="230832"/>
          </a:xfrm>
          <a:prstGeom prst="rect">
            <a:avLst/>
          </a:prstGeom>
          <a:noFill/>
        </p:spPr>
        <p:txBody>
          <a:bodyPr wrap="square" rtlCol="0">
            <a:spAutoFit/>
          </a:bodyPr>
          <a:lstStyle/>
          <a:p>
            <a:pPr algn="ctr"/>
            <a:r>
              <a:rPr lang="en-US" sz="900" dirty="0"/>
              <a:t>48</a:t>
            </a:r>
          </a:p>
        </p:txBody>
      </p:sp>
      <p:sp>
        <p:nvSpPr>
          <p:cNvPr id="76" name="TextBox 75">
            <a:extLst>
              <a:ext uri="{FF2B5EF4-FFF2-40B4-BE49-F238E27FC236}">
                <a16:creationId xmlns:a16="http://schemas.microsoft.com/office/drawing/2014/main" id="{BADEF36A-BB8A-D1B1-FD61-8BAE2260669D}"/>
              </a:ext>
            </a:extLst>
          </p:cNvPr>
          <p:cNvSpPr txBox="1"/>
          <p:nvPr/>
        </p:nvSpPr>
        <p:spPr>
          <a:xfrm>
            <a:off x="7157158" y="2404765"/>
            <a:ext cx="570089" cy="230832"/>
          </a:xfrm>
          <a:prstGeom prst="rect">
            <a:avLst/>
          </a:prstGeom>
          <a:noFill/>
        </p:spPr>
        <p:txBody>
          <a:bodyPr wrap="square" rtlCol="0">
            <a:spAutoFit/>
          </a:bodyPr>
          <a:lstStyle/>
          <a:p>
            <a:pPr algn="ctr"/>
            <a:r>
              <a:rPr lang="en-US" sz="900" dirty="0"/>
              <a:t>348</a:t>
            </a:r>
          </a:p>
        </p:txBody>
      </p:sp>
      <p:sp>
        <p:nvSpPr>
          <p:cNvPr id="81" name="TextBox 80">
            <a:extLst>
              <a:ext uri="{FF2B5EF4-FFF2-40B4-BE49-F238E27FC236}">
                <a16:creationId xmlns:a16="http://schemas.microsoft.com/office/drawing/2014/main" id="{6306BE83-07DE-3E88-1C9F-7DEAA187BF4B}"/>
              </a:ext>
            </a:extLst>
          </p:cNvPr>
          <p:cNvSpPr txBox="1"/>
          <p:nvPr/>
        </p:nvSpPr>
        <p:spPr>
          <a:xfrm>
            <a:off x="7213604" y="2734556"/>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52261BF7-6021-165D-9EB7-96E81A06EA5F}"/>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79" name="TextBox 78">
            <a:extLst>
              <a:ext uri="{FF2B5EF4-FFF2-40B4-BE49-F238E27FC236}">
                <a16:creationId xmlns:a16="http://schemas.microsoft.com/office/drawing/2014/main" id="{4622CF31-DCA0-D6FF-D833-DB7604A8DDEF}"/>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10" name="TextBox 9">
            <a:extLst>
              <a:ext uri="{FF2B5EF4-FFF2-40B4-BE49-F238E27FC236}">
                <a16:creationId xmlns:a16="http://schemas.microsoft.com/office/drawing/2014/main" id="{2960AF9A-C61B-7400-6DF9-986575AE660C}"/>
              </a:ext>
            </a:extLst>
          </p:cNvPr>
          <p:cNvSpPr txBox="1"/>
          <p:nvPr/>
        </p:nvSpPr>
        <p:spPr>
          <a:xfrm>
            <a:off x="6152446" y="901933"/>
            <a:ext cx="570089" cy="230832"/>
          </a:xfrm>
          <a:prstGeom prst="rect">
            <a:avLst/>
          </a:prstGeom>
          <a:noFill/>
        </p:spPr>
        <p:txBody>
          <a:bodyPr wrap="square" rtlCol="0">
            <a:spAutoFit/>
          </a:bodyPr>
          <a:lstStyle/>
          <a:p>
            <a:pPr algn="ctr"/>
            <a:r>
              <a:rPr lang="en-US" sz="900" dirty="0"/>
              <a:t>57</a:t>
            </a:r>
          </a:p>
        </p:txBody>
      </p:sp>
      <p:sp>
        <p:nvSpPr>
          <p:cNvPr id="12" name="TextBox 11">
            <a:extLst>
              <a:ext uri="{FF2B5EF4-FFF2-40B4-BE49-F238E27FC236}">
                <a16:creationId xmlns:a16="http://schemas.microsoft.com/office/drawing/2014/main" id="{2E70B1A4-7203-A1F1-1EF3-C4958CB9FAA1}"/>
              </a:ext>
            </a:extLst>
          </p:cNvPr>
          <p:cNvSpPr txBox="1"/>
          <p:nvPr/>
        </p:nvSpPr>
        <p:spPr>
          <a:xfrm>
            <a:off x="6654802" y="901933"/>
            <a:ext cx="570089" cy="230832"/>
          </a:xfrm>
          <a:prstGeom prst="rect">
            <a:avLst/>
          </a:prstGeom>
          <a:noFill/>
        </p:spPr>
        <p:txBody>
          <a:bodyPr wrap="square" rtlCol="0">
            <a:spAutoFit/>
          </a:bodyPr>
          <a:lstStyle/>
          <a:p>
            <a:pPr algn="ctr"/>
            <a:r>
              <a:rPr lang="en-US" sz="900" dirty="0"/>
              <a:t>258</a:t>
            </a:r>
          </a:p>
        </p:txBody>
      </p:sp>
      <p:sp>
        <p:nvSpPr>
          <p:cNvPr id="80" name="TextBox 79">
            <a:extLst>
              <a:ext uri="{FF2B5EF4-FFF2-40B4-BE49-F238E27FC236}">
                <a16:creationId xmlns:a16="http://schemas.microsoft.com/office/drawing/2014/main" id="{14A90418-BFAE-680F-DB16-6C9E22FF92B2}"/>
              </a:ext>
            </a:extLst>
          </p:cNvPr>
          <p:cNvSpPr txBox="1"/>
          <p:nvPr/>
        </p:nvSpPr>
        <p:spPr>
          <a:xfrm>
            <a:off x="6152446" y="1402877"/>
            <a:ext cx="570089" cy="230832"/>
          </a:xfrm>
          <a:prstGeom prst="rect">
            <a:avLst/>
          </a:prstGeom>
          <a:noFill/>
        </p:spPr>
        <p:txBody>
          <a:bodyPr wrap="square" rtlCol="0">
            <a:spAutoFit/>
          </a:bodyPr>
          <a:lstStyle/>
          <a:p>
            <a:pPr algn="ctr"/>
            <a:r>
              <a:rPr lang="en-US" sz="900" dirty="0"/>
              <a:t>73</a:t>
            </a:r>
          </a:p>
        </p:txBody>
      </p:sp>
      <p:sp>
        <p:nvSpPr>
          <p:cNvPr id="85" name="TextBox 84">
            <a:extLst>
              <a:ext uri="{FF2B5EF4-FFF2-40B4-BE49-F238E27FC236}">
                <a16:creationId xmlns:a16="http://schemas.microsoft.com/office/drawing/2014/main" id="{CB701F4D-2A53-67D7-18C0-71EBDC3F1D65}"/>
              </a:ext>
            </a:extLst>
          </p:cNvPr>
          <p:cNvSpPr txBox="1"/>
          <p:nvPr/>
        </p:nvSpPr>
        <p:spPr>
          <a:xfrm>
            <a:off x="6654802" y="1402877"/>
            <a:ext cx="570089" cy="230832"/>
          </a:xfrm>
          <a:prstGeom prst="rect">
            <a:avLst/>
          </a:prstGeom>
          <a:noFill/>
        </p:spPr>
        <p:txBody>
          <a:bodyPr wrap="square" rtlCol="0">
            <a:spAutoFit/>
          </a:bodyPr>
          <a:lstStyle/>
          <a:p>
            <a:pPr algn="ctr"/>
            <a:r>
              <a:rPr lang="en-US" sz="900" dirty="0"/>
              <a:t>268</a:t>
            </a:r>
          </a:p>
        </p:txBody>
      </p:sp>
      <p:sp>
        <p:nvSpPr>
          <p:cNvPr id="86" name="TextBox 85">
            <a:extLst>
              <a:ext uri="{FF2B5EF4-FFF2-40B4-BE49-F238E27FC236}">
                <a16:creationId xmlns:a16="http://schemas.microsoft.com/office/drawing/2014/main" id="{FAD4E01A-F0DD-8964-7BBD-982558B8553C}"/>
              </a:ext>
            </a:extLst>
          </p:cNvPr>
          <p:cNvSpPr txBox="1"/>
          <p:nvPr/>
        </p:nvSpPr>
        <p:spPr>
          <a:xfrm>
            <a:off x="7157158" y="1402877"/>
            <a:ext cx="570089" cy="230832"/>
          </a:xfrm>
          <a:prstGeom prst="rect">
            <a:avLst/>
          </a:prstGeom>
          <a:noFill/>
        </p:spPr>
        <p:txBody>
          <a:bodyPr wrap="square" rtlCol="0">
            <a:spAutoFit/>
          </a:bodyPr>
          <a:lstStyle/>
          <a:p>
            <a:pPr algn="ctr"/>
            <a:r>
              <a:rPr lang="en-US" sz="900" dirty="0"/>
              <a:t>368</a:t>
            </a:r>
          </a:p>
        </p:txBody>
      </p:sp>
      <p:sp>
        <p:nvSpPr>
          <p:cNvPr id="87" name="TextBox 86">
            <a:extLst>
              <a:ext uri="{FF2B5EF4-FFF2-40B4-BE49-F238E27FC236}">
                <a16:creationId xmlns:a16="http://schemas.microsoft.com/office/drawing/2014/main" id="{86D97073-D45E-B068-9DC3-A9E0A021A7A3}"/>
              </a:ext>
            </a:extLst>
          </p:cNvPr>
          <p:cNvSpPr txBox="1"/>
          <p:nvPr/>
        </p:nvSpPr>
        <p:spPr>
          <a:xfrm>
            <a:off x="6654802" y="1903821"/>
            <a:ext cx="570089" cy="230832"/>
          </a:xfrm>
          <a:prstGeom prst="rect">
            <a:avLst/>
          </a:prstGeom>
          <a:noFill/>
        </p:spPr>
        <p:txBody>
          <a:bodyPr wrap="square" rtlCol="0">
            <a:spAutoFit/>
          </a:bodyPr>
          <a:lstStyle/>
          <a:p>
            <a:pPr algn="ctr"/>
            <a:r>
              <a:rPr lang="en-US" sz="900" dirty="0"/>
              <a:t>456</a:t>
            </a:r>
          </a:p>
        </p:txBody>
      </p:sp>
      <p:sp>
        <p:nvSpPr>
          <p:cNvPr id="88" name="TextBox 87">
            <a:extLst>
              <a:ext uri="{FF2B5EF4-FFF2-40B4-BE49-F238E27FC236}">
                <a16:creationId xmlns:a16="http://schemas.microsoft.com/office/drawing/2014/main" id="{202B6648-17DE-5340-F396-E118189E351F}"/>
              </a:ext>
            </a:extLst>
          </p:cNvPr>
          <p:cNvSpPr txBox="1"/>
          <p:nvPr/>
        </p:nvSpPr>
        <p:spPr>
          <a:xfrm>
            <a:off x="7157158" y="1903821"/>
            <a:ext cx="570089" cy="230832"/>
          </a:xfrm>
          <a:prstGeom prst="rect">
            <a:avLst/>
          </a:prstGeom>
          <a:noFill/>
        </p:spPr>
        <p:txBody>
          <a:bodyPr wrap="square" rtlCol="0">
            <a:spAutoFit/>
          </a:bodyPr>
          <a:lstStyle/>
          <a:p>
            <a:pPr algn="ctr"/>
            <a:r>
              <a:rPr lang="en-US" sz="900" dirty="0"/>
              <a:t>64</a:t>
            </a:r>
          </a:p>
        </p:txBody>
      </p:sp>
      <p:sp>
        <p:nvSpPr>
          <p:cNvPr id="89" name="TextBox 88">
            <a:extLst>
              <a:ext uri="{FF2B5EF4-FFF2-40B4-BE49-F238E27FC236}">
                <a16:creationId xmlns:a16="http://schemas.microsoft.com/office/drawing/2014/main" id="{74AEC6E7-2108-F334-9BD1-0B20B7D3B4B9}"/>
              </a:ext>
            </a:extLst>
          </p:cNvPr>
          <p:cNvSpPr txBox="1"/>
          <p:nvPr/>
        </p:nvSpPr>
        <p:spPr>
          <a:xfrm>
            <a:off x="3217333" y="1224551"/>
            <a:ext cx="462845" cy="584775"/>
          </a:xfrm>
          <a:prstGeom prst="rect">
            <a:avLst/>
          </a:prstGeom>
          <a:noFill/>
        </p:spPr>
        <p:txBody>
          <a:bodyPr wrap="square" rtlCol="0">
            <a:spAutoFit/>
          </a:bodyPr>
          <a:lstStyle/>
          <a:p>
            <a:pPr algn="ctr"/>
            <a:r>
              <a:rPr lang="en-US" sz="3200" dirty="0"/>
              <a:t>5</a:t>
            </a:r>
          </a:p>
        </p:txBody>
      </p:sp>
      <p:sp>
        <p:nvSpPr>
          <p:cNvPr id="90" name="TextBox 89">
            <a:extLst>
              <a:ext uri="{FF2B5EF4-FFF2-40B4-BE49-F238E27FC236}">
                <a16:creationId xmlns:a16="http://schemas.microsoft.com/office/drawing/2014/main" id="{979906BB-4629-9A85-A887-88AC98DE43BB}"/>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34860081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B23DB1-9A38-CD4C-083A-5838DA6030CC}"/>
            </a:ext>
          </a:extLst>
        </p:cNvPr>
        <p:cNvGrpSpPr/>
        <p:nvPr/>
      </p:nvGrpSpPr>
      <p:grpSpPr>
        <a:xfrm>
          <a:off x="0" y="0"/>
          <a:ext cx="0" cy="0"/>
          <a:chOff x="0" y="0"/>
          <a:chExt cx="0" cy="0"/>
        </a:xfrm>
      </p:grpSpPr>
      <p:sp>
        <p:nvSpPr>
          <p:cNvPr id="77" name="TextBox 76">
            <a:extLst>
              <a:ext uri="{FF2B5EF4-FFF2-40B4-BE49-F238E27FC236}">
                <a16:creationId xmlns:a16="http://schemas.microsoft.com/office/drawing/2014/main" id="{FBB73452-DDD4-262D-86B0-11DB86BB4CD2}"/>
              </a:ext>
            </a:extLst>
          </p:cNvPr>
          <p:cNvSpPr txBox="1"/>
          <p:nvPr/>
        </p:nvSpPr>
        <p:spPr>
          <a:xfrm>
            <a:off x="5715003" y="1727886"/>
            <a:ext cx="462845" cy="584775"/>
          </a:xfrm>
          <a:prstGeom prst="rect">
            <a:avLst/>
          </a:prstGeom>
          <a:solidFill>
            <a:srgbClr val="92D050">
              <a:alpha val="15000"/>
            </a:srgbClr>
          </a:solidFill>
        </p:spPr>
        <p:txBody>
          <a:bodyPr wrap="square" rtlCol="0">
            <a:spAutoFit/>
          </a:bodyPr>
          <a:lstStyle/>
          <a:p>
            <a:pPr algn="ctr"/>
            <a:endParaRPr lang="en-US" sz="3200" dirty="0"/>
          </a:p>
        </p:txBody>
      </p:sp>
      <p:sp>
        <p:nvSpPr>
          <p:cNvPr id="78" name="TextBox 77">
            <a:extLst>
              <a:ext uri="{FF2B5EF4-FFF2-40B4-BE49-F238E27FC236}">
                <a16:creationId xmlns:a16="http://schemas.microsoft.com/office/drawing/2014/main" id="{D5E7A979-E8D1-813F-5EF4-5B3017660C08}"/>
              </a:ext>
            </a:extLst>
          </p:cNvPr>
          <p:cNvSpPr txBox="1"/>
          <p:nvPr/>
        </p:nvSpPr>
        <p:spPr>
          <a:xfrm>
            <a:off x="6214537" y="2231221"/>
            <a:ext cx="462845" cy="584775"/>
          </a:xfrm>
          <a:prstGeom prst="rect">
            <a:avLst/>
          </a:prstGeom>
          <a:solidFill>
            <a:srgbClr val="92D050">
              <a:alpha val="15000"/>
            </a:srgbClr>
          </a:solidFill>
        </p:spPr>
        <p:txBody>
          <a:bodyPr wrap="square" rtlCol="0">
            <a:spAutoFit/>
          </a:bodyPr>
          <a:lstStyle/>
          <a:p>
            <a:pPr algn="ctr"/>
            <a:endParaRPr lang="en-US" sz="3200" dirty="0"/>
          </a:p>
        </p:txBody>
      </p:sp>
      <p:sp>
        <p:nvSpPr>
          <p:cNvPr id="82" name="TextBox 81">
            <a:extLst>
              <a:ext uri="{FF2B5EF4-FFF2-40B4-BE49-F238E27FC236}">
                <a16:creationId xmlns:a16="http://schemas.microsoft.com/office/drawing/2014/main" id="{7266F30E-A3D6-F45A-E6AB-986BDA8B755D}"/>
              </a:ext>
            </a:extLst>
          </p:cNvPr>
          <p:cNvSpPr txBox="1"/>
          <p:nvPr/>
        </p:nvSpPr>
        <p:spPr>
          <a:xfrm>
            <a:off x="6714071" y="2734556"/>
            <a:ext cx="462845" cy="584775"/>
          </a:xfrm>
          <a:prstGeom prst="rect">
            <a:avLst/>
          </a:prstGeom>
          <a:solidFill>
            <a:srgbClr val="92D050">
              <a:alpha val="15000"/>
            </a:srgbClr>
          </a:solidFill>
        </p:spPr>
        <p:txBody>
          <a:bodyPr wrap="square" rtlCol="0">
            <a:spAutoFit/>
          </a:bodyPr>
          <a:lstStyle/>
          <a:p>
            <a:pPr algn="ctr"/>
            <a:r>
              <a:rPr lang="en-US" sz="3200" dirty="0"/>
              <a:t>7</a:t>
            </a:r>
          </a:p>
        </p:txBody>
      </p:sp>
      <p:sp>
        <p:nvSpPr>
          <p:cNvPr id="83" name="TextBox 82">
            <a:extLst>
              <a:ext uri="{FF2B5EF4-FFF2-40B4-BE49-F238E27FC236}">
                <a16:creationId xmlns:a16="http://schemas.microsoft.com/office/drawing/2014/main" id="{4C1B3774-26E5-4752-1127-84FB8B250B0C}"/>
              </a:ext>
            </a:extLst>
          </p:cNvPr>
          <p:cNvSpPr txBox="1"/>
          <p:nvPr/>
        </p:nvSpPr>
        <p:spPr>
          <a:xfrm>
            <a:off x="7213604" y="3237891"/>
            <a:ext cx="462845" cy="584775"/>
          </a:xfrm>
          <a:prstGeom prst="rect">
            <a:avLst/>
          </a:prstGeom>
          <a:solidFill>
            <a:srgbClr val="92D050">
              <a:alpha val="15000"/>
            </a:srgbClr>
          </a:solidFill>
        </p:spPr>
        <p:txBody>
          <a:bodyPr wrap="square" rtlCol="0">
            <a:spAutoFit/>
          </a:bodyPr>
          <a:lstStyle/>
          <a:p>
            <a:pPr algn="ctr"/>
            <a:r>
              <a:rPr lang="en-US" sz="3200" dirty="0"/>
              <a:t>2</a:t>
            </a:r>
          </a:p>
        </p:txBody>
      </p:sp>
      <p:sp>
        <p:nvSpPr>
          <p:cNvPr id="84" name="TextBox 83">
            <a:extLst>
              <a:ext uri="{FF2B5EF4-FFF2-40B4-BE49-F238E27FC236}">
                <a16:creationId xmlns:a16="http://schemas.microsoft.com/office/drawing/2014/main" id="{9CEF5868-9E9D-AAC5-9CD7-9BD71C03FB9E}"/>
              </a:ext>
            </a:extLst>
          </p:cNvPr>
          <p:cNvSpPr txBox="1"/>
          <p:nvPr/>
        </p:nvSpPr>
        <p:spPr>
          <a:xfrm>
            <a:off x="7213604" y="3741226"/>
            <a:ext cx="462845" cy="584775"/>
          </a:xfrm>
          <a:prstGeom prst="rect">
            <a:avLst/>
          </a:prstGeom>
          <a:solidFill>
            <a:srgbClr val="92D050">
              <a:alpha val="15000"/>
            </a:srgbClr>
          </a:solidFill>
        </p:spPr>
        <p:txBody>
          <a:bodyPr wrap="square" rtlCol="0">
            <a:spAutoFit/>
          </a:bodyPr>
          <a:lstStyle/>
          <a:p>
            <a:pPr algn="ctr"/>
            <a:r>
              <a:rPr lang="en-US" sz="3200" dirty="0"/>
              <a:t>7</a:t>
            </a:r>
          </a:p>
        </p:txBody>
      </p:sp>
      <p:sp>
        <p:nvSpPr>
          <p:cNvPr id="46" name="TextBox 45">
            <a:extLst>
              <a:ext uri="{FF2B5EF4-FFF2-40B4-BE49-F238E27FC236}">
                <a16:creationId xmlns:a16="http://schemas.microsoft.com/office/drawing/2014/main" id="{AF32AAE1-B70C-A132-13F4-4B3D3BAA33A9}"/>
              </a:ext>
            </a:extLst>
          </p:cNvPr>
          <p:cNvSpPr txBox="1"/>
          <p:nvPr/>
        </p:nvSpPr>
        <p:spPr>
          <a:xfrm>
            <a:off x="3716867" y="2231221"/>
            <a:ext cx="462845" cy="584775"/>
          </a:xfrm>
          <a:prstGeom prst="rect">
            <a:avLst/>
          </a:prstGeom>
          <a:solidFill>
            <a:srgbClr val="FF0000">
              <a:alpha val="15000"/>
            </a:srgbClr>
          </a:solidFill>
        </p:spPr>
        <p:txBody>
          <a:bodyPr wrap="square" rtlCol="0">
            <a:spAutoFit/>
          </a:bodyPr>
          <a:lstStyle/>
          <a:p>
            <a:pPr algn="ctr"/>
            <a:r>
              <a:rPr lang="en-US" sz="3200" dirty="0"/>
              <a:t>7</a:t>
            </a:r>
          </a:p>
        </p:txBody>
      </p:sp>
      <p:sp>
        <p:nvSpPr>
          <p:cNvPr id="47" name="TextBox 46">
            <a:extLst>
              <a:ext uri="{FF2B5EF4-FFF2-40B4-BE49-F238E27FC236}">
                <a16:creationId xmlns:a16="http://schemas.microsoft.com/office/drawing/2014/main" id="{BA40FB5B-9EB9-9DF1-1A92-BC3C5A2D5288}"/>
              </a:ext>
            </a:extLst>
          </p:cNvPr>
          <p:cNvSpPr txBox="1"/>
          <p:nvPr/>
        </p:nvSpPr>
        <p:spPr>
          <a:xfrm>
            <a:off x="4216401" y="2734556"/>
            <a:ext cx="462845" cy="584775"/>
          </a:xfrm>
          <a:prstGeom prst="rect">
            <a:avLst/>
          </a:prstGeom>
          <a:solidFill>
            <a:srgbClr val="FF0000">
              <a:alpha val="15000"/>
            </a:srgbClr>
          </a:solid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98EDC741-44C7-3621-2A9C-BB41B531D9CB}"/>
              </a:ext>
            </a:extLst>
          </p:cNvPr>
          <p:cNvSpPr txBox="1"/>
          <p:nvPr/>
        </p:nvSpPr>
        <p:spPr>
          <a:xfrm>
            <a:off x="4715935" y="3237891"/>
            <a:ext cx="462845" cy="584775"/>
          </a:xfrm>
          <a:prstGeom prst="rect">
            <a:avLst/>
          </a:prstGeom>
          <a:solidFill>
            <a:srgbClr val="FF0000">
              <a:alpha val="15000"/>
            </a:srgbClr>
          </a:solidFill>
        </p:spPr>
        <p:txBody>
          <a:bodyPr wrap="square" rtlCol="0">
            <a:spAutoFit/>
          </a:bodyPr>
          <a:lstStyle/>
          <a:p>
            <a:pPr algn="ctr"/>
            <a:r>
              <a:rPr lang="en-US" sz="3200" dirty="0"/>
              <a:t>7</a:t>
            </a:r>
          </a:p>
        </p:txBody>
      </p:sp>
      <p:sp>
        <p:nvSpPr>
          <p:cNvPr id="49" name="TextBox 48">
            <a:extLst>
              <a:ext uri="{FF2B5EF4-FFF2-40B4-BE49-F238E27FC236}">
                <a16:creationId xmlns:a16="http://schemas.microsoft.com/office/drawing/2014/main" id="{C067C9D6-7926-63E0-99C2-7FF30016E91F}"/>
              </a:ext>
            </a:extLst>
          </p:cNvPr>
          <p:cNvSpPr txBox="1"/>
          <p:nvPr/>
        </p:nvSpPr>
        <p:spPr>
          <a:xfrm>
            <a:off x="5215469" y="3741226"/>
            <a:ext cx="462845" cy="584775"/>
          </a:xfrm>
          <a:prstGeom prst="rect">
            <a:avLst/>
          </a:prstGeom>
          <a:solidFill>
            <a:srgbClr val="FF0000">
              <a:alpha val="15000"/>
            </a:srgbClr>
          </a:solidFill>
        </p:spPr>
        <p:txBody>
          <a:bodyPr wrap="square" rtlCol="0">
            <a:spAutoFit/>
          </a:bodyPr>
          <a:lstStyle/>
          <a:p>
            <a:pPr algn="ctr"/>
            <a:r>
              <a:rPr lang="en-US" sz="3200" dirty="0"/>
              <a:t>4</a:t>
            </a:r>
          </a:p>
        </p:txBody>
      </p:sp>
      <p:sp>
        <p:nvSpPr>
          <p:cNvPr id="50" name="TextBox 49">
            <a:extLst>
              <a:ext uri="{FF2B5EF4-FFF2-40B4-BE49-F238E27FC236}">
                <a16:creationId xmlns:a16="http://schemas.microsoft.com/office/drawing/2014/main" id="{BD58E4DD-0FB0-FBCB-3752-28920DE58943}"/>
              </a:ext>
            </a:extLst>
          </p:cNvPr>
          <p:cNvSpPr txBox="1"/>
          <p:nvPr/>
        </p:nvSpPr>
        <p:spPr>
          <a:xfrm>
            <a:off x="5715003" y="4244561"/>
            <a:ext cx="462845" cy="584775"/>
          </a:xfrm>
          <a:prstGeom prst="rect">
            <a:avLst/>
          </a:prstGeom>
          <a:solidFill>
            <a:srgbClr val="FF0000">
              <a:alpha val="15000"/>
            </a:srgbClr>
          </a:solidFill>
        </p:spPr>
        <p:txBody>
          <a:bodyPr wrap="square" rtlCol="0">
            <a:spAutoFit/>
          </a:bodyPr>
          <a:lstStyle/>
          <a:p>
            <a:pPr algn="ctr"/>
            <a:r>
              <a:rPr lang="en-US" sz="3200" dirty="0"/>
              <a:t>7</a:t>
            </a:r>
          </a:p>
        </p:txBody>
      </p:sp>
      <p:sp>
        <p:nvSpPr>
          <p:cNvPr id="2" name="Content Placeholder 1">
            <a:extLst>
              <a:ext uri="{FF2B5EF4-FFF2-40B4-BE49-F238E27FC236}">
                <a16:creationId xmlns:a16="http://schemas.microsoft.com/office/drawing/2014/main" id="{E3CF9373-2F32-1A5A-2896-3339B31D8A7D}"/>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2979A548-532E-5C5A-9F14-752D0B64D35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9338120-3617-F0AB-9BED-897706AD6F2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189BB14-E054-A0B2-2AD0-8245D5C0516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A19DD8B-56E6-4DA3-07D6-B6C28E157445}"/>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9C3EA347-E393-A6D6-2E97-47F3B7D63D2C}"/>
              </a:ext>
            </a:extLst>
          </p:cNvPr>
          <p:cNvSpPr txBox="1"/>
          <p:nvPr/>
        </p:nvSpPr>
        <p:spPr>
          <a:xfrm>
            <a:off x="7213604" y="4747898"/>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1ED0040C-C57A-9872-1E9B-3E433B828925}"/>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E67A6270-1AAD-925A-AA6E-47A1061A8083}"/>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17" name="TextBox 16">
            <a:extLst>
              <a:ext uri="{FF2B5EF4-FFF2-40B4-BE49-F238E27FC236}">
                <a16:creationId xmlns:a16="http://schemas.microsoft.com/office/drawing/2014/main" id="{3AB75261-329C-B24A-F944-6866F99C93D1}"/>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F46347C9-4DCA-E345-E56B-8F0E999E50F7}"/>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18EFAFCE-7ECD-12C9-8671-0F858720B398}"/>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3837A538-89D1-8D20-A842-93475C1151EF}"/>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2264FCFF-A76D-DB5B-6A76-136E4E86A961}"/>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64E58271-8878-6D0F-82B6-49E40B6BD820}"/>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25352158-0BFD-9957-E5D1-9E079DE0905E}"/>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BEF736A4-6170-0BE0-07B8-9704D66F4F07}"/>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FC550924-8946-F696-A040-C5A635BDB0A1}"/>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46437F61-46F6-31DC-6CFD-4E54B14D7588}"/>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9629EFC2-C6F8-6CCE-194A-2AA17AE2C646}"/>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CB8A7B4E-829C-2B49-8828-D72D086C9EDB}"/>
              </a:ext>
            </a:extLst>
          </p:cNvPr>
          <p:cNvSpPr txBox="1"/>
          <p:nvPr/>
        </p:nvSpPr>
        <p:spPr>
          <a:xfrm>
            <a:off x="5715003" y="223122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EBF5EA76-030F-BA1B-D712-AAF9F406110E}"/>
              </a:ext>
            </a:extLst>
          </p:cNvPr>
          <p:cNvSpPr txBox="1"/>
          <p:nvPr/>
        </p:nvSpPr>
        <p:spPr>
          <a:xfrm>
            <a:off x="3217333" y="273455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FEB045CC-1991-58C7-A270-D91E2F80040D}"/>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6E837D89-EF84-21B8-BBE8-37EB8340EFF9}"/>
              </a:ext>
            </a:extLst>
          </p:cNvPr>
          <p:cNvSpPr txBox="1"/>
          <p:nvPr/>
        </p:nvSpPr>
        <p:spPr>
          <a:xfrm>
            <a:off x="3716867" y="1727886"/>
            <a:ext cx="462845" cy="584775"/>
          </a:xfrm>
          <a:prstGeom prst="rect">
            <a:avLst/>
          </a:prstGeom>
          <a:solidFill>
            <a:schemeClr val="accent5">
              <a:lumMod val="75000"/>
              <a:alpha val="25000"/>
            </a:schemeClr>
          </a:solid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DBD25E7A-4118-64FC-33CB-F252970228C5}"/>
              </a:ext>
            </a:extLst>
          </p:cNvPr>
          <p:cNvSpPr txBox="1"/>
          <p:nvPr/>
        </p:nvSpPr>
        <p:spPr>
          <a:xfrm>
            <a:off x="4715935" y="2734556"/>
            <a:ext cx="462845" cy="584775"/>
          </a:xfrm>
          <a:prstGeom prst="rect">
            <a:avLst/>
          </a:prstGeom>
          <a:solidFill>
            <a:schemeClr val="accent5">
              <a:lumMod val="75000"/>
              <a:alpha val="25000"/>
            </a:schemeClr>
          </a:solidFill>
        </p:spPr>
        <p:txBody>
          <a:bodyPr wrap="square" rtlCol="0">
            <a:spAutoFit/>
          </a:bodyPr>
          <a:lstStyle/>
          <a:p>
            <a:pPr algn="ctr"/>
            <a:r>
              <a:rPr lang="en-US" sz="3200" dirty="0"/>
              <a:t>8</a:t>
            </a:r>
          </a:p>
        </p:txBody>
      </p:sp>
      <p:sp>
        <p:nvSpPr>
          <p:cNvPr id="43" name="TextBox 42">
            <a:extLst>
              <a:ext uri="{FF2B5EF4-FFF2-40B4-BE49-F238E27FC236}">
                <a16:creationId xmlns:a16="http://schemas.microsoft.com/office/drawing/2014/main" id="{7539379F-0456-5CC3-DEE6-F8A41F3315EA}"/>
              </a:ext>
            </a:extLst>
          </p:cNvPr>
          <p:cNvSpPr txBox="1"/>
          <p:nvPr/>
        </p:nvSpPr>
        <p:spPr>
          <a:xfrm>
            <a:off x="5215469" y="3237891"/>
            <a:ext cx="462845" cy="584775"/>
          </a:xfrm>
          <a:prstGeom prst="rect">
            <a:avLst/>
          </a:prstGeom>
          <a:solidFill>
            <a:schemeClr val="accent5">
              <a:lumMod val="75000"/>
              <a:alpha val="25000"/>
            </a:schemeClr>
          </a:solidFill>
        </p:spPr>
        <p:txBody>
          <a:bodyPr wrap="square" rtlCol="0">
            <a:spAutoFit/>
          </a:bodyPr>
          <a:lstStyle/>
          <a:p>
            <a:pPr algn="ctr"/>
            <a:r>
              <a:rPr lang="en-US" sz="3200" dirty="0"/>
              <a:t>6</a:t>
            </a:r>
          </a:p>
        </p:txBody>
      </p:sp>
      <p:sp>
        <p:nvSpPr>
          <p:cNvPr id="44" name="TextBox 43">
            <a:extLst>
              <a:ext uri="{FF2B5EF4-FFF2-40B4-BE49-F238E27FC236}">
                <a16:creationId xmlns:a16="http://schemas.microsoft.com/office/drawing/2014/main" id="{21396B0D-A460-4972-01DD-ABA67B482D7C}"/>
              </a:ext>
            </a:extLst>
          </p:cNvPr>
          <p:cNvSpPr txBox="1"/>
          <p:nvPr/>
        </p:nvSpPr>
        <p:spPr>
          <a:xfrm>
            <a:off x="6214537" y="4244561"/>
            <a:ext cx="462845" cy="584775"/>
          </a:xfrm>
          <a:prstGeom prst="rect">
            <a:avLst/>
          </a:prstGeom>
          <a:solidFill>
            <a:schemeClr val="accent5">
              <a:lumMod val="75000"/>
              <a:alpha val="25000"/>
            </a:schemeClr>
          </a:solidFill>
        </p:spPr>
        <p:txBody>
          <a:bodyPr wrap="square" rtlCol="0">
            <a:spAutoFit/>
          </a:bodyPr>
          <a:lstStyle/>
          <a:p>
            <a:pPr algn="ctr"/>
            <a:r>
              <a:rPr lang="en-US" sz="3200" dirty="0"/>
              <a:t>8</a:t>
            </a:r>
          </a:p>
        </p:txBody>
      </p:sp>
      <p:sp>
        <p:nvSpPr>
          <p:cNvPr id="45" name="TextBox 44">
            <a:extLst>
              <a:ext uri="{FF2B5EF4-FFF2-40B4-BE49-F238E27FC236}">
                <a16:creationId xmlns:a16="http://schemas.microsoft.com/office/drawing/2014/main" id="{73B44CEA-71E7-FBBC-E4BD-2209004B6FFD}"/>
              </a:ext>
            </a:extLst>
          </p:cNvPr>
          <p:cNvSpPr txBox="1"/>
          <p:nvPr/>
        </p:nvSpPr>
        <p:spPr>
          <a:xfrm>
            <a:off x="4216401" y="2231221"/>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51" name="TextBox 50">
            <a:extLst>
              <a:ext uri="{FF2B5EF4-FFF2-40B4-BE49-F238E27FC236}">
                <a16:creationId xmlns:a16="http://schemas.microsoft.com/office/drawing/2014/main" id="{197D1A11-49F1-8AFC-0E8A-97D5F470819D}"/>
              </a:ext>
            </a:extLst>
          </p:cNvPr>
          <p:cNvSpPr txBox="1"/>
          <p:nvPr/>
        </p:nvSpPr>
        <p:spPr>
          <a:xfrm>
            <a:off x="5715003" y="3741226"/>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0D5BB546-5264-CA42-DFEA-70F5D5586041}"/>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D0FBBB80-5997-2756-6436-6E83818ADF17}"/>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B20CB60C-4CE0-724E-A10C-D4CD3582D14F}"/>
              </a:ext>
            </a:extLst>
          </p:cNvPr>
          <p:cNvSpPr txBox="1"/>
          <p:nvPr/>
        </p:nvSpPr>
        <p:spPr>
          <a:xfrm>
            <a:off x="5215469" y="172788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0AF5EE72-598B-95E8-19E5-AA409D44B8E9}"/>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E5B40494-16AF-ACA3-96F1-105C65F50CE8}"/>
              </a:ext>
            </a:extLst>
          </p:cNvPr>
          <p:cNvSpPr txBox="1"/>
          <p:nvPr/>
        </p:nvSpPr>
        <p:spPr>
          <a:xfrm>
            <a:off x="4715935" y="721216"/>
            <a:ext cx="462845" cy="584775"/>
          </a:xfrm>
          <a:prstGeom prst="rect">
            <a:avLst/>
          </a:prstGeom>
          <a:noFill/>
        </p:spPr>
        <p:txBody>
          <a:bodyPr wrap="square" rtlCol="0">
            <a:spAutoFit/>
          </a:bodyPr>
          <a:lstStyle/>
          <a:p>
            <a:pPr algn="ctr"/>
            <a:r>
              <a:rPr lang="en-US" sz="3200" dirty="0"/>
              <a:t>4</a:t>
            </a:r>
          </a:p>
        </p:txBody>
      </p:sp>
      <p:sp>
        <p:nvSpPr>
          <p:cNvPr id="28" name="TextBox 27">
            <a:extLst>
              <a:ext uri="{FF2B5EF4-FFF2-40B4-BE49-F238E27FC236}">
                <a16:creationId xmlns:a16="http://schemas.microsoft.com/office/drawing/2014/main" id="{BBA0A9AB-107A-191A-A6E2-472530077AC4}"/>
              </a:ext>
            </a:extLst>
          </p:cNvPr>
          <p:cNvSpPr txBox="1"/>
          <p:nvPr/>
        </p:nvSpPr>
        <p:spPr>
          <a:xfrm>
            <a:off x="3217333" y="2231221"/>
            <a:ext cx="462845" cy="584775"/>
          </a:xfrm>
          <a:prstGeom prst="rect">
            <a:avLst/>
          </a:prstGeom>
          <a:solidFill>
            <a:srgbClr val="00B0F0">
              <a:alpha val="15000"/>
            </a:srgbClr>
          </a:solidFill>
        </p:spPr>
        <p:txBody>
          <a:bodyPr wrap="square" rtlCol="0">
            <a:spAutoFit/>
          </a:bodyPr>
          <a:lstStyle/>
          <a:p>
            <a:pPr algn="ctr"/>
            <a:r>
              <a:rPr lang="en-US" sz="3200" dirty="0"/>
              <a:t>6</a:t>
            </a:r>
          </a:p>
        </p:txBody>
      </p:sp>
      <p:sp>
        <p:nvSpPr>
          <p:cNvPr id="29" name="TextBox 28">
            <a:extLst>
              <a:ext uri="{FF2B5EF4-FFF2-40B4-BE49-F238E27FC236}">
                <a16:creationId xmlns:a16="http://schemas.microsoft.com/office/drawing/2014/main" id="{54F8B9FA-65F8-A34C-C6F1-91F35E8A308B}"/>
              </a:ext>
            </a:extLst>
          </p:cNvPr>
          <p:cNvSpPr txBox="1"/>
          <p:nvPr/>
        </p:nvSpPr>
        <p:spPr>
          <a:xfrm>
            <a:off x="3716867" y="2734556"/>
            <a:ext cx="462845" cy="584775"/>
          </a:xfrm>
          <a:prstGeom prst="rect">
            <a:avLst/>
          </a:prstGeom>
          <a:solidFill>
            <a:srgbClr val="00B0F0">
              <a:alpha val="15000"/>
            </a:srgbClr>
          </a:solidFill>
        </p:spPr>
        <p:txBody>
          <a:bodyPr wrap="square" rtlCol="0">
            <a:spAutoFit/>
          </a:bodyPr>
          <a:lstStyle/>
          <a:p>
            <a:pPr algn="ctr"/>
            <a:r>
              <a:rPr lang="en-US" sz="3200" dirty="0"/>
              <a:t>2</a:t>
            </a:r>
          </a:p>
        </p:txBody>
      </p:sp>
      <p:sp>
        <p:nvSpPr>
          <p:cNvPr id="32" name="TextBox 31">
            <a:extLst>
              <a:ext uri="{FF2B5EF4-FFF2-40B4-BE49-F238E27FC236}">
                <a16:creationId xmlns:a16="http://schemas.microsoft.com/office/drawing/2014/main" id="{CE00B3A0-8581-A54D-17DC-102D3BF84FD1}"/>
              </a:ext>
            </a:extLst>
          </p:cNvPr>
          <p:cNvSpPr txBox="1"/>
          <p:nvPr/>
        </p:nvSpPr>
        <p:spPr>
          <a:xfrm>
            <a:off x="4216401" y="3237891"/>
            <a:ext cx="462845" cy="584775"/>
          </a:xfrm>
          <a:prstGeom prst="rect">
            <a:avLst/>
          </a:prstGeom>
          <a:solidFill>
            <a:srgbClr val="00B0F0">
              <a:alpha val="15000"/>
            </a:srgbClr>
          </a:solidFill>
        </p:spPr>
        <p:txBody>
          <a:bodyPr wrap="square" rtlCol="0">
            <a:spAutoFit/>
          </a:bodyPr>
          <a:lstStyle/>
          <a:p>
            <a:pPr algn="ctr"/>
            <a:r>
              <a:rPr lang="en-US" sz="3200" dirty="0"/>
              <a:t>8</a:t>
            </a:r>
          </a:p>
        </p:txBody>
      </p:sp>
      <p:sp>
        <p:nvSpPr>
          <p:cNvPr id="33" name="TextBox 32">
            <a:extLst>
              <a:ext uri="{FF2B5EF4-FFF2-40B4-BE49-F238E27FC236}">
                <a16:creationId xmlns:a16="http://schemas.microsoft.com/office/drawing/2014/main" id="{BB4C0134-8084-71E6-C9EF-315C7C774EC8}"/>
              </a:ext>
            </a:extLst>
          </p:cNvPr>
          <p:cNvSpPr txBox="1"/>
          <p:nvPr/>
        </p:nvSpPr>
        <p:spPr>
          <a:xfrm>
            <a:off x="4715935" y="3741226"/>
            <a:ext cx="462845" cy="584775"/>
          </a:xfrm>
          <a:prstGeom prst="rect">
            <a:avLst/>
          </a:prstGeom>
          <a:solidFill>
            <a:srgbClr val="00B0F0">
              <a:alpha val="15000"/>
            </a:srgbClr>
          </a:solid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160B71A9-ED18-DE40-F26F-99A950621D00}"/>
              </a:ext>
            </a:extLst>
          </p:cNvPr>
          <p:cNvSpPr txBox="1"/>
          <p:nvPr/>
        </p:nvSpPr>
        <p:spPr>
          <a:xfrm>
            <a:off x="5215469" y="4244561"/>
            <a:ext cx="462845" cy="584775"/>
          </a:xfrm>
          <a:prstGeom prst="rect">
            <a:avLst/>
          </a:prstGeom>
          <a:solidFill>
            <a:srgbClr val="00B0F0">
              <a:alpha val="15000"/>
            </a:srgbClr>
          </a:solidFill>
        </p:spPr>
        <p:txBody>
          <a:bodyPr wrap="square" rtlCol="0">
            <a:spAutoFit/>
          </a:bodyPr>
          <a:lstStyle/>
          <a:p>
            <a:pPr algn="ctr"/>
            <a:r>
              <a:rPr lang="en-US" sz="3200" dirty="0"/>
              <a:t>9</a:t>
            </a:r>
          </a:p>
        </p:txBody>
      </p:sp>
      <p:sp>
        <p:nvSpPr>
          <p:cNvPr id="27" name="TextBox 26">
            <a:extLst>
              <a:ext uri="{FF2B5EF4-FFF2-40B4-BE49-F238E27FC236}">
                <a16:creationId xmlns:a16="http://schemas.microsoft.com/office/drawing/2014/main" id="{5F7ECD22-97B5-DD99-EF23-62C2C0F91E74}"/>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9950E638-B242-86AC-D932-91408FEBD831}"/>
              </a:ext>
            </a:extLst>
          </p:cNvPr>
          <p:cNvSpPr txBox="1"/>
          <p:nvPr/>
        </p:nvSpPr>
        <p:spPr>
          <a:xfrm>
            <a:off x="4216401" y="3741226"/>
            <a:ext cx="462845" cy="584775"/>
          </a:xfrm>
          <a:prstGeom prst="rect">
            <a:avLst/>
          </a:prstGeom>
          <a:noFill/>
        </p:spPr>
        <p:txBody>
          <a:bodyPr wrap="square" rtlCol="0">
            <a:spAutoFit/>
          </a:bodyPr>
          <a:lstStyle/>
          <a:p>
            <a:pPr algn="ctr"/>
            <a:r>
              <a:rPr lang="en-US" sz="3200" dirty="0"/>
              <a:t>9</a:t>
            </a:r>
          </a:p>
        </p:txBody>
      </p:sp>
      <p:sp>
        <p:nvSpPr>
          <p:cNvPr id="60" name="TextBox 59">
            <a:extLst>
              <a:ext uri="{FF2B5EF4-FFF2-40B4-BE49-F238E27FC236}">
                <a16:creationId xmlns:a16="http://schemas.microsoft.com/office/drawing/2014/main" id="{95FF624B-5AD2-EF8C-82B5-146276C75287}"/>
              </a:ext>
            </a:extLst>
          </p:cNvPr>
          <p:cNvSpPr txBox="1"/>
          <p:nvPr/>
        </p:nvSpPr>
        <p:spPr>
          <a:xfrm>
            <a:off x="3640666" y="4408541"/>
            <a:ext cx="570089" cy="230832"/>
          </a:xfrm>
          <a:prstGeom prst="rect">
            <a:avLst/>
          </a:prstGeom>
          <a:noFill/>
        </p:spPr>
        <p:txBody>
          <a:bodyPr wrap="square" rtlCol="0">
            <a:spAutoFit/>
          </a:bodyPr>
          <a:lstStyle/>
          <a:p>
            <a:pPr algn="ctr"/>
            <a:r>
              <a:rPr lang="en-US" sz="900" dirty="0"/>
              <a:t>34</a:t>
            </a:r>
          </a:p>
        </p:txBody>
      </p:sp>
      <p:sp>
        <p:nvSpPr>
          <p:cNvPr id="63" name="TextBox 62">
            <a:extLst>
              <a:ext uri="{FF2B5EF4-FFF2-40B4-BE49-F238E27FC236}">
                <a16:creationId xmlns:a16="http://schemas.microsoft.com/office/drawing/2014/main" id="{EE88F2AC-BFCD-1586-C612-DB1FE40DA834}"/>
              </a:ext>
            </a:extLst>
          </p:cNvPr>
          <p:cNvSpPr txBox="1"/>
          <p:nvPr/>
        </p:nvSpPr>
        <p:spPr>
          <a:xfrm>
            <a:off x="3640666" y="4909484"/>
            <a:ext cx="570089" cy="230832"/>
          </a:xfrm>
          <a:prstGeom prst="rect">
            <a:avLst/>
          </a:prstGeom>
          <a:noFill/>
        </p:spPr>
        <p:txBody>
          <a:bodyPr wrap="square" rtlCol="0">
            <a:spAutoFit/>
          </a:bodyPr>
          <a:lstStyle/>
          <a:p>
            <a:pPr algn="ctr"/>
            <a:r>
              <a:rPr lang="en-US" sz="900" dirty="0"/>
              <a:t>43</a:t>
            </a:r>
          </a:p>
        </p:txBody>
      </p:sp>
      <p:sp>
        <p:nvSpPr>
          <p:cNvPr id="65" name="TextBox 64">
            <a:extLst>
              <a:ext uri="{FF2B5EF4-FFF2-40B4-BE49-F238E27FC236}">
                <a16:creationId xmlns:a16="http://schemas.microsoft.com/office/drawing/2014/main" id="{8115E101-0E74-78E6-9DE2-85E9C7FFADBE}"/>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66" name="TextBox 65">
            <a:extLst>
              <a:ext uri="{FF2B5EF4-FFF2-40B4-BE49-F238E27FC236}">
                <a16:creationId xmlns:a16="http://schemas.microsoft.com/office/drawing/2014/main" id="{5844B7FE-59B7-7D66-1291-3E954F5CC0A7}"/>
              </a:ext>
            </a:extLst>
          </p:cNvPr>
          <p:cNvSpPr txBox="1"/>
          <p:nvPr/>
        </p:nvSpPr>
        <p:spPr>
          <a:xfrm>
            <a:off x="3716867" y="3741226"/>
            <a:ext cx="462845" cy="584775"/>
          </a:xfrm>
          <a:prstGeom prst="rect">
            <a:avLst/>
          </a:prstGeom>
          <a:noFill/>
        </p:spPr>
        <p:txBody>
          <a:bodyPr wrap="square" rtlCol="0">
            <a:spAutoFit/>
          </a:bodyPr>
          <a:lstStyle/>
          <a:p>
            <a:pPr algn="ctr"/>
            <a:r>
              <a:rPr lang="en-US" sz="3200" dirty="0"/>
              <a:t>6</a:t>
            </a:r>
          </a:p>
        </p:txBody>
      </p:sp>
      <p:sp>
        <p:nvSpPr>
          <p:cNvPr id="67" name="TextBox 66">
            <a:extLst>
              <a:ext uri="{FF2B5EF4-FFF2-40B4-BE49-F238E27FC236}">
                <a16:creationId xmlns:a16="http://schemas.microsoft.com/office/drawing/2014/main" id="{0918345C-D33B-31FE-A006-40B545575913}"/>
              </a:ext>
            </a:extLst>
          </p:cNvPr>
          <p:cNvSpPr txBox="1"/>
          <p:nvPr/>
        </p:nvSpPr>
        <p:spPr>
          <a:xfrm>
            <a:off x="4216401" y="4244561"/>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CCC4256A-A00B-E043-9553-489E063C978C}"/>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54" name="TextBox 53">
            <a:extLst>
              <a:ext uri="{FF2B5EF4-FFF2-40B4-BE49-F238E27FC236}">
                <a16:creationId xmlns:a16="http://schemas.microsoft.com/office/drawing/2014/main" id="{E6AACF32-FD9C-27B1-3822-ABE07018FD65}"/>
              </a:ext>
            </a:extLst>
          </p:cNvPr>
          <p:cNvSpPr txBox="1"/>
          <p:nvPr/>
        </p:nvSpPr>
        <p:spPr>
          <a:xfrm>
            <a:off x="4216401" y="4747898"/>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1603F8BD-D729-2EC6-C928-FCDFA3664EBD}"/>
              </a:ext>
            </a:extLst>
          </p:cNvPr>
          <p:cNvSpPr txBox="1"/>
          <p:nvPr/>
        </p:nvSpPr>
        <p:spPr>
          <a:xfrm>
            <a:off x="3217333" y="424456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F80870D4-EC47-5A78-1750-00F8EB042960}"/>
              </a:ext>
            </a:extLst>
          </p:cNvPr>
          <p:cNvSpPr txBox="1"/>
          <p:nvPr/>
        </p:nvSpPr>
        <p:spPr>
          <a:xfrm>
            <a:off x="3217333" y="3237891"/>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1E75CD9D-EAB1-0BCA-DF0C-29714DFE041C}"/>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56" name="TextBox 55">
            <a:extLst>
              <a:ext uri="{FF2B5EF4-FFF2-40B4-BE49-F238E27FC236}">
                <a16:creationId xmlns:a16="http://schemas.microsoft.com/office/drawing/2014/main" id="{C1B82C02-7FF4-EC13-EDB7-1D6AE4AD3E7C}"/>
              </a:ext>
            </a:extLst>
          </p:cNvPr>
          <p:cNvSpPr txBox="1"/>
          <p:nvPr/>
        </p:nvSpPr>
        <p:spPr>
          <a:xfrm>
            <a:off x="4645378" y="4408541"/>
            <a:ext cx="570089" cy="230832"/>
          </a:xfrm>
          <a:prstGeom prst="rect">
            <a:avLst/>
          </a:prstGeom>
          <a:noFill/>
        </p:spPr>
        <p:txBody>
          <a:bodyPr wrap="square" rtlCol="0">
            <a:spAutoFit/>
          </a:bodyPr>
          <a:lstStyle/>
          <a:p>
            <a:pPr algn="ctr"/>
            <a:r>
              <a:rPr lang="en-US" sz="900" dirty="0"/>
              <a:t>63</a:t>
            </a:r>
          </a:p>
        </p:txBody>
      </p:sp>
      <p:sp>
        <p:nvSpPr>
          <p:cNvPr id="58" name="TextBox 57">
            <a:extLst>
              <a:ext uri="{FF2B5EF4-FFF2-40B4-BE49-F238E27FC236}">
                <a16:creationId xmlns:a16="http://schemas.microsoft.com/office/drawing/2014/main" id="{F50A069E-FF2A-2720-7DA5-A9EA2773C33A}"/>
              </a:ext>
            </a:extLst>
          </p:cNvPr>
          <p:cNvSpPr txBox="1"/>
          <p:nvPr/>
        </p:nvSpPr>
        <p:spPr>
          <a:xfrm>
            <a:off x="7157158" y="4408541"/>
            <a:ext cx="570089" cy="230832"/>
          </a:xfrm>
          <a:prstGeom prst="rect">
            <a:avLst/>
          </a:prstGeom>
          <a:noFill/>
        </p:spPr>
        <p:txBody>
          <a:bodyPr wrap="square" rtlCol="0">
            <a:spAutoFit/>
          </a:bodyPr>
          <a:lstStyle/>
          <a:p>
            <a:pPr algn="ctr"/>
            <a:r>
              <a:rPr lang="en-US" sz="900" dirty="0"/>
              <a:t>46</a:t>
            </a:r>
          </a:p>
        </p:txBody>
      </p:sp>
      <p:sp>
        <p:nvSpPr>
          <p:cNvPr id="59" name="TextBox 58">
            <a:extLst>
              <a:ext uri="{FF2B5EF4-FFF2-40B4-BE49-F238E27FC236}">
                <a16:creationId xmlns:a16="http://schemas.microsoft.com/office/drawing/2014/main" id="{401C1303-B3E3-2F9A-C9FF-1BC0075F1707}"/>
              </a:ext>
            </a:extLst>
          </p:cNvPr>
          <p:cNvSpPr txBox="1"/>
          <p:nvPr/>
        </p:nvSpPr>
        <p:spPr>
          <a:xfrm>
            <a:off x="6152446" y="4909484"/>
            <a:ext cx="570089" cy="230832"/>
          </a:xfrm>
          <a:prstGeom prst="rect">
            <a:avLst/>
          </a:prstGeom>
          <a:noFill/>
        </p:spPr>
        <p:txBody>
          <a:bodyPr wrap="square" rtlCol="0">
            <a:spAutoFit/>
          </a:bodyPr>
          <a:lstStyle/>
          <a:p>
            <a:pPr algn="ctr"/>
            <a:r>
              <a:rPr lang="en-US" sz="900" dirty="0"/>
              <a:t>45</a:t>
            </a:r>
          </a:p>
        </p:txBody>
      </p:sp>
      <p:sp>
        <p:nvSpPr>
          <p:cNvPr id="61" name="TextBox 60">
            <a:extLst>
              <a:ext uri="{FF2B5EF4-FFF2-40B4-BE49-F238E27FC236}">
                <a16:creationId xmlns:a16="http://schemas.microsoft.com/office/drawing/2014/main" id="{62BDBB68-245E-D63E-0235-AFD50DFB1387}"/>
              </a:ext>
            </a:extLst>
          </p:cNvPr>
          <p:cNvSpPr txBox="1"/>
          <p:nvPr/>
        </p:nvSpPr>
        <p:spPr>
          <a:xfrm>
            <a:off x="6654802" y="4909484"/>
            <a:ext cx="570089" cy="230832"/>
          </a:xfrm>
          <a:prstGeom prst="rect">
            <a:avLst/>
          </a:prstGeom>
          <a:noFill/>
        </p:spPr>
        <p:txBody>
          <a:bodyPr wrap="square" rtlCol="0">
            <a:spAutoFit/>
          </a:bodyPr>
          <a:lstStyle/>
          <a:p>
            <a:pPr algn="ctr"/>
            <a:r>
              <a:rPr lang="en-US" sz="900" dirty="0"/>
              <a:t>456</a:t>
            </a:r>
          </a:p>
        </p:txBody>
      </p:sp>
      <p:sp>
        <p:nvSpPr>
          <p:cNvPr id="62" name="TextBox 61">
            <a:extLst>
              <a:ext uri="{FF2B5EF4-FFF2-40B4-BE49-F238E27FC236}">
                <a16:creationId xmlns:a16="http://schemas.microsoft.com/office/drawing/2014/main" id="{21443AE5-727F-384D-2B4F-C2A6ACA2968D}"/>
              </a:ext>
            </a:extLst>
          </p:cNvPr>
          <p:cNvSpPr txBox="1"/>
          <p:nvPr/>
        </p:nvSpPr>
        <p:spPr>
          <a:xfrm>
            <a:off x="4645378" y="4909484"/>
            <a:ext cx="570089" cy="230832"/>
          </a:xfrm>
          <a:prstGeom prst="rect">
            <a:avLst/>
          </a:prstGeom>
          <a:noFill/>
        </p:spPr>
        <p:txBody>
          <a:bodyPr wrap="square" rtlCol="0">
            <a:spAutoFit/>
          </a:bodyPr>
          <a:lstStyle/>
          <a:p>
            <a:pPr algn="ctr"/>
            <a:r>
              <a:rPr lang="en-US" sz="900" dirty="0"/>
              <a:t>36</a:t>
            </a:r>
          </a:p>
        </p:txBody>
      </p:sp>
      <p:sp>
        <p:nvSpPr>
          <p:cNvPr id="64" name="TextBox 63">
            <a:extLst>
              <a:ext uri="{FF2B5EF4-FFF2-40B4-BE49-F238E27FC236}">
                <a16:creationId xmlns:a16="http://schemas.microsoft.com/office/drawing/2014/main" id="{0304FF00-49A9-A8CD-3B87-9841C0EA6F79}"/>
              </a:ext>
            </a:extLst>
          </p:cNvPr>
          <p:cNvSpPr txBox="1"/>
          <p:nvPr/>
        </p:nvSpPr>
        <p:spPr>
          <a:xfrm>
            <a:off x="5147734" y="4909484"/>
            <a:ext cx="570089" cy="230832"/>
          </a:xfrm>
          <a:prstGeom prst="rect">
            <a:avLst/>
          </a:prstGeom>
          <a:noFill/>
        </p:spPr>
        <p:txBody>
          <a:bodyPr wrap="square" rtlCol="0">
            <a:spAutoFit/>
          </a:bodyPr>
          <a:lstStyle/>
          <a:p>
            <a:pPr algn="ctr"/>
            <a:r>
              <a:rPr lang="en-US" sz="900" dirty="0"/>
              <a:t>28</a:t>
            </a:r>
          </a:p>
        </p:txBody>
      </p:sp>
      <p:sp>
        <p:nvSpPr>
          <p:cNvPr id="68" name="TextBox 67">
            <a:extLst>
              <a:ext uri="{FF2B5EF4-FFF2-40B4-BE49-F238E27FC236}">
                <a16:creationId xmlns:a16="http://schemas.microsoft.com/office/drawing/2014/main" id="{16A422B8-1F73-5688-288E-9670324231CD}"/>
              </a:ext>
            </a:extLst>
          </p:cNvPr>
          <p:cNvSpPr txBox="1"/>
          <p:nvPr/>
        </p:nvSpPr>
        <p:spPr>
          <a:xfrm>
            <a:off x="5650090" y="4909484"/>
            <a:ext cx="570089" cy="230832"/>
          </a:xfrm>
          <a:prstGeom prst="rect">
            <a:avLst/>
          </a:prstGeom>
          <a:noFill/>
        </p:spPr>
        <p:txBody>
          <a:bodyPr wrap="square" rtlCol="0">
            <a:spAutoFit/>
          </a:bodyPr>
          <a:lstStyle/>
          <a:p>
            <a:pPr algn="ctr"/>
            <a:r>
              <a:rPr lang="en-US" sz="900" dirty="0"/>
              <a:t>82</a:t>
            </a:r>
          </a:p>
        </p:txBody>
      </p:sp>
      <p:sp>
        <p:nvSpPr>
          <p:cNvPr id="69" name="TextBox 68">
            <a:extLst>
              <a:ext uri="{FF2B5EF4-FFF2-40B4-BE49-F238E27FC236}">
                <a16:creationId xmlns:a16="http://schemas.microsoft.com/office/drawing/2014/main" id="{B5D07482-664D-EE59-5786-598336B3331F}"/>
              </a:ext>
            </a:extLst>
          </p:cNvPr>
          <p:cNvSpPr txBox="1"/>
          <p:nvPr/>
        </p:nvSpPr>
        <p:spPr>
          <a:xfrm>
            <a:off x="5147734" y="901933"/>
            <a:ext cx="570089" cy="230832"/>
          </a:xfrm>
          <a:prstGeom prst="rect">
            <a:avLst/>
          </a:prstGeom>
          <a:noFill/>
        </p:spPr>
        <p:txBody>
          <a:bodyPr wrap="square" rtlCol="0">
            <a:spAutoFit/>
          </a:bodyPr>
          <a:lstStyle/>
          <a:p>
            <a:pPr algn="ctr"/>
            <a:r>
              <a:rPr lang="en-US" sz="900" dirty="0"/>
              <a:t>278</a:t>
            </a:r>
          </a:p>
        </p:txBody>
      </p:sp>
      <p:sp>
        <p:nvSpPr>
          <p:cNvPr id="70" name="TextBox 69">
            <a:extLst>
              <a:ext uri="{FF2B5EF4-FFF2-40B4-BE49-F238E27FC236}">
                <a16:creationId xmlns:a16="http://schemas.microsoft.com/office/drawing/2014/main" id="{D0CD865F-BC36-9749-78E0-2C4C3A3BA5D8}"/>
              </a:ext>
            </a:extLst>
          </p:cNvPr>
          <p:cNvSpPr txBox="1"/>
          <p:nvPr/>
        </p:nvSpPr>
        <p:spPr>
          <a:xfrm>
            <a:off x="5650090" y="901933"/>
            <a:ext cx="570089" cy="230832"/>
          </a:xfrm>
          <a:prstGeom prst="rect">
            <a:avLst/>
          </a:prstGeom>
          <a:noFill/>
        </p:spPr>
        <p:txBody>
          <a:bodyPr wrap="square" rtlCol="0">
            <a:spAutoFit/>
          </a:bodyPr>
          <a:lstStyle/>
          <a:p>
            <a:pPr algn="ctr"/>
            <a:r>
              <a:rPr lang="en-US" sz="900" dirty="0"/>
              <a:t>258</a:t>
            </a:r>
          </a:p>
        </p:txBody>
      </p:sp>
      <p:sp>
        <p:nvSpPr>
          <p:cNvPr id="71" name="TextBox 70">
            <a:extLst>
              <a:ext uri="{FF2B5EF4-FFF2-40B4-BE49-F238E27FC236}">
                <a16:creationId xmlns:a16="http://schemas.microsoft.com/office/drawing/2014/main" id="{E854FC16-E801-A64B-0E36-7CB4323AD0FB}"/>
              </a:ext>
            </a:extLst>
          </p:cNvPr>
          <p:cNvSpPr txBox="1"/>
          <p:nvPr/>
        </p:nvSpPr>
        <p:spPr>
          <a:xfrm>
            <a:off x="5147734" y="1402877"/>
            <a:ext cx="570089" cy="230832"/>
          </a:xfrm>
          <a:prstGeom prst="rect">
            <a:avLst/>
          </a:prstGeom>
          <a:noFill/>
        </p:spPr>
        <p:txBody>
          <a:bodyPr wrap="square" rtlCol="0">
            <a:spAutoFit/>
          </a:bodyPr>
          <a:lstStyle/>
          <a:p>
            <a:pPr algn="ctr"/>
            <a:r>
              <a:rPr lang="en-US" sz="900" dirty="0"/>
              <a:t>278</a:t>
            </a:r>
          </a:p>
        </p:txBody>
      </p:sp>
      <p:sp>
        <p:nvSpPr>
          <p:cNvPr id="72" name="TextBox 71">
            <a:extLst>
              <a:ext uri="{FF2B5EF4-FFF2-40B4-BE49-F238E27FC236}">
                <a16:creationId xmlns:a16="http://schemas.microsoft.com/office/drawing/2014/main" id="{0F25E72E-963C-A8F4-34F2-B7154EC5099E}"/>
              </a:ext>
            </a:extLst>
          </p:cNvPr>
          <p:cNvSpPr txBox="1"/>
          <p:nvPr/>
        </p:nvSpPr>
        <p:spPr>
          <a:xfrm>
            <a:off x="5650090" y="1402877"/>
            <a:ext cx="570089" cy="230832"/>
          </a:xfrm>
          <a:prstGeom prst="rect">
            <a:avLst/>
          </a:prstGeom>
          <a:noFill/>
        </p:spPr>
        <p:txBody>
          <a:bodyPr wrap="square" rtlCol="0">
            <a:spAutoFit/>
          </a:bodyPr>
          <a:lstStyle/>
          <a:p>
            <a:pPr algn="ctr"/>
            <a:r>
              <a:rPr lang="en-US" sz="900" dirty="0"/>
              <a:t>268</a:t>
            </a:r>
          </a:p>
        </p:txBody>
      </p:sp>
      <p:sp>
        <p:nvSpPr>
          <p:cNvPr id="73" name="TextBox 72">
            <a:extLst>
              <a:ext uri="{FF2B5EF4-FFF2-40B4-BE49-F238E27FC236}">
                <a16:creationId xmlns:a16="http://schemas.microsoft.com/office/drawing/2014/main" id="{6FDCFFF4-0965-0DD9-5D90-EFEA9CEEF394}"/>
              </a:ext>
            </a:extLst>
          </p:cNvPr>
          <p:cNvSpPr txBox="1"/>
          <p:nvPr/>
        </p:nvSpPr>
        <p:spPr>
          <a:xfrm>
            <a:off x="5650090" y="1903821"/>
            <a:ext cx="570089" cy="230832"/>
          </a:xfrm>
          <a:prstGeom prst="rect">
            <a:avLst/>
          </a:prstGeom>
          <a:noFill/>
        </p:spPr>
        <p:txBody>
          <a:bodyPr wrap="square" rtlCol="0">
            <a:spAutoFit/>
          </a:bodyPr>
          <a:lstStyle/>
          <a:p>
            <a:pPr algn="ctr"/>
            <a:r>
              <a:rPr lang="en-US" sz="900" dirty="0"/>
              <a:t>56</a:t>
            </a:r>
          </a:p>
        </p:txBody>
      </p:sp>
      <p:sp>
        <p:nvSpPr>
          <p:cNvPr id="74" name="TextBox 73">
            <a:extLst>
              <a:ext uri="{FF2B5EF4-FFF2-40B4-BE49-F238E27FC236}">
                <a16:creationId xmlns:a16="http://schemas.microsoft.com/office/drawing/2014/main" id="{FCB041F0-EBC9-B6CE-D91B-B072F318DDBD}"/>
              </a:ext>
            </a:extLst>
          </p:cNvPr>
          <p:cNvSpPr txBox="1"/>
          <p:nvPr/>
        </p:nvSpPr>
        <p:spPr>
          <a:xfrm>
            <a:off x="6152446" y="2404765"/>
            <a:ext cx="570089" cy="230832"/>
          </a:xfrm>
          <a:prstGeom prst="rect">
            <a:avLst/>
          </a:prstGeom>
          <a:noFill/>
        </p:spPr>
        <p:txBody>
          <a:bodyPr wrap="square" rtlCol="0">
            <a:spAutoFit/>
          </a:bodyPr>
          <a:lstStyle/>
          <a:p>
            <a:pPr algn="ctr"/>
            <a:r>
              <a:rPr lang="en-US" sz="900" dirty="0"/>
              <a:t>34</a:t>
            </a:r>
          </a:p>
        </p:txBody>
      </p:sp>
      <p:sp>
        <p:nvSpPr>
          <p:cNvPr id="75" name="TextBox 74">
            <a:extLst>
              <a:ext uri="{FF2B5EF4-FFF2-40B4-BE49-F238E27FC236}">
                <a16:creationId xmlns:a16="http://schemas.microsoft.com/office/drawing/2014/main" id="{95193A4B-B787-FCF4-7C12-00B34215D0D4}"/>
              </a:ext>
            </a:extLst>
          </p:cNvPr>
          <p:cNvSpPr txBox="1"/>
          <p:nvPr/>
        </p:nvSpPr>
        <p:spPr>
          <a:xfrm>
            <a:off x="6654802" y="2404765"/>
            <a:ext cx="570089" cy="230832"/>
          </a:xfrm>
          <a:prstGeom prst="rect">
            <a:avLst/>
          </a:prstGeom>
          <a:noFill/>
        </p:spPr>
        <p:txBody>
          <a:bodyPr wrap="square" rtlCol="0">
            <a:spAutoFit/>
          </a:bodyPr>
          <a:lstStyle/>
          <a:p>
            <a:pPr algn="ctr"/>
            <a:r>
              <a:rPr lang="en-US" sz="900" dirty="0"/>
              <a:t>48</a:t>
            </a:r>
          </a:p>
        </p:txBody>
      </p:sp>
      <p:sp>
        <p:nvSpPr>
          <p:cNvPr id="76" name="TextBox 75">
            <a:extLst>
              <a:ext uri="{FF2B5EF4-FFF2-40B4-BE49-F238E27FC236}">
                <a16:creationId xmlns:a16="http://schemas.microsoft.com/office/drawing/2014/main" id="{563518F8-A968-02C9-5E6F-032674AB42C3}"/>
              </a:ext>
            </a:extLst>
          </p:cNvPr>
          <p:cNvSpPr txBox="1"/>
          <p:nvPr/>
        </p:nvSpPr>
        <p:spPr>
          <a:xfrm>
            <a:off x="7157158" y="2404765"/>
            <a:ext cx="570089" cy="230832"/>
          </a:xfrm>
          <a:prstGeom prst="rect">
            <a:avLst/>
          </a:prstGeom>
          <a:noFill/>
        </p:spPr>
        <p:txBody>
          <a:bodyPr wrap="square" rtlCol="0">
            <a:spAutoFit/>
          </a:bodyPr>
          <a:lstStyle/>
          <a:p>
            <a:pPr algn="ctr"/>
            <a:r>
              <a:rPr lang="en-US" sz="900" dirty="0"/>
              <a:t>83</a:t>
            </a:r>
          </a:p>
        </p:txBody>
      </p:sp>
      <p:sp>
        <p:nvSpPr>
          <p:cNvPr id="81" name="TextBox 80">
            <a:extLst>
              <a:ext uri="{FF2B5EF4-FFF2-40B4-BE49-F238E27FC236}">
                <a16:creationId xmlns:a16="http://schemas.microsoft.com/office/drawing/2014/main" id="{2C25B301-3A17-DD1F-1B7D-3F4ABB390AA0}"/>
              </a:ext>
            </a:extLst>
          </p:cNvPr>
          <p:cNvSpPr txBox="1"/>
          <p:nvPr/>
        </p:nvSpPr>
        <p:spPr>
          <a:xfrm>
            <a:off x="7213604" y="2734556"/>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54CAF20E-D5D9-0479-9103-6555B5F5C4E9}"/>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79" name="TextBox 78">
            <a:extLst>
              <a:ext uri="{FF2B5EF4-FFF2-40B4-BE49-F238E27FC236}">
                <a16:creationId xmlns:a16="http://schemas.microsoft.com/office/drawing/2014/main" id="{02C75C19-B453-ADEB-D12D-5D3E1846318E}"/>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10" name="TextBox 9">
            <a:extLst>
              <a:ext uri="{FF2B5EF4-FFF2-40B4-BE49-F238E27FC236}">
                <a16:creationId xmlns:a16="http://schemas.microsoft.com/office/drawing/2014/main" id="{1F23830F-1F43-BAD1-DCCC-7EB79F62877E}"/>
              </a:ext>
            </a:extLst>
          </p:cNvPr>
          <p:cNvSpPr txBox="1"/>
          <p:nvPr/>
        </p:nvSpPr>
        <p:spPr>
          <a:xfrm>
            <a:off x="6152446" y="901933"/>
            <a:ext cx="570089" cy="230832"/>
          </a:xfrm>
          <a:prstGeom prst="rect">
            <a:avLst/>
          </a:prstGeom>
          <a:noFill/>
        </p:spPr>
        <p:txBody>
          <a:bodyPr wrap="square" rtlCol="0">
            <a:spAutoFit/>
          </a:bodyPr>
          <a:lstStyle/>
          <a:p>
            <a:pPr algn="ctr"/>
            <a:r>
              <a:rPr lang="en-US" sz="900" dirty="0"/>
              <a:t>57</a:t>
            </a:r>
          </a:p>
        </p:txBody>
      </p:sp>
      <p:sp>
        <p:nvSpPr>
          <p:cNvPr id="12" name="TextBox 11">
            <a:extLst>
              <a:ext uri="{FF2B5EF4-FFF2-40B4-BE49-F238E27FC236}">
                <a16:creationId xmlns:a16="http://schemas.microsoft.com/office/drawing/2014/main" id="{1E886AF7-2657-7E84-8ED6-D70DF36550B4}"/>
              </a:ext>
            </a:extLst>
          </p:cNvPr>
          <p:cNvSpPr txBox="1"/>
          <p:nvPr/>
        </p:nvSpPr>
        <p:spPr>
          <a:xfrm>
            <a:off x="6654802" y="901933"/>
            <a:ext cx="570089" cy="230832"/>
          </a:xfrm>
          <a:prstGeom prst="rect">
            <a:avLst/>
          </a:prstGeom>
          <a:noFill/>
        </p:spPr>
        <p:txBody>
          <a:bodyPr wrap="square" rtlCol="0">
            <a:spAutoFit/>
          </a:bodyPr>
          <a:lstStyle/>
          <a:p>
            <a:pPr algn="ctr"/>
            <a:r>
              <a:rPr lang="en-US" sz="900" dirty="0"/>
              <a:t>258</a:t>
            </a:r>
          </a:p>
        </p:txBody>
      </p:sp>
      <p:sp>
        <p:nvSpPr>
          <p:cNvPr id="80" name="TextBox 79">
            <a:extLst>
              <a:ext uri="{FF2B5EF4-FFF2-40B4-BE49-F238E27FC236}">
                <a16:creationId xmlns:a16="http://schemas.microsoft.com/office/drawing/2014/main" id="{FE00149D-D253-CB78-78B1-5DCC696A2B30}"/>
              </a:ext>
            </a:extLst>
          </p:cNvPr>
          <p:cNvSpPr txBox="1"/>
          <p:nvPr/>
        </p:nvSpPr>
        <p:spPr>
          <a:xfrm>
            <a:off x="6152446" y="1402877"/>
            <a:ext cx="570089" cy="230832"/>
          </a:xfrm>
          <a:prstGeom prst="rect">
            <a:avLst/>
          </a:prstGeom>
          <a:noFill/>
        </p:spPr>
        <p:txBody>
          <a:bodyPr wrap="square" rtlCol="0">
            <a:spAutoFit/>
          </a:bodyPr>
          <a:lstStyle/>
          <a:p>
            <a:pPr algn="ctr"/>
            <a:r>
              <a:rPr lang="en-US" sz="900" dirty="0"/>
              <a:t>73</a:t>
            </a:r>
          </a:p>
        </p:txBody>
      </p:sp>
      <p:sp>
        <p:nvSpPr>
          <p:cNvPr id="85" name="TextBox 84">
            <a:extLst>
              <a:ext uri="{FF2B5EF4-FFF2-40B4-BE49-F238E27FC236}">
                <a16:creationId xmlns:a16="http://schemas.microsoft.com/office/drawing/2014/main" id="{31E11508-EC6A-3289-7E12-F82D2A57AA6A}"/>
              </a:ext>
            </a:extLst>
          </p:cNvPr>
          <p:cNvSpPr txBox="1"/>
          <p:nvPr/>
        </p:nvSpPr>
        <p:spPr>
          <a:xfrm>
            <a:off x="6654802" y="1402877"/>
            <a:ext cx="570089" cy="230832"/>
          </a:xfrm>
          <a:prstGeom prst="rect">
            <a:avLst/>
          </a:prstGeom>
          <a:noFill/>
        </p:spPr>
        <p:txBody>
          <a:bodyPr wrap="square" rtlCol="0">
            <a:spAutoFit/>
          </a:bodyPr>
          <a:lstStyle/>
          <a:p>
            <a:pPr algn="ctr"/>
            <a:r>
              <a:rPr lang="en-US" sz="900" dirty="0"/>
              <a:t>268</a:t>
            </a:r>
          </a:p>
        </p:txBody>
      </p:sp>
      <p:sp>
        <p:nvSpPr>
          <p:cNvPr id="86" name="TextBox 85">
            <a:extLst>
              <a:ext uri="{FF2B5EF4-FFF2-40B4-BE49-F238E27FC236}">
                <a16:creationId xmlns:a16="http://schemas.microsoft.com/office/drawing/2014/main" id="{DAAFFC1D-90A9-4051-31A5-F42333E73726}"/>
              </a:ext>
            </a:extLst>
          </p:cNvPr>
          <p:cNvSpPr txBox="1"/>
          <p:nvPr/>
        </p:nvSpPr>
        <p:spPr>
          <a:xfrm>
            <a:off x="7157158" y="1402877"/>
            <a:ext cx="570089" cy="230832"/>
          </a:xfrm>
          <a:prstGeom prst="rect">
            <a:avLst/>
          </a:prstGeom>
          <a:noFill/>
        </p:spPr>
        <p:txBody>
          <a:bodyPr wrap="square" rtlCol="0">
            <a:spAutoFit/>
          </a:bodyPr>
          <a:lstStyle/>
          <a:p>
            <a:pPr algn="ctr"/>
            <a:r>
              <a:rPr lang="en-US" sz="900" dirty="0"/>
              <a:t>38</a:t>
            </a:r>
          </a:p>
        </p:txBody>
      </p:sp>
      <p:sp>
        <p:nvSpPr>
          <p:cNvPr id="87" name="TextBox 86">
            <a:extLst>
              <a:ext uri="{FF2B5EF4-FFF2-40B4-BE49-F238E27FC236}">
                <a16:creationId xmlns:a16="http://schemas.microsoft.com/office/drawing/2014/main" id="{BEB6D70C-DC68-027D-F7B5-2D5320FA45E4}"/>
              </a:ext>
            </a:extLst>
          </p:cNvPr>
          <p:cNvSpPr txBox="1"/>
          <p:nvPr/>
        </p:nvSpPr>
        <p:spPr>
          <a:xfrm>
            <a:off x="6654802" y="1903821"/>
            <a:ext cx="570089" cy="230832"/>
          </a:xfrm>
          <a:prstGeom prst="rect">
            <a:avLst/>
          </a:prstGeom>
          <a:noFill/>
        </p:spPr>
        <p:txBody>
          <a:bodyPr wrap="square" rtlCol="0">
            <a:spAutoFit/>
          </a:bodyPr>
          <a:lstStyle/>
          <a:p>
            <a:pPr algn="ctr"/>
            <a:r>
              <a:rPr lang="en-US" sz="900" dirty="0"/>
              <a:t>456</a:t>
            </a:r>
          </a:p>
        </p:txBody>
      </p:sp>
      <p:sp>
        <p:nvSpPr>
          <p:cNvPr id="88" name="TextBox 87">
            <a:extLst>
              <a:ext uri="{FF2B5EF4-FFF2-40B4-BE49-F238E27FC236}">
                <a16:creationId xmlns:a16="http://schemas.microsoft.com/office/drawing/2014/main" id="{05033A7D-981B-A6F7-7050-3C6136CE6EC6}"/>
              </a:ext>
            </a:extLst>
          </p:cNvPr>
          <p:cNvSpPr txBox="1"/>
          <p:nvPr/>
        </p:nvSpPr>
        <p:spPr>
          <a:xfrm>
            <a:off x="7157158" y="1903821"/>
            <a:ext cx="570089" cy="230832"/>
          </a:xfrm>
          <a:prstGeom prst="rect">
            <a:avLst/>
          </a:prstGeom>
          <a:noFill/>
        </p:spPr>
        <p:txBody>
          <a:bodyPr wrap="square" rtlCol="0">
            <a:spAutoFit/>
          </a:bodyPr>
          <a:lstStyle/>
          <a:p>
            <a:pPr algn="ctr"/>
            <a:r>
              <a:rPr lang="en-US" sz="900" dirty="0"/>
              <a:t>64</a:t>
            </a:r>
          </a:p>
        </p:txBody>
      </p:sp>
      <p:sp>
        <p:nvSpPr>
          <p:cNvPr id="89" name="TextBox 88">
            <a:extLst>
              <a:ext uri="{FF2B5EF4-FFF2-40B4-BE49-F238E27FC236}">
                <a16:creationId xmlns:a16="http://schemas.microsoft.com/office/drawing/2014/main" id="{52C20870-C481-2C46-BE96-90005677EAB1}"/>
              </a:ext>
            </a:extLst>
          </p:cNvPr>
          <p:cNvSpPr txBox="1"/>
          <p:nvPr/>
        </p:nvSpPr>
        <p:spPr>
          <a:xfrm>
            <a:off x="3217333" y="1224551"/>
            <a:ext cx="462845" cy="584775"/>
          </a:xfrm>
          <a:prstGeom prst="rect">
            <a:avLst/>
          </a:prstGeom>
          <a:noFill/>
        </p:spPr>
        <p:txBody>
          <a:bodyPr wrap="square" rtlCol="0">
            <a:spAutoFit/>
          </a:bodyPr>
          <a:lstStyle/>
          <a:p>
            <a:pPr algn="ctr"/>
            <a:r>
              <a:rPr lang="en-US" sz="3200" dirty="0"/>
              <a:t>5</a:t>
            </a:r>
          </a:p>
        </p:txBody>
      </p:sp>
      <p:sp>
        <p:nvSpPr>
          <p:cNvPr id="90" name="TextBox 89">
            <a:extLst>
              <a:ext uri="{FF2B5EF4-FFF2-40B4-BE49-F238E27FC236}">
                <a16:creationId xmlns:a16="http://schemas.microsoft.com/office/drawing/2014/main" id="{6CF30230-35F9-BD39-FB21-6444B460FE84}"/>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25403924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3CD6E-FE9D-7769-B801-4CA773C5414E}"/>
            </a:ext>
          </a:extLst>
        </p:cNvPr>
        <p:cNvGrpSpPr/>
        <p:nvPr/>
      </p:nvGrpSpPr>
      <p:grpSpPr>
        <a:xfrm>
          <a:off x="0" y="0"/>
          <a:ext cx="0" cy="0"/>
          <a:chOff x="0" y="0"/>
          <a:chExt cx="0" cy="0"/>
        </a:xfrm>
      </p:grpSpPr>
      <p:sp>
        <p:nvSpPr>
          <p:cNvPr id="52" name="TextBox 51">
            <a:extLst>
              <a:ext uri="{FF2B5EF4-FFF2-40B4-BE49-F238E27FC236}">
                <a16:creationId xmlns:a16="http://schemas.microsoft.com/office/drawing/2014/main" id="{2887BD1D-8297-D414-DF4A-C8BDB113AA20}"/>
              </a:ext>
            </a:extLst>
          </p:cNvPr>
          <p:cNvSpPr txBox="1"/>
          <p:nvPr/>
        </p:nvSpPr>
        <p:spPr>
          <a:xfrm>
            <a:off x="6214537" y="1224551"/>
            <a:ext cx="462845" cy="584775"/>
          </a:xfrm>
          <a:prstGeom prst="rect">
            <a:avLst/>
          </a:prstGeom>
          <a:solidFill>
            <a:srgbClr val="FFFF00">
              <a:alpha val="20000"/>
            </a:srgbClr>
          </a:solidFill>
        </p:spPr>
        <p:txBody>
          <a:bodyPr wrap="square" rtlCol="0">
            <a:spAutoFit/>
          </a:bodyPr>
          <a:lstStyle/>
          <a:p>
            <a:pPr algn="ctr"/>
            <a:endParaRPr lang="en-US" sz="3200" dirty="0"/>
          </a:p>
        </p:txBody>
      </p:sp>
      <p:sp>
        <p:nvSpPr>
          <p:cNvPr id="53" name="TextBox 52">
            <a:extLst>
              <a:ext uri="{FF2B5EF4-FFF2-40B4-BE49-F238E27FC236}">
                <a16:creationId xmlns:a16="http://schemas.microsoft.com/office/drawing/2014/main" id="{1555F882-F362-DA32-E8F1-9342E442A44E}"/>
              </a:ext>
            </a:extLst>
          </p:cNvPr>
          <p:cNvSpPr txBox="1"/>
          <p:nvPr/>
        </p:nvSpPr>
        <p:spPr>
          <a:xfrm>
            <a:off x="5715003" y="721216"/>
            <a:ext cx="462845" cy="584775"/>
          </a:xfrm>
          <a:prstGeom prst="rect">
            <a:avLst/>
          </a:prstGeom>
          <a:solidFill>
            <a:srgbClr val="FFFF00">
              <a:alpha val="20000"/>
            </a:srgbClr>
          </a:solidFill>
        </p:spPr>
        <p:txBody>
          <a:bodyPr wrap="square" rtlCol="0">
            <a:spAutoFit/>
          </a:bodyPr>
          <a:lstStyle/>
          <a:p>
            <a:pPr algn="ctr"/>
            <a:endParaRPr lang="en-US" sz="3200" dirty="0"/>
          </a:p>
        </p:txBody>
      </p:sp>
      <p:sp>
        <p:nvSpPr>
          <p:cNvPr id="91" name="TextBox 90">
            <a:extLst>
              <a:ext uri="{FF2B5EF4-FFF2-40B4-BE49-F238E27FC236}">
                <a16:creationId xmlns:a16="http://schemas.microsoft.com/office/drawing/2014/main" id="{9BC529BD-3BEB-7567-4BDB-55485175C168}"/>
              </a:ext>
            </a:extLst>
          </p:cNvPr>
          <p:cNvSpPr txBox="1"/>
          <p:nvPr/>
        </p:nvSpPr>
        <p:spPr>
          <a:xfrm>
            <a:off x="6714071" y="1727886"/>
            <a:ext cx="462845" cy="584775"/>
          </a:xfrm>
          <a:prstGeom prst="rect">
            <a:avLst/>
          </a:prstGeom>
          <a:solidFill>
            <a:srgbClr val="FFFF00">
              <a:alpha val="20000"/>
            </a:srgbClr>
          </a:solidFill>
        </p:spPr>
        <p:txBody>
          <a:bodyPr wrap="square" rtlCol="0">
            <a:spAutoFit/>
          </a:bodyPr>
          <a:lstStyle/>
          <a:p>
            <a:pPr algn="ctr"/>
            <a:endParaRPr lang="en-US" sz="3200" dirty="0"/>
          </a:p>
        </p:txBody>
      </p:sp>
      <p:sp>
        <p:nvSpPr>
          <p:cNvPr id="92" name="TextBox 91">
            <a:extLst>
              <a:ext uri="{FF2B5EF4-FFF2-40B4-BE49-F238E27FC236}">
                <a16:creationId xmlns:a16="http://schemas.microsoft.com/office/drawing/2014/main" id="{02EBB7FA-A73C-06E3-7C91-A15C51EDF9FF}"/>
              </a:ext>
            </a:extLst>
          </p:cNvPr>
          <p:cNvSpPr txBox="1"/>
          <p:nvPr/>
        </p:nvSpPr>
        <p:spPr>
          <a:xfrm>
            <a:off x="7213604" y="2231221"/>
            <a:ext cx="462845" cy="584775"/>
          </a:xfrm>
          <a:prstGeom prst="rect">
            <a:avLst/>
          </a:prstGeom>
          <a:solidFill>
            <a:srgbClr val="FFFF00">
              <a:alpha val="20000"/>
            </a:srgbClr>
          </a:solidFill>
        </p:spPr>
        <p:txBody>
          <a:bodyPr wrap="square" rtlCol="0">
            <a:spAutoFit/>
          </a:bodyPr>
          <a:lstStyle/>
          <a:p>
            <a:pPr algn="ctr"/>
            <a:endParaRPr lang="en-US" sz="3200" dirty="0"/>
          </a:p>
        </p:txBody>
      </p:sp>
      <p:sp>
        <p:nvSpPr>
          <p:cNvPr id="77" name="TextBox 76">
            <a:extLst>
              <a:ext uri="{FF2B5EF4-FFF2-40B4-BE49-F238E27FC236}">
                <a16:creationId xmlns:a16="http://schemas.microsoft.com/office/drawing/2014/main" id="{8790921E-F05D-3719-1D8D-F7E64C5F9924}"/>
              </a:ext>
            </a:extLst>
          </p:cNvPr>
          <p:cNvSpPr txBox="1"/>
          <p:nvPr/>
        </p:nvSpPr>
        <p:spPr>
          <a:xfrm>
            <a:off x="5715003" y="1727886"/>
            <a:ext cx="462845" cy="584775"/>
          </a:xfrm>
          <a:prstGeom prst="rect">
            <a:avLst/>
          </a:prstGeom>
          <a:solidFill>
            <a:srgbClr val="92D050">
              <a:alpha val="15000"/>
            </a:srgbClr>
          </a:solidFill>
        </p:spPr>
        <p:txBody>
          <a:bodyPr wrap="square" rtlCol="0">
            <a:spAutoFit/>
          </a:bodyPr>
          <a:lstStyle/>
          <a:p>
            <a:pPr algn="ctr"/>
            <a:endParaRPr lang="en-US" sz="3200" dirty="0"/>
          </a:p>
        </p:txBody>
      </p:sp>
      <p:sp>
        <p:nvSpPr>
          <p:cNvPr id="78" name="TextBox 77">
            <a:extLst>
              <a:ext uri="{FF2B5EF4-FFF2-40B4-BE49-F238E27FC236}">
                <a16:creationId xmlns:a16="http://schemas.microsoft.com/office/drawing/2014/main" id="{1AC17ED5-A70A-FCC3-B79E-BE034F85468C}"/>
              </a:ext>
            </a:extLst>
          </p:cNvPr>
          <p:cNvSpPr txBox="1"/>
          <p:nvPr/>
        </p:nvSpPr>
        <p:spPr>
          <a:xfrm>
            <a:off x="6214537" y="2231221"/>
            <a:ext cx="462845" cy="584775"/>
          </a:xfrm>
          <a:prstGeom prst="rect">
            <a:avLst/>
          </a:prstGeom>
          <a:solidFill>
            <a:srgbClr val="92D050">
              <a:alpha val="15000"/>
            </a:srgbClr>
          </a:solidFill>
        </p:spPr>
        <p:txBody>
          <a:bodyPr wrap="square" rtlCol="0">
            <a:spAutoFit/>
          </a:bodyPr>
          <a:lstStyle/>
          <a:p>
            <a:pPr algn="ctr"/>
            <a:endParaRPr lang="en-US" sz="3200" dirty="0"/>
          </a:p>
        </p:txBody>
      </p:sp>
      <p:sp>
        <p:nvSpPr>
          <p:cNvPr id="82" name="TextBox 81">
            <a:extLst>
              <a:ext uri="{FF2B5EF4-FFF2-40B4-BE49-F238E27FC236}">
                <a16:creationId xmlns:a16="http://schemas.microsoft.com/office/drawing/2014/main" id="{8076FEB1-4B80-B2EA-D576-97879EE78186}"/>
              </a:ext>
            </a:extLst>
          </p:cNvPr>
          <p:cNvSpPr txBox="1"/>
          <p:nvPr/>
        </p:nvSpPr>
        <p:spPr>
          <a:xfrm>
            <a:off x="6714071" y="2734556"/>
            <a:ext cx="462845" cy="584775"/>
          </a:xfrm>
          <a:prstGeom prst="rect">
            <a:avLst/>
          </a:prstGeom>
          <a:solidFill>
            <a:srgbClr val="92D050">
              <a:alpha val="15000"/>
            </a:srgbClr>
          </a:solidFill>
        </p:spPr>
        <p:txBody>
          <a:bodyPr wrap="square" rtlCol="0">
            <a:spAutoFit/>
          </a:bodyPr>
          <a:lstStyle/>
          <a:p>
            <a:pPr algn="ctr"/>
            <a:r>
              <a:rPr lang="en-US" sz="3200" dirty="0"/>
              <a:t>7</a:t>
            </a:r>
          </a:p>
        </p:txBody>
      </p:sp>
      <p:sp>
        <p:nvSpPr>
          <p:cNvPr id="83" name="TextBox 82">
            <a:extLst>
              <a:ext uri="{FF2B5EF4-FFF2-40B4-BE49-F238E27FC236}">
                <a16:creationId xmlns:a16="http://schemas.microsoft.com/office/drawing/2014/main" id="{D9111416-A80E-1B28-0A86-ABEE4F942AA1}"/>
              </a:ext>
            </a:extLst>
          </p:cNvPr>
          <p:cNvSpPr txBox="1"/>
          <p:nvPr/>
        </p:nvSpPr>
        <p:spPr>
          <a:xfrm>
            <a:off x="7213604" y="3237891"/>
            <a:ext cx="462845" cy="584775"/>
          </a:xfrm>
          <a:prstGeom prst="rect">
            <a:avLst/>
          </a:prstGeom>
          <a:solidFill>
            <a:srgbClr val="92D050">
              <a:alpha val="15000"/>
            </a:srgbClr>
          </a:solidFill>
        </p:spPr>
        <p:txBody>
          <a:bodyPr wrap="square" rtlCol="0">
            <a:spAutoFit/>
          </a:bodyPr>
          <a:lstStyle/>
          <a:p>
            <a:pPr algn="ctr"/>
            <a:r>
              <a:rPr lang="en-US" sz="3200" dirty="0"/>
              <a:t>2</a:t>
            </a:r>
          </a:p>
        </p:txBody>
      </p:sp>
      <p:sp>
        <p:nvSpPr>
          <p:cNvPr id="84" name="TextBox 83">
            <a:extLst>
              <a:ext uri="{FF2B5EF4-FFF2-40B4-BE49-F238E27FC236}">
                <a16:creationId xmlns:a16="http://schemas.microsoft.com/office/drawing/2014/main" id="{77D9E8D9-0098-23E0-D6BD-C2B7AFC4551C}"/>
              </a:ext>
            </a:extLst>
          </p:cNvPr>
          <p:cNvSpPr txBox="1"/>
          <p:nvPr/>
        </p:nvSpPr>
        <p:spPr>
          <a:xfrm>
            <a:off x="7213604" y="3741226"/>
            <a:ext cx="462845" cy="584775"/>
          </a:xfrm>
          <a:prstGeom prst="rect">
            <a:avLst/>
          </a:prstGeom>
          <a:solidFill>
            <a:srgbClr val="92D050">
              <a:alpha val="15000"/>
            </a:srgbClr>
          </a:solidFill>
        </p:spPr>
        <p:txBody>
          <a:bodyPr wrap="square" rtlCol="0">
            <a:spAutoFit/>
          </a:bodyPr>
          <a:lstStyle/>
          <a:p>
            <a:pPr algn="ctr"/>
            <a:r>
              <a:rPr lang="en-US" sz="3200" dirty="0"/>
              <a:t>7</a:t>
            </a:r>
          </a:p>
        </p:txBody>
      </p:sp>
      <p:sp>
        <p:nvSpPr>
          <p:cNvPr id="46" name="TextBox 45">
            <a:extLst>
              <a:ext uri="{FF2B5EF4-FFF2-40B4-BE49-F238E27FC236}">
                <a16:creationId xmlns:a16="http://schemas.microsoft.com/office/drawing/2014/main" id="{260734A4-9EE3-1BA0-75DE-985852A50F4C}"/>
              </a:ext>
            </a:extLst>
          </p:cNvPr>
          <p:cNvSpPr txBox="1"/>
          <p:nvPr/>
        </p:nvSpPr>
        <p:spPr>
          <a:xfrm>
            <a:off x="3716867" y="2231221"/>
            <a:ext cx="462845" cy="584775"/>
          </a:xfrm>
          <a:prstGeom prst="rect">
            <a:avLst/>
          </a:prstGeom>
          <a:solidFill>
            <a:srgbClr val="FF0000">
              <a:alpha val="15000"/>
            </a:srgbClr>
          </a:solidFill>
        </p:spPr>
        <p:txBody>
          <a:bodyPr wrap="square" rtlCol="0">
            <a:spAutoFit/>
          </a:bodyPr>
          <a:lstStyle/>
          <a:p>
            <a:pPr algn="ctr"/>
            <a:r>
              <a:rPr lang="en-US" sz="3200" dirty="0"/>
              <a:t>7</a:t>
            </a:r>
          </a:p>
        </p:txBody>
      </p:sp>
      <p:sp>
        <p:nvSpPr>
          <p:cNvPr id="47" name="TextBox 46">
            <a:extLst>
              <a:ext uri="{FF2B5EF4-FFF2-40B4-BE49-F238E27FC236}">
                <a16:creationId xmlns:a16="http://schemas.microsoft.com/office/drawing/2014/main" id="{E808191E-DE77-9DE4-2ACC-3DD501F985A4}"/>
              </a:ext>
            </a:extLst>
          </p:cNvPr>
          <p:cNvSpPr txBox="1"/>
          <p:nvPr/>
        </p:nvSpPr>
        <p:spPr>
          <a:xfrm>
            <a:off x="4216401" y="2734556"/>
            <a:ext cx="462845" cy="584775"/>
          </a:xfrm>
          <a:prstGeom prst="rect">
            <a:avLst/>
          </a:prstGeom>
          <a:solidFill>
            <a:srgbClr val="FF0000">
              <a:alpha val="15000"/>
            </a:srgbClr>
          </a:solid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AB992DA1-26B9-A6BD-6E98-1634D8D12569}"/>
              </a:ext>
            </a:extLst>
          </p:cNvPr>
          <p:cNvSpPr txBox="1"/>
          <p:nvPr/>
        </p:nvSpPr>
        <p:spPr>
          <a:xfrm>
            <a:off x="4715935" y="3237891"/>
            <a:ext cx="462845" cy="584775"/>
          </a:xfrm>
          <a:prstGeom prst="rect">
            <a:avLst/>
          </a:prstGeom>
          <a:solidFill>
            <a:srgbClr val="FF0000">
              <a:alpha val="15000"/>
            </a:srgbClr>
          </a:solidFill>
        </p:spPr>
        <p:txBody>
          <a:bodyPr wrap="square" rtlCol="0">
            <a:spAutoFit/>
          </a:bodyPr>
          <a:lstStyle/>
          <a:p>
            <a:pPr algn="ctr"/>
            <a:r>
              <a:rPr lang="en-US" sz="3200" dirty="0"/>
              <a:t>7</a:t>
            </a:r>
          </a:p>
        </p:txBody>
      </p:sp>
      <p:sp>
        <p:nvSpPr>
          <p:cNvPr id="49" name="TextBox 48">
            <a:extLst>
              <a:ext uri="{FF2B5EF4-FFF2-40B4-BE49-F238E27FC236}">
                <a16:creationId xmlns:a16="http://schemas.microsoft.com/office/drawing/2014/main" id="{727897F2-0BAD-23B9-5420-C1735D4D9E1D}"/>
              </a:ext>
            </a:extLst>
          </p:cNvPr>
          <p:cNvSpPr txBox="1"/>
          <p:nvPr/>
        </p:nvSpPr>
        <p:spPr>
          <a:xfrm>
            <a:off x="5215469" y="3741226"/>
            <a:ext cx="462845" cy="584775"/>
          </a:xfrm>
          <a:prstGeom prst="rect">
            <a:avLst/>
          </a:prstGeom>
          <a:solidFill>
            <a:srgbClr val="FF0000">
              <a:alpha val="15000"/>
            </a:srgbClr>
          </a:solidFill>
        </p:spPr>
        <p:txBody>
          <a:bodyPr wrap="square" rtlCol="0">
            <a:spAutoFit/>
          </a:bodyPr>
          <a:lstStyle/>
          <a:p>
            <a:pPr algn="ctr"/>
            <a:r>
              <a:rPr lang="en-US" sz="3200" dirty="0"/>
              <a:t>4</a:t>
            </a:r>
          </a:p>
        </p:txBody>
      </p:sp>
      <p:sp>
        <p:nvSpPr>
          <p:cNvPr id="50" name="TextBox 49">
            <a:extLst>
              <a:ext uri="{FF2B5EF4-FFF2-40B4-BE49-F238E27FC236}">
                <a16:creationId xmlns:a16="http://schemas.microsoft.com/office/drawing/2014/main" id="{21D27A3F-6282-3D7E-69F1-0CB7E64BD07A}"/>
              </a:ext>
            </a:extLst>
          </p:cNvPr>
          <p:cNvSpPr txBox="1"/>
          <p:nvPr/>
        </p:nvSpPr>
        <p:spPr>
          <a:xfrm>
            <a:off x="5715003" y="4244561"/>
            <a:ext cx="462845" cy="584775"/>
          </a:xfrm>
          <a:prstGeom prst="rect">
            <a:avLst/>
          </a:prstGeom>
          <a:solidFill>
            <a:srgbClr val="FF0000">
              <a:alpha val="15000"/>
            </a:srgbClr>
          </a:solidFill>
        </p:spPr>
        <p:txBody>
          <a:bodyPr wrap="square" rtlCol="0">
            <a:spAutoFit/>
          </a:bodyPr>
          <a:lstStyle/>
          <a:p>
            <a:pPr algn="ctr"/>
            <a:r>
              <a:rPr lang="en-US" sz="3200" dirty="0"/>
              <a:t>7</a:t>
            </a:r>
          </a:p>
        </p:txBody>
      </p:sp>
      <p:sp>
        <p:nvSpPr>
          <p:cNvPr id="2" name="Content Placeholder 1">
            <a:extLst>
              <a:ext uri="{FF2B5EF4-FFF2-40B4-BE49-F238E27FC236}">
                <a16:creationId xmlns:a16="http://schemas.microsoft.com/office/drawing/2014/main" id="{52EB2E0B-E6F6-3CA7-930C-9BBCCDC6EA1E}"/>
              </a:ext>
            </a:extLst>
          </p:cNvPr>
          <p:cNvSpPr>
            <a:spLocks noGrp="1"/>
          </p:cNvSpPr>
          <p:nvPr>
            <p:ph sz="half" idx="1"/>
          </p:nvPr>
        </p:nvSpPr>
        <p:spPr/>
        <p:txBody>
          <a:bodyPr>
            <a:normAutofit/>
          </a:bodyPr>
          <a:lstStyle/>
          <a:p>
            <a:r>
              <a:rPr lang="en-US" dirty="0"/>
              <a:t>On the yellow line, the possible sums on the line are: 7, </a:t>
            </a:r>
            <a:r>
              <a:rPr lang="en-US" b="1" dirty="0"/>
              <a:t>8</a:t>
            </a:r>
            <a:r>
              <a:rPr lang="en-US" dirty="0"/>
              <a:t>, 9, </a:t>
            </a:r>
            <a:r>
              <a:rPr lang="en-US" b="1" dirty="0"/>
              <a:t>11</a:t>
            </a:r>
            <a:r>
              <a:rPr lang="en-US" dirty="0"/>
              <a:t>, 12, and </a:t>
            </a:r>
            <a:r>
              <a:rPr lang="en-US" b="1" dirty="0"/>
              <a:t>13</a:t>
            </a:r>
            <a:r>
              <a:rPr lang="en-US" dirty="0"/>
              <a:t>. The possible sums on the circles are: 5, </a:t>
            </a:r>
            <a:r>
              <a:rPr lang="en-US" b="1" dirty="0"/>
              <a:t>8</a:t>
            </a:r>
            <a:r>
              <a:rPr lang="en-US" dirty="0"/>
              <a:t>, </a:t>
            </a:r>
            <a:r>
              <a:rPr lang="en-US" b="1" dirty="0"/>
              <a:t>11</a:t>
            </a:r>
            <a:r>
              <a:rPr lang="en-US" dirty="0"/>
              <a:t>, 10, </a:t>
            </a:r>
            <a:r>
              <a:rPr lang="en-US" b="1" dirty="0"/>
              <a:t>13</a:t>
            </a:r>
            <a:r>
              <a:rPr lang="en-US" dirty="0"/>
              <a:t>, and 16. There are three possibilities in common, and none of them involve this 2.</a:t>
            </a:r>
          </a:p>
        </p:txBody>
      </p:sp>
      <p:pic>
        <p:nvPicPr>
          <p:cNvPr id="4" name="Picture 3" descr="A grid of sudoku puzzle&#10;&#10;Description automatically generated">
            <a:extLst>
              <a:ext uri="{FF2B5EF4-FFF2-40B4-BE49-F238E27FC236}">
                <a16:creationId xmlns:a16="http://schemas.microsoft.com/office/drawing/2014/main" id="{71D02278-DD51-7985-894D-FE0344BAF7B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6C43862-E88A-3303-624A-425D9AE878A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8A1E68A3-402C-C213-92C3-4C504D87E04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E696B4A-28A6-1D23-5D85-AE91265831B2}"/>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E6007D7D-7C44-AD7E-0960-DB4B1F9741E7}"/>
              </a:ext>
            </a:extLst>
          </p:cNvPr>
          <p:cNvSpPr txBox="1"/>
          <p:nvPr/>
        </p:nvSpPr>
        <p:spPr>
          <a:xfrm>
            <a:off x="7213604" y="4747898"/>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EC63C72B-EF71-3CBD-B177-7FFB1E9A1D61}"/>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BD237514-54E4-B95B-B65D-60BF7E37A320}"/>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17" name="TextBox 16">
            <a:extLst>
              <a:ext uri="{FF2B5EF4-FFF2-40B4-BE49-F238E27FC236}">
                <a16:creationId xmlns:a16="http://schemas.microsoft.com/office/drawing/2014/main" id="{007C9282-886B-408A-6869-319A683DC9B5}"/>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50310D7D-5DFD-DA4F-F0A0-5BC5F3D3C1B2}"/>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E009389C-2B0A-63B1-9E7F-0416B537B425}"/>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70861C35-449A-7845-7B7D-98E23BA39C8F}"/>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C130C08F-5C9A-3912-16BD-AABEACF2ACB2}"/>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8B888BCC-0690-AB53-E753-B8671665D2FB}"/>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45918C03-DA3A-30AD-0006-956AEFB6831A}"/>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06B507AC-A73D-93C6-0FE8-12D1ECE24320}"/>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63FB65D2-94B1-52CC-F464-8C3FEADF2E6A}"/>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91A2C653-9D02-70EB-03DE-DCC51C3AB9FB}"/>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9DFDBF66-C632-61F9-2468-C70D3C74E45F}"/>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DDDC39BF-6F0C-6637-9261-EEF850FF7872}"/>
              </a:ext>
            </a:extLst>
          </p:cNvPr>
          <p:cNvSpPr txBox="1"/>
          <p:nvPr/>
        </p:nvSpPr>
        <p:spPr>
          <a:xfrm>
            <a:off x="5715003" y="223122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8884DF92-82CA-CF4E-0F30-19BDD88E4E59}"/>
              </a:ext>
            </a:extLst>
          </p:cNvPr>
          <p:cNvSpPr txBox="1"/>
          <p:nvPr/>
        </p:nvSpPr>
        <p:spPr>
          <a:xfrm>
            <a:off x="3217333" y="273455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B38AAFCF-9408-BBA6-ACAB-03ED1D4BFCDD}"/>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C4DD0F41-FC1D-2044-9B85-5A5ABBA4B869}"/>
              </a:ext>
            </a:extLst>
          </p:cNvPr>
          <p:cNvSpPr txBox="1"/>
          <p:nvPr/>
        </p:nvSpPr>
        <p:spPr>
          <a:xfrm>
            <a:off x="3716867" y="1727886"/>
            <a:ext cx="462845" cy="584775"/>
          </a:xfrm>
          <a:prstGeom prst="rect">
            <a:avLst/>
          </a:prstGeom>
          <a:solidFill>
            <a:schemeClr val="accent5">
              <a:lumMod val="75000"/>
              <a:alpha val="25000"/>
            </a:schemeClr>
          </a:solid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FB176C2B-1557-5B00-54AA-39A6D0B9A97B}"/>
              </a:ext>
            </a:extLst>
          </p:cNvPr>
          <p:cNvSpPr txBox="1"/>
          <p:nvPr/>
        </p:nvSpPr>
        <p:spPr>
          <a:xfrm>
            <a:off x="4715935" y="2734556"/>
            <a:ext cx="462845" cy="584775"/>
          </a:xfrm>
          <a:prstGeom prst="rect">
            <a:avLst/>
          </a:prstGeom>
          <a:solidFill>
            <a:schemeClr val="accent5">
              <a:lumMod val="75000"/>
              <a:alpha val="25000"/>
            </a:schemeClr>
          </a:solidFill>
        </p:spPr>
        <p:txBody>
          <a:bodyPr wrap="square" rtlCol="0">
            <a:spAutoFit/>
          </a:bodyPr>
          <a:lstStyle/>
          <a:p>
            <a:pPr algn="ctr"/>
            <a:r>
              <a:rPr lang="en-US" sz="3200" dirty="0"/>
              <a:t>8</a:t>
            </a:r>
          </a:p>
        </p:txBody>
      </p:sp>
      <p:sp>
        <p:nvSpPr>
          <p:cNvPr id="43" name="TextBox 42">
            <a:extLst>
              <a:ext uri="{FF2B5EF4-FFF2-40B4-BE49-F238E27FC236}">
                <a16:creationId xmlns:a16="http://schemas.microsoft.com/office/drawing/2014/main" id="{A5D39604-4CAB-367B-6C61-1CF6E00B85E1}"/>
              </a:ext>
            </a:extLst>
          </p:cNvPr>
          <p:cNvSpPr txBox="1"/>
          <p:nvPr/>
        </p:nvSpPr>
        <p:spPr>
          <a:xfrm>
            <a:off x="5215469" y="3237891"/>
            <a:ext cx="462845" cy="584775"/>
          </a:xfrm>
          <a:prstGeom prst="rect">
            <a:avLst/>
          </a:prstGeom>
          <a:solidFill>
            <a:schemeClr val="accent5">
              <a:lumMod val="75000"/>
              <a:alpha val="25000"/>
            </a:schemeClr>
          </a:solidFill>
        </p:spPr>
        <p:txBody>
          <a:bodyPr wrap="square" rtlCol="0">
            <a:spAutoFit/>
          </a:bodyPr>
          <a:lstStyle/>
          <a:p>
            <a:pPr algn="ctr"/>
            <a:r>
              <a:rPr lang="en-US" sz="3200" dirty="0"/>
              <a:t>6</a:t>
            </a:r>
          </a:p>
        </p:txBody>
      </p:sp>
      <p:sp>
        <p:nvSpPr>
          <p:cNvPr id="44" name="TextBox 43">
            <a:extLst>
              <a:ext uri="{FF2B5EF4-FFF2-40B4-BE49-F238E27FC236}">
                <a16:creationId xmlns:a16="http://schemas.microsoft.com/office/drawing/2014/main" id="{EE35A5F7-47F1-5160-1E6D-803D17A3E5C5}"/>
              </a:ext>
            </a:extLst>
          </p:cNvPr>
          <p:cNvSpPr txBox="1"/>
          <p:nvPr/>
        </p:nvSpPr>
        <p:spPr>
          <a:xfrm>
            <a:off x="6214537" y="4244561"/>
            <a:ext cx="462845" cy="584775"/>
          </a:xfrm>
          <a:prstGeom prst="rect">
            <a:avLst/>
          </a:prstGeom>
          <a:solidFill>
            <a:schemeClr val="accent5">
              <a:lumMod val="75000"/>
              <a:alpha val="25000"/>
            </a:schemeClr>
          </a:solidFill>
        </p:spPr>
        <p:txBody>
          <a:bodyPr wrap="square" rtlCol="0">
            <a:spAutoFit/>
          </a:bodyPr>
          <a:lstStyle/>
          <a:p>
            <a:pPr algn="ctr"/>
            <a:r>
              <a:rPr lang="en-US" sz="3200" dirty="0"/>
              <a:t>8</a:t>
            </a:r>
          </a:p>
        </p:txBody>
      </p:sp>
      <p:sp>
        <p:nvSpPr>
          <p:cNvPr id="45" name="TextBox 44">
            <a:extLst>
              <a:ext uri="{FF2B5EF4-FFF2-40B4-BE49-F238E27FC236}">
                <a16:creationId xmlns:a16="http://schemas.microsoft.com/office/drawing/2014/main" id="{D6981CB8-50DD-2EAE-FD97-5165481FA801}"/>
              </a:ext>
            </a:extLst>
          </p:cNvPr>
          <p:cNvSpPr txBox="1"/>
          <p:nvPr/>
        </p:nvSpPr>
        <p:spPr>
          <a:xfrm>
            <a:off x="4216401" y="2231221"/>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51" name="TextBox 50">
            <a:extLst>
              <a:ext uri="{FF2B5EF4-FFF2-40B4-BE49-F238E27FC236}">
                <a16:creationId xmlns:a16="http://schemas.microsoft.com/office/drawing/2014/main" id="{AC96A129-1973-FACD-3999-693C1FA786E3}"/>
              </a:ext>
            </a:extLst>
          </p:cNvPr>
          <p:cNvSpPr txBox="1"/>
          <p:nvPr/>
        </p:nvSpPr>
        <p:spPr>
          <a:xfrm>
            <a:off x="5715003" y="3741226"/>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B14B84CB-C3B8-3182-8CED-9AE7199D8298}"/>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F88B1BE0-830A-47ED-F224-CDD007779D1E}"/>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78B257CF-3CF4-23F0-C7BA-BCCCB6F1EFD4}"/>
              </a:ext>
            </a:extLst>
          </p:cNvPr>
          <p:cNvSpPr txBox="1"/>
          <p:nvPr/>
        </p:nvSpPr>
        <p:spPr>
          <a:xfrm>
            <a:off x="5215469" y="172788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7B297451-2517-3BE3-7D53-EB3B2307F982}"/>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D5A3F552-C6E8-B5FC-C9CA-B0F122FDD497}"/>
              </a:ext>
            </a:extLst>
          </p:cNvPr>
          <p:cNvSpPr txBox="1"/>
          <p:nvPr/>
        </p:nvSpPr>
        <p:spPr>
          <a:xfrm>
            <a:off x="4715935" y="721216"/>
            <a:ext cx="462845" cy="584775"/>
          </a:xfrm>
          <a:prstGeom prst="rect">
            <a:avLst/>
          </a:prstGeom>
          <a:noFill/>
        </p:spPr>
        <p:txBody>
          <a:bodyPr wrap="square" rtlCol="0">
            <a:spAutoFit/>
          </a:bodyPr>
          <a:lstStyle/>
          <a:p>
            <a:pPr algn="ctr"/>
            <a:r>
              <a:rPr lang="en-US" sz="3200" dirty="0"/>
              <a:t>4</a:t>
            </a:r>
          </a:p>
        </p:txBody>
      </p:sp>
      <p:sp>
        <p:nvSpPr>
          <p:cNvPr id="28" name="TextBox 27">
            <a:extLst>
              <a:ext uri="{FF2B5EF4-FFF2-40B4-BE49-F238E27FC236}">
                <a16:creationId xmlns:a16="http://schemas.microsoft.com/office/drawing/2014/main" id="{368320E5-399F-FEE5-01CB-B40904DF8434}"/>
              </a:ext>
            </a:extLst>
          </p:cNvPr>
          <p:cNvSpPr txBox="1"/>
          <p:nvPr/>
        </p:nvSpPr>
        <p:spPr>
          <a:xfrm>
            <a:off x="3217333" y="2231221"/>
            <a:ext cx="462845" cy="584775"/>
          </a:xfrm>
          <a:prstGeom prst="rect">
            <a:avLst/>
          </a:prstGeom>
          <a:solidFill>
            <a:srgbClr val="00B0F0">
              <a:alpha val="15000"/>
            </a:srgbClr>
          </a:solidFill>
        </p:spPr>
        <p:txBody>
          <a:bodyPr wrap="square" rtlCol="0">
            <a:spAutoFit/>
          </a:bodyPr>
          <a:lstStyle/>
          <a:p>
            <a:pPr algn="ctr"/>
            <a:r>
              <a:rPr lang="en-US" sz="3200" dirty="0"/>
              <a:t>6</a:t>
            </a:r>
          </a:p>
        </p:txBody>
      </p:sp>
      <p:sp>
        <p:nvSpPr>
          <p:cNvPr id="29" name="TextBox 28">
            <a:extLst>
              <a:ext uri="{FF2B5EF4-FFF2-40B4-BE49-F238E27FC236}">
                <a16:creationId xmlns:a16="http://schemas.microsoft.com/office/drawing/2014/main" id="{4A8DAF73-B516-90DE-5294-47EECA1E5FAD}"/>
              </a:ext>
            </a:extLst>
          </p:cNvPr>
          <p:cNvSpPr txBox="1"/>
          <p:nvPr/>
        </p:nvSpPr>
        <p:spPr>
          <a:xfrm>
            <a:off x="3716867" y="2734556"/>
            <a:ext cx="462845" cy="584775"/>
          </a:xfrm>
          <a:prstGeom prst="rect">
            <a:avLst/>
          </a:prstGeom>
          <a:solidFill>
            <a:srgbClr val="00B0F0">
              <a:alpha val="15000"/>
            </a:srgbClr>
          </a:solidFill>
        </p:spPr>
        <p:txBody>
          <a:bodyPr wrap="square" rtlCol="0">
            <a:spAutoFit/>
          </a:bodyPr>
          <a:lstStyle/>
          <a:p>
            <a:pPr algn="ctr"/>
            <a:r>
              <a:rPr lang="en-US" sz="3200" dirty="0"/>
              <a:t>2</a:t>
            </a:r>
          </a:p>
        </p:txBody>
      </p:sp>
      <p:sp>
        <p:nvSpPr>
          <p:cNvPr id="32" name="TextBox 31">
            <a:extLst>
              <a:ext uri="{FF2B5EF4-FFF2-40B4-BE49-F238E27FC236}">
                <a16:creationId xmlns:a16="http://schemas.microsoft.com/office/drawing/2014/main" id="{9CF55A09-B650-200C-72ED-6D4BBC430613}"/>
              </a:ext>
            </a:extLst>
          </p:cNvPr>
          <p:cNvSpPr txBox="1"/>
          <p:nvPr/>
        </p:nvSpPr>
        <p:spPr>
          <a:xfrm>
            <a:off x="4216401" y="3237891"/>
            <a:ext cx="462845" cy="584775"/>
          </a:xfrm>
          <a:prstGeom prst="rect">
            <a:avLst/>
          </a:prstGeom>
          <a:solidFill>
            <a:srgbClr val="00B0F0">
              <a:alpha val="15000"/>
            </a:srgbClr>
          </a:solidFill>
        </p:spPr>
        <p:txBody>
          <a:bodyPr wrap="square" rtlCol="0">
            <a:spAutoFit/>
          </a:bodyPr>
          <a:lstStyle/>
          <a:p>
            <a:pPr algn="ctr"/>
            <a:r>
              <a:rPr lang="en-US" sz="3200" dirty="0"/>
              <a:t>8</a:t>
            </a:r>
          </a:p>
        </p:txBody>
      </p:sp>
      <p:sp>
        <p:nvSpPr>
          <p:cNvPr id="33" name="TextBox 32">
            <a:extLst>
              <a:ext uri="{FF2B5EF4-FFF2-40B4-BE49-F238E27FC236}">
                <a16:creationId xmlns:a16="http://schemas.microsoft.com/office/drawing/2014/main" id="{4C8AC098-BC05-E09B-927C-E00FF213AEE5}"/>
              </a:ext>
            </a:extLst>
          </p:cNvPr>
          <p:cNvSpPr txBox="1"/>
          <p:nvPr/>
        </p:nvSpPr>
        <p:spPr>
          <a:xfrm>
            <a:off x="4715935" y="3741226"/>
            <a:ext cx="462845" cy="584775"/>
          </a:xfrm>
          <a:prstGeom prst="rect">
            <a:avLst/>
          </a:prstGeom>
          <a:solidFill>
            <a:srgbClr val="00B0F0">
              <a:alpha val="15000"/>
            </a:srgbClr>
          </a:solid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9D25633A-43CB-470A-AB6B-0AD49AF882D3}"/>
              </a:ext>
            </a:extLst>
          </p:cNvPr>
          <p:cNvSpPr txBox="1"/>
          <p:nvPr/>
        </p:nvSpPr>
        <p:spPr>
          <a:xfrm>
            <a:off x="5215469" y="4244561"/>
            <a:ext cx="462845" cy="584775"/>
          </a:xfrm>
          <a:prstGeom prst="rect">
            <a:avLst/>
          </a:prstGeom>
          <a:solidFill>
            <a:srgbClr val="00B0F0">
              <a:alpha val="15000"/>
            </a:srgbClr>
          </a:solidFill>
        </p:spPr>
        <p:txBody>
          <a:bodyPr wrap="square" rtlCol="0">
            <a:spAutoFit/>
          </a:bodyPr>
          <a:lstStyle/>
          <a:p>
            <a:pPr algn="ctr"/>
            <a:r>
              <a:rPr lang="en-US" sz="3200" dirty="0"/>
              <a:t>9</a:t>
            </a:r>
          </a:p>
        </p:txBody>
      </p:sp>
      <p:sp>
        <p:nvSpPr>
          <p:cNvPr id="27" name="TextBox 26">
            <a:extLst>
              <a:ext uri="{FF2B5EF4-FFF2-40B4-BE49-F238E27FC236}">
                <a16:creationId xmlns:a16="http://schemas.microsoft.com/office/drawing/2014/main" id="{D0C4FECB-B2D3-0D76-D928-1EC297997294}"/>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6154235E-8557-C966-0D34-BD1EF93233CA}"/>
              </a:ext>
            </a:extLst>
          </p:cNvPr>
          <p:cNvSpPr txBox="1"/>
          <p:nvPr/>
        </p:nvSpPr>
        <p:spPr>
          <a:xfrm>
            <a:off x="4216401" y="3741226"/>
            <a:ext cx="462845" cy="584775"/>
          </a:xfrm>
          <a:prstGeom prst="rect">
            <a:avLst/>
          </a:prstGeom>
          <a:noFill/>
        </p:spPr>
        <p:txBody>
          <a:bodyPr wrap="square" rtlCol="0">
            <a:spAutoFit/>
          </a:bodyPr>
          <a:lstStyle/>
          <a:p>
            <a:pPr algn="ctr"/>
            <a:r>
              <a:rPr lang="en-US" sz="3200" dirty="0"/>
              <a:t>9</a:t>
            </a:r>
          </a:p>
        </p:txBody>
      </p:sp>
      <p:sp>
        <p:nvSpPr>
          <p:cNvPr id="60" name="TextBox 59">
            <a:extLst>
              <a:ext uri="{FF2B5EF4-FFF2-40B4-BE49-F238E27FC236}">
                <a16:creationId xmlns:a16="http://schemas.microsoft.com/office/drawing/2014/main" id="{124E96CA-E39A-0F3E-9F27-512BA1E0C95C}"/>
              </a:ext>
            </a:extLst>
          </p:cNvPr>
          <p:cNvSpPr txBox="1"/>
          <p:nvPr/>
        </p:nvSpPr>
        <p:spPr>
          <a:xfrm>
            <a:off x="3640666" y="4408541"/>
            <a:ext cx="570089" cy="230832"/>
          </a:xfrm>
          <a:prstGeom prst="rect">
            <a:avLst/>
          </a:prstGeom>
          <a:noFill/>
        </p:spPr>
        <p:txBody>
          <a:bodyPr wrap="square" rtlCol="0">
            <a:spAutoFit/>
          </a:bodyPr>
          <a:lstStyle/>
          <a:p>
            <a:pPr algn="ctr"/>
            <a:r>
              <a:rPr lang="en-US" sz="900" dirty="0"/>
              <a:t>34</a:t>
            </a:r>
          </a:p>
        </p:txBody>
      </p:sp>
      <p:sp>
        <p:nvSpPr>
          <p:cNvPr id="63" name="TextBox 62">
            <a:extLst>
              <a:ext uri="{FF2B5EF4-FFF2-40B4-BE49-F238E27FC236}">
                <a16:creationId xmlns:a16="http://schemas.microsoft.com/office/drawing/2014/main" id="{88CFA361-9212-D1C8-B5CB-D7C50C07A932}"/>
              </a:ext>
            </a:extLst>
          </p:cNvPr>
          <p:cNvSpPr txBox="1"/>
          <p:nvPr/>
        </p:nvSpPr>
        <p:spPr>
          <a:xfrm>
            <a:off x="3640666" y="4909484"/>
            <a:ext cx="570089" cy="230832"/>
          </a:xfrm>
          <a:prstGeom prst="rect">
            <a:avLst/>
          </a:prstGeom>
          <a:noFill/>
        </p:spPr>
        <p:txBody>
          <a:bodyPr wrap="square" rtlCol="0">
            <a:spAutoFit/>
          </a:bodyPr>
          <a:lstStyle/>
          <a:p>
            <a:pPr algn="ctr"/>
            <a:r>
              <a:rPr lang="en-US" sz="900" dirty="0"/>
              <a:t>43</a:t>
            </a:r>
          </a:p>
        </p:txBody>
      </p:sp>
      <p:sp>
        <p:nvSpPr>
          <p:cNvPr id="65" name="TextBox 64">
            <a:extLst>
              <a:ext uri="{FF2B5EF4-FFF2-40B4-BE49-F238E27FC236}">
                <a16:creationId xmlns:a16="http://schemas.microsoft.com/office/drawing/2014/main" id="{AB131B60-78A6-B32A-6999-A785192361C6}"/>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66" name="TextBox 65">
            <a:extLst>
              <a:ext uri="{FF2B5EF4-FFF2-40B4-BE49-F238E27FC236}">
                <a16:creationId xmlns:a16="http://schemas.microsoft.com/office/drawing/2014/main" id="{1595815F-C81D-00DE-9AE2-7F25B090A52E}"/>
              </a:ext>
            </a:extLst>
          </p:cNvPr>
          <p:cNvSpPr txBox="1"/>
          <p:nvPr/>
        </p:nvSpPr>
        <p:spPr>
          <a:xfrm>
            <a:off x="3716867" y="3741226"/>
            <a:ext cx="462845" cy="584775"/>
          </a:xfrm>
          <a:prstGeom prst="rect">
            <a:avLst/>
          </a:prstGeom>
          <a:noFill/>
        </p:spPr>
        <p:txBody>
          <a:bodyPr wrap="square" rtlCol="0">
            <a:spAutoFit/>
          </a:bodyPr>
          <a:lstStyle/>
          <a:p>
            <a:pPr algn="ctr"/>
            <a:r>
              <a:rPr lang="en-US" sz="3200" dirty="0"/>
              <a:t>6</a:t>
            </a:r>
          </a:p>
        </p:txBody>
      </p:sp>
      <p:sp>
        <p:nvSpPr>
          <p:cNvPr id="67" name="TextBox 66">
            <a:extLst>
              <a:ext uri="{FF2B5EF4-FFF2-40B4-BE49-F238E27FC236}">
                <a16:creationId xmlns:a16="http://schemas.microsoft.com/office/drawing/2014/main" id="{6BF184C8-4868-90DE-4F63-0833DCA571ED}"/>
              </a:ext>
            </a:extLst>
          </p:cNvPr>
          <p:cNvSpPr txBox="1"/>
          <p:nvPr/>
        </p:nvSpPr>
        <p:spPr>
          <a:xfrm>
            <a:off x="4216401" y="4244561"/>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34CB795E-3232-CB99-4C75-54073D26BA66}"/>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54" name="TextBox 53">
            <a:extLst>
              <a:ext uri="{FF2B5EF4-FFF2-40B4-BE49-F238E27FC236}">
                <a16:creationId xmlns:a16="http://schemas.microsoft.com/office/drawing/2014/main" id="{4F83CA84-3FCC-27B0-0449-95A4A1CE604E}"/>
              </a:ext>
            </a:extLst>
          </p:cNvPr>
          <p:cNvSpPr txBox="1"/>
          <p:nvPr/>
        </p:nvSpPr>
        <p:spPr>
          <a:xfrm>
            <a:off x="4216401" y="4747898"/>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6F8C42EB-4181-F686-7209-DCAB99B310C1}"/>
              </a:ext>
            </a:extLst>
          </p:cNvPr>
          <p:cNvSpPr txBox="1"/>
          <p:nvPr/>
        </p:nvSpPr>
        <p:spPr>
          <a:xfrm>
            <a:off x="3217333" y="424456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C12C2AD1-2C10-2BA1-0D43-C4C387EF2D24}"/>
              </a:ext>
            </a:extLst>
          </p:cNvPr>
          <p:cNvSpPr txBox="1"/>
          <p:nvPr/>
        </p:nvSpPr>
        <p:spPr>
          <a:xfrm>
            <a:off x="3217333" y="3237891"/>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BF360174-A3CD-D7CE-2956-DF2598F109F4}"/>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56" name="TextBox 55">
            <a:extLst>
              <a:ext uri="{FF2B5EF4-FFF2-40B4-BE49-F238E27FC236}">
                <a16:creationId xmlns:a16="http://schemas.microsoft.com/office/drawing/2014/main" id="{B51AF031-B133-2F84-8ED6-21071771DF9C}"/>
              </a:ext>
            </a:extLst>
          </p:cNvPr>
          <p:cNvSpPr txBox="1"/>
          <p:nvPr/>
        </p:nvSpPr>
        <p:spPr>
          <a:xfrm>
            <a:off x="4645378" y="4408541"/>
            <a:ext cx="570089" cy="230832"/>
          </a:xfrm>
          <a:prstGeom prst="rect">
            <a:avLst/>
          </a:prstGeom>
          <a:noFill/>
        </p:spPr>
        <p:txBody>
          <a:bodyPr wrap="square" rtlCol="0">
            <a:spAutoFit/>
          </a:bodyPr>
          <a:lstStyle/>
          <a:p>
            <a:pPr algn="ctr"/>
            <a:r>
              <a:rPr lang="en-US" sz="900" dirty="0"/>
              <a:t>63</a:t>
            </a:r>
          </a:p>
        </p:txBody>
      </p:sp>
      <p:sp>
        <p:nvSpPr>
          <p:cNvPr id="58" name="TextBox 57">
            <a:extLst>
              <a:ext uri="{FF2B5EF4-FFF2-40B4-BE49-F238E27FC236}">
                <a16:creationId xmlns:a16="http://schemas.microsoft.com/office/drawing/2014/main" id="{99D41103-8477-3EF5-6D18-3A71B6DC6A92}"/>
              </a:ext>
            </a:extLst>
          </p:cNvPr>
          <p:cNvSpPr txBox="1"/>
          <p:nvPr/>
        </p:nvSpPr>
        <p:spPr>
          <a:xfrm>
            <a:off x="7157158" y="4408541"/>
            <a:ext cx="570089" cy="230832"/>
          </a:xfrm>
          <a:prstGeom prst="rect">
            <a:avLst/>
          </a:prstGeom>
          <a:noFill/>
        </p:spPr>
        <p:txBody>
          <a:bodyPr wrap="square" rtlCol="0">
            <a:spAutoFit/>
          </a:bodyPr>
          <a:lstStyle/>
          <a:p>
            <a:pPr algn="ctr"/>
            <a:r>
              <a:rPr lang="en-US" sz="900" dirty="0"/>
              <a:t>46</a:t>
            </a:r>
          </a:p>
        </p:txBody>
      </p:sp>
      <p:sp>
        <p:nvSpPr>
          <p:cNvPr id="59" name="TextBox 58">
            <a:extLst>
              <a:ext uri="{FF2B5EF4-FFF2-40B4-BE49-F238E27FC236}">
                <a16:creationId xmlns:a16="http://schemas.microsoft.com/office/drawing/2014/main" id="{1FE594D7-F504-002F-3A63-D5CDB287371E}"/>
              </a:ext>
            </a:extLst>
          </p:cNvPr>
          <p:cNvSpPr txBox="1"/>
          <p:nvPr/>
        </p:nvSpPr>
        <p:spPr>
          <a:xfrm>
            <a:off x="6152446" y="4909484"/>
            <a:ext cx="570089" cy="230832"/>
          </a:xfrm>
          <a:prstGeom prst="rect">
            <a:avLst/>
          </a:prstGeom>
          <a:noFill/>
        </p:spPr>
        <p:txBody>
          <a:bodyPr wrap="square" rtlCol="0">
            <a:spAutoFit/>
          </a:bodyPr>
          <a:lstStyle/>
          <a:p>
            <a:pPr algn="ctr"/>
            <a:r>
              <a:rPr lang="en-US" sz="900" dirty="0"/>
              <a:t>45</a:t>
            </a:r>
          </a:p>
        </p:txBody>
      </p:sp>
      <p:sp>
        <p:nvSpPr>
          <p:cNvPr id="61" name="TextBox 60">
            <a:extLst>
              <a:ext uri="{FF2B5EF4-FFF2-40B4-BE49-F238E27FC236}">
                <a16:creationId xmlns:a16="http://schemas.microsoft.com/office/drawing/2014/main" id="{68901E77-BCDA-CD17-5FC9-F32560A6E7FC}"/>
              </a:ext>
            </a:extLst>
          </p:cNvPr>
          <p:cNvSpPr txBox="1"/>
          <p:nvPr/>
        </p:nvSpPr>
        <p:spPr>
          <a:xfrm>
            <a:off x="6654802" y="4909484"/>
            <a:ext cx="570089" cy="230832"/>
          </a:xfrm>
          <a:prstGeom prst="rect">
            <a:avLst/>
          </a:prstGeom>
          <a:noFill/>
        </p:spPr>
        <p:txBody>
          <a:bodyPr wrap="square" rtlCol="0">
            <a:spAutoFit/>
          </a:bodyPr>
          <a:lstStyle/>
          <a:p>
            <a:pPr algn="ctr"/>
            <a:r>
              <a:rPr lang="en-US" sz="900" dirty="0"/>
              <a:t>456</a:t>
            </a:r>
          </a:p>
        </p:txBody>
      </p:sp>
      <p:sp>
        <p:nvSpPr>
          <p:cNvPr id="62" name="TextBox 61">
            <a:extLst>
              <a:ext uri="{FF2B5EF4-FFF2-40B4-BE49-F238E27FC236}">
                <a16:creationId xmlns:a16="http://schemas.microsoft.com/office/drawing/2014/main" id="{DC1F5978-6B8C-7D93-B994-BFE9948E1467}"/>
              </a:ext>
            </a:extLst>
          </p:cNvPr>
          <p:cNvSpPr txBox="1"/>
          <p:nvPr/>
        </p:nvSpPr>
        <p:spPr>
          <a:xfrm>
            <a:off x="4645378" y="4909484"/>
            <a:ext cx="570089" cy="230832"/>
          </a:xfrm>
          <a:prstGeom prst="rect">
            <a:avLst/>
          </a:prstGeom>
          <a:noFill/>
        </p:spPr>
        <p:txBody>
          <a:bodyPr wrap="square" rtlCol="0">
            <a:spAutoFit/>
          </a:bodyPr>
          <a:lstStyle/>
          <a:p>
            <a:pPr algn="ctr"/>
            <a:r>
              <a:rPr lang="en-US" sz="900" dirty="0"/>
              <a:t>36</a:t>
            </a:r>
          </a:p>
        </p:txBody>
      </p:sp>
      <p:sp>
        <p:nvSpPr>
          <p:cNvPr id="64" name="TextBox 63">
            <a:extLst>
              <a:ext uri="{FF2B5EF4-FFF2-40B4-BE49-F238E27FC236}">
                <a16:creationId xmlns:a16="http://schemas.microsoft.com/office/drawing/2014/main" id="{CE732B0A-6936-F3EB-60A4-54A00D06A90A}"/>
              </a:ext>
            </a:extLst>
          </p:cNvPr>
          <p:cNvSpPr txBox="1"/>
          <p:nvPr/>
        </p:nvSpPr>
        <p:spPr>
          <a:xfrm>
            <a:off x="5147734" y="4909484"/>
            <a:ext cx="570089" cy="230832"/>
          </a:xfrm>
          <a:prstGeom prst="rect">
            <a:avLst/>
          </a:prstGeom>
          <a:noFill/>
        </p:spPr>
        <p:txBody>
          <a:bodyPr wrap="square" rtlCol="0">
            <a:spAutoFit/>
          </a:bodyPr>
          <a:lstStyle/>
          <a:p>
            <a:pPr algn="ctr"/>
            <a:r>
              <a:rPr lang="en-US" sz="900" dirty="0"/>
              <a:t>28</a:t>
            </a:r>
          </a:p>
        </p:txBody>
      </p:sp>
      <p:sp>
        <p:nvSpPr>
          <p:cNvPr id="68" name="TextBox 67">
            <a:extLst>
              <a:ext uri="{FF2B5EF4-FFF2-40B4-BE49-F238E27FC236}">
                <a16:creationId xmlns:a16="http://schemas.microsoft.com/office/drawing/2014/main" id="{C79848F3-AD22-681A-7376-4EE0236AC330}"/>
              </a:ext>
            </a:extLst>
          </p:cNvPr>
          <p:cNvSpPr txBox="1"/>
          <p:nvPr/>
        </p:nvSpPr>
        <p:spPr>
          <a:xfrm>
            <a:off x="5650090" y="4909484"/>
            <a:ext cx="570089" cy="230832"/>
          </a:xfrm>
          <a:prstGeom prst="rect">
            <a:avLst/>
          </a:prstGeom>
          <a:noFill/>
        </p:spPr>
        <p:txBody>
          <a:bodyPr wrap="square" rtlCol="0">
            <a:spAutoFit/>
          </a:bodyPr>
          <a:lstStyle/>
          <a:p>
            <a:pPr algn="ctr"/>
            <a:r>
              <a:rPr lang="en-US" sz="900" dirty="0"/>
              <a:t>82</a:t>
            </a:r>
          </a:p>
        </p:txBody>
      </p:sp>
      <p:sp>
        <p:nvSpPr>
          <p:cNvPr id="69" name="TextBox 68">
            <a:extLst>
              <a:ext uri="{FF2B5EF4-FFF2-40B4-BE49-F238E27FC236}">
                <a16:creationId xmlns:a16="http://schemas.microsoft.com/office/drawing/2014/main" id="{9BE67888-490C-8F62-EC08-72CBD0F53624}"/>
              </a:ext>
            </a:extLst>
          </p:cNvPr>
          <p:cNvSpPr txBox="1"/>
          <p:nvPr/>
        </p:nvSpPr>
        <p:spPr>
          <a:xfrm>
            <a:off x="5147734" y="901933"/>
            <a:ext cx="570089" cy="230832"/>
          </a:xfrm>
          <a:prstGeom prst="rect">
            <a:avLst/>
          </a:prstGeom>
          <a:noFill/>
        </p:spPr>
        <p:txBody>
          <a:bodyPr wrap="square" rtlCol="0">
            <a:spAutoFit/>
          </a:bodyPr>
          <a:lstStyle/>
          <a:p>
            <a:pPr algn="ctr"/>
            <a:r>
              <a:rPr lang="en-US" sz="900" dirty="0"/>
              <a:t>278</a:t>
            </a:r>
          </a:p>
        </p:txBody>
      </p:sp>
      <p:sp>
        <p:nvSpPr>
          <p:cNvPr id="70" name="TextBox 69">
            <a:extLst>
              <a:ext uri="{FF2B5EF4-FFF2-40B4-BE49-F238E27FC236}">
                <a16:creationId xmlns:a16="http://schemas.microsoft.com/office/drawing/2014/main" id="{5C9EBC14-E307-BAE3-0601-F756DF1AEC08}"/>
              </a:ext>
            </a:extLst>
          </p:cNvPr>
          <p:cNvSpPr txBox="1"/>
          <p:nvPr/>
        </p:nvSpPr>
        <p:spPr>
          <a:xfrm>
            <a:off x="5650090" y="901933"/>
            <a:ext cx="570089" cy="230832"/>
          </a:xfrm>
          <a:prstGeom prst="rect">
            <a:avLst/>
          </a:prstGeom>
          <a:noFill/>
        </p:spPr>
        <p:txBody>
          <a:bodyPr wrap="square" rtlCol="0">
            <a:spAutoFit/>
          </a:bodyPr>
          <a:lstStyle/>
          <a:p>
            <a:pPr algn="ctr"/>
            <a:r>
              <a:rPr lang="en-US" sz="900" dirty="0"/>
              <a:t>58</a:t>
            </a:r>
          </a:p>
        </p:txBody>
      </p:sp>
      <p:sp>
        <p:nvSpPr>
          <p:cNvPr id="71" name="TextBox 70">
            <a:extLst>
              <a:ext uri="{FF2B5EF4-FFF2-40B4-BE49-F238E27FC236}">
                <a16:creationId xmlns:a16="http://schemas.microsoft.com/office/drawing/2014/main" id="{3463B074-38CC-9C6B-76B3-11A780993B7A}"/>
              </a:ext>
            </a:extLst>
          </p:cNvPr>
          <p:cNvSpPr txBox="1"/>
          <p:nvPr/>
        </p:nvSpPr>
        <p:spPr>
          <a:xfrm>
            <a:off x="5147734" y="1402877"/>
            <a:ext cx="570089" cy="230832"/>
          </a:xfrm>
          <a:prstGeom prst="rect">
            <a:avLst/>
          </a:prstGeom>
          <a:noFill/>
        </p:spPr>
        <p:txBody>
          <a:bodyPr wrap="square" rtlCol="0">
            <a:spAutoFit/>
          </a:bodyPr>
          <a:lstStyle/>
          <a:p>
            <a:pPr algn="ctr"/>
            <a:r>
              <a:rPr lang="en-US" sz="900" dirty="0"/>
              <a:t>278</a:t>
            </a:r>
          </a:p>
        </p:txBody>
      </p:sp>
      <p:sp>
        <p:nvSpPr>
          <p:cNvPr id="72" name="TextBox 71">
            <a:extLst>
              <a:ext uri="{FF2B5EF4-FFF2-40B4-BE49-F238E27FC236}">
                <a16:creationId xmlns:a16="http://schemas.microsoft.com/office/drawing/2014/main" id="{1E4B8FD1-FEE7-4CC9-DE3F-71481D3426EC}"/>
              </a:ext>
            </a:extLst>
          </p:cNvPr>
          <p:cNvSpPr txBox="1"/>
          <p:nvPr/>
        </p:nvSpPr>
        <p:spPr>
          <a:xfrm>
            <a:off x="5650090" y="1402877"/>
            <a:ext cx="570089" cy="230832"/>
          </a:xfrm>
          <a:prstGeom prst="rect">
            <a:avLst/>
          </a:prstGeom>
          <a:noFill/>
        </p:spPr>
        <p:txBody>
          <a:bodyPr wrap="square" rtlCol="0">
            <a:spAutoFit/>
          </a:bodyPr>
          <a:lstStyle/>
          <a:p>
            <a:pPr algn="ctr"/>
            <a:r>
              <a:rPr lang="en-US" sz="900" dirty="0"/>
              <a:t>268</a:t>
            </a:r>
          </a:p>
        </p:txBody>
      </p:sp>
      <p:sp>
        <p:nvSpPr>
          <p:cNvPr id="73" name="TextBox 72">
            <a:extLst>
              <a:ext uri="{FF2B5EF4-FFF2-40B4-BE49-F238E27FC236}">
                <a16:creationId xmlns:a16="http://schemas.microsoft.com/office/drawing/2014/main" id="{0B75A444-1A31-3F43-4D51-38A48781B186}"/>
              </a:ext>
            </a:extLst>
          </p:cNvPr>
          <p:cNvSpPr txBox="1"/>
          <p:nvPr/>
        </p:nvSpPr>
        <p:spPr>
          <a:xfrm>
            <a:off x="5650090" y="1903821"/>
            <a:ext cx="570089" cy="230832"/>
          </a:xfrm>
          <a:prstGeom prst="rect">
            <a:avLst/>
          </a:prstGeom>
          <a:noFill/>
        </p:spPr>
        <p:txBody>
          <a:bodyPr wrap="square" rtlCol="0">
            <a:spAutoFit/>
          </a:bodyPr>
          <a:lstStyle/>
          <a:p>
            <a:pPr algn="ctr"/>
            <a:r>
              <a:rPr lang="en-US" sz="900" dirty="0"/>
              <a:t>56</a:t>
            </a:r>
          </a:p>
        </p:txBody>
      </p:sp>
      <p:sp>
        <p:nvSpPr>
          <p:cNvPr id="74" name="TextBox 73">
            <a:extLst>
              <a:ext uri="{FF2B5EF4-FFF2-40B4-BE49-F238E27FC236}">
                <a16:creationId xmlns:a16="http://schemas.microsoft.com/office/drawing/2014/main" id="{DE088B41-F391-29EC-61C8-B45AF881E898}"/>
              </a:ext>
            </a:extLst>
          </p:cNvPr>
          <p:cNvSpPr txBox="1"/>
          <p:nvPr/>
        </p:nvSpPr>
        <p:spPr>
          <a:xfrm>
            <a:off x="6152446" y="2404765"/>
            <a:ext cx="570089" cy="230832"/>
          </a:xfrm>
          <a:prstGeom prst="rect">
            <a:avLst/>
          </a:prstGeom>
          <a:noFill/>
        </p:spPr>
        <p:txBody>
          <a:bodyPr wrap="square" rtlCol="0">
            <a:spAutoFit/>
          </a:bodyPr>
          <a:lstStyle/>
          <a:p>
            <a:pPr algn="ctr"/>
            <a:r>
              <a:rPr lang="en-US" sz="900" dirty="0"/>
              <a:t>34</a:t>
            </a:r>
          </a:p>
        </p:txBody>
      </p:sp>
      <p:sp>
        <p:nvSpPr>
          <p:cNvPr id="75" name="TextBox 74">
            <a:extLst>
              <a:ext uri="{FF2B5EF4-FFF2-40B4-BE49-F238E27FC236}">
                <a16:creationId xmlns:a16="http://schemas.microsoft.com/office/drawing/2014/main" id="{DA0D91AF-FB50-5AB1-399A-42AFBE0835D3}"/>
              </a:ext>
            </a:extLst>
          </p:cNvPr>
          <p:cNvSpPr txBox="1"/>
          <p:nvPr/>
        </p:nvSpPr>
        <p:spPr>
          <a:xfrm>
            <a:off x="6654802" y="2404765"/>
            <a:ext cx="570089" cy="230832"/>
          </a:xfrm>
          <a:prstGeom prst="rect">
            <a:avLst/>
          </a:prstGeom>
          <a:noFill/>
        </p:spPr>
        <p:txBody>
          <a:bodyPr wrap="square" rtlCol="0">
            <a:spAutoFit/>
          </a:bodyPr>
          <a:lstStyle/>
          <a:p>
            <a:pPr algn="ctr"/>
            <a:r>
              <a:rPr lang="en-US" sz="900" dirty="0"/>
              <a:t>48</a:t>
            </a:r>
          </a:p>
        </p:txBody>
      </p:sp>
      <p:sp>
        <p:nvSpPr>
          <p:cNvPr id="76" name="TextBox 75">
            <a:extLst>
              <a:ext uri="{FF2B5EF4-FFF2-40B4-BE49-F238E27FC236}">
                <a16:creationId xmlns:a16="http://schemas.microsoft.com/office/drawing/2014/main" id="{627D609C-4161-C86A-57CE-F15A54AF88D8}"/>
              </a:ext>
            </a:extLst>
          </p:cNvPr>
          <p:cNvSpPr txBox="1"/>
          <p:nvPr/>
        </p:nvSpPr>
        <p:spPr>
          <a:xfrm>
            <a:off x="7157158" y="2404765"/>
            <a:ext cx="570089" cy="230832"/>
          </a:xfrm>
          <a:prstGeom prst="rect">
            <a:avLst/>
          </a:prstGeom>
          <a:noFill/>
        </p:spPr>
        <p:txBody>
          <a:bodyPr wrap="square" rtlCol="0">
            <a:spAutoFit/>
          </a:bodyPr>
          <a:lstStyle/>
          <a:p>
            <a:pPr algn="ctr"/>
            <a:r>
              <a:rPr lang="en-US" sz="900" dirty="0"/>
              <a:t>83</a:t>
            </a:r>
          </a:p>
        </p:txBody>
      </p:sp>
      <p:sp>
        <p:nvSpPr>
          <p:cNvPr id="81" name="TextBox 80">
            <a:extLst>
              <a:ext uri="{FF2B5EF4-FFF2-40B4-BE49-F238E27FC236}">
                <a16:creationId xmlns:a16="http://schemas.microsoft.com/office/drawing/2014/main" id="{E7029F2A-7342-1449-E573-40534871A5A2}"/>
              </a:ext>
            </a:extLst>
          </p:cNvPr>
          <p:cNvSpPr txBox="1"/>
          <p:nvPr/>
        </p:nvSpPr>
        <p:spPr>
          <a:xfrm>
            <a:off x="7213604" y="2734556"/>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964CCFC2-90B9-1681-92BB-50DA84CA71FC}"/>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79" name="TextBox 78">
            <a:extLst>
              <a:ext uri="{FF2B5EF4-FFF2-40B4-BE49-F238E27FC236}">
                <a16:creationId xmlns:a16="http://schemas.microsoft.com/office/drawing/2014/main" id="{01617BCC-0E4A-A9BD-A07E-835076FDF79D}"/>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10" name="TextBox 9">
            <a:extLst>
              <a:ext uri="{FF2B5EF4-FFF2-40B4-BE49-F238E27FC236}">
                <a16:creationId xmlns:a16="http://schemas.microsoft.com/office/drawing/2014/main" id="{AB4BB1D9-CA30-B14A-DC1E-CD79C3B94BE4}"/>
              </a:ext>
            </a:extLst>
          </p:cNvPr>
          <p:cNvSpPr txBox="1"/>
          <p:nvPr/>
        </p:nvSpPr>
        <p:spPr>
          <a:xfrm>
            <a:off x="6152446" y="901933"/>
            <a:ext cx="570089" cy="230832"/>
          </a:xfrm>
          <a:prstGeom prst="rect">
            <a:avLst/>
          </a:prstGeom>
          <a:noFill/>
        </p:spPr>
        <p:txBody>
          <a:bodyPr wrap="square" rtlCol="0">
            <a:spAutoFit/>
          </a:bodyPr>
          <a:lstStyle/>
          <a:p>
            <a:pPr algn="ctr"/>
            <a:r>
              <a:rPr lang="en-US" sz="900" dirty="0"/>
              <a:t>57</a:t>
            </a:r>
          </a:p>
        </p:txBody>
      </p:sp>
      <p:sp>
        <p:nvSpPr>
          <p:cNvPr id="12" name="TextBox 11">
            <a:extLst>
              <a:ext uri="{FF2B5EF4-FFF2-40B4-BE49-F238E27FC236}">
                <a16:creationId xmlns:a16="http://schemas.microsoft.com/office/drawing/2014/main" id="{DC883C23-9F78-DDEA-6BC6-FDCECEB2A7C1}"/>
              </a:ext>
            </a:extLst>
          </p:cNvPr>
          <p:cNvSpPr txBox="1"/>
          <p:nvPr/>
        </p:nvSpPr>
        <p:spPr>
          <a:xfrm>
            <a:off x="6654802" y="901933"/>
            <a:ext cx="570089" cy="230832"/>
          </a:xfrm>
          <a:prstGeom prst="rect">
            <a:avLst/>
          </a:prstGeom>
          <a:noFill/>
        </p:spPr>
        <p:txBody>
          <a:bodyPr wrap="square" rtlCol="0">
            <a:spAutoFit/>
          </a:bodyPr>
          <a:lstStyle/>
          <a:p>
            <a:pPr algn="ctr"/>
            <a:r>
              <a:rPr lang="en-US" sz="900" dirty="0"/>
              <a:t>258</a:t>
            </a:r>
          </a:p>
        </p:txBody>
      </p:sp>
      <p:sp>
        <p:nvSpPr>
          <p:cNvPr id="80" name="TextBox 79">
            <a:extLst>
              <a:ext uri="{FF2B5EF4-FFF2-40B4-BE49-F238E27FC236}">
                <a16:creationId xmlns:a16="http://schemas.microsoft.com/office/drawing/2014/main" id="{42779082-99D5-F842-947E-ACD3F7838E00}"/>
              </a:ext>
            </a:extLst>
          </p:cNvPr>
          <p:cNvSpPr txBox="1"/>
          <p:nvPr/>
        </p:nvSpPr>
        <p:spPr>
          <a:xfrm>
            <a:off x="6152446" y="1402877"/>
            <a:ext cx="570089" cy="230832"/>
          </a:xfrm>
          <a:prstGeom prst="rect">
            <a:avLst/>
          </a:prstGeom>
          <a:noFill/>
        </p:spPr>
        <p:txBody>
          <a:bodyPr wrap="square" rtlCol="0">
            <a:spAutoFit/>
          </a:bodyPr>
          <a:lstStyle/>
          <a:p>
            <a:pPr algn="ctr"/>
            <a:r>
              <a:rPr lang="en-US" sz="900" dirty="0"/>
              <a:t>73</a:t>
            </a:r>
          </a:p>
        </p:txBody>
      </p:sp>
      <p:sp>
        <p:nvSpPr>
          <p:cNvPr id="85" name="TextBox 84">
            <a:extLst>
              <a:ext uri="{FF2B5EF4-FFF2-40B4-BE49-F238E27FC236}">
                <a16:creationId xmlns:a16="http://schemas.microsoft.com/office/drawing/2014/main" id="{0413E18E-3B21-0A98-0F8A-11B25339AC33}"/>
              </a:ext>
            </a:extLst>
          </p:cNvPr>
          <p:cNvSpPr txBox="1"/>
          <p:nvPr/>
        </p:nvSpPr>
        <p:spPr>
          <a:xfrm>
            <a:off x="6654802" y="1402877"/>
            <a:ext cx="570089" cy="230832"/>
          </a:xfrm>
          <a:prstGeom prst="rect">
            <a:avLst/>
          </a:prstGeom>
          <a:noFill/>
        </p:spPr>
        <p:txBody>
          <a:bodyPr wrap="square" rtlCol="0">
            <a:spAutoFit/>
          </a:bodyPr>
          <a:lstStyle/>
          <a:p>
            <a:pPr algn="ctr"/>
            <a:r>
              <a:rPr lang="en-US" sz="900" dirty="0"/>
              <a:t>268</a:t>
            </a:r>
          </a:p>
        </p:txBody>
      </p:sp>
      <p:sp>
        <p:nvSpPr>
          <p:cNvPr id="86" name="TextBox 85">
            <a:extLst>
              <a:ext uri="{FF2B5EF4-FFF2-40B4-BE49-F238E27FC236}">
                <a16:creationId xmlns:a16="http://schemas.microsoft.com/office/drawing/2014/main" id="{3B6740A1-2059-27D3-AC17-3936D12E7106}"/>
              </a:ext>
            </a:extLst>
          </p:cNvPr>
          <p:cNvSpPr txBox="1"/>
          <p:nvPr/>
        </p:nvSpPr>
        <p:spPr>
          <a:xfrm>
            <a:off x="7157158" y="1402877"/>
            <a:ext cx="570089" cy="230832"/>
          </a:xfrm>
          <a:prstGeom prst="rect">
            <a:avLst/>
          </a:prstGeom>
          <a:noFill/>
        </p:spPr>
        <p:txBody>
          <a:bodyPr wrap="square" rtlCol="0">
            <a:spAutoFit/>
          </a:bodyPr>
          <a:lstStyle/>
          <a:p>
            <a:pPr algn="ctr"/>
            <a:r>
              <a:rPr lang="en-US" sz="900" dirty="0"/>
              <a:t>38</a:t>
            </a:r>
          </a:p>
        </p:txBody>
      </p:sp>
      <p:sp>
        <p:nvSpPr>
          <p:cNvPr id="87" name="TextBox 86">
            <a:extLst>
              <a:ext uri="{FF2B5EF4-FFF2-40B4-BE49-F238E27FC236}">
                <a16:creationId xmlns:a16="http://schemas.microsoft.com/office/drawing/2014/main" id="{322B1BE3-51BB-3544-2B5A-6B0AEE38E0A3}"/>
              </a:ext>
            </a:extLst>
          </p:cNvPr>
          <p:cNvSpPr txBox="1"/>
          <p:nvPr/>
        </p:nvSpPr>
        <p:spPr>
          <a:xfrm>
            <a:off x="6654802" y="1903821"/>
            <a:ext cx="570089" cy="230832"/>
          </a:xfrm>
          <a:prstGeom prst="rect">
            <a:avLst/>
          </a:prstGeom>
          <a:noFill/>
        </p:spPr>
        <p:txBody>
          <a:bodyPr wrap="square" rtlCol="0">
            <a:spAutoFit/>
          </a:bodyPr>
          <a:lstStyle/>
          <a:p>
            <a:pPr algn="ctr"/>
            <a:r>
              <a:rPr lang="en-US" sz="900" dirty="0"/>
              <a:t>456</a:t>
            </a:r>
          </a:p>
        </p:txBody>
      </p:sp>
      <p:sp>
        <p:nvSpPr>
          <p:cNvPr id="88" name="TextBox 87">
            <a:extLst>
              <a:ext uri="{FF2B5EF4-FFF2-40B4-BE49-F238E27FC236}">
                <a16:creationId xmlns:a16="http://schemas.microsoft.com/office/drawing/2014/main" id="{CFD0FD35-9B5D-A647-7837-C0511EBA0FE2}"/>
              </a:ext>
            </a:extLst>
          </p:cNvPr>
          <p:cNvSpPr txBox="1"/>
          <p:nvPr/>
        </p:nvSpPr>
        <p:spPr>
          <a:xfrm>
            <a:off x="7157158" y="1903821"/>
            <a:ext cx="570089" cy="230832"/>
          </a:xfrm>
          <a:prstGeom prst="rect">
            <a:avLst/>
          </a:prstGeom>
          <a:noFill/>
        </p:spPr>
        <p:txBody>
          <a:bodyPr wrap="square" rtlCol="0">
            <a:spAutoFit/>
          </a:bodyPr>
          <a:lstStyle/>
          <a:p>
            <a:pPr algn="ctr"/>
            <a:r>
              <a:rPr lang="en-US" sz="900" dirty="0"/>
              <a:t>64</a:t>
            </a:r>
          </a:p>
        </p:txBody>
      </p:sp>
      <p:sp>
        <p:nvSpPr>
          <p:cNvPr id="89" name="TextBox 88">
            <a:extLst>
              <a:ext uri="{FF2B5EF4-FFF2-40B4-BE49-F238E27FC236}">
                <a16:creationId xmlns:a16="http://schemas.microsoft.com/office/drawing/2014/main" id="{8D770C62-53A4-70FE-C0A2-E296257F6D4A}"/>
              </a:ext>
            </a:extLst>
          </p:cNvPr>
          <p:cNvSpPr txBox="1"/>
          <p:nvPr/>
        </p:nvSpPr>
        <p:spPr>
          <a:xfrm>
            <a:off x="3217333" y="1224551"/>
            <a:ext cx="462845" cy="584775"/>
          </a:xfrm>
          <a:prstGeom prst="rect">
            <a:avLst/>
          </a:prstGeom>
          <a:noFill/>
        </p:spPr>
        <p:txBody>
          <a:bodyPr wrap="square" rtlCol="0">
            <a:spAutoFit/>
          </a:bodyPr>
          <a:lstStyle/>
          <a:p>
            <a:pPr algn="ctr"/>
            <a:r>
              <a:rPr lang="en-US" sz="3200" dirty="0"/>
              <a:t>5</a:t>
            </a:r>
          </a:p>
        </p:txBody>
      </p:sp>
      <p:sp>
        <p:nvSpPr>
          <p:cNvPr id="90" name="TextBox 89">
            <a:extLst>
              <a:ext uri="{FF2B5EF4-FFF2-40B4-BE49-F238E27FC236}">
                <a16:creationId xmlns:a16="http://schemas.microsoft.com/office/drawing/2014/main" id="{D84CFB4F-EB4C-3F34-2057-488F0276C0EA}"/>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39784057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C5F22-83AE-E6AF-BC56-DE48A28F06FE}"/>
            </a:ext>
          </a:extLst>
        </p:cNvPr>
        <p:cNvGrpSpPr/>
        <p:nvPr/>
      </p:nvGrpSpPr>
      <p:grpSpPr>
        <a:xfrm>
          <a:off x="0" y="0"/>
          <a:ext cx="0" cy="0"/>
          <a:chOff x="0" y="0"/>
          <a:chExt cx="0" cy="0"/>
        </a:xfrm>
      </p:grpSpPr>
      <p:sp>
        <p:nvSpPr>
          <p:cNvPr id="52" name="TextBox 51">
            <a:extLst>
              <a:ext uri="{FF2B5EF4-FFF2-40B4-BE49-F238E27FC236}">
                <a16:creationId xmlns:a16="http://schemas.microsoft.com/office/drawing/2014/main" id="{FE953928-5854-DB98-71B2-5898055BBB6B}"/>
              </a:ext>
            </a:extLst>
          </p:cNvPr>
          <p:cNvSpPr txBox="1"/>
          <p:nvPr/>
        </p:nvSpPr>
        <p:spPr>
          <a:xfrm>
            <a:off x="6214537" y="1224551"/>
            <a:ext cx="462845" cy="584775"/>
          </a:xfrm>
          <a:prstGeom prst="rect">
            <a:avLst/>
          </a:prstGeom>
          <a:solidFill>
            <a:srgbClr val="FFFF00">
              <a:alpha val="20000"/>
            </a:srgbClr>
          </a:solidFill>
        </p:spPr>
        <p:txBody>
          <a:bodyPr wrap="square" rtlCol="0">
            <a:spAutoFit/>
          </a:bodyPr>
          <a:lstStyle/>
          <a:p>
            <a:pPr algn="ctr"/>
            <a:endParaRPr lang="en-US" sz="3200" dirty="0"/>
          </a:p>
        </p:txBody>
      </p:sp>
      <p:sp>
        <p:nvSpPr>
          <p:cNvPr id="53" name="TextBox 52">
            <a:extLst>
              <a:ext uri="{FF2B5EF4-FFF2-40B4-BE49-F238E27FC236}">
                <a16:creationId xmlns:a16="http://schemas.microsoft.com/office/drawing/2014/main" id="{268C1A66-5861-CA4D-3EB6-F78004B2237C}"/>
              </a:ext>
            </a:extLst>
          </p:cNvPr>
          <p:cNvSpPr txBox="1"/>
          <p:nvPr/>
        </p:nvSpPr>
        <p:spPr>
          <a:xfrm>
            <a:off x="5715003" y="721216"/>
            <a:ext cx="462845" cy="584775"/>
          </a:xfrm>
          <a:prstGeom prst="rect">
            <a:avLst/>
          </a:prstGeom>
          <a:solidFill>
            <a:srgbClr val="FFFF00">
              <a:alpha val="20000"/>
            </a:srgbClr>
          </a:solidFill>
        </p:spPr>
        <p:txBody>
          <a:bodyPr wrap="square" rtlCol="0">
            <a:spAutoFit/>
          </a:bodyPr>
          <a:lstStyle/>
          <a:p>
            <a:pPr algn="ctr"/>
            <a:endParaRPr lang="en-US" sz="3200" dirty="0"/>
          </a:p>
        </p:txBody>
      </p:sp>
      <p:sp>
        <p:nvSpPr>
          <p:cNvPr id="91" name="TextBox 90">
            <a:extLst>
              <a:ext uri="{FF2B5EF4-FFF2-40B4-BE49-F238E27FC236}">
                <a16:creationId xmlns:a16="http://schemas.microsoft.com/office/drawing/2014/main" id="{A902D301-5E95-7B97-AF46-07CBD337FC74}"/>
              </a:ext>
            </a:extLst>
          </p:cNvPr>
          <p:cNvSpPr txBox="1"/>
          <p:nvPr/>
        </p:nvSpPr>
        <p:spPr>
          <a:xfrm>
            <a:off x="6714071" y="1727886"/>
            <a:ext cx="462845" cy="584775"/>
          </a:xfrm>
          <a:prstGeom prst="rect">
            <a:avLst/>
          </a:prstGeom>
          <a:solidFill>
            <a:srgbClr val="FFFF00">
              <a:alpha val="20000"/>
            </a:srgbClr>
          </a:solidFill>
        </p:spPr>
        <p:txBody>
          <a:bodyPr wrap="square" rtlCol="0">
            <a:spAutoFit/>
          </a:bodyPr>
          <a:lstStyle/>
          <a:p>
            <a:pPr algn="ctr"/>
            <a:endParaRPr lang="en-US" sz="3200" dirty="0"/>
          </a:p>
        </p:txBody>
      </p:sp>
      <p:sp>
        <p:nvSpPr>
          <p:cNvPr id="92" name="TextBox 91">
            <a:extLst>
              <a:ext uri="{FF2B5EF4-FFF2-40B4-BE49-F238E27FC236}">
                <a16:creationId xmlns:a16="http://schemas.microsoft.com/office/drawing/2014/main" id="{ACB9AB43-C1CA-EF89-2927-8B52A275BEB7}"/>
              </a:ext>
            </a:extLst>
          </p:cNvPr>
          <p:cNvSpPr txBox="1"/>
          <p:nvPr/>
        </p:nvSpPr>
        <p:spPr>
          <a:xfrm>
            <a:off x="7213604" y="2231221"/>
            <a:ext cx="462845" cy="584775"/>
          </a:xfrm>
          <a:prstGeom prst="rect">
            <a:avLst/>
          </a:prstGeom>
          <a:solidFill>
            <a:srgbClr val="FFFF00">
              <a:alpha val="20000"/>
            </a:srgbClr>
          </a:solidFill>
        </p:spPr>
        <p:txBody>
          <a:bodyPr wrap="square" rtlCol="0">
            <a:spAutoFit/>
          </a:bodyPr>
          <a:lstStyle/>
          <a:p>
            <a:pPr algn="ctr"/>
            <a:endParaRPr lang="en-US" sz="3200" dirty="0"/>
          </a:p>
        </p:txBody>
      </p:sp>
      <p:sp>
        <p:nvSpPr>
          <p:cNvPr id="77" name="TextBox 76">
            <a:extLst>
              <a:ext uri="{FF2B5EF4-FFF2-40B4-BE49-F238E27FC236}">
                <a16:creationId xmlns:a16="http://schemas.microsoft.com/office/drawing/2014/main" id="{8C1BA089-6F88-2BEC-B479-E9D783EBE7C4}"/>
              </a:ext>
            </a:extLst>
          </p:cNvPr>
          <p:cNvSpPr txBox="1"/>
          <p:nvPr/>
        </p:nvSpPr>
        <p:spPr>
          <a:xfrm>
            <a:off x="5715003" y="1727886"/>
            <a:ext cx="462845" cy="584775"/>
          </a:xfrm>
          <a:prstGeom prst="rect">
            <a:avLst/>
          </a:prstGeom>
          <a:solidFill>
            <a:srgbClr val="92D050">
              <a:alpha val="15000"/>
            </a:srgbClr>
          </a:solidFill>
        </p:spPr>
        <p:txBody>
          <a:bodyPr wrap="square" rtlCol="0">
            <a:spAutoFit/>
          </a:bodyPr>
          <a:lstStyle/>
          <a:p>
            <a:pPr algn="ctr"/>
            <a:endParaRPr lang="en-US" sz="3200" dirty="0"/>
          </a:p>
        </p:txBody>
      </p:sp>
      <p:sp>
        <p:nvSpPr>
          <p:cNvPr id="78" name="TextBox 77">
            <a:extLst>
              <a:ext uri="{FF2B5EF4-FFF2-40B4-BE49-F238E27FC236}">
                <a16:creationId xmlns:a16="http://schemas.microsoft.com/office/drawing/2014/main" id="{24E0BBF6-E4EF-C859-9876-BC7588532E7D}"/>
              </a:ext>
            </a:extLst>
          </p:cNvPr>
          <p:cNvSpPr txBox="1"/>
          <p:nvPr/>
        </p:nvSpPr>
        <p:spPr>
          <a:xfrm>
            <a:off x="6214537" y="2231221"/>
            <a:ext cx="462845" cy="584775"/>
          </a:xfrm>
          <a:prstGeom prst="rect">
            <a:avLst/>
          </a:prstGeom>
          <a:solidFill>
            <a:srgbClr val="92D050">
              <a:alpha val="15000"/>
            </a:srgbClr>
          </a:solidFill>
        </p:spPr>
        <p:txBody>
          <a:bodyPr wrap="square" rtlCol="0">
            <a:spAutoFit/>
          </a:bodyPr>
          <a:lstStyle/>
          <a:p>
            <a:pPr algn="ctr"/>
            <a:endParaRPr lang="en-US" sz="3200" dirty="0"/>
          </a:p>
        </p:txBody>
      </p:sp>
      <p:sp>
        <p:nvSpPr>
          <p:cNvPr id="82" name="TextBox 81">
            <a:extLst>
              <a:ext uri="{FF2B5EF4-FFF2-40B4-BE49-F238E27FC236}">
                <a16:creationId xmlns:a16="http://schemas.microsoft.com/office/drawing/2014/main" id="{907630EA-AECB-A5E6-9852-393EACDF8025}"/>
              </a:ext>
            </a:extLst>
          </p:cNvPr>
          <p:cNvSpPr txBox="1"/>
          <p:nvPr/>
        </p:nvSpPr>
        <p:spPr>
          <a:xfrm>
            <a:off x="6714071" y="2734556"/>
            <a:ext cx="462845" cy="584775"/>
          </a:xfrm>
          <a:prstGeom prst="rect">
            <a:avLst/>
          </a:prstGeom>
          <a:solidFill>
            <a:srgbClr val="92D050">
              <a:alpha val="15000"/>
            </a:srgbClr>
          </a:solidFill>
        </p:spPr>
        <p:txBody>
          <a:bodyPr wrap="square" rtlCol="0">
            <a:spAutoFit/>
          </a:bodyPr>
          <a:lstStyle/>
          <a:p>
            <a:pPr algn="ctr"/>
            <a:r>
              <a:rPr lang="en-US" sz="3200" dirty="0"/>
              <a:t>7</a:t>
            </a:r>
          </a:p>
        </p:txBody>
      </p:sp>
      <p:sp>
        <p:nvSpPr>
          <p:cNvPr id="83" name="TextBox 82">
            <a:extLst>
              <a:ext uri="{FF2B5EF4-FFF2-40B4-BE49-F238E27FC236}">
                <a16:creationId xmlns:a16="http://schemas.microsoft.com/office/drawing/2014/main" id="{2172E009-EC7D-82BB-F2AC-A4C0E7252E7F}"/>
              </a:ext>
            </a:extLst>
          </p:cNvPr>
          <p:cNvSpPr txBox="1"/>
          <p:nvPr/>
        </p:nvSpPr>
        <p:spPr>
          <a:xfrm>
            <a:off x="7213604" y="3237891"/>
            <a:ext cx="462845" cy="584775"/>
          </a:xfrm>
          <a:prstGeom prst="rect">
            <a:avLst/>
          </a:prstGeom>
          <a:solidFill>
            <a:srgbClr val="92D050">
              <a:alpha val="15000"/>
            </a:srgbClr>
          </a:solidFill>
        </p:spPr>
        <p:txBody>
          <a:bodyPr wrap="square" rtlCol="0">
            <a:spAutoFit/>
          </a:bodyPr>
          <a:lstStyle/>
          <a:p>
            <a:pPr algn="ctr"/>
            <a:r>
              <a:rPr lang="en-US" sz="3200" dirty="0"/>
              <a:t>2</a:t>
            </a:r>
          </a:p>
        </p:txBody>
      </p:sp>
      <p:sp>
        <p:nvSpPr>
          <p:cNvPr id="84" name="TextBox 83">
            <a:extLst>
              <a:ext uri="{FF2B5EF4-FFF2-40B4-BE49-F238E27FC236}">
                <a16:creationId xmlns:a16="http://schemas.microsoft.com/office/drawing/2014/main" id="{6EF91DCB-B6CF-1B74-F52A-1E0EA5DD4735}"/>
              </a:ext>
            </a:extLst>
          </p:cNvPr>
          <p:cNvSpPr txBox="1"/>
          <p:nvPr/>
        </p:nvSpPr>
        <p:spPr>
          <a:xfrm>
            <a:off x="7213604" y="3741226"/>
            <a:ext cx="462845" cy="584775"/>
          </a:xfrm>
          <a:prstGeom prst="rect">
            <a:avLst/>
          </a:prstGeom>
          <a:solidFill>
            <a:srgbClr val="92D050">
              <a:alpha val="15000"/>
            </a:srgbClr>
          </a:solidFill>
        </p:spPr>
        <p:txBody>
          <a:bodyPr wrap="square" rtlCol="0">
            <a:spAutoFit/>
          </a:bodyPr>
          <a:lstStyle/>
          <a:p>
            <a:pPr algn="ctr"/>
            <a:r>
              <a:rPr lang="en-US" sz="3200" dirty="0"/>
              <a:t>7</a:t>
            </a:r>
          </a:p>
        </p:txBody>
      </p:sp>
      <p:sp>
        <p:nvSpPr>
          <p:cNvPr id="46" name="TextBox 45">
            <a:extLst>
              <a:ext uri="{FF2B5EF4-FFF2-40B4-BE49-F238E27FC236}">
                <a16:creationId xmlns:a16="http://schemas.microsoft.com/office/drawing/2014/main" id="{5530D7AC-3A28-A4B2-1F52-61D42F648F50}"/>
              </a:ext>
            </a:extLst>
          </p:cNvPr>
          <p:cNvSpPr txBox="1"/>
          <p:nvPr/>
        </p:nvSpPr>
        <p:spPr>
          <a:xfrm>
            <a:off x="3716867" y="2231221"/>
            <a:ext cx="462845" cy="584775"/>
          </a:xfrm>
          <a:prstGeom prst="rect">
            <a:avLst/>
          </a:prstGeom>
          <a:solidFill>
            <a:srgbClr val="FF0000">
              <a:alpha val="15000"/>
            </a:srgbClr>
          </a:solidFill>
        </p:spPr>
        <p:txBody>
          <a:bodyPr wrap="square" rtlCol="0">
            <a:spAutoFit/>
          </a:bodyPr>
          <a:lstStyle/>
          <a:p>
            <a:pPr algn="ctr"/>
            <a:r>
              <a:rPr lang="en-US" sz="3200" dirty="0"/>
              <a:t>7</a:t>
            </a:r>
          </a:p>
        </p:txBody>
      </p:sp>
      <p:sp>
        <p:nvSpPr>
          <p:cNvPr id="47" name="TextBox 46">
            <a:extLst>
              <a:ext uri="{FF2B5EF4-FFF2-40B4-BE49-F238E27FC236}">
                <a16:creationId xmlns:a16="http://schemas.microsoft.com/office/drawing/2014/main" id="{8BC91223-7511-AE4C-60F2-6BBB830C4027}"/>
              </a:ext>
            </a:extLst>
          </p:cNvPr>
          <p:cNvSpPr txBox="1"/>
          <p:nvPr/>
        </p:nvSpPr>
        <p:spPr>
          <a:xfrm>
            <a:off x="4216401" y="2734556"/>
            <a:ext cx="462845" cy="584775"/>
          </a:xfrm>
          <a:prstGeom prst="rect">
            <a:avLst/>
          </a:prstGeom>
          <a:solidFill>
            <a:srgbClr val="FF0000">
              <a:alpha val="15000"/>
            </a:srgbClr>
          </a:solid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AA5D860C-1340-4B25-3E2E-479E96763C95}"/>
              </a:ext>
            </a:extLst>
          </p:cNvPr>
          <p:cNvSpPr txBox="1"/>
          <p:nvPr/>
        </p:nvSpPr>
        <p:spPr>
          <a:xfrm>
            <a:off x="4715935" y="3237891"/>
            <a:ext cx="462845" cy="584775"/>
          </a:xfrm>
          <a:prstGeom prst="rect">
            <a:avLst/>
          </a:prstGeom>
          <a:solidFill>
            <a:srgbClr val="FF0000">
              <a:alpha val="15000"/>
            </a:srgbClr>
          </a:solidFill>
        </p:spPr>
        <p:txBody>
          <a:bodyPr wrap="square" rtlCol="0">
            <a:spAutoFit/>
          </a:bodyPr>
          <a:lstStyle/>
          <a:p>
            <a:pPr algn="ctr"/>
            <a:r>
              <a:rPr lang="en-US" sz="3200" dirty="0"/>
              <a:t>7</a:t>
            </a:r>
          </a:p>
        </p:txBody>
      </p:sp>
      <p:sp>
        <p:nvSpPr>
          <p:cNvPr id="49" name="TextBox 48">
            <a:extLst>
              <a:ext uri="{FF2B5EF4-FFF2-40B4-BE49-F238E27FC236}">
                <a16:creationId xmlns:a16="http://schemas.microsoft.com/office/drawing/2014/main" id="{781F6FF2-9CE1-2E45-7D50-DA6552AB45CC}"/>
              </a:ext>
            </a:extLst>
          </p:cNvPr>
          <p:cNvSpPr txBox="1"/>
          <p:nvPr/>
        </p:nvSpPr>
        <p:spPr>
          <a:xfrm>
            <a:off x="5215469" y="3741226"/>
            <a:ext cx="462845" cy="584775"/>
          </a:xfrm>
          <a:prstGeom prst="rect">
            <a:avLst/>
          </a:prstGeom>
          <a:solidFill>
            <a:srgbClr val="FF0000">
              <a:alpha val="15000"/>
            </a:srgbClr>
          </a:solidFill>
        </p:spPr>
        <p:txBody>
          <a:bodyPr wrap="square" rtlCol="0">
            <a:spAutoFit/>
          </a:bodyPr>
          <a:lstStyle/>
          <a:p>
            <a:pPr algn="ctr"/>
            <a:r>
              <a:rPr lang="en-US" sz="3200" dirty="0"/>
              <a:t>4</a:t>
            </a:r>
          </a:p>
        </p:txBody>
      </p:sp>
      <p:sp>
        <p:nvSpPr>
          <p:cNvPr id="50" name="TextBox 49">
            <a:extLst>
              <a:ext uri="{FF2B5EF4-FFF2-40B4-BE49-F238E27FC236}">
                <a16:creationId xmlns:a16="http://schemas.microsoft.com/office/drawing/2014/main" id="{53CE8BF5-9715-1FD3-1DF8-736344D6B57B}"/>
              </a:ext>
            </a:extLst>
          </p:cNvPr>
          <p:cNvSpPr txBox="1"/>
          <p:nvPr/>
        </p:nvSpPr>
        <p:spPr>
          <a:xfrm>
            <a:off x="5715003" y="4244561"/>
            <a:ext cx="462845" cy="584775"/>
          </a:xfrm>
          <a:prstGeom prst="rect">
            <a:avLst/>
          </a:prstGeom>
          <a:solidFill>
            <a:srgbClr val="FF0000">
              <a:alpha val="15000"/>
            </a:srgbClr>
          </a:solidFill>
        </p:spPr>
        <p:txBody>
          <a:bodyPr wrap="square" rtlCol="0">
            <a:spAutoFit/>
          </a:bodyPr>
          <a:lstStyle/>
          <a:p>
            <a:pPr algn="ctr"/>
            <a:r>
              <a:rPr lang="en-US" sz="3200" dirty="0"/>
              <a:t>7</a:t>
            </a:r>
          </a:p>
        </p:txBody>
      </p:sp>
      <p:sp>
        <p:nvSpPr>
          <p:cNvPr id="2" name="Content Placeholder 1">
            <a:extLst>
              <a:ext uri="{FF2B5EF4-FFF2-40B4-BE49-F238E27FC236}">
                <a16:creationId xmlns:a16="http://schemas.microsoft.com/office/drawing/2014/main" id="{ACFC9A74-BE89-6BE5-464D-4639305308F5}"/>
              </a:ext>
            </a:extLst>
          </p:cNvPr>
          <p:cNvSpPr>
            <a:spLocks noGrp="1"/>
          </p:cNvSpPr>
          <p:nvPr>
            <p:ph sz="half" idx="1"/>
          </p:nvPr>
        </p:nvSpPr>
        <p:spPr/>
        <p:txBody>
          <a:bodyPr>
            <a:normAutofit/>
          </a:bodyPr>
          <a:lstStyle/>
          <a:p>
            <a:r>
              <a:rPr lang="en-US" dirty="0"/>
              <a:t>There are cyclic permutations in Column 7 and Row 4.</a:t>
            </a:r>
          </a:p>
        </p:txBody>
      </p:sp>
      <p:pic>
        <p:nvPicPr>
          <p:cNvPr id="4" name="Picture 3" descr="A grid of sudoku puzzle&#10;&#10;Description automatically generated">
            <a:extLst>
              <a:ext uri="{FF2B5EF4-FFF2-40B4-BE49-F238E27FC236}">
                <a16:creationId xmlns:a16="http://schemas.microsoft.com/office/drawing/2014/main" id="{75A4D2EC-AD3B-6039-139D-6B73B60B1D5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2DD42D5-071F-2AA4-2427-CB32F65D079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8FF32EA8-9FC2-2E68-2A70-7DB93EDD7FD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9D70AA7-52F0-3EE7-EA5F-96C6D6780A8F}"/>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C543778A-25AA-2091-6387-7946C7AD730A}"/>
              </a:ext>
            </a:extLst>
          </p:cNvPr>
          <p:cNvSpPr txBox="1"/>
          <p:nvPr/>
        </p:nvSpPr>
        <p:spPr>
          <a:xfrm>
            <a:off x="7213604" y="4747898"/>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E9A1699A-0390-A04F-51B3-9DE4741A97D1}"/>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8210E35F-4B6E-D406-4255-23CC21F78046}"/>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17" name="TextBox 16">
            <a:extLst>
              <a:ext uri="{FF2B5EF4-FFF2-40B4-BE49-F238E27FC236}">
                <a16:creationId xmlns:a16="http://schemas.microsoft.com/office/drawing/2014/main" id="{37B37C5A-1AF9-A493-2AFC-AFDB80523645}"/>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AC70CF20-AC67-583D-9F4A-71D98CD54130}"/>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778B1BB2-CC36-A9D6-2124-2C1E6B9844D1}"/>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14F04C73-3D32-A3BE-88A2-9D39794AEE93}"/>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7AC47BA0-EB9E-7C70-8D98-F52FC0322F12}"/>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BE5CB5C6-C4D8-0EDA-37C9-964034C23656}"/>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F537744C-18B0-67BB-6412-8B73F1FB3718}"/>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DA6945A6-4E19-B535-4ECB-01BD4D5274E6}"/>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518AF4D8-CC4C-9801-D15B-04AAC33F3F5C}"/>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AABA5B33-2879-24BA-BDAF-6FF2A61B6488}"/>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7E286344-4B61-27F8-74BA-B2CE308164BF}"/>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8D9FF84C-F0A5-2D2C-EAD1-E01FCFD7939F}"/>
              </a:ext>
            </a:extLst>
          </p:cNvPr>
          <p:cNvSpPr txBox="1"/>
          <p:nvPr/>
        </p:nvSpPr>
        <p:spPr>
          <a:xfrm>
            <a:off x="5715003" y="223122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83F4F4F4-22F5-04A8-BD62-03D640B41AE6}"/>
              </a:ext>
            </a:extLst>
          </p:cNvPr>
          <p:cNvSpPr txBox="1"/>
          <p:nvPr/>
        </p:nvSpPr>
        <p:spPr>
          <a:xfrm>
            <a:off x="3217333" y="273455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B6FAD940-7093-933F-60A5-D8458BBAFE2E}"/>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99AA2F28-95C7-02B9-C31F-28C86500787C}"/>
              </a:ext>
            </a:extLst>
          </p:cNvPr>
          <p:cNvSpPr txBox="1"/>
          <p:nvPr/>
        </p:nvSpPr>
        <p:spPr>
          <a:xfrm>
            <a:off x="3716867" y="1727886"/>
            <a:ext cx="462845" cy="584775"/>
          </a:xfrm>
          <a:prstGeom prst="rect">
            <a:avLst/>
          </a:prstGeom>
          <a:solidFill>
            <a:schemeClr val="accent5">
              <a:lumMod val="75000"/>
              <a:alpha val="25000"/>
            </a:schemeClr>
          </a:solid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DA1D33BA-B197-8CC4-4C91-B29BDC4EF0A7}"/>
              </a:ext>
            </a:extLst>
          </p:cNvPr>
          <p:cNvSpPr txBox="1"/>
          <p:nvPr/>
        </p:nvSpPr>
        <p:spPr>
          <a:xfrm>
            <a:off x="4715935" y="2734556"/>
            <a:ext cx="462845" cy="584775"/>
          </a:xfrm>
          <a:prstGeom prst="rect">
            <a:avLst/>
          </a:prstGeom>
          <a:solidFill>
            <a:schemeClr val="accent5">
              <a:lumMod val="75000"/>
              <a:alpha val="25000"/>
            </a:schemeClr>
          </a:solidFill>
        </p:spPr>
        <p:txBody>
          <a:bodyPr wrap="square" rtlCol="0">
            <a:spAutoFit/>
          </a:bodyPr>
          <a:lstStyle/>
          <a:p>
            <a:pPr algn="ctr"/>
            <a:r>
              <a:rPr lang="en-US" sz="3200" dirty="0"/>
              <a:t>8</a:t>
            </a:r>
          </a:p>
        </p:txBody>
      </p:sp>
      <p:sp>
        <p:nvSpPr>
          <p:cNvPr id="43" name="TextBox 42">
            <a:extLst>
              <a:ext uri="{FF2B5EF4-FFF2-40B4-BE49-F238E27FC236}">
                <a16:creationId xmlns:a16="http://schemas.microsoft.com/office/drawing/2014/main" id="{D30C4719-916D-3F7C-694C-EC42330FCC33}"/>
              </a:ext>
            </a:extLst>
          </p:cNvPr>
          <p:cNvSpPr txBox="1"/>
          <p:nvPr/>
        </p:nvSpPr>
        <p:spPr>
          <a:xfrm>
            <a:off x="5215469" y="3237891"/>
            <a:ext cx="462845" cy="584775"/>
          </a:xfrm>
          <a:prstGeom prst="rect">
            <a:avLst/>
          </a:prstGeom>
          <a:solidFill>
            <a:schemeClr val="accent5">
              <a:lumMod val="75000"/>
              <a:alpha val="25000"/>
            </a:schemeClr>
          </a:solidFill>
        </p:spPr>
        <p:txBody>
          <a:bodyPr wrap="square" rtlCol="0">
            <a:spAutoFit/>
          </a:bodyPr>
          <a:lstStyle/>
          <a:p>
            <a:pPr algn="ctr"/>
            <a:r>
              <a:rPr lang="en-US" sz="3200" dirty="0"/>
              <a:t>6</a:t>
            </a:r>
          </a:p>
        </p:txBody>
      </p:sp>
      <p:sp>
        <p:nvSpPr>
          <p:cNvPr id="44" name="TextBox 43">
            <a:extLst>
              <a:ext uri="{FF2B5EF4-FFF2-40B4-BE49-F238E27FC236}">
                <a16:creationId xmlns:a16="http://schemas.microsoft.com/office/drawing/2014/main" id="{96D99D97-8D6B-BD70-DAAD-FC3A31C8D875}"/>
              </a:ext>
            </a:extLst>
          </p:cNvPr>
          <p:cNvSpPr txBox="1"/>
          <p:nvPr/>
        </p:nvSpPr>
        <p:spPr>
          <a:xfrm>
            <a:off x="6214537" y="4244561"/>
            <a:ext cx="462845" cy="584775"/>
          </a:xfrm>
          <a:prstGeom prst="rect">
            <a:avLst/>
          </a:prstGeom>
          <a:solidFill>
            <a:schemeClr val="accent5">
              <a:lumMod val="75000"/>
              <a:alpha val="25000"/>
            </a:schemeClr>
          </a:solidFill>
        </p:spPr>
        <p:txBody>
          <a:bodyPr wrap="square" rtlCol="0">
            <a:spAutoFit/>
          </a:bodyPr>
          <a:lstStyle/>
          <a:p>
            <a:pPr algn="ctr"/>
            <a:r>
              <a:rPr lang="en-US" sz="3200" dirty="0"/>
              <a:t>8</a:t>
            </a:r>
          </a:p>
        </p:txBody>
      </p:sp>
      <p:sp>
        <p:nvSpPr>
          <p:cNvPr id="45" name="TextBox 44">
            <a:extLst>
              <a:ext uri="{FF2B5EF4-FFF2-40B4-BE49-F238E27FC236}">
                <a16:creationId xmlns:a16="http://schemas.microsoft.com/office/drawing/2014/main" id="{84C0E739-D143-E759-434A-D2EE7DB8F7E7}"/>
              </a:ext>
            </a:extLst>
          </p:cNvPr>
          <p:cNvSpPr txBox="1"/>
          <p:nvPr/>
        </p:nvSpPr>
        <p:spPr>
          <a:xfrm>
            <a:off x="4216401" y="2231221"/>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51" name="TextBox 50">
            <a:extLst>
              <a:ext uri="{FF2B5EF4-FFF2-40B4-BE49-F238E27FC236}">
                <a16:creationId xmlns:a16="http://schemas.microsoft.com/office/drawing/2014/main" id="{507A1032-242B-B20C-25C1-308A94AA4777}"/>
              </a:ext>
            </a:extLst>
          </p:cNvPr>
          <p:cNvSpPr txBox="1"/>
          <p:nvPr/>
        </p:nvSpPr>
        <p:spPr>
          <a:xfrm>
            <a:off x="5715003" y="3741226"/>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4C30693F-7F83-7A41-5405-D9235FD92098}"/>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FB6388FA-A0CB-1A1F-9E80-2B21F007B0BB}"/>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90EA8A44-2824-8ECA-923C-46CF8B4813FE}"/>
              </a:ext>
            </a:extLst>
          </p:cNvPr>
          <p:cNvSpPr txBox="1"/>
          <p:nvPr/>
        </p:nvSpPr>
        <p:spPr>
          <a:xfrm>
            <a:off x="5215469" y="172788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32824E5D-D0E2-B41C-1448-BB1056CE35E3}"/>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19AC31BF-1E9E-0CE7-3196-ABBFCAB8DA26}"/>
              </a:ext>
            </a:extLst>
          </p:cNvPr>
          <p:cNvSpPr txBox="1"/>
          <p:nvPr/>
        </p:nvSpPr>
        <p:spPr>
          <a:xfrm>
            <a:off x="4715935" y="721216"/>
            <a:ext cx="462845" cy="584775"/>
          </a:xfrm>
          <a:prstGeom prst="rect">
            <a:avLst/>
          </a:prstGeom>
          <a:noFill/>
        </p:spPr>
        <p:txBody>
          <a:bodyPr wrap="square" rtlCol="0">
            <a:spAutoFit/>
          </a:bodyPr>
          <a:lstStyle/>
          <a:p>
            <a:pPr algn="ctr"/>
            <a:r>
              <a:rPr lang="en-US" sz="3200" dirty="0"/>
              <a:t>4</a:t>
            </a:r>
          </a:p>
        </p:txBody>
      </p:sp>
      <p:sp>
        <p:nvSpPr>
          <p:cNvPr id="28" name="TextBox 27">
            <a:extLst>
              <a:ext uri="{FF2B5EF4-FFF2-40B4-BE49-F238E27FC236}">
                <a16:creationId xmlns:a16="http://schemas.microsoft.com/office/drawing/2014/main" id="{2969EEDB-9BE3-0C13-205D-1DA5338F3EAB}"/>
              </a:ext>
            </a:extLst>
          </p:cNvPr>
          <p:cNvSpPr txBox="1"/>
          <p:nvPr/>
        </p:nvSpPr>
        <p:spPr>
          <a:xfrm>
            <a:off x="3217333" y="2231221"/>
            <a:ext cx="462845" cy="584775"/>
          </a:xfrm>
          <a:prstGeom prst="rect">
            <a:avLst/>
          </a:prstGeom>
          <a:solidFill>
            <a:srgbClr val="00B0F0">
              <a:alpha val="15000"/>
            </a:srgbClr>
          </a:solidFill>
        </p:spPr>
        <p:txBody>
          <a:bodyPr wrap="square" rtlCol="0">
            <a:spAutoFit/>
          </a:bodyPr>
          <a:lstStyle/>
          <a:p>
            <a:pPr algn="ctr"/>
            <a:r>
              <a:rPr lang="en-US" sz="3200" dirty="0"/>
              <a:t>6</a:t>
            </a:r>
          </a:p>
        </p:txBody>
      </p:sp>
      <p:sp>
        <p:nvSpPr>
          <p:cNvPr id="29" name="TextBox 28">
            <a:extLst>
              <a:ext uri="{FF2B5EF4-FFF2-40B4-BE49-F238E27FC236}">
                <a16:creationId xmlns:a16="http://schemas.microsoft.com/office/drawing/2014/main" id="{41E5F56C-1527-CD2A-223B-13B9E7E960FE}"/>
              </a:ext>
            </a:extLst>
          </p:cNvPr>
          <p:cNvSpPr txBox="1"/>
          <p:nvPr/>
        </p:nvSpPr>
        <p:spPr>
          <a:xfrm>
            <a:off x="3716867" y="2734556"/>
            <a:ext cx="462845" cy="584775"/>
          </a:xfrm>
          <a:prstGeom prst="rect">
            <a:avLst/>
          </a:prstGeom>
          <a:solidFill>
            <a:srgbClr val="00B0F0">
              <a:alpha val="15000"/>
            </a:srgbClr>
          </a:solidFill>
        </p:spPr>
        <p:txBody>
          <a:bodyPr wrap="square" rtlCol="0">
            <a:spAutoFit/>
          </a:bodyPr>
          <a:lstStyle/>
          <a:p>
            <a:pPr algn="ctr"/>
            <a:r>
              <a:rPr lang="en-US" sz="3200" dirty="0"/>
              <a:t>2</a:t>
            </a:r>
          </a:p>
        </p:txBody>
      </p:sp>
      <p:sp>
        <p:nvSpPr>
          <p:cNvPr id="32" name="TextBox 31">
            <a:extLst>
              <a:ext uri="{FF2B5EF4-FFF2-40B4-BE49-F238E27FC236}">
                <a16:creationId xmlns:a16="http://schemas.microsoft.com/office/drawing/2014/main" id="{BE08CC64-86E7-1198-6469-16845EBC8CFE}"/>
              </a:ext>
            </a:extLst>
          </p:cNvPr>
          <p:cNvSpPr txBox="1"/>
          <p:nvPr/>
        </p:nvSpPr>
        <p:spPr>
          <a:xfrm>
            <a:off x="4216401" y="3237891"/>
            <a:ext cx="462845" cy="584775"/>
          </a:xfrm>
          <a:prstGeom prst="rect">
            <a:avLst/>
          </a:prstGeom>
          <a:solidFill>
            <a:srgbClr val="00B0F0">
              <a:alpha val="15000"/>
            </a:srgbClr>
          </a:solidFill>
        </p:spPr>
        <p:txBody>
          <a:bodyPr wrap="square" rtlCol="0">
            <a:spAutoFit/>
          </a:bodyPr>
          <a:lstStyle/>
          <a:p>
            <a:pPr algn="ctr"/>
            <a:r>
              <a:rPr lang="en-US" sz="3200" dirty="0"/>
              <a:t>8</a:t>
            </a:r>
          </a:p>
        </p:txBody>
      </p:sp>
      <p:sp>
        <p:nvSpPr>
          <p:cNvPr id="33" name="TextBox 32">
            <a:extLst>
              <a:ext uri="{FF2B5EF4-FFF2-40B4-BE49-F238E27FC236}">
                <a16:creationId xmlns:a16="http://schemas.microsoft.com/office/drawing/2014/main" id="{E52C879F-FADC-19C1-7B04-D4C32C955DEE}"/>
              </a:ext>
            </a:extLst>
          </p:cNvPr>
          <p:cNvSpPr txBox="1"/>
          <p:nvPr/>
        </p:nvSpPr>
        <p:spPr>
          <a:xfrm>
            <a:off x="4715935" y="3741226"/>
            <a:ext cx="462845" cy="584775"/>
          </a:xfrm>
          <a:prstGeom prst="rect">
            <a:avLst/>
          </a:prstGeom>
          <a:solidFill>
            <a:srgbClr val="00B0F0">
              <a:alpha val="15000"/>
            </a:srgbClr>
          </a:solid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7BD6BCB2-05C9-4498-D884-6D1FD5B74F93}"/>
              </a:ext>
            </a:extLst>
          </p:cNvPr>
          <p:cNvSpPr txBox="1"/>
          <p:nvPr/>
        </p:nvSpPr>
        <p:spPr>
          <a:xfrm>
            <a:off x="5215469" y="4244561"/>
            <a:ext cx="462845" cy="584775"/>
          </a:xfrm>
          <a:prstGeom prst="rect">
            <a:avLst/>
          </a:prstGeom>
          <a:solidFill>
            <a:srgbClr val="00B0F0">
              <a:alpha val="15000"/>
            </a:srgbClr>
          </a:solidFill>
        </p:spPr>
        <p:txBody>
          <a:bodyPr wrap="square" rtlCol="0">
            <a:spAutoFit/>
          </a:bodyPr>
          <a:lstStyle/>
          <a:p>
            <a:pPr algn="ctr"/>
            <a:r>
              <a:rPr lang="en-US" sz="3200" dirty="0"/>
              <a:t>9</a:t>
            </a:r>
          </a:p>
        </p:txBody>
      </p:sp>
      <p:sp>
        <p:nvSpPr>
          <p:cNvPr id="27" name="TextBox 26">
            <a:extLst>
              <a:ext uri="{FF2B5EF4-FFF2-40B4-BE49-F238E27FC236}">
                <a16:creationId xmlns:a16="http://schemas.microsoft.com/office/drawing/2014/main" id="{619B9AAD-B137-2A34-B555-18E54D2A97A3}"/>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049C2661-EB7B-0A2E-AC0E-45634F9818E7}"/>
              </a:ext>
            </a:extLst>
          </p:cNvPr>
          <p:cNvSpPr txBox="1"/>
          <p:nvPr/>
        </p:nvSpPr>
        <p:spPr>
          <a:xfrm>
            <a:off x="4216401" y="3741226"/>
            <a:ext cx="462845" cy="584775"/>
          </a:xfrm>
          <a:prstGeom prst="rect">
            <a:avLst/>
          </a:prstGeom>
          <a:noFill/>
        </p:spPr>
        <p:txBody>
          <a:bodyPr wrap="square" rtlCol="0">
            <a:spAutoFit/>
          </a:bodyPr>
          <a:lstStyle/>
          <a:p>
            <a:pPr algn="ctr"/>
            <a:r>
              <a:rPr lang="en-US" sz="3200" dirty="0"/>
              <a:t>9</a:t>
            </a:r>
          </a:p>
        </p:txBody>
      </p:sp>
      <p:sp>
        <p:nvSpPr>
          <p:cNvPr id="60" name="TextBox 59">
            <a:extLst>
              <a:ext uri="{FF2B5EF4-FFF2-40B4-BE49-F238E27FC236}">
                <a16:creationId xmlns:a16="http://schemas.microsoft.com/office/drawing/2014/main" id="{57AC0E93-FEAE-68AB-943E-87D456C97E2A}"/>
              </a:ext>
            </a:extLst>
          </p:cNvPr>
          <p:cNvSpPr txBox="1"/>
          <p:nvPr/>
        </p:nvSpPr>
        <p:spPr>
          <a:xfrm>
            <a:off x="3640666" y="4408541"/>
            <a:ext cx="570089" cy="230832"/>
          </a:xfrm>
          <a:prstGeom prst="rect">
            <a:avLst/>
          </a:prstGeom>
          <a:noFill/>
        </p:spPr>
        <p:txBody>
          <a:bodyPr wrap="square" rtlCol="0">
            <a:spAutoFit/>
          </a:bodyPr>
          <a:lstStyle/>
          <a:p>
            <a:pPr algn="ctr"/>
            <a:r>
              <a:rPr lang="en-US" sz="900" dirty="0"/>
              <a:t>34</a:t>
            </a:r>
          </a:p>
        </p:txBody>
      </p:sp>
      <p:sp>
        <p:nvSpPr>
          <p:cNvPr id="63" name="TextBox 62">
            <a:extLst>
              <a:ext uri="{FF2B5EF4-FFF2-40B4-BE49-F238E27FC236}">
                <a16:creationId xmlns:a16="http://schemas.microsoft.com/office/drawing/2014/main" id="{C88394FD-347D-3A1B-6881-A9801B216C23}"/>
              </a:ext>
            </a:extLst>
          </p:cNvPr>
          <p:cNvSpPr txBox="1"/>
          <p:nvPr/>
        </p:nvSpPr>
        <p:spPr>
          <a:xfrm>
            <a:off x="3640666" y="4909484"/>
            <a:ext cx="570089" cy="230832"/>
          </a:xfrm>
          <a:prstGeom prst="rect">
            <a:avLst/>
          </a:prstGeom>
          <a:noFill/>
        </p:spPr>
        <p:txBody>
          <a:bodyPr wrap="square" rtlCol="0">
            <a:spAutoFit/>
          </a:bodyPr>
          <a:lstStyle/>
          <a:p>
            <a:pPr algn="ctr"/>
            <a:r>
              <a:rPr lang="en-US" sz="900" dirty="0"/>
              <a:t>43</a:t>
            </a:r>
          </a:p>
        </p:txBody>
      </p:sp>
      <p:sp>
        <p:nvSpPr>
          <p:cNvPr id="65" name="TextBox 64">
            <a:extLst>
              <a:ext uri="{FF2B5EF4-FFF2-40B4-BE49-F238E27FC236}">
                <a16:creationId xmlns:a16="http://schemas.microsoft.com/office/drawing/2014/main" id="{9A5CE10B-1C8E-D99E-9FE5-D62928F62202}"/>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66" name="TextBox 65">
            <a:extLst>
              <a:ext uri="{FF2B5EF4-FFF2-40B4-BE49-F238E27FC236}">
                <a16:creationId xmlns:a16="http://schemas.microsoft.com/office/drawing/2014/main" id="{841A3549-7AE6-88C0-EA17-42F74EBCD111}"/>
              </a:ext>
            </a:extLst>
          </p:cNvPr>
          <p:cNvSpPr txBox="1"/>
          <p:nvPr/>
        </p:nvSpPr>
        <p:spPr>
          <a:xfrm>
            <a:off x="3716867" y="3741226"/>
            <a:ext cx="462845" cy="584775"/>
          </a:xfrm>
          <a:prstGeom prst="rect">
            <a:avLst/>
          </a:prstGeom>
          <a:noFill/>
        </p:spPr>
        <p:txBody>
          <a:bodyPr wrap="square" rtlCol="0">
            <a:spAutoFit/>
          </a:bodyPr>
          <a:lstStyle/>
          <a:p>
            <a:pPr algn="ctr"/>
            <a:r>
              <a:rPr lang="en-US" sz="3200" dirty="0"/>
              <a:t>6</a:t>
            </a:r>
          </a:p>
        </p:txBody>
      </p:sp>
      <p:sp>
        <p:nvSpPr>
          <p:cNvPr id="67" name="TextBox 66">
            <a:extLst>
              <a:ext uri="{FF2B5EF4-FFF2-40B4-BE49-F238E27FC236}">
                <a16:creationId xmlns:a16="http://schemas.microsoft.com/office/drawing/2014/main" id="{17D2120D-CAE5-74BD-EAB7-066C0D854826}"/>
              </a:ext>
            </a:extLst>
          </p:cNvPr>
          <p:cNvSpPr txBox="1"/>
          <p:nvPr/>
        </p:nvSpPr>
        <p:spPr>
          <a:xfrm>
            <a:off x="4216401" y="4244561"/>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37D5AEA4-03E7-4020-98BF-822F74D3800E}"/>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54" name="TextBox 53">
            <a:extLst>
              <a:ext uri="{FF2B5EF4-FFF2-40B4-BE49-F238E27FC236}">
                <a16:creationId xmlns:a16="http://schemas.microsoft.com/office/drawing/2014/main" id="{3FEECC25-F9DB-7307-1F4C-502F9709BE93}"/>
              </a:ext>
            </a:extLst>
          </p:cNvPr>
          <p:cNvSpPr txBox="1"/>
          <p:nvPr/>
        </p:nvSpPr>
        <p:spPr>
          <a:xfrm>
            <a:off x="4216401" y="4747898"/>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DB172060-5246-87EE-A191-946D07D4ECFC}"/>
              </a:ext>
            </a:extLst>
          </p:cNvPr>
          <p:cNvSpPr txBox="1"/>
          <p:nvPr/>
        </p:nvSpPr>
        <p:spPr>
          <a:xfrm>
            <a:off x="3217333" y="424456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CD8F9B7D-BDDD-B202-5334-0F40E87AF59B}"/>
              </a:ext>
            </a:extLst>
          </p:cNvPr>
          <p:cNvSpPr txBox="1"/>
          <p:nvPr/>
        </p:nvSpPr>
        <p:spPr>
          <a:xfrm>
            <a:off x="3217333" y="3237891"/>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D6786524-6C7A-3025-3310-02333B5EC9A3}"/>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56" name="TextBox 55">
            <a:extLst>
              <a:ext uri="{FF2B5EF4-FFF2-40B4-BE49-F238E27FC236}">
                <a16:creationId xmlns:a16="http://schemas.microsoft.com/office/drawing/2014/main" id="{8769BC4B-419A-21EB-48B3-DE371757362D}"/>
              </a:ext>
            </a:extLst>
          </p:cNvPr>
          <p:cNvSpPr txBox="1"/>
          <p:nvPr/>
        </p:nvSpPr>
        <p:spPr>
          <a:xfrm>
            <a:off x="4645378" y="4408541"/>
            <a:ext cx="570089" cy="230832"/>
          </a:xfrm>
          <a:prstGeom prst="rect">
            <a:avLst/>
          </a:prstGeom>
          <a:noFill/>
        </p:spPr>
        <p:txBody>
          <a:bodyPr wrap="square" rtlCol="0">
            <a:spAutoFit/>
          </a:bodyPr>
          <a:lstStyle/>
          <a:p>
            <a:pPr algn="ctr"/>
            <a:r>
              <a:rPr lang="en-US" sz="900" dirty="0"/>
              <a:t>63</a:t>
            </a:r>
          </a:p>
        </p:txBody>
      </p:sp>
      <p:sp>
        <p:nvSpPr>
          <p:cNvPr id="58" name="TextBox 57">
            <a:extLst>
              <a:ext uri="{FF2B5EF4-FFF2-40B4-BE49-F238E27FC236}">
                <a16:creationId xmlns:a16="http://schemas.microsoft.com/office/drawing/2014/main" id="{9C0FC0E7-096F-E647-9829-936124620568}"/>
              </a:ext>
            </a:extLst>
          </p:cNvPr>
          <p:cNvSpPr txBox="1"/>
          <p:nvPr/>
        </p:nvSpPr>
        <p:spPr>
          <a:xfrm>
            <a:off x="7157158" y="4408541"/>
            <a:ext cx="570089" cy="230832"/>
          </a:xfrm>
          <a:prstGeom prst="rect">
            <a:avLst/>
          </a:prstGeom>
          <a:noFill/>
        </p:spPr>
        <p:txBody>
          <a:bodyPr wrap="square" rtlCol="0">
            <a:spAutoFit/>
          </a:bodyPr>
          <a:lstStyle/>
          <a:p>
            <a:pPr algn="ctr"/>
            <a:r>
              <a:rPr lang="en-US" sz="900" dirty="0"/>
              <a:t>46</a:t>
            </a:r>
          </a:p>
        </p:txBody>
      </p:sp>
      <p:sp>
        <p:nvSpPr>
          <p:cNvPr id="59" name="TextBox 58">
            <a:extLst>
              <a:ext uri="{FF2B5EF4-FFF2-40B4-BE49-F238E27FC236}">
                <a16:creationId xmlns:a16="http://schemas.microsoft.com/office/drawing/2014/main" id="{6B322292-8ECC-6424-17A8-01516B1B7B21}"/>
              </a:ext>
            </a:extLst>
          </p:cNvPr>
          <p:cNvSpPr txBox="1"/>
          <p:nvPr/>
        </p:nvSpPr>
        <p:spPr>
          <a:xfrm>
            <a:off x="6152446" y="4909484"/>
            <a:ext cx="570089" cy="230832"/>
          </a:xfrm>
          <a:prstGeom prst="rect">
            <a:avLst/>
          </a:prstGeom>
          <a:solidFill>
            <a:schemeClr val="accent2">
              <a:lumMod val="20000"/>
              <a:lumOff val="80000"/>
            </a:schemeClr>
          </a:solidFill>
        </p:spPr>
        <p:txBody>
          <a:bodyPr wrap="square" rtlCol="0">
            <a:spAutoFit/>
          </a:bodyPr>
          <a:lstStyle/>
          <a:p>
            <a:pPr algn="ctr"/>
            <a:r>
              <a:rPr lang="en-US" sz="900" dirty="0"/>
              <a:t>45</a:t>
            </a:r>
          </a:p>
        </p:txBody>
      </p:sp>
      <p:sp>
        <p:nvSpPr>
          <p:cNvPr id="61" name="TextBox 60">
            <a:extLst>
              <a:ext uri="{FF2B5EF4-FFF2-40B4-BE49-F238E27FC236}">
                <a16:creationId xmlns:a16="http://schemas.microsoft.com/office/drawing/2014/main" id="{6C955D85-7B6A-545A-9FB4-9A80ACF9D121}"/>
              </a:ext>
            </a:extLst>
          </p:cNvPr>
          <p:cNvSpPr txBox="1"/>
          <p:nvPr/>
        </p:nvSpPr>
        <p:spPr>
          <a:xfrm>
            <a:off x="6654802" y="4909484"/>
            <a:ext cx="570089" cy="230832"/>
          </a:xfrm>
          <a:prstGeom prst="rect">
            <a:avLst/>
          </a:prstGeom>
          <a:noFill/>
        </p:spPr>
        <p:txBody>
          <a:bodyPr wrap="square" rtlCol="0">
            <a:spAutoFit/>
          </a:bodyPr>
          <a:lstStyle/>
          <a:p>
            <a:pPr algn="ctr"/>
            <a:r>
              <a:rPr lang="en-US" sz="900" dirty="0"/>
              <a:t>456</a:t>
            </a:r>
          </a:p>
        </p:txBody>
      </p:sp>
      <p:sp>
        <p:nvSpPr>
          <p:cNvPr id="62" name="TextBox 61">
            <a:extLst>
              <a:ext uri="{FF2B5EF4-FFF2-40B4-BE49-F238E27FC236}">
                <a16:creationId xmlns:a16="http://schemas.microsoft.com/office/drawing/2014/main" id="{889DD8F1-0483-4BA8-AF35-613C1881C12D}"/>
              </a:ext>
            </a:extLst>
          </p:cNvPr>
          <p:cNvSpPr txBox="1"/>
          <p:nvPr/>
        </p:nvSpPr>
        <p:spPr>
          <a:xfrm>
            <a:off x="4645378" y="4909484"/>
            <a:ext cx="570089" cy="230832"/>
          </a:xfrm>
          <a:prstGeom prst="rect">
            <a:avLst/>
          </a:prstGeom>
          <a:noFill/>
        </p:spPr>
        <p:txBody>
          <a:bodyPr wrap="square" rtlCol="0">
            <a:spAutoFit/>
          </a:bodyPr>
          <a:lstStyle/>
          <a:p>
            <a:pPr algn="ctr"/>
            <a:r>
              <a:rPr lang="en-US" sz="900" dirty="0"/>
              <a:t>36</a:t>
            </a:r>
          </a:p>
        </p:txBody>
      </p:sp>
      <p:sp>
        <p:nvSpPr>
          <p:cNvPr id="64" name="TextBox 63">
            <a:extLst>
              <a:ext uri="{FF2B5EF4-FFF2-40B4-BE49-F238E27FC236}">
                <a16:creationId xmlns:a16="http://schemas.microsoft.com/office/drawing/2014/main" id="{BC4C83C5-A4EC-8BCA-97DB-35ABD01D098B}"/>
              </a:ext>
            </a:extLst>
          </p:cNvPr>
          <p:cNvSpPr txBox="1"/>
          <p:nvPr/>
        </p:nvSpPr>
        <p:spPr>
          <a:xfrm>
            <a:off x="5147734" y="4909484"/>
            <a:ext cx="570089" cy="230832"/>
          </a:xfrm>
          <a:prstGeom prst="rect">
            <a:avLst/>
          </a:prstGeom>
          <a:noFill/>
        </p:spPr>
        <p:txBody>
          <a:bodyPr wrap="square" rtlCol="0">
            <a:spAutoFit/>
          </a:bodyPr>
          <a:lstStyle/>
          <a:p>
            <a:pPr algn="ctr"/>
            <a:r>
              <a:rPr lang="en-US" sz="900" dirty="0"/>
              <a:t>28</a:t>
            </a:r>
          </a:p>
        </p:txBody>
      </p:sp>
      <p:sp>
        <p:nvSpPr>
          <p:cNvPr id="68" name="TextBox 67">
            <a:extLst>
              <a:ext uri="{FF2B5EF4-FFF2-40B4-BE49-F238E27FC236}">
                <a16:creationId xmlns:a16="http://schemas.microsoft.com/office/drawing/2014/main" id="{29A00B61-B7F1-60CF-1326-001E0631F4D4}"/>
              </a:ext>
            </a:extLst>
          </p:cNvPr>
          <p:cNvSpPr txBox="1"/>
          <p:nvPr/>
        </p:nvSpPr>
        <p:spPr>
          <a:xfrm>
            <a:off x="5650090" y="4909484"/>
            <a:ext cx="570089" cy="230832"/>
          </a:xfrm>
          <a:prstGeom prst="rect">
            <a:avLst/>
          </a:prstGeom>
          <a:noFill/>
        </p:spPr>
        <p:txBody>
          <a:bodyPr wrap="square" rtlCol="0">
            <a:spAutoFit/>
          </a:bodyPr>
          <a:lstStyle/>
          <a:p>
            <a:pPr algn="ctr"/>
            <a:r>
              <a:rPr lang="en-US" sz="900" dirty="0"/>
              <a:t>82</a:t>
            </a:r>
          </a:p>
        </p:txBody>
      </p:sp>
      <p:sp>
        <p:nvSpPr>
          <p:cNvPr id="69" name="TextBox 68">
            <a:extLst>
              <a:ext uri="{FF2B5EF4-FFF2-40B4-BE49-F238E27FC236}">
                <a16:creationId xmlns:a16="http://schemas.microsoft.com/office/drawing/2014/main" id="{027AE24B-DAC8-44D0-0148-F9A4CED09CE1}"/>
              </a:ext>
            </a:extLst>
          </p:cNvPr>
          <p:cNvSpPr txBox="1"/>
          <p:nvPr/>
        </p:nvSpPr>
        <p:spPr>
          <a:xfrm>
            <a:off x="5147734" y="901933"/>
            <a:ext cx="570089" cy="230832"/>
          </a:xfrm>
          <a:prstGeom prst="rect">
            <a:avLst/>
          </a:prstGeom>
          <a:noFill/>
        </p:spPr>
        <p:txBody>
          <a:bodyPr wrap="square" rtlCol="0">
            <a:spAutoFit/>
          </a:bodyPr>
          <a:lstStyle/>
          <a:p>
            <a:pPr algn="ctr"/>
            <a:r>
              <a:rPr lang="en-US" sz="900" dirty="0"/>
              <a:t>278</a:t>
            </a:r>
          </a:p>
        </p:txBody>
      </p:sp>
      <p:sp>
        <p:nvSpPr>
          <p:cNvPr id="70" name="TextBox 69">
            <a:extLst>
              <a:ext uri="{FF2B5EF4-FFF2-40B4-BE49-F238E27FC236}">
                <a16:creationId xmlns:a16="http://schemas.microsoft.com/office/drawing/2014/main" id="{3C4A261E-8CF9-68EF-F94C-EA1628A5B5A9}"/>
              </a:ext>
            </a:extLst>
          </p:cNvPr>
          <p:cNvSpPr txBox="1"/>
          <p:nvPr/>
        </p:nvSpPr>
        <p:spPr>
          <a:xfrm>
            <a:off x="5650090" y="901933"/>
            <a:ext cx="570089" cy="230832"/>
          </a:xfrm>
          <a:prstGeom prst="rect">
            <a:avLst/>
          </a:prstGeom>
          <a:noFill/>
        </p:spPr>
        <p:txBody>
          <a:bodyPr wrap="square" rtlCol="0">
            <a:spAutoFit/>
          </a:bodyPr>
          <a:lstStyle/>
          <a:p>
            <a:pPr algn="ctr"/>
            <a:r>
              <a:rPr lang="en-US" sz="900" dirty="0"/>
              <a:t>58</a:t>
            </a:r>
          </a:p>
        </p:txBody>
      </p:sp>
      <p:sp>
        <p:nvSpPr>
          <p:cNvPr id="71" name="TextBox 70">
            <a:extLst>
              <a:ext uri="{FF2B5EF4-FFF2-40B4-BE49-F238E27FC236}">
                <a16:creationId xmlns:a16="http://schemas.microsoft.com/office/drawing/2014/main" id="{5EDC3EC7-F0A4-0B54-B780-9BE2E2AF49FE}"/>
              </a:ext>
            </a:extLst>
          </p:cNvPr>
          <p:cNvSpPr txBox="1"/>
          <p:nvPr/>
        </p:nvSpPr>
        <p:spPr>
          <a:xfrm>
            <a:off x="5147734" y="1402877"/>
            <a:ext cx="570089" cy="230832"/>
          </a:xfrm>
          <a:prstGeom prst="rect">
            <a:avLst/>
          </a:prstGeom>
          <a:noFill/>
        </p:spPr>
        <p:txBody>
          <a:bodyPr wrap="square" rtlCol="0">
            <a:spAutoFit/>
          </a:bodyPr>
          <a:lstStyle/>
          <a:p>
            <a:pPr algn="ctr"/>
            <a:r>
              <a:rPr lang="en-US" sz="900" dirty="0"/>
              <a:t>278</a:t>
            </a:r>
          </a:p>
        </p:txBody>
      </p:sp>
      <p:sp>
        <p:nvSpPr>
          <p:cNvPr id="72" name="TextBox 71">
            <a:extLst>
              <a:ext uri="{FF2B5EF4-FFF2-40B4-BE49-F238E27FC236}">
                <a16:creationId xmlns:a16="http://schemas.microsoft.com/office/drawing/2014/main" id="{EEF5600D-725F-FC44-5EAD-DC28C8FD19E0}"/>
              </a:ext>
            </a:extLst>
          </p:cNvPr>
          <p:cNvSpPr txBox="1"/>
          <p:nvPr/>
        </p:nvSpPr>
        <p:spPr>
          <a:xfrm>
            <a:off x="5650090" y="1402877"/>
            <a:ext cx="570089" cy="230832"/>
          </a:xfrm>
          <a:prstGeom prst="rect">
            <a:avLst/>
          </a:prstGeom>
          <a:noFill/>
        </p:spPr>
        <p:txBody>
          <a:bodyPr wrap="square" rtlCol="0">
            <a:spAutoFit/>
          </a:bodyPr>
          <a:lstStyle/>
          <a:p>
            <a:pPr algn="ctr"/>
            <a:r>
              <a:rPr lang="en-US" sz="900" dirty="0"/>
              <a:t>268</a:t>
            </a:r>
          </a:p>
        </p:txBody>
      </p:sp>
      <p:sp>
        <p:nvSpPr>
          <p:cNvPr id="73" name="TextBox 72">
            <a:extLst>
              <a:ext uri="{FF2B5EF4-FFF2-40B4-BE49-F238E27FC236}">
                <a16:creationId xmlns:a16="http://schemas.microsoft.com/office/drawing/2014/main" id="{4A994CAE-9289-24F1-816B-D3B00912D261}"/>
              </a:ext>
            </a:extLst>
          </p:cNvPr>
          <p:cNvSpPr txBox="1"/>
          <p:nvPr/>
        </p:nvSpPr>
        <p:spPr>
          <a:xfrm>
            <a:off x="5650090" y="1903821"/>
            <a:ext cx="570089" cy="230832"/>
          </a:xfrm>
          <a:prstGeom prst="rect">
            <a:avLst/>
          </a:prstGeom>
          <a:noFill/>
        </p:spPr>
        <p:txBody>
          <a:bodyPr wrap="square" rtlCol="0">
            <a:spAutoFit/>
          </a:bodyPr>
          <a:lstStyle/>
          <a:p>
            <a:pPr algn="ctr"/>
            <a:r>
              <a:rPr lang="en-US" sz="900" dirty="0"/>
              <a:t>56</a:t>
            </a:r>
          </a:p>
        </p:txBody>
      </p:sp>
      <p:sp>
        <p:nvSpPr>
          <p:cNvPr id="74" name="TextBox 73">
            <a:extLst>
              <a:ext uri="{FF2B5EF4-FFF2-40B4-BE49-F238E27FC236}">
                <a16:creationId xmlns:a16="http://schemas.microsoft.com/office/drawing/2014/main" id="{E89D779C-8F06-BFE0-648A-28902EA8A5C0}"/>
              </a:ext>
            </a:extLst>
          </p:cNvPr>
          <p:cNvSpPr txBox="1"/>
          <p:nvPr/>
        </p:nvSpPr>
        <p:spPr>
          <a:xfrm>
            <a:off x="6152446" y="2404765"/>
            <a:ext cx="570089" cy="230832"/>
          </a:xfrm>
          <a:prstGeom prst="rect">
            <a:avLst/>
          </a:prstGeom>
          <a:solidFill>
            <a:schemeClr val="accent2">
              <a:lumMod val="20000"/>
              <a:lumOff val="80000"/>
            </a:schemeClr>
          </a:solidFill>
        </p:spPr>
        <p:txBody>
          <a:bodyPr wrap="square" rtlCol="0">
            <a:spAutoFit/>
          </a:bodyPr>
          <a:lstStyle/>
          <a:p>
            <a:pPr algn="ctr"/>
            <a:r>
              <a:rPr lang="en-US" sz="900" dirty="0"/>
              <a:t>34</a:t>
            </a:r>
          </a:p>
        </p:txBody>
      </p:sp>
      <p:sp>
        <p:nvSpPr>
          <p:cNvPr id="75" name="TextBox 74">
            <a:extLst>
              <a:ext uri="{FF2B5EF4-FFF2-40B4-BE49-F238E27FC236}">
                <a16:creationId xmlns:a16="http://schemas.microsoft.com/office/drawing/2014/main" id="{CF3B02ED-990D-6CAD-CBA2-57E48C74DD13}"/>
              </a:ext>
            </a:extLst>
          </p:cNvPr>
          <p:cNvSpPr txBox="1"/>
          <p:nvPr/>
        </p:nvSpPr>
        <p:spPr>
          <a:xfrm>
            <a:off x="6654802" y="2404765"/>
            <a:ext cx="570089" cy="230832"/>
          </a:xfrm>
          <a:prstGeom prst="rect">
            <a:avLst/>
          </a:prstGeom>
          <a:solidFill>
            <a:schemeClr val="accent2">
              <a:lumMod val="20000"/>
              <a:lumOff val="80000"/>
            </a:schemeClr>
          </a:solidFill>
        </p:spPr>
        <p:txBody>
          <a:bodyPr wrap="square" rtlCol="0">
            <a:spAutoFit/>
          </a:bodyPr>
          <a:lstStyle/>
          <a:p>
            <a:pPr algn="ctr"/>
            <a:r>
              <a:rPr lang="en-US" sz="900" dirty="0"/>
              <a:t>48</a:t>
            </a:r>
          </a:p>
        </p:txBody>
      </p:sp>
      <p:sp>
        <p:nvSpPr>
          <p:cNvPr id="76" name="TextBox 75">
            <a:extLst>
              <a:ext uri="{FF2B5EF4-FFF2-40B4-BE49-F238E27FC236}">
                <a16:creationId xmlns:a16="http://schemas.microsoft.com/office/drawing/2014/main" id="{99CA55AC-805D-15F9-E3CB-1494C8AD338E}"/>
              </a:ext>
            </a:extLst>
          </p:cNvPr>
          <p:cNvSpPr txBox="1"/>
          <p:nvPr/>
        </p:nvSpPr>
        <p:spPr>
          <a:xfrm>
            <a:off x="7157158" y="2404765"/>
            <a:ext cx="570089" cy="230832"/>
          </a:xfrm>
          <a:prstGeom prst="rect">
            <a:avLst/>
          </a:prstGeom>
          <a:solidFill>
            <a:schemeClr val="accent2">
              <a:lumMod val="20000"/>
              <a:lumOff val="80000"/>
            </a:schemeClr>
          </a:solidFill>
        </p:spPr>
        <p:txBody>
          <a:bodyPr wrap="square" rtlCol="0">
            <a:spAutoFit/>
          </a:bodyPr>
          <a:lstStyle/>
          <a:p>
            <a:pPr algn="ctr"/>
            <a:r>
              <a:rPr lang="en-US" sz="900" dirty="0"/>
              <a:t>83</a:t>
            </a:r>
          </a:p>
        </p:txBody>
      </p:sp>
      <p:sp>
        <p:nvSpPr>
          <p:cNvPr id="81" name="TextBox 80">
            <a:extLst>
              <a:ext uri="{FF2B5EF4-FFF2-40B4-BE49-F238E27FC236}">
                <a16:creationId xmlns:a16="http://schemas.microsoft.com/office/drawing/2014/main" id="{C71ACB00-4F3E-DA31-71C3-AB36CBA0127D}"/>
              </a:ext>
            </a:extLst>
          </p:cNvPr>
          <p:cNvSpPr txBox="1"/>
          <p:nvPr/>
        </p:nvSpPr>
        <p:spPr>
          <a:xfrm>
            <a:off x="7213604" y="2734556"/>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205A34D7-ED01-80B6-E813-8C54309D2158}"/>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79" name="TextBox 78">
            <a:extLst>
              <a:ext uri="{FF2B5EF4-FFF2-40B4-BE49-F238E27FC236}">
                <a16:creationId xmlns:a16="http://schemas.microsoft.com/office/drawing/2014/main" id="{A765110A-7D8B-2D42-45FC-CA43F206E11E}"/>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10" name="TextBox 9">
            <a:extLst>
              <a:ext uri="{FF2B5EF4-FFF2-40B4-BE49-F238E27FC236}">
                <a16:creationId xmlns:a16="http://schemas.microsoft.com/office/drawing/2014/main" id="{50E7B2B1-E411-EC6C-7ED3-70570DFE2557}"/>
              </a:ext>
            </a:extLst>
          </p:cNvPr>
          <p:cNvSpPr txBox="1"/>
          <p:nvPr/>
        </p:nvSpPr>
        <p:spPr>
          <a:xfrm>
            <a:off x="6152446" y="901933"/>
            <a:ext cx="570089" cy="230832"/>
          </a:xfrm>
          <a:prstGeom prst="rect">
            <a:avLst/>
          </a:prstGeom>
          <a:solidFill>
            <a:schemeClr val="accent2">
              <a:lumMod val="20000"/>
              <a:lumOff val="80000"/>
            </a:schemeClr>
          </a:solidFill>
        </p:spPr>
        <p:txBody>
          <a:bodyPr wrap="square" rtlCol="0">
            <a:spAutoFit/>
          </a:bodyPr>
          <a:lstStyle/>
          <a:p>
            <a:pPr algn="ctr"/>
            <a:r>
              <a:rPr lang="en-US" sz="900" dirty="0"/>
              <a:t>57</a:t>
            </a:r>
          </a:p>
        </p:txBody>
      </p:sp>
      <p:sp>
        <p:nvSpPr>
          <p:cNvPr id="12" name="TextBox 11">
            <a:extLst>
              <a:ext uri="{FF2B5EF4-FFF2-40B4-BE49-F238E27FC236}">
                <a16:creationId xmlns:a16="http://schemas.microsoft.com/office/drawing/2014/main" id="{73447614-B0C2-AEB9-08B6-FEE4577F6D49}"/>
              </a:ext>
            </a:extLst>
          </p:cNvPr>
          <p:cNvSpPr txBox="1"/>
          <p:nvPr/>
        </p:nvSpPr>
        <p:spPr>
          <a:xfrm>
            <a:off x="6654802" y="901933"/>
            <a:ext cx="570089" cy="230832"/>
          </a:xfrm>
          <a:prstGeom prst="rect">
            <a:avLst/>
          </a:prstGeom>
          <a:noFill/>
        </p:spPr>
        <p:txBody>
          <a:bodyPr wrap="square" rtlCol="0">
            <a:spAutoFit/>
          </a:bodyPr>
          <a:lstStyle/>
          <a:p>
            <a:pPr algn="ctr"/>
            <a:r>
              <a:rPr lang="en-US" sz="900" dirty="0"/>
              <a:t>258</a:t>
            </a:r>
          </a:p>
        </p:txBody>
      </p:sp>
      <p:sp>
        <p:nvSpPr>
          <p:cNvPr id="80" name="TextBox 79">
            <a:extLst>
              <a:ext uri="{FF2B5EF4-FFF2-40B4-BE49-F238E27FC236}">
                <a16:creationId xmlns:a16="http://schemas.microsoft.com/office/drawing/2014/main" id="{F6E6800B-0BF9-43BE-2CED-413B443AB762}"/>
              </a:ext>
            </a:extLst>
          </p:cNvPr>
          <p:cNvSpPr txBox="1"/>
          <p:nvPr/>
        </p:nvSpPr>
        <p:spPr>
          <a:xfrm>
            <a:off x="6152446" y="1402877"/>
            <a:ext cx="570089" cy="230832"/>
          </a:xfrm>
          <a:prstGeom prst="rect">
            <a:avLst/>
          </a:prstGeom>
          <a:solidFill>
            <a:schemeClr val="accent2">
              <a:lumMod val="20000"/>
              <a:lumOff val="80000"/>
            </a:schemeClr>
          </a:solidFill>
        </p:spPr>
        <p:txBody>
          <a:bodyPr wrap="square" rtlCol="0">
            <a:spAutoFit/>
          </a:bodyPr>
          <a:lstStyle/>
          <a:p>
            <a:pPr algn="ctr"/>
            <a:r>
              <a:rPr lang="en-US" sz="900" dirty="0"/>
              <a:t>73</a:t>
            </a:r>
          </a:p>
        </p:txBody>
      </p:sp>
      <p:sp>
        <p:nvSpPr>
          <p:cNvPr id="85" name="TextBox 84">
            <a:extLst>
              <a:ext uri="{FF2B5EF4-FFF2-40B4-BE49-F238E27FC236}">
                <a16:creationId xmlns:a16="http://schemas.microsoft.com/office/drawing/2014/main" id="{B0CEAF6E-31D1-CFAA-591C-AA855359DA7E}"/>
              </a:ext>
            </a:extLst>
          </p:cNvPr>
          <p:cNvSpPr txBox="1"/>
          <p:nvPr/>
        </p:nvSpPr>
        <p:spPr>
          <a:xfrm>
            <a:off x="6654802" y="1402877"/>
            <a:ext cx="570089" cy="230832"/>
          </a:xfrm>
          <a:prstGeom prst="rect">
            <a:avLst/>
          </a:prstGeom>
          <a:noFill/>
        </p:spPr>
        <p:txBody>
          <a:bodyPr wrap="square" rtlCol="0">
            <a:spAutoFit/>
          </a:bodyPr>
          <a:lstStyle/>
          <a:p>
            <a:pPr algn="ctr"/>
            <a:r>
              <a:rPr lang="en-US" sz="900" dirty="0"/>
              <a:t>268</a:t>
            </a:r>
          </a:p>
        </p:txBody>
      </p:sp>
      <p:sp>
        <p:nvSpPr>
          <p:cNvPr id="86" name="TextBox 85">
            <a:extLst>
              <a:ext uri="{FF2B5EF4-FFF2-40B4-BE49-F238E27FC236}">
                <a16:creationId xmlns:a16="http://schemas.microsoft.com/office/drawing/2014/main" id="{7D65F408-7F6F-6E44-33DD-046BA4F8A6DD}"/>
              </a:ext>
            </a:extLst>
          </p:cNvPr>
          <p:cNvSpPr txBox="1"/>
          <p:nvPr/>
        </p:nvSpPr>
        <p:spPr>
          <a:xfrm>
            <a:off x="7157158" y="1402877"/>
            <a:ext cx="570089" cy="230832"/>
          </a:xfrm>
          <a:prstGeom prst="rect">
            <a:avLst/>
          </a:prstGeom>
          <a:noFill/>
        </p:spPr>
        <p:txBody>
          <a:bodyPr wrap="square" rtlCol="0">
            <a:spAutoFit/>
          </a:bodyPr>
          <a:lstStyle/>
          <a:p>
            <a:pPr algn="ctr"/>
            <a:r>
              <a:rPr lang="en-US" sz="900" dirty="0"/>
              <a:t>38</a:t>
            </a:r>
          </a:p>
        </p:txBody>
      </p:sp>
      <p:sp>
        <p:nvSpPr>
          <p:cNvPr id="87" name="TextBox 86">
            <a:extLst>
              <a:ext uri="{FF2B5EF4-FFF2-40B4-BE49-F238E27FC236}">
                <a16:creationId xmlns:a16="http://schemas.microsoft.com/office/drawing/2014/main" id="{A3971953-5D9B-82A1-D5AC-53C72F73CB82}"/>
              </a:ext>
            </a:extLst>
          </p:cNvPr>
          <p:cNvSpPr txBox="1"/>
          <p:nvPr/>
        </p:nvSpPr>
        <p:spPr>
          <a:xfrm>
            <a:off x="6654802" y="1903821"/>
            <a:ext cx="570089" cy="230832"/>
          </a:xfrm>
          <a:prstGeom prst="rect">
            <a:avLst/>
          </a:prstGeom>
          <a:noFill/>
        </p:spPr>
        <p:txBody>
          <a:bodyPr wrap="square" rtlCol="0">
            <a:spAutoFit/>
          </a:bodyPr>
          <a:lstStyle/>
          <a:p>
            <a:pPr algn="ctr"/>
            <a:r>
              <a:rPr lang="en-US" sz="900" dirty="0"/>
              <a:t>456</a:t>
            </a:r>
          </a:p>
        </p:txBody>
      </p:sp>
      <p:sp>
        <p:nvSpPr>
          <p:cNvPr id="88" name="TextBox 87">
            <a:extLst>
              <a:ext uri="{FF2B5EF4-FFF2-40B4-BE49-F238E27FC236}">
                <a16:creationId xmlns:a16="http://schemas.microsoft.com/office/drawing/2014/main" id="{84E82E13-6DF1-A515-13FC-F94B741D1E18}"/>
              </a:ext>
            </a:extLst>
          </p:cNvPr>
          <p:cNvSpPr txBox="1"/>
          <p:nvPr/>
        </p:nvSpPr>
        <p:spPr>
          <a:xfrm>
            <a:off x="7157158" y="1903821"/>
            <a:ext cx="570089" cy="230832"/>
          </a:xfrm>
          <a:prstGeom prst="rect">
            <a:avLst/>
          </a:prstGeom>
          <a:noFill/>
        </p:spPr>
        <p:txBody>
          <a:bodyPr wrap="square" rtlCol="0">
            <a:spAutoFit/>
          </a:bodyPr>
          <a:lstStyle/>
          <a:p>
            <a:pPr algn="ctr"/>
            <a:r>
              <a:rPr lang="en-US" sz="900" dirty="0"/>
              <a:t>64</a:t>
            </a:r>
          </a:p>
        </p:txBody>
      </p:sp>
      <p:sp>
        <p:nvSpPr>
          <p:cNvPr id="89" name="TextBox 88">
            <a:extLst>
              <a:ext uri="{FF2B5EF4-FFF2-40B4-BE49-F238E27FC236}">
                <a16:creationId xmlns:a16="http://schemas.microsoft.com/office/drawing/2014/main" id="{A31186AB-6F3E-04D2-2316-54EB149F91C1}"/>
              </a:ext>
            </a:extLst>
          </p:cNvPr>
          <p:cNvSpPr txBox="1"/>
          <p:nvPr/>
        </p:nvSpPr>
        <p:spPr>
          <a:xfrm>
            <a:off x="3217333" y="1224551"/>
            <a:ext cx="462845" cy="584775"/>
          </a:xfrm>
          <a:prstGeom prst="rect">
            <a:avLst/>
          </a:prstGeom>
          <a:noFill/>
        </p:spPr>
        <p:txBody>
          <a:bodyPr wrap="square" rtlCol="0">
            <a:spAutoFit/>
          </a:bodyPr>
          <a:lstStyle/>
          <a:p>
            <a:pPr algn="ctr"/>
            <a:r>
              <a:rPr lang="en-US" sz="3200" dirty="0"/>
              <a:t>5</a:t>
            </a:r>
          </a:p>
        </p:txBody>
      </p:sp>
      <p:sp>
        <p:nvSpPr>
          <p:cNvPr id="90" name="TextBox 89">
            <a:extLst>
              <a:ext uri="{FF2B5EF4-FFF2-40B4-BE49-F238E27FC236}">
                <a16:creationId xmlns:a16="http://schemas.microsoft.com/office/drawing/2014/main" id="{9E796753-5527-A62C-BB22-FAE097C5C65F}"/>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20340114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4D71E-0895-BAAE-022B-FEBCDD854A02}"/>
            </a:ext>
          </a:extLst>
        </p:cNvPr>
        <p:cNvGrpSpPr/>
        <p:nvPr/>
      </p:nvGrpSpPr>
      <p:grpSpPr>
        <a:xfrm>
          <a:off x="0" y="0"/>
          <a:ext cx="0" cy="0"/>
          <a:chOff x="0" y="0"/>
          <a:chExt cx="0" cy="0"/>
        </a:xfrm>
      </p:grpSpPr>
      <p:sp>
        <p:nvSpPr>
          <p:cNvPr id="52" name="TextBox 51">
            <a:extLst>
              <a:ext uri="{FF2B5EF4-FFF2-40B4-BE49-F238E27FC236}">
                <a16:creationId xmlns:a16="http://schemas.microsoft.com/office/drawing/2014/main" id="{334F6106-C8A5-1B7D-379F-D7D3108BCA7E}"/>
              </a:ext>
            </a:extLst>
          </p:cNvPr>
          <p:cNvSpPr txBox="1"/>
          <p:nvPr/>
        </p:nvSpPr>
        <p:spPr>
          <a:xfrm>
            <a:off x="6214537" y="1224551"/>
            <a:ext cx="462845" cy="584775"/>
          </a:xfrm>
          <a:prstGeom prst="rect">
            <a:avLst/>
          </a:prstGeom>
          <a:solidFill>
            <a:srgbClr val="FFFF00">
              <a:alpha val="20000"/>
            </a:srgbClr>
          </a:solidFill>
        </p:spPr>
        <p:txBody>
          <a:bodyPr wrap="square" rtlCol="0">
            <a:spAutoFit/>
          </a:bodyPr>
          <a:lstStyle/>
          <a:p>
            <a:pPr algn="ctr"/>
            <a:endParaRPr lang="en-US" sz="3200" dirty="0"/>
          </a:p>
        </p:txBody>
      </p:sp>
      <p:sp>
        <p:nvSpPr>
          <p:cNvPr id="53" name="TextBox 52">
            <a:extLst>
              <a:ext uri="{FF2B5EF4-FFF2-40B4-BE49-F238E27FC236}">
                <a16:creationId xmlns:a16="http://schemas.microsoft.com/office/drawing/2014/main" id="{BC7D262A-2EBF-B29D-4C9F-FB5CD5669B4C}"/>
              </a:ext>
            </a:extLst>
          </p:cNvPr>
          <p:cNvSpPr txBox="1"/>
          <p:nvPr/>
        </p:nvSpPr>
        <p:spPr>
          <a:xfrm>
            <a:off x="5715003" y="721216"/>
            <a:ext cx="462845" cy="584775"/>
          </a:xfrm>
          <a:prstGeom prst="rect">
            <a:avLst/>
          </a:prstGeom>
          <a:solidFill>
            <a:srgbClr val="FFFF00">
              <a:alpha val="20000"/>
            </a:srgbClr>
          </a:solidFill>
        </p:spPr>
        <p:txBody>
          <a:bodyPr wrap="square" rtlCol="0">
            <a:spAutoFit/>
          </a:bodyPr>
          <a:lstStyle/>
          <a:p>
            <a:pPr algn="ctr"/>
            <a:endParaRPr lang="en-US" sz="3200" dirty="0"/>
          </a:p>
        </p:txBody>
      </p:sp>
      <p:sp>
        <p:nvSpPr>
          <p:cNvPr id="91" name="TextBox 90">
            <a:extLst>
              <a:ext uri="{FF2B5EF4-FFF2-40B4-BE49-F238E27FC236}">
                <a16:creationId xmlns:a16="http://schemas.microsoft.com/office/drawing/2014/main" id="{E78671BC-B376-3931-2821-BB77C0751BF8}"/>
              </a:ext>
            </a:extLst>
          </p:cNvPr>
          <p:cNvSpPr txBox="1"/>
          <p:nvPr/>
        </p:nvSpPr>
        <p:spPr>
          <a:xfrm>
            <a:off x="6714071" y="1727886"/>
            <a:ext cx="462845" cy="584775"/>
          </a:xfrm>
          <a:prstGeom prst="rect">
            <a:avLst/>
          </a:prstGeom>
          <a:solidFill>
            <a:srgbClr val="FFFF00">
              <a:alpha val="20000"/>
            </a:srgbClr>
          </a:solidFill>
        </p:spPr>
        <p:txBody>
          <a:bodyPr wrap="square" rtlCol="0">
            <a:spAutoFit/>
          </a:bodyPr>
          <a:lstStyle/>
          <a:p>
            <a:pPr algn="ctr"/>
            <a:endParaRPr lang="en-US" sz="3200" dirty="0"/>
          </a:p>
        </p:txBody>
      </p:sp>
      <p:sp>
        <p:nvSpPr>
          <p:cNvPr id="92" name="TextBox 91">
            <a:extLst>
              <a:ext uri="{FF2B5EF4-FFF2-40B4-BE49-F238E27FC236}">
                <a16:creationId xmlns:a16="http://schemas.microsoft.com/office/drawing/2014/main" id="{4A9C6548-5176-AA6C-9DD4-E45B0B20F829}"/>
              </a:ext>
            </a:extLst>
          </p:cNvPr>
          <p:cNvSpPr txBox="1"/>
          <p:nvPr/>
        </p:nvSpPr>
        <p:spPr>
          <a:xfrm>
            <a:off x="7213604" y="2231221"/>
            <a:ext cx="462845" cy="584775"/>
          </a:xfrm>
          <a:prstGeom prst="rect">
            <a:avLst/>
          </a:prstGeom>
          <a:solidFill>
            <a:srgbClr val="FFFF00">
              <a:alpha val="20000"/>
            </a:srgbClr>
          </a:solidFill>
        </p:spPr>
        <p:txBody>
          <a:bodyPr wrap="square" rtlCol="0">
            <a:spAutoFit/>
          </a:bodyPr>
          <a:lstStyle/>
          <a:p>
            <a:pPr algn="ctr"/>
            <a:endParaRPr lang="en-US" sz="3200" dirty="0"/>
          </a:p>
        </p:txBody>
      </p:sp>
      <p:sp>
        <p:nvSpPr>
          <p:cNvPr id="77" name="TextBox 76">
            <a:extLst>
              <a:ext uri="{FF2B5EF4-FFF2-40B4-BE49-F238E27FC236}">
                <a16:creationId xmlns:a16="http://schemas.microsoft.com/office/drawing/2014/main" id="{AB2353B2-2887-7659-570D-D787E354BA73}"/>
              </a:ext>
            </a:extLst>
          </p:cNvPr>
          <p:cNvSpPr txBox="1"/>
          <p:nvPr/>
        </p:nvSpPr>
        <p:spPr>
          <a:xfrm>
            <a:off x="5715003" y="1727886"/>
            <a:ext cx="462845" cy="584775"/>
          </a:xfrm>
          <a:prstGeom prst="rect">
            <a:avLst/>
          </a:prstGeom>
          <a:solidFill>
            <a:srgbClr val="92D050">
              <a:alpha val="15000"/>
            </a:srgbClr>
          </a:solidFill>
        </p:spPr>
        <p:txBody>
          <a:bodyPr wrap="square" rtlCol="0">
            <a:spAutoFit/>
          </a:bodyPr>
          <a:lstStyle/>
          <a:p>
            <a:pPr algn="ctr"/>
            <a:endParaRPr lang="en-US" sz="3200" dirty="0"/>
          </a:p>
        </p:txBody>
      </p:sp>
      <p:sp>
        <p:nvSpPr>
          <p:cNvPr id="78" name="TextBox 77">
            <a:extLst>
              <a:ext uri="{FF2B5EF4-FFF2-40B4-BE49-F238E27FC236}">
                <a16:creationId xmlns:a16="http://schemas.microsoft.com/office/drawing/2014/main" id="{F82DAB97-7876-2B6E-926E-361D4B7ECFD9}"/>
              </a:ext>
            </a:extLst>
          </p:cNvPr>
          <p:cNvSpPr txBox="1"/>
          <p:nvPr/>
        </p:nvSpPr>
        <p:spPr>
          <a:xfrm>
            <a:off x="6214537" y="2231221"/>
            <a:ext cx="462845" cy="584775"/>
          </a:xfrm>
          <a:prstGeom prst="rect">
            <a:avLst/>
          </a:prstGeom>
          <a:solidFill>
            <a:srgbClr val="92D050">
              <a:alpha val="15000"/>
            </a:srgbClr>
          </a:solidFill>
        </p:spPr>
        <p:txBody>
          <a:bodyPr wrap="square" rtlCol="0">
            <a:spAutoFit/>
          </a:bodyPr>
          <a:lstStyle/>
          <a:p>
            <a:pPr algn="ctr"/>
            <a:endParaRPr lang="en-US" sz="3200" dirty="0"/>
          </a:p>
        </p:txBody>
      </p:sp>
      <p:sp>
        <p:nvSpPr>
          <p:cNvPr id="82" name="TextBox 81">
            <a:extLst>
              <a:ext uri="{FF2B5EF4-FFF2-40B4-BE49-F238E27FC236}">
                <a16:creationId xmlns:a16="http://schemas.microsoft.com/office/drawing/2014/main" id="{1FBAC4F7-1E67-5256-8683-F9AEBE2BA077}"/>
              </a:ext>
            </a:extLst>
          </p:cNvPr>
          <p:cNvSpPr txBox="1"/>
          <p:nvPr/>
        </p:nvSpPr>
        <p:spPr>
          <a:xfrm>
            <a:off x="6714071" y="2734556"/>
            <a:ext cx="462845" cy="584775"/>
          </a:xfrm>
          <a:prstGeom prst="rect">
            <a:avLst/>
          </a:prstGeom>
          <a:solidFill>
            <a:srgbClr val="92D050">
              <a:alpha val="15000"/>
            </a:srgbClr>
          </a:solidFill>
        </p:spPr>
        <p:txBody>
          <a:bodyPr wrap="square" rtlCol="0">
            <a:spAutoFit/>
          </a:bodyPr>
          <a:lstStyle/>
          <a:p>
            <a:pPr algn="ctr"/>
            <a:r>
              <a:rPr lang="en-US" sz="3200" dirty="0"/>
              <a:t>7</a:t>
            </a:r>
          </a:p>
        </p:txBody>
      </p:sp>
      <p:sp>
        <p:nvSpPr>
          <p:cNvPr id="83" name="TextBox 82">
            <a:extLst>
              <a:ext uri="{FF2B5EF4-FFF2-40B4-BE49-F238E27FC236}">
                <a16:creationId xmlns:a16="http://schemas.microsoft.com/office/drawing/2014/main" id="{0C3793D0-E2E4-8903-D198-4B9E32D630F7}"/>
              </a:ext>
            </a:extLst>
          </p:cNvPr>
          <p:cNvSpPr txBox="1"/>
          <p:nvPr/>
        </p:nvSpPr>
        <p:spPr>
          <a:xfrm>
            <a:off x="7213604" y="3237891"/>
            <a:ext cx="462845" cy="584775"/>
          </a:xfrm>
          <a:prstGeom prst="rect">
            <a:avLst/>
          </a:prstGeom>
          <a:solidFill>
            <a:srgbClr val="92D050">
              <a:alpha val="15000"/>
            </a:srgbClr>
          </a:solidFill>
        </p:spPr>
        <p:txBody>
          <a:bodyPr wrap="square" rtlCol="0">
            <a:spAutoFit/>
          </a:bodyPr>
          <a:lstStyle/>
          <a:p>
            <a:pPr algn="ctr"/>
            <a:r>
              <a:rPr lang="en-US" sz="3200" dirty="0"/>
              <a:t>2</a:t>
            </a:r>
          </a:p>
        </p:txBody>
      </p:sp>
      <p:sp>
        <p:nvSpPr>
          <p:cNvPr id="84" name="TextBox 83">
            <a:extLst>
              <a:ext uri="{FF2B5EF4-FFF2-40B4-BE49-F238E27FC236}">
                <a16:creationId xmlns:a16="http://schemas.microsoft.com/office/drawing/2014/main" id="{7A12CFE6-F9DD-4095-1E02-97D3559E1D07}"/>
              </a:ext>
            </a:extLst>
          </p:cNvPr>
          <p:cNvSpPr txBox="1"/>
          <p:nvPr/>
        </p:nvSpPr>
        <p:spPr>
          <a:xfrm>
            <a:off x="7213604" y="3741226"/>
            <a:ext cx="462845" cy="584775"/>
          </a:xfrm>
          <a:prstGeom prst="rect">
            <a:avLst/>
          </a:prstGeom>
          <a:solidFill>
            <a:srgbClr val="92D050">
              <a:alpha val="15000"/>
            </a:srgbClr>
          </a:solidFill>
        </p:spPr>
        <p:txBody>
          <a:bodyPr wrap="square" rtlCol="0">
            <a:spAutoFit/>
          </a:bodyPr>
          <a:lstStyle/>
          <a:p>
            <a:pPr algn="ctr"/>
            <a:r>
              <a:rPr lang="en-US" sz="3200" dirty="0"/>
              <a:t>7</a:t>
            </a:r>
          </a:p>
        </p:txBody>
      </p:sp>
      <p:sp>
        <p:nvSpPr>
          <p:cNvPr id="46" name="TextBox 45">
            <a:extLst>
              <a:ext uri="{FF2B5EF4-FFF2-40B4-BE49-F238E27FC236}">
                <a16:creationId xmlns:a16="http://schemas.microsoft.com/office/drawing/2014/main" id="{BF2EB6C7-CC4C-54C4-3481-4ECEC2C0FE12}"/>
              </a:ext>
            </a:extLst>
          </p:cNvPr>
          <p:cNvSpPr txBox="1"/>
          <p:nvPr/>
        </p:nvSpPr>
        <p:spPr>
          <a:xfrm>
            <a:off x="3716867" y="2231221"/>
            <a:ext cx="462845" cy="584775"/>
          </a:xfrm>
          <a:prstGeom prst="rect">
            <a:avLst/>
          </a:prstGeom>
          <a:solidFill>
            <a:srgbClr val="FF0000">
              <a:alpha val="15000"/>
            </a:srgbClr>
          </a:solidFill>
        </p:spPr>
        <p:txBody>
          <a:bodyPr wrap="square" rtlCol="0">
            <a:spAutoFit/>
          </a:bodyPr>
          <a:lstStyle/>
          <a:p>
            <a:pPr algn="ctr"/>
            <a:r>
              <a:rPr lang="en-US" sz="3200" dirty="0"/>
              <a:t>7</a:t>
            </a:r>
          </a:p>
        </p:txBody>
      </p:sp>
      <p:sp>
        <p:nvSpPr>
          <p:cNvPr id="47" name="TextBox 46">
            <a:extLst>
              <a:ext uri="{FF2B5EF4-FFF2-40B4-BE49-F238E27FC236}">
                <a16:creationId xmlns:a16="http://schemas.microsoft.com/office/drawing/2014/main" id="{6BB0D000-15E8-E794-8779-2FB2DEFABB8F}"/>
              </a:ext>
            </a:extLst>
          </p:cNvPr>
          <p:cNvSpPr txBox="1"/>
          <p:nvPr/>
        </p:nvSpPr>
        <p:spPr>
          <a:xfrm>
            <a:off x="4216401" y="2734556"/>
            <a:ext cx="462845" cy="584775"/>
          </a:xfrm>
          <a:prstGeom prst="rect">
            <a:avLst/>
          </a:prstGeom>
          <a:solidFill>
            <a:srgbClr val="FF0000">
              <a:alpha val="15000"/>
            </a:srgbClr>
          </a:solid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3ED6FE0B-7945-9EC6-1E72-30E07D37B460}"/>
              </a:ext>
            </a:extLst>
          </p:cNvPr>
          <p:cNvSpPr txBox="1"/>
          <p:nvPr/>
        </p:nvSpPr>
        <p:spPr>
          <a:xfrm>
            <a:off x="4715935" y="3237891"/>
            <a:ext cx="462845" cy="584775"/>
          </a:xfrm>
          <a:prstGeom prst="rect">
            <a:avLst/>
          </a:prstGeom>
          <a:solidFill>
            <a:srgbClr val="FF0000">
              <a:alpha val="15000"/>
            </a:srgbClr>
          </a:solidFill>
        </p:spPr>
        <p:txBody>
          <a:bodyPr wrap="square" rtlCol="0">
            <a:spAutoFit/>
          </a:bodyPr>
          <a:lstStyle/>
          <a:p>
            <a:pPr algn="ctr"/>
            <a:r>
              <a:rPr lang="en-US" sz="3200" dirty="0"/>
              <a:t>7</a:t>
            </a:r>
          </a:p>
        </p:txBody>
      </p:sp>
      <p:sp>
        <p:nvSpPr>
          <p:cNvPr id="49" name="TextBox 48">
            <a:extLst>
              <a:ext uri="{FF2B5EF4-FFF2-40B4-BE49-F238E27FC236}">
                <a16:creationId xmlns:a16="http://schemas.microsoft.com/office/drawing/2014/main" id="{CB74254B-4243-DBB1-BF88-E803C72FFBD4}"/>
              </a:ext>
            </a:extLst>
          </p:cNvPr>
          <p:cNvSpPr txBox="1"/>
          <p:nvPr/>
        </p:nvSpPr>
        <p:spPr>
          <a:xfrm>
            <a:off x="5215469" y="3741226"/>
            <a:ext cx="462845" cy="584775"/>
          </a:xfrm>
          <a:prstGeom prst="rect">
            <a:avLst/>
          </a:prstGeom>
          <a:solidFill>
            <a:srgbClr val="FF0000">
              <a:alpha val="15000"/>
            </a:srgbClr>
          </a:solidFill>
        </p:spPr>
        <p:txBody>
          <a:bodyPr wrap="square" rtlCol="0">
            <a:spAutoFit/>
          </a:bodyPr>
          <a:lstStyle/>
          <a:p>
            <a:pPr algn="ctr"/>
            <a:r>
              <a:rPr lang="en-US" sz="3200" dirty="0"/>
              <a:t>4</a:t>
            </a:r>
          </a:p>
        </p:txBody>
      </p:sp>
      <p:sp>
        <p:nvSpPr>
          <p:cNvPr id="50" name="TextBox 49">
            <a:extLst>
              <a:ext uri="{FF2B5EF4-FFF2-40B4-BE49-F238E27FC236}">
                <a16:creationId xmlns:a16="http://schemas.microsoft.com/office/drawing/2014/main" id="{021688A4-A7D0-4063-90FF-52395E852DDB}"/>
              </a:ext>
            </a:extLst>
          </p:cNvPr>
          <p:cNvSpPr txBox="1"/>
          <p:nvPr/>
        </p:nvSpPr>
        <p:spPr>
          <a:xfrm>
            <a:off x="5715003" y="4244561"/>
            <a:ext cx="462845" cy="584775"/>
          </a:xfrm>
          <a:prstGeom prst="rect">
            <a:avLst/>
          </a:prstGeom>
          <a:solidFill>
            <a:srgbClr val="FF0000">
              <a:alpha val="15000"/>
            </a:srgbClr>
          </a:solidFill>
        </p:spPr>
        <p:txBody>
          <a:bodyPr wrap="square" rtlCol="0">
            <a:spAutoFit/>
          </a:bodyPr>
          <a:lstStyle/>
          <a:p>
            <a:pPr algn="ctr"/>
            <a:r>
              <a:rPr lang="en-US" sz="3200" dirty="0"/>
              <a:t>7</a:t>
            </a:r>
          </a:p>
        </p:txBody>
      </p:sp>
      <p:sp>
        <p:nvSpPr>
          <p:cNvPr id="2" name="Content Placeholder 1">
            <a:extLst>
              <a:ext uri="{FF2B5EF4-FFF2-40B4-BE49-F238E27FC236}">
                <a16:creationId xmlns:a16="http://schemas.microsoft.com/office/drawing/2014/main" id="{42DCA95A-15A0-64CD-E2B5-D05819A8B760}"/>
              </a:ext>
            </a:extLst>
          </p:cNvPr>
          <p:cNvSpPr>
            <a:spLocks noGrp="1"/>
          </p:cNvSpPr>
          <p:nvPr>
            <p:ph sz="half" idx="1"/>
          </p:nvPr>
        </p:nvSpPr>
        <p:spPr/>
        <p:txBody>
          <a:bodyPr>
            <a:normAutofit/>
          </a:bodyPr>
          <a:lstStyle/>
          <a:p>
            <a:r>
              <a:rPr lang="en-US" dirty="0"/>
              <a:t>The last unassigned cell on the green line follows. Then, note that there are only two possibilities for 5 in the upper center block (and Column 6).</a:t>
            </a:r>
          </a:p>
        </p:txBody>
      </p:sp>
      <p:pic>
        <p:nvPicPr>
          <p:cNvPr id="4" name="Picture 3" descr="A grid of sudoku puzzle&#10;&#10;Description automatically generated">
            <a:extLst>
              <a:ext uri="{FF2B5EF4-FFF2-40B4-BE49-F238E27FC236}">
                <a16:creationId xmlns:a16="http://schemas.microsoft.com/office/drawing/2014/main" id="{2F08242B-4261-96FE-39A3-D0672EAF0B79}"/>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4758036-5AA0-DDC2-4A64-401DF7ACDCB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34BDEFC-B365-D60A-27FA-8435E481342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0DFC7B4-FA39-0D3A-E3C8-A033BD945DBB}"/>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222FDF3E-1A64-BE4F-3874-1EF99283064C}"/>
              </a:ext>
            </a:extLst>
          </p:cNvPr>
          <p:cNvSpPr txBox="1"/>
          <p:nvPr/>
        </p:nvSpPr>
        <p:spPr>
          <a:xfrm>
            <a:off x="7213604" y="4747898"/>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7F2DD8B1-6DEB-8DF7-08FB-908F37D55864}"/>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9604C55A-614E-AA98-4B0F-32851A83A72D}"/>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17" name="TextBox 16">
            <a:extLst>
              <a:ext uri="{FF2B5EF4-FFF2-40B4-BE49-F238E27FC236}">
                <a16:creationId xmlns:a16="http://schemas.microsoft.com/office/drawing/2014/main" id="{42471A74-AC44-4565-E505-C803A559EC5F}"/>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E3FCDC43-A06E-A9F3-25F3-79164937A57C}"/>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A20B99E4-80A0-FE6E-40C9-56723A7C80F4}"/>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854A0C84-7C72-B02A-EA2B-FCE4A88A4EED}"/>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6AD87DAB-E503-6F1A-997F-086232FAB670}"/>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B0E15662-D38F-C7CE-6FFE-D8F057F12EDA}"/>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F4B881E0-DBA5-5F99-9E2D-71BB7F9A25FA}"/>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E4129F4A-4EB8-D5F0-7EBC-0EC9A58C8F30}"/>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89761042-464D-0CF1-C1B5-601FC391C874}"/>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A2D9AC8D-96A3-0166-BE6A-FAC2CE90D0BA}"/>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5AC28FE4-8A32-78A3-BEC4-97CED756AD18}"/>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E77E58F7-6D24-CA76-156B-961FA7709502}"/>
              </a:ext>
            </a:extLst>
          </p:cNvPr>
          <p:cNvSpPr txBox="1"/>
          <p:nvPr/>
        </p:nvSpPr>
        <p:spPr>
          <a:xfrm>
            <a:off x="5715003" y="223122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58DF8DEE-24A6-7FA0-F4DE-779A9852D788}"/>
              </a:ext>
            </a:extLst>
          </p:cNvPr>
          <p:cNvSpPr txBox="1"/>
          <p:nvPr/>
        </p:nvSpPr>
        <p:spPr>
          <a:xfrm>
            <a:off x="3217333" y="273455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96FFA711-3B49-577F-F091-5AA565B8783E}"/>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603ACB53-3C67-7203-C881-9A9739D9F2E4}"/>
              </a:ext>
            </a:extLst>
          </p:cNvPr>
          <p:cNvSpPr txBox="1"/>
          <p:nvPr/>
        </p:nvSpPr>
        <p:spPr>
          <a:xfrm>
            <a:off x="3716867" y="1727886"/>
            <a:ext cx="462845" cy="584775"/>
          </a:xfrm>
          <a:prstGeom prst="rect">
            <a:avLst/>
          </a:prstGeom>
          <a:solidFill>
            <a:schemeClr val="accent5">
              <a:lumMod val="75000"/>
              <a:alpha val="25000"/>
            </a:schemeClr>
          </a:solid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731F3CDA-6414-0666-AF20-016566E32A04}"/>
              </a:ext>
            </a:extLst>
          </p:cNvPr>
          <p:cNvSpPr txBox="1"/>
          <p:nvPr/>
        </p:nvSpPr>
        <p:spPr>
          <a:xfrm>
            <a:off x="4715935" y="2734556"/>
            <a:ext cx="462845" cy="584775"/>
          </a:xfrm>
          <a:prstGeom prst="rect">
            <a:avLst/>
          </a:prstGeom>
          <a:solidFill>
            <a:schemeClr val="accent5">
              <a:lumMod val="75000"/>
              <a:alpha val="25000"/>
            </a:schemeClr>
          </a:solidFill>
        </p:spPr>
        <p:txBody>
          <a:bodyPr wrap="square" rtlCol="0">
            <a:spAutoFit/>
          </a:bodyPr>
          <a:lstStyle/>
          <a:p>
            <a:pPr algn="ctr"/>
            <a:r>
              <a:rPr lang="en-US" sz="3200" dirty="0"/>
              <a:t>8</a:t>
            </a:r>
          </a:p>
        </p:txBody>
      </p:sp>
      <p:sp>
        <p:nvSpPr>
          <p:cNvPr id="43" name="TextBox 42">
            <a:extLst>
              <a:ext uri="{FF2B5EF4-FFF2-40B4-BE49-F238E27FC236}">
                <a16:creationId xmlns:a16="http://schemas.microsoft.com/office/drawing/2014/main" id="{D4FC2103-9D5B-1233-D6DA-FAD92F09EEE1}"/>
              </a:ext>
            </a:extLst>
          </p:cNvPr>
          <p:cNvSpPr txBox="1"/>
          <p:nvPr/>
        </p:nvSpPr>
        <p:spPr>
          <a:xfrm>
            <a:off x="5215469" y="3237891"/>
            <a:ext cx="462845" cy="584775"/>
          </a:xfrm>
          <a:prstGeom prst="rect">
            <a:avLst/>
          </a:prstGeom>
          <a:solidFill>
            <a:schemeClr val="accent5">
              <a:lumMod val="75000"/>
              <a:alpha val="25000"/>
            </a:schemeClr>
          </a:solidFill>
        </p:spPr>
        <p:txBody>
          <a:bodyPr wrap="square" rtlCol="0">
            <a:spAutoFit/>
          </a:bodyPr>
          <a:lstStyle/>
          <a:p>
            <a:pPr algn="ctr"/>
            <a:r>
              <a:rPr lang="en-US" sz="3200" dirty="0"/>
              <a:t>6</a:t>
            </a:r>
          </a:p>
        </p:txBody>
      </p:sp>
      <p:sp>
        <p:nvSpPr>
          <p:cNvPr id="44" name="TextBox 43">
            <a:extLst>
              <a:ext uri="{FF2B5EF4-FFF2-40B4-BE49-F238E27FC236}">
                <a16:creationId xmlns:a16="http://schemas.microsoft.com/office/drawing/2014/main" id="{8DB7E52F-1691-5333-0AE4-5A5A4C2AEF46}"/>
              </a:ext>
            </a:extLst>
          </p:cNvPr>
          <p:cNvSpPr txBox="1"/>
          <p:nvPr/>
        </p:nvSpPr>
        <p:spPr>
          <a:xfrm>
            <a:off x="6214537" y="4244561"/>
            <a:ext cx="462845" cy="584775"/>
          </a:xfrm>
          <a:prstGeom prst="rect">
            <a:avLst/>
          </a:prstGeom>
          <a:solidFill>
            <a:schemeClr val="accent5">
              <a:lumMod val="75000"/>
              <a:alpha val="25000"/>
            </a:schemeClr>
          </a:solidFill>
        </p:spPr>
        <p:txBody>
          <a:bodyPr wrap="square" rtlCol="0">
            <a:spAutoFit/>
          </a:bodyPr>
          <a:lstStyle/>
          <a:p>
            <a:pPr algn="ctr"/>
            <a:r>
              <a:rPr lang="en-US" sz="3200" dirty="0"/>
              <a:t>8</a:t>
            </a:r>
          </a:p>
        </p:txBody>
      </p:sp>
      <p:sp>
        <p:nvSpPr>
          <p:cNvPr id="45" name="TextBox 44">
            <a:extLst>
              <a:ext uri="{FF2B5EF4-FFF2-40B4-BE49-F238E27FC236}">
                <a16:creationId xmlns:a16="http://schemas.microsoft.com/office/drawing/2014/main" id="{D8B54A73-06D3-5E7D-F345-D919171468DE}"/>
              </a:ext>
            </a:extLst>
          </p:cNvPr>
          <p:cNvSpPr txBox="1"/>
          <p:nvPr/>
        </p:nvSpPr>
        <p:spPr>
          <a:xfrm>
            <a:off x="4216401" y="2231221"/>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51" name="TextBox 50">
            <a:extLst>
              <a:ext uri="{FF2B5EF4-FFF2-40B4-BE49-F238E27FC236}">
                <a16:creationId xmlns:a16="http://schemas.microsoft.com/office/drawing/2014/main" id="{0FECACB8-FDC2-1182-12F5-C8C300EB553B}"/>
              </a:ext>
            </a:extLst>
          </p:cNvPr>
          <p:cNvSpPr txBox="1"/>
          <p:nvPr/>
        </p:nvSpPr>
        <p:spPr>
          <a:xfrm>
            <a:off x="5715003" y="3741226"/>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40049EF2-24BB-2920-2410-D4E8C5C4B291}"/>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9277E15F-8800-3F79-FEFD-2319CD21CC00}"/>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344B16B1-4672-008C-E3ED-DA39FC905A22}"/>
              </a:ext>
            </a:extLst>
          </p:cNvPr>
          <p:cNvSpPr txBox="1"/>
          <p:nvPr/>
        </p:nvSpPr>
        <p:spPr>
          <a:xfrm>
            <a:off x="5215469" y="172788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16CD6412-774C-2AF0-9D0A-A29F92F56DA9}"/>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A09D070B-A43A-BC8A-AB57-E56FF8ABA3D0}"/>
              </a:ext>
            </a:extLst>
          </p:cNvPr>
          <p:cNvSpPr txBox="1"/>
          <p:nvPr/>
        </p:nvSpPr>
        <p:spPr>
          <a:xfrm>
            <a:off x="4715935" y="721216"/>
            <a:ext cx="462845" cy="584775"/>
          </a:xfrm>
          <a:prstGeom prst="rect">
            <a:avLst/>
          </a:prstGeom>
          <a:noFill/>
        </p:spPr>
        <p:txBody>
          <a:bodyPr wrap="square" rtlCol="0">
            <a:spAutoFit/>
          </a:bodyPr>
          <a:lstStyle/>
          <a:p>
            <a:pPr algn="ctr"/>
            <a:r>
              <a:rPr lang="en-US" sz="3200" dirty="0"/>
              <a:t>4</a:t>
            </a:r>
          </a:p>
        </p:txBody>
      </p:sp>
      <p:sp>
        <p:nvSpPr>
          <p:cNvPr id="28" name="TextBox 27">
            <a:extLst>
              <a:ext uri="{FF2B5EF4-FFF2-40B4-BE49-F238E27FC236}">
                <a16:creationId xmlns:a16="http://schemas.microsoft.com/office/drawing/2014/main" id="{7CAB95F6-9B4A-5547-9DF7-3B7260CB2326}"/>
              </a:ext>
            </a:extLst>
          </p:cNvPr>
          <p:cNvSpPr txBox="1"/>
          <p:nvPr/>
        </p:nvSpPr>
        <p:spPr>
          <a:xfrm>
            <a:off x="3217333" y="2231221"/>
            <a:ext cx="462845" cy="584775"/>
          </a:xfrm>
          <a:prstGeom prst="rect">
            <a:avLst/>
          </a:prstGeom>
          <a:solidFill>
            <a:srgbClr val="00B0F0">
              <a:alpha val="15000"/>
            </a:srgbClr>
          </a:solidFill>
        </p:spPr>
        <p:txBody>
          <a:bodyPr wrap="square" rtlCol="0">
            <a:spAutoFit/>
          </a:bodyPr>
          <a:lstStyle/>
          <a:p>
            <a:pPr algn="ctr"/>
            <a:r>
              <a:rPr lang="en-US" sz="3200" dirty="0"/>
              <a:t>6</a:t>
            </a:r>
          </a:p>
        </p:txBody>
      </p:sp>
      <p:sp>
        <p:nvSpPr>
          <p:cNvPr id="29" name="TextBox 28">
            <a:extLst>
              <a:ext uri="{FF2B5EF4-FFF2-40B4-BE49-F238E27FC236}">
                <a16:creationId xmlns:a16="http://schemas.microsoft.com/office/drawing/2014/main" id="{9EE46E46-7D0B-FF5C-FA43-33A51D8553A3}"/>
              </a:ext>
            </a:extLst>
          </p:cNvPr>
          <p:cNvSpPr txBox="1"/>
          <p:nvPr/>
        </p:nvSpPr>
        <p:spPr>
          <a:xfrm>
            <a:off x="3716867" y="2734556"/>
            <a:ext cx="462845" cy="584775"/>
          </a:xfrm>
          <a:prstGeom prst="rect">
            <a:avLst/>
          </a:prstGeom>
          <a:solidFill>
            <a:srgbClr val="00B0F0">
              <a:alpha val="15000"/>
            </a:srgbClr>
          </a:solidFill>
        </p:spPr>
        <p:txBody>
          <a:bodyPr wrap="square" rtlCol="0">
            <a:spAutoFit/>
          </a:bodyPr>
          <a:lstStyle/>
          <a:p>
            <a:pPr algn="ctr"/>
            <a:r>
              <a:rPr lang="en-US" sz="3200" dirty="0"/>
              <a:t>2</a:t>
            </a:r>
          </a:p>
        </p:txBody>
      </p:sp>
      <p:sp>
        <p:nvSpPr>
          <p:cNvPr id="32" name="TextBox 31">
            <a:extLst>
              <a:ext uri="{FF2B5EF4-FFF2-40B4-BE49-F238E27FC236}">
                <a16:creationId xmlns:a16="http://schemas.microsoft.com/office/drawing/2014/main" id="{B7A1C30B-295A-47CE-F819-FFFFC4FB3540}"/>
              </a:ext>
            </a:extLst>
          </p:cNvPr>
          <p:cNvSpPr txBox="1"/>
          <p:nvPr/>
        </p:nvSpPr>
        <p:spPr>
          <a:xfrm>
            <a:off x="4216401" y="3237891"/>
            <a:ext cx="462845" cy="584775"/>
          </a:xfrm>
          <a:prstGeom prst="rect">
            <a:avLst/>
          </a:prstGeom>
          <a:solidFill>
            <a:srgbClr val="00B0F0">
              <a:alpha val="15000"/>
            </a:srgbClr>
          </a:solidFill>
        </p:spPr>
        <p:txBody>
          <a:bodyPr wrap="square" rtlCol="0">
            <a:spAutoFit/>
          </a:bodyPr>
          <a:lstStyle/>
          <a:p>
            <a:pPr algn="ctr"/>
            <a:r>
              <a:rPr lang="en-US" sz="3200" dirty="0"/>
              <a:t>8</a:t>
            </a:r>
          </a:p>
        </p:txBody>
      </p:sp>
      <p:sp>
        <p:nvSpPr>
          <p:cNvPr id="33" name="TextBox 32">
            <a:extLst>
              <a:ext uri="{FF2B5EF4-FFF2-40B4-BE49-F238E27FC236}">
                <a16:creationId xmlns:a16="http://schemas.microsoft.com/office/drawing/2014/main" id="{7440582E-D36F-017F-12C6-F138EC5ED575}"/>
              </a:ext>
            </a:extLst>
          </p:cNvPr>
          <p:cNvSpPr txBox="1"/>
          <p:nvPr/>
        </p:nvSpPr>
        <p:spPr>
          <a:xfrm>
            <a:off x="4715935" y="3741226"/>
            <a:ext cx="462845" cy="584775"/>
          </a:xfrm>
          <a:prstGeom prst="rect">
            <a:avLst/>
          </a:prstGeom>
          <a:solidFill>
            <a:srgbClr val="00B0F0">
              <a:alpha val="15000"/>
            </a:srgbClr>
          </a:solid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EE409F5B-DBA5-12D9-AE35-0BE94DB4181F}"/>
              </a:ext>
            </a:extLst>
          </p:cNvPr>
          <p:cNvSpPr txBox="1"/>
          <p:nvPr/>
        </p:nvSpPr>
        <p:spPr>
          <a:xfrm>
            <a:off x="5215469" y="4244561"/>
            <a:ext cx="462845" cy="584775"/>
          </a:xfrm>
          <a:prstGeom prst="rect">
            <a:avLst/>
          </a:prstGeom>
          <a:solidFill>
            <a:srgbClr val="00B0F0">
              <a:alpha val="15000"/>
            </a:srgbClr>
          </a:solidFill>
        </p:spPr>
        <p:txBody>
          <a:bodyPr wrap="square" rtlCol="0">
            <a:spAutoFit/>
          </a:bodyPr>
          <a:lstStyle/>
          <a:p>
            <a:pPr algn="ctr"/>
            <a:r>
              <a:rPr lang="en-US" sz="3200" dirty="0"/>
              <a:t>9</a:t>
            </a:r>
          </a:p>
        </p:txBody>
      </p:sp>
      <p:sp>
        <p:nvSpPr>
          <p:cNvPr id="27" name="TextBox 26">
            <a:extLst>
              <a:ext uri="{FF2B5EF4-FFF2-40B4-BE49-F238E27FC236}">
                <a16:creationId xmlns:a16="http://schemas.microsoft.com/office/drawing/2014/main" id="{2C29C305-6E07-061C-038D-702EB9BF268D}"/>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A614B9C3-A9F6-6039-EDDB-F7DD9B1BCB95}"/>
              </a:ext>
            </a:extLst>
          </p:cNvPr>
          <p:cNvSpPr txBox="1"/>
          <p:nvPr/>
        </p:nvSpPr>
        <p:spPr>
          <a:xfrm>
            <a:off x="4216401" y="3741226"/>
            <a:ext cx="462845" cy="584775"/>
          </a:xfrm>
          <a:prstGeom prst="rect">
            <a:avLst/>
          </a:prstGeom>
          <a:noFill/>
        </p:spPr>
        <p:txBody>
          <a:bodyPr wrap="square" rtlCol="0">
            <a:spAutoFit/>
          </a:bodyPr>
          <a:lstStyle/>
          <a:p>
            <a:pPr algn="ctr"/>
            <a:r>
              <a:rPr lang="en-US" sz="3200" dirty="0"/>
              <a:t>9</a:t>
            </a:r>
          </a:p>
        </p:txBody>
      </p:sp>
      <p:sp>
        <p:nvSpPr>
          <p:cNvPr id="60" name="TextBox 59">
            <a:extLst>
              <a:ext uri="{FF2B5EF4-FFF2-40B4-BE49-F238E27FC236}">
                <a16:creationId xmlns:a16="http://schemas.microsoft.com/office/drawing/2014/main" id="{8AD5AD95-09E4-5BF1-00BA-43832FA5355F}"/>
              </a:ext>
            </a:extLst>
          </p:cNvPr>
          <p:cNvSpPr txBox="1"/>
          <p:nvPr/>
        </p:nvSpPr>
        <p:spPr>
          <a:xfrm>
            <a:off x="3640666" y="4408541"/>
            <a:ext cx="570089" cy="230832"/>
          </a:xfrm>
          <a:prstGeom prst="rect">
            <a:avLst/>
          </a:prstGeom>
          <a:noFill/>
        </p:spPr>
        <p:txBody>
          <a:bodyPr wrap="square" rtlCol="0">
            <a:spAutoFit/>
          </a:bodyPr>
          <a:lstStyle/>
          <a:p>
            <a:pPr algn="ctr"/>
            <a:r>
              <a:rPr lang="en-US" sz="900" dirty="0"/>
              <a:t>34</a:t>
            </a:r>
          </a:p>
        </p:txBody>
      </p:sp>
      <p:sp>
        <p:nvSpPr>
          <p:cNvPr id="63" name="TextBox 62">
            <a:extLst>
              <a:ext uri="{FF2B5EF4-FFF2-40B4-BE49-F238E27FC236}">
                <a16:creationId xmlns:a16="http://schemas.microsoft.com/office/drawing/2014/main" id="{FBAAD20D-8A03-F474-7049-33B8160A6287}"/>
              </a:ext>
            </a:extLst>
          </p:cNvPr>
          <p:cNvSpPr txBox="1"/>
          <p:nvPr/>
        </p:nvSpPr>
        <p:spPr>
          <a:xfrm>
            <a:off x="3640666" y="4909484"/>
            <a:ext cx="570089" cy="230832"/>
          </a:xfrm>
          <a:prstGeom prst="rect">
            <a:avLst/>
          </a:prstGeom>
          <a:noFill/>
        </p:spPr>
        <p:txBody>
          <a:bodyPr wrap="square" rtlCol="0">
            <a:spAutoFit/>
          </a:bodyPr>
          <a:lstStyle/>
          <a:p>
            <a:pPr algn="ctr"/>
            <a:r>
              <a:rPr lang="en-US" sz="900" dirty="0"/>
              <a:t>43</a:t>
            </a:r>
          </a:p>
        </p:txBody>
      </p:sp>
      <p:sp>
        <p:nvSpPr>
          <p:cNvPr id="65" name="TextBox 64">
            <a:extLst>
              <a:ext uri="{FF2B5EF4-FFF2-40B4-BE49-F238E27FC236}">
                <a16:creationId xmlns:a16="http://schemas.microsoft.com/office/drawing/2014/main" id="{0686ACC7-BFC8-F1CF-E80D-106AA726E1DF}"/>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66" name="TextBox 65">
            <a:extLst>
              <a:ext uri="{FF2B5EF4-FFF2-40B4-BE49-F238E27FC236}">
                <a16:creationId xmlns:a16="http://schemas.microsoft.com/office/drawing/2014/main" id="{5848FF04-D412-07F8-5DE3-9F8FB1B7306D}"/>
              </a:ext>
            </a:extLst>
          </p:cNvPr>
          <p:cNvSpPr txBox="1"/>
          <p:nvPr/>
        </p:nvSpPr>
        <p:spPr>
          <a:xfrm>
            <a:off x="3716867" y="3741226"/>
            <a:ext cx="462845" cy="584775"/>
          </a:xfrm>
          <a:prstGeom prst="rect">
            <a:avLst/>
          </a:prstGeom>
          <a:noFill/>
        </p:spPr>
        <p:txBody>
          <a:bodyPr wrap="square" rtlCol="0">
            <a:spAutoFit/>
          </a:bodyPr>
          <a:lstStyle/>
          <a:p>
            <a:pPr algn="ctr"/>
            <a:r>
              <a:rPr lang="en-US" sz="3200" dirty="0"/>
              <a:t>6</a:t>
            </a:r>
          </a:p>
        </p:txBody>
      </p:sp>
      <p:sp>
        <p:nvSpPr>
          <p:cNvPr id="67" name="TextBox 66">
            <a:extLst>
              <a:ext uri="{FF2B5EF4-FFF2-40B4-BE49-F238E27FC236}">
                <a16:creationId xmlns:a16="http://schemas.microsoft.com/office/drawing/2014/main" id="{AD581B9A-9E38-ED0D-55CE-CEAFC8E03C2D}"/>
              </a:ext>
            </a:extLst>
          </p:cNvPr>
          <p:cNvSpPr txBox="1"/>
          <p:nvPr/>
        </p:nvSpPr>
        <p:spPr>
          <a:xfrm>
            <a:off x="4216401" y="4244561"/>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14242C16-1BE1-4818-73DF-6D848BB1A61E}"/>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54" name="TextBox 53">
            <a:extLst>
              <a:ext uri="{FF2B5EF4-FFF2-40B4-BE49-F238E27FC236}">
                <a16:creationId xmlns:a16="http://schemas.microsoft.com/office/drawing/2014/main" id="{D30C7FBA-6A2B-F01E-1A0C-141DF979EC7B}"/>
              </a:ext>
            </a:extLst>
          </p:cNvPr>
          <p:cNvSpPr txBox="1"/>
          <p:nvPr/>
        </p:nvSpPr>
        <p:spPr>
          <a:xfrm>
            <a:off x="4216401" y="4747898"/>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BB2D497F-6369-405C-A34A-4085B0B99F5A}"/>
              </a:ext>
            </a:extLst>
          </p:cNvPr>
          <p:cNvSpPr txBox="1"/>
          <p:nvPr/>
        </p:nvSpPr>
        <p:spPr>
          <a:xfrm>
            <a:off x="3217333" y="424456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7516CA47-0C02-7833-4B68-23B225395573}"/>
              </a:ext>
            </a:extLst>
          </p:cNvPr>
          <p:cNvSpPr txBox="1"/>
          <p:nvPr/>
        </p:nvSpPr>
        <p:spPr>
          <a:xfrm>
            <a:off x="3217333" y="3237891"/>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773E1065-34BB-B3B3-6176-3076E650378B}"/>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56" name="TextBox 55">
            <a:extLst>
              <a:ext uri="{FF2B5EF4-FFF2-40B4-BE49-F238E27FC236}">
                <a16:creationId xmlns:a16="http://schemas.microsoft.com/office/drawing/2014/main" id="{44BB9FA5-F15F-B677-9C1B-86560F0AD74C}"/>
              </a:ext>
            </a:extLst>
          </p:cNvPr>
          <p:cNvSpPr txBox="1"/>
          <p:nvPr/>
        </p:nvSpPr>
        <p:spPr>
          <a:xfrm>
            <a:off x="4645378" y="4408541"/>
            <a:ext cx="570089" cy="230832"/>
          </a:xfrm>
          <a:prstGeom prst="rect">
            <a:avLst/>
          </a:prstGeom>
          <a:noFill/>
        </p:spPr>
        <p:txBody>
          <a:bodyPr wrap="square" rtlCol="0">
            <a:spAutoFit/>
          </a:bodyPr>
          <a:lstStyle/>
          <a:p>
            <a:pPr algn="ctr"/>
            <a:r>
              <a:rPr lang="en-US" sz="900" dirty="0"/>
              <a:t>63</a:t>
            </a:r>
          </a:p>
        </p:txBody>
      </p:sp>
      <p:sp>
        <p:nvSpPr>
          <p:cNvPr id="58" name="TextBox 57">
            <a:extLst>
              <a:ext uri="{FF2B5EF4-FFF2-40B4-BE49-F238E27FC236}">
                <a16:creationId xmlns:a16="http://schemas.microsoft.com/office/drawing/2014/main" id="{E60BCFE8-BFF9-F141-D758-9A7328333DE9}"/>
              </a:ext>
            </a:extLst>
          </p:cNvPr>
          <p:cNvSpPr txBox="1"/>
          <p:nvPr/>
        </p:nvSpPr>
        <p:spPr>
          <a:xfrm>
            <a:off x="7157158" y="4408541"/>
            <a:ext cx="570089" cy="230832"/>
          </a:xfrm>
          <a:prstGeom prst="rect">
            <a:avLst/>
          </a:prstGeom>
          <a:noFill/>
        </p:spPr>
        <p:txBody>
          <a:bodyPr wrap="square" rtlCol="0">
            <a:spAutoFit/>
          </a:bodyPr>
          <a:lstStyle/>
          <a:p>
            <a:pPr algn="ctr"/>
            <a:r>
              <a:rPr lang="en-US" sz="900" dirty="0"/>
              <a:t>46</a:t>
            </a:r>
          </a:p>
        </p:txBody>
      </p:sp>
      <p:sp>
        <p:nvSpPr>
          <p:cNvPr id="59" name="TextBox 58">
            <a:extLst>
              <a:ext uri="{FF2B5EF4-FFF2-40B4-BE49-F238E27FC236}">
                <a16:creationId xmlns:a16="http://schemas.microsoft.com/office/drawing/2014/main" id="{D6402E2A-4997-CAE4-574D-BADA27CEE808}"/>
              </a:ext>
            </a:extLst>
          </p:cNvPr>
          <p:cNvSpPr txBox="1"/>
          <p:nvPr/>
        </p:nvSpPr>
        <p:spPr>
          <a:xfrm>
            <a:off x="6152446" y="4909484"/>
            <a:ext cx="570089" cy="230832"/>
          </a:xfrm>
          <a:prstGeom prst="rect">
            <a:avLst/>
          </a:prstGeom>
          <a:solidFill>
            <a:schemeClr val="accent2">
              <a:lumMod val="20000"/>
              <a:lumOff val="80000"/>
            </a:schemeClr>
          </a:solidFill>
        </p:spPr>
        <p:txBody>
          <a:bodyPr wrap="square" rtlCol="0">
            <a:spAutoFit/>
          </a:bodyPr>
          <a:lstStyle/>
          <a:p>
            <a:pPr algn="ctr"/>
            <a:r>
              <a:rPr lang="en-US" sz="900" dirty="0"/>
              <a:t>45</a:t>
            </a:r>
          </a:p>
        </p:txBody>
      </p:sp>
      <p:sp>
        <p:nvSpPr>
          <p:cNvPr id="61" name="TextBox 60">
            <a:extLst>
              <a:ext uri="{FF2B5EF4-FFF2-40B4-BE49-F238E27FC236}">
                <a16:creationId xmlns:a16="http://schemas.microsoft.com/office/drawing/2014/main" id="{B150BF15-7CDB-3442-7BFC-14CFF20D0DFE}"/>
              </a:ext>
            </a:extLst>
          </p:cNvPr>
          <p:cNvSpPr txBox="1"/>
          <p:nvPr/>
        </p:nvSpPr>
        <p:spPr>
          <a:xfrm>
            <a:off x="6654802" y="4909484"/>
            <a:ext cx="570089" cy="230832"/>
          </a:xfrm>
          <a:prstGeom prst="rect">
            <a:avLst/>
          </a:prstGeom>
          <a:noFill/>
        </p:spPr>
        <p:txBody>
          <a:bodyPr wrap="square" rtlCol="0">
            <a:spAutoFit/>
          </a:bodyPr>
          <a:lstStyle/>
          <a:p>
            <a:pPr algn="ctr"/>
            <a:r>
              <a:rPr lang="en-US" sz="900" dirty="0"/>
              <a:t>456</a:t>
            </a:r>
          </a:p>
        </p:txBody>
      </p:sp>
      <p:sp>
        <p:nvSpPr>
          <p:cNvPr id="62" name="TextBox 61">
            <a:extLst>
              <a:ext uri="{FF2B5EF4-FFF2-40B4-BE49-F238E27FC236}">
                <a16:creationId xmlns:a16="http://schemas.microsoft.com/office/drawing/2014/main" id="{79B04C65-3AA9-F8BB-908F-70F7480F69C7}"/>
              </a:ext>
            </a:extLst>
          </p:cNvPr>
          <p:cNvSpPr txBox="1"/>
          <p:nvPr/>
        </p:nvSpPr>
        <p:spPr>
          <a:xfrm>
            <a:off x="4645378" y="4909484"/>
            <a:ext cx="570089" cy="230832"/>
          </a:xfrm>
          <a:prstGeom prst="rect">
            <a:avLst/>
          </a:prstGeom>
          <a:noFill/>
        </p:spPr>
        <p:txBody>
          <a:bodyPr wrap="square" rtlCol="0">
            <a:spAutoFit/>
          </a:bodyPr>
          <a:lstStyle/>
          <a:p>
            <a:pPr algn="ctr"/>
            <a:r>
              <a:rPr lang="en-US" sz="900" dirty="0"/>
              <a:t>36</a:t>
            </a:r>
          </a:p>
        </p:txBody>
      </p:sp>
      <p:sp>
        <p:nvSpPr>
          <p:cNvPr id="64" name="TextBox 63">
            <a:extLst>
              <a:ext uri="{FF2B5EF4-FFF2-40B4-BE49-F238E27FC236}">
                <a16:creationId xmlns:a16="http://schemas.microsoft.com/office/drawing/2014/main" id="{E9159EF6-70AC-560B-EA65-F2103C76D7EF}"/>
              </a:ext>
            </a:extLst>
          </p:cNvPr>
          <p:cNvSpPr txBox="1"/>
          <p:nvPr/>
        </p:nvSpPr>
        <p:spPr>
          <a:xfrm>
            <a:off x="5147734" y="4909484"/>
            <a:ext cx="570089" cy="230832"/>
          </a:xfrm>
          <a:prstGeom prst="rect">
            <a:avLst/>
          </a:prstGeom>
          <a:noFill/>
        </p:spPr>
        <p:txBody>
          <a:bodyPr wrap="square" rtlCol="0">
            <a:spAutoFit/>
          </a:bodyPr>
          <a:lstStyle/>
          <a:p>
            <a:pPr algn="ctr"/>
            <a:r>
              <a:rPr lang="en-US" sz="900" dirty="0"/>
              <a:t>28</a:t>
            </a:r>
          </a:p>
        </p:txBody>
      </p:sp>
      <p:sp>
        <p:nvSpPr>
          <p:cNvPr id="68" name="TextBox 67">
            <a:extLst>
              <a:ext uri="{FF2B5EF4-FFF2-40B4-BE49-F238E27FC236}">
                <a16:creationId xmlns:a16="http://schemas.microsoft.com/office/drawing/2014/main" id="{1B113C66-33ED-D63A-770A-3965DD1A8D9B}"/>
              </a:ext>
            </a:extLst>
          </p:cNvPr>
          <p:cNvSpPr txBox="1"/>
          <p:nvPr/>
        </p:nvSpPr>
        <p:spPr>
          <a:xfrm>
            <a:off x="5650090" y="4909484"/>
            <a:ext cx="570089" cy="230832"/>
          </a:xfrm>
          <a:prstGeom prst="rect">
            <a:avLst/>
          </a:prstGeom>
          <a:noFill/>
        </p:spPr>
        <p:txBody>
          <a:bodyPr wrap="square" rtlCol="0">
            <a:spAutoFit/>
          </a:bodyPr>
          <a:lstStyle/>
          <a:p>
            <a:pPr algn="ctr"/>
            <a:r>
              <a:rPr lang="en-US" sz="900" dirty="0"/>
              <a:t>82</a:t>
            </a:r>
          </a:p>
        </p:txBody>
      </p:sp>
      <p:sp>
        <p:nvSpPr>
          <p:cNvPr id="69" name="TextBox 68">
            <a:extLst>
              <a:ext uri="{FF2B5EF4-FFF2-40B4-BE49-F238E27FC236}">
                <a16:creationId xmlns:a16="http://schemas.microsoft.com/office/drawing/2014/main" id="{F79932A2-D576-15FA-AA51-28C90FC30D01}"/>
              </a:ext>
            </a:extLst>
          </p:cNvPr>
          <p:cNvSpPr txBox="1"/>
          <p:nvPr/>
        </p:nvSpPr>
        <p:spPr>
          <a:xfrm>
            <a:off x="5147734" y="901933"/>
            <a:ext cx="570089" cy="230832"/>
          </a:xfrm>
          <a:prstGeom prst="rect">
            <a:avLst/>
          </a:prstGeom>
          <a:noFill/>
        </p:spPr>
        <p:txBody>
          <a:bodyPr wrap="square" rtlCol="0">
            <a:spAutoFit/>
          </a:bodyPr>
          <a:lstStyle/>
          <a:p>
            <a:pPr algn="ctr"/>
            <a:r>
              <a:rPr lang="en-US" sz="900" dirty="0"/>
              <a:t>278</a:t>
            </a:r>
          </a:p>
        </p:txBody>
      </p:sp>
      <p:sp>
        <p:nvSpPr>
          <p:cNvPr id="70" name="TextBox 69">
            <a:extLst>
              <a:ext uri="{FF2B5EF4-FFF2-40B4-BE49-F238E27FC236}">
                <a16:creationId xmlns:a16="http://schemas.microsoft.com/office/drawing/2014/main" id="{76B7F815-ABA7-ACC6-1A2F-874B8E813DB8}"/>
              </a:ext>
            </a:extLst>
          </p:cNvPr>
          <p:cNvSpPr txBox="1"/>
          <p:nvPr/>
        </p:nvSpPr>
        <p:spPr>
          <a:xfrm>
            <a:off x="5650090" y="901933"/>
            <a:ext cx="570089" cy="230832"/>
          </a:xfrm>
          <a:prstGeom prst="rect">
            <a:avLst/>
          </a:prstGeom>
          <a:solidFill>
            <a:schemeClr val="accent2">
              <a:lumMod val="20000"/>
              <a:lumOff val="80000"/>
            </a:schemeClr>
          </a:solidFill>
        </p:spPr>
        <p:txBody>
          <a:bodyPr wrap="square" rtlCol="0">
            <a:spAutoFit/>
          </a:bodyPr>
          <a:lstStyle/>
          <a:p>
            <a:pPr algn="ctr"/>
            <a:r>
              <a:rPr lang="en-US" sz="900" dirty="0"/>
              <a:t>85</a:t>
            </a:r>
          </a:p>
        </p:txBody>
      </p:sp>
      <p:sp>
        <p:nvSpPr>
          <p:cNvPr id="71" name="TextBox 70">
            <a:extLst>
              <a:ext uri="{FF2B5EF4-FFF2-40B4-BE49-F238E27FC236}">
                <a16:creationId xmlns:a16="http://schemas.microsoft.com/office/drawing/2014/main" id="{C8A1F00D-A24A-1C3D-3776-009111A1BDFD}"/>
              </a:ext>
            </a:extLst>
          </p:cNvPr>
          <p:cNvSpPr txBox="1"/>
          <p:nvPr/>
        </p:nvSpPr>
        <p:spPr>
          <a:xfrm>
            <a:off x="5147734" y="1402877"/>
            <a:ext cx="570089" cy="230832"/>
          </a:xfrm>
          <a:prstGeom prst="rect">
            <a:avLst/>
          </a:prstGeom>
          <a:noFill/>
        </p:spPr>
        <p:txBody>
          <a:bodyPr wrap="square" rtlCol="0">
            <a:spAutoFit/>
          </a:bodyPr>
          <a:lstStyle/>
          <a:p>
            <a:pPr algn="ctr"/>
            <a:r>
              <a:rPr lang="en-US" sz="900" dirty="0"/>
              <a:t>278</a:t>
            </a:r>
          </a:p>
        </p:txBody>
      </p:sp>
      <p:sp>
        <p:nvSpPr>
          <p:cNvPr id="72" name="TextBox 71">
            <a:extLst>
              <a:ext uri="{FF2B5EF4-FFF2-40B4-BE49-F238E27FC236}">
                <a16:creationId xmlns:a16="http://schemas.microsoft.com/office/drawing/2014/main" id="{4C767997-DC67-B80C-D245-4497D2AA7B56}"/>
              </a:ext>
            </a:extLst>
          </p:cNvPr>
          <p:cNvSpPr txBox="1"/>
          <p:nvPr/>
        </p:nvSpPr>
        <p:spPr>
          <a:xfrm>
            <a:off x="5650090" y="1402877"/>
            <a:ext cx="570089" cy="230832"/>
          </a:xfrm>
          <a:prstGeom prst="rect">
            <a:avLst/>
          </a:prstGeom>
          <a:noFill/>
        </p:spPr>
        <p:txBody>
          <a:bodyPr wrap="square" rtlCol="0">
            <a:spAutoFit/>
          </a:bodyPr>
          <a:lstStyle/>
          <a:p>
            <a:pPr algn="ctr"/>
            <a:r>
              <a:rPr lang="en-US" sz="900" dirty="0"/>
              <a:t>268</a:t>
            </a:r>
          </a:p>
        </p:txBody>
      </p:sp>
      <p:sp>
        <p:nvSpPr>
          <p:cNvPr id="73" name="TextBox 72">
            <a:extLst>
              <a:ext uri="{FF2B5EF4-FFF2-40B4-BE49-F238E27FC236}">
                <a16:creationId xmlns:a16="http://schemas.microsoft.com/office/drawing/2014/main" id="{BB42D5C5-57A1-A33A-051B-8AF00EF35BB8}"/>
              </a:ext>
            </a:extLst>
          </p:cNvPr>
          <p:cNvSpPr txBox="1"/>
          <p:nvPr/>
        </p:nvSpPr>
        <p:spPr>
          <a:xfrm>
            <a:off x="5650090" y="1903821"/>
            <a:ext cx="570089" cy="230832"/>
          </a:xfrm>
          <a:prstGeom prst="rect">
            <a:avLst/>
          </a:prstGeom>
          <a:solidFill>
            <a:schemeClr val="accent2">
              <a:lumMod val="20000"/>
              <a:lumOff val="80000"/>
            </a:schemeClr>
          </a:solidFill>
        </p:spPr>
        <p:txBody>
          <a:bodyPr wrap="square" rtlCol="0">
            <a:spAutoFit/>
          </a:bodyPr>
          <a:lstStyle/>
          <a:p>
            <a:pPr algn="ctr"/>
            <a:r>
              <a:rPr lang="en-US" sz="900" dirty="0"/>
              <a:t>56</a:t>
            </a:r>
          </a:p>
        </p:txBody>
      </p:sp>
      <p:sp>
        <p:nvSpPr>
          <p:cNvPr id="74" name="TextBox 73">
            <a:extLst>
              <a:ext uri="{FF2B5EF4-FFF2-40B4-BE49-F238E27FC236}">
                <a16:creationId xmlns:a16="http://schemas.microsoft.com/office/drawing/2014/main" id="{227FF00D-926A-0E33-24E7-BB0E23896E39}"/>
              </a:ext>
            </a:extLst>
          </p:cNvPr>
          <p:cNvSpPr txBox="1"/>
          <p:nvPr/>
        </p:nvSpPr>
        <p:spPr>
          <a:xfrm>
            <a:off x="6152446" y="2404765"/>
            <a:ext cx="570089" cy="230832"/>
          </a:xfrm>
          <a:prstGeom prst="rect">
            <a:avLst/>
          </a:prstGeom>
          <a:solidFill>
            <a:schemeClr val="accent2">
              <a:lumMod val="20000"/>
              <a:lumOff val="80000"/>
            </a:schemeClr>
          </a:solidFill>
        </p:spPr>
        <p:txBody>
          <a:bodyPr wrap="square" rtlCol="0">
            <a:spAutoFit/>
          </a:bodyPr>
          <a:lstStyle/>
          <a:p>
            <a:pPr algn="ctr"/>
            <a:r>
              <a:rPr lang="en-US" sz="900" dirty="0"/>
              <a:t>34</a:t>
            </a:r>
          </a:p>
        </p:txBody>
      </p:sp>
      <p:sp>
        <p:nvSpPr>
          <p:cNvPr id="75" name="TextBox 74">
            <a:extLst>
              <a:ext uri="{FF2B5EF4-FFF2-40B4-BE49-F238E27FC236}">
                <a16:creationId xmlns:a16="http://schemas.microsoft.com/office/drawing/2014/main" id="{991ADB11-7FD0-6D96-6928-7E32456F5844}"/>
              </a:ext>
            </a:extLst>
          </p:cNvPr>
          <p:cNvSpPr txBox="1"/>
          <p:nvPr/>
        </p:nvSpPr>
        <p:spPr>
          <a:xfrm>
            <a:off x="6654802" y="2404765"/>
            <a:ext cx="570089" cy="230832"/>
          </a:xfrm>
          <a:prstGeom prst="rect">
            <a:avLst/>
          </a:prstGeom>
          <a:solidFill>
            <a:schemeClr val="accent2">
              <a:lumMod val="20000"/>
              <a:lumOff val="80000"/>
            </a:schemeClr>
          </a:solidFill>
        </p:spPr>
        <p:txBody>
          <a:bodyPr wrap="square" rtlCol="0">
            <a:spAutoFit/>
          </a:bodyPr>
          <a:lstStyle/>
          <a:p>
            <a:pPr algn="ctr"/>
            <a:r>
              <a:rPr lang="en-US" sz="900" dirty="0"/>
              <a:t>48</a:t>
            </a:r>
          </a:p>
        </p:txBody>
      </p:sp>
      <p:sp>
        <p:nvSpPr>
          <p:cNvPr id="76" name="TextBox 75">
            <a:extLst>
              <a:ext uri="{FF2B5EF4-FFF2-40B4-BE49-F238E27FC236}">
                <a16:creationId xmlns:a16="http://schemas.microsoft.com/office/drawing/2014/main" id="{E48AB3AC-CAEE-4DB4-A5A3-4B959303F0AB}"/>
              </a:ext>
            </a:extLst>
          </p:cNvPr>
          <p:cNvSpPr txBox="1"/>
          <p:nvPr/>
        </p:nvSpPr>
        <p:spPr>
          <a:xfrm>
            <a:off x="7157158" y="2404765"/>
            <a:ext cx="570089" cy="230832"/>
          </a:xfrm>
          <a:prstGeom prst="rect">
            <a:avLst/>
          </a:prstGeom>
          <a:solidFill>
            <a:schemeClr val="accent2">
              <a:lumMod val="20000"/>
              <a:lumOff val="80000"/>
            </a:schemeClr>
          </a:solidFill>
        </p:spPr>
        <p:txBody>
          <a:bodyPr wrap="square" rtlCol="0">
            <a:spAutoFit/>
          </a:bodyPr>
          <a:lstStyle/>
          <a:p>
            <a:pPr algn="ctr"/>
            <a:r>
              <a:rPr lang="en-US" sz="900" dirty="0"/>
              <a:t>83</a:t>
            </a:r>
          </a:p>
        </p:txBody>
      </p:sp>
      <p:sp>
        <p:nvSpPr>
          <p:cNvPr id="81" name="TextBox 80">
            <a:extLst>
              <a:ext uri="{FF2B5EF4-FFF2-40B4-BE49-F238E27FC236}">
                <a16:creationId xmlns:a16="http://schemas.microsoft.com/office/drawing/2014/main" id="{B499A20E-E30A-EC8F-6225-53B327BB7466}"/>
              </a:ext>
            </a:extLst>
          </p:cNvPr>
          <p:cNvSpPr txBox="1"/>
          <p:nvPr/>
        </p:nvSpPr>
        <p:spPr>
          <a:xfrm>
            <a:off x="7213604" y="2734556"/>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BD29D52F-842C-8C01-E002-988C1D773A44}"/>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79" name="TextBox 78">
            <a:extLst>
              <a:ext uri="{FF2B5EF4-FFF2-40B4-BE49-F238E27FC236}">
                <a16:creationId xmlns:a16="http://schemas.microsoft.com/office/drawing/2014/main" id="{09958390-3DC5-9A13-140E-B9EDF2C5FCE8}"/>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10" name="TextBox 9">
            <a:extLst>
              <a:ext uri="{FF2B5EF4-FFF2-40B4-BE49-F238E27FC236}">
                <a16:creationId xmlns:a16="http://schemas.microsoft.com/office/drawing/2014/main" id="{0E5AB63C-6747-40AC-9583-5D00DA38C3DE}"/>
              </a:ext>
            </a:extLst>
          </p:cNvPr>
          <p:cNvSpPr txBox="1"/>
          <p:nvPr/>
        </p:nvSpPr>
        <p:spPr>
          <a:xfrm>
            <a:off x="6152446" y="901933"/>
            <a:ext cx="570089" cy="230832"/>
          </a:xfrm>
          <a:prstGeom prst="rect">
            <a:avLst/>
          </a:prstGeom>
          <a:solidFill>
            <a:schemeClr val="accent2">
              <a:lumMod val="20000"/>
              <a:lumOff val="80000"/>
            </a:schemeClr>
          </a:solidFill>
        </p:spPr>
        <p:txBody>
          <a:bodyPr wrap="square" rtlCol="0">
            <a:spAutoFit/>
          </a:bodyPr>
          <a:lstStyle/>
          <a:p>
            <a:pPr algn="ctr"/>
            <a:r>
              <a:rPr lang="en-US" sz="900" dirty="0"/>
              <a:t>57</a:t>
            </a:r>
          </a:p>
        </p:txBody>
      </p:sp>
      <p:sp>
        <p:nvSpPr>
          <p:cNvPr id="12" name="TextBox 11">
            <a:extLst>
              <a:ext uri="{FF2B5EF4-FFF2-40B4-BE49-F238E27FC236}">
                <a16:creationId xmlns:a16="http://schemas.microsoft.com/office/drawing/2014/main" id="{BF7133A1-B9AB-F5AD-3D8C-A81E7138D7FF}"/>
              </a:ext>
            </a:extLst>
          </p:cNvPr>
          <p:cNvSpPr txBox="1"/>
          <p:nvPr/>
        </p:nvSpPr>
        <p:spPr>
          <a:xfrm>
            <a:off x="6654802" y="901933"/>
            <a:ext cx="570089" cy="230832"/>
          </a:xfrm>
          <a:prstGeom prst="rect">
            <a:avLst/>
          </a:prstGeom>
          <a:noFill/>
        </p:spPr>
        <p:txBody>
          <a:bodyPr wrap="square" rtlCol="0">
            <a:spAutoFit/>
          </a:bodyPr>
          <a:lstStyle/>
          <a:p>
            <a:pPr algn="ctr"/>
            <a:r>
              <a:rPr lang="en-US" sz="900" dirty="0"/>
              <a:t>258</a:t>
            </a:r>
          </a:p>
        </p:txBody>
      </p:sp>
      <p:sp>
        <p:nvSpPr>
          <p:cNvPr id="80" name="TextBox 79">
            <a:extLst>
              <a:ext uri="{FF2B5EF4-FFF2-40B4-BE49-F238E27FC236}">
                <a16:creationId xmlns:a16="http://schemas.microsoft.com/office/drawing/2014/main" id="{22E8D1F4-C29D-7C6E-897F-62EBF97DE3BF}"/>
              </a:ext>
            </a:extLst>
          </p:cNvPr>
          <p:cNvSpPr txBox="1"/>
          <p:nvPr/>
        </p:nvSpPr>
        <p:spPr>
          <a:xfrm>
            <a:off x="6152446" y="1402877"/>
            <a:ext cx="570089" cy="230832"/>
          </a:xfrm>
          <a:prstGeom prst="rect">
            <a:avLst/>
          </a:prstGeom>
          <a:solidFill>
            <a:schemeClr val="accent2">
              <a:lumMod val="20000"/>
              <a:lumOff val="80000"/>
            </a:schemeClr>
          </a:solidFill>
        </p:spPr>
        <p:txBody>
          <a:bodyPr wrap="square" rtlCol="0">
            <a:spAutoFit/>
          </a:bodyPr>
          <a:lstStyle/>
          <a:p>
            <a:pPr algn="ctr"/>
            <a:r>
              <a:rPr lang="en-US" sz="900" dirty="0"/>
              <a:t>73</a:t>
            </a:r>
          </a:p>
        </p:txBody>
      </p:sp>
      <p:sp>
        <p:nvSpPr>
          <p:cNvPr id="85" name="TextBox 84">
            <a:extLst>
              <a:ext uri="{FF2B5EF4-FFF2-40B4-BE49-F238E27FC236}">
                <a16:creationId xmlns:a16="http://schemas.microsoft.com/office/drawing/2014/main" id="{3C746A4B-B93F-36CE-DA22-2561DB232B48}"/>
              </a:ext>
            </a:extLst>
          </p:cNvPr>
          <p:cNvSpPr txBox="1"/>
          <p:nvPr/>
        </p:nvSpPr>
        <p:spPr>
          <a:xfrm>
            <a:off x="6654802" y="1402877"/>
            <a:ext cx="570089" cy="230832"/>
          </a:xfrm>
          <a:prstGeom prst="rect">
            <a:avLst/>
          </a:prstGeom>
          <a:noFill/>
        </p:spPr>
        <p:txBody>
          <a:bodyPr wrap="square" rtlCol="0">
            <a:spAutoFit/>
          </a:bodyPr>
          <a:lstStyle/>
          <a:p>
            <a:pPr algn="ctr"/>
            <a:r>
              <a:rPr lang="en-US" sz="900" dirty="0"/>
              <a:t>268</a:t>
            </a:r>
          </a:p>
        </p:txBody>
      </p:sp>
      <p:sp>
        <p:nvSpPr>
          <p:cNvPr id="86" name="TextBox 85">
            <a:extLst>
              <a:ext uri="{FF2B5EF4-FFF2-40B4-BE49-F238E27FC236}">
                <a16:creationId xmlns:a16="http://schemas.microsoft.com/office/drawing/2014/main" id="{51676F07-8EEB-106D-7627-E85055416C73}"/>
              </a:ext>
            </a:extLst>
          </p:cNvPr>
          <p:cNvSpPr txBox="1"/>
          <p:nvPr/>
        </p:nvSpPr>
        <p:spPr>
          <a:xfrm>
            <a:off x="7157158" y="1402877"/>
            <a:ext cx="570089" cy="230832"/>
          </a:xfrm>
          <a:prstGeom prst="rect">
            <a:avLst/>
          </a:prstGeom>
          <a:noFill/>
        </p:spPr>
        <p:txBody>
          <a:bodyPr wrap="square" rtlCol="0">
            <a:spAutoFit/>
          </a:bodyPr>
          <a:lstStyle/>
          <a:p>
            <a:pPr algn="ctr"/>
            <a:r>
              <a:rPr lang="en-US" sz="900" dirty="0"/>
              <a:t>38</a:t>
            </a:r>
          </a:p>
        </p:txBody>
      </p:sp>
      <p:sp>
        <p:nvSpPr>
          <p:cNvPr id="87" name="TextBox 86">
            <a:extLst>
              <a:ext uri="{FF2B5EF4-FFF2-40B4-BE49-F238E27FC236}">
                <a16:creationId xmlns:a16="http://schemas.microsoft.com/office/drawing/2014/main" id="{1832E1B8-48F8-C214-E58B-629D8B54EBAD}"/>
              </a:ext>
            </a:extLst>
          </p:cNvPr>
          <p:cNvSpPr txBox="1"/>
          <p:nvPr/>
        </p:nvSpPr>
        <p:spPr>
          <a:xfrm>
            <a:off x="6654802" y="1903821"/>
            <a:ext cx="570089" cy="230832"/>
          </a:xfrm>
          <a:prstGeom prst="rect">
            <a:avLst/>
          </a:prstGeom>
          <a:noFill/>
        </p:spPr>
        <p:txBody>
          <a:bodyPr wrap="square" rtlCol="0">
            <a:spAutoFit/>
          </a:bodyPr>
          <a:lstStyle/>
          <a:p>
            <a:pPr algn="ctr"/>
            <a:r>
              <a:rPr lang="en-US" sz="900" dirty="0"/>
              <a:t>456</a:t>
            </a:r>
          </a:p>
        </p:txBody>
      </p:sp>
      <p:sp>
        <p:nvSpPr>
          <p:cNvPr id="88" name="TextBox 87">
            <a:extLst>
              <a:ext uri="{FF2B5EF4-FFF2-40B4-BE49-F238E27FC236}">
                <a16:creationId xmlns:a16="http://schemas.microsoft.com/office/drawing/2014/main" id="{82D7CFBE-A41F-499F-68E8-03607C71578B}"/>
              </a:ext>
            </a:extLst>
          </p:cNvPr>
          <p:cNvSpPr txBox="1"/>
          <p:nvPr/>
        </p:nvSpPr>
        <p:spPr>
          <a:xfrm>
            <a:off x="7157158" y="1903821"/>
            <a:ext cx="570089" cy="230832"/>
          </a:xfrm>
          <a:prstGeom prst="rect">
            <a:avLst/>
          </a:prstGeom>
          <a:noFill/>
        </p:spPr>
        <p:txBody>
          <a:bodyPr wrap="square" rtlCol="0">
            <a:spAutoFit/>
          </a:bodyPr>
          <a:lstStyle/>
          <a:p>
            <a:pPr algn="ctr"/>
            <a:r>
              <a:rPr lang="en-US" sz="900" dirty="0"/>
              <a:t>64</a:t>
            </a:r>
          </a:p>
        </p:txBody>
      </p:sp>
      <p:sp>
        <p:nvSpPr>
          <p:cNvPr id="89" name="TextBox 88">
            <a:extLst>
              <a:ext uri="{FF2B5EF4-FFF2-40B4-BE49-F238E27FC236}">
                <a16:creationId xmlns:a16="http://schemas.microsoft.com/office/drawing/2014/main" id="{5E552D9A-305F-A027-4CBE-4DFDA10F5FF4}"/>
              </a:ext>
            </a:extLst>
          </p:cNvPr>
          <p:cNvSpPr txBox="1"/>
          <p:nvPr/>
        </p:nvSpPr>
        <p:spPr>
          <a:xfrm>
            <a:off x="3217333" y="1224551"/>
            <a:ext cx="462845" cy="584775"/>
          </a:xfrm>
          <a:prstGeom prst="rect">
            <a:avLst/>
          </a:prstGeom>
          <a:noFill/>
        </p:spPr>
        <p:txBody>
          <a:bodyPr wrap="square" rtlCol="0">
            <a:spAutoFit/>
          </a:bodyPr>
          <a:lstStyle/>
          <a:p>
            <a:pPr algn="ctr"/>
            <a:r>
              <a:rPr lang="en-US" sz="3200" dirty="0"/>
              <a:t>5</a:t>
            </a:r>
          </a:p>
        </p:txBody>
      </p:sp>
      <p:sp>
        <p:nvSpPr>
          <p:cNvPr id="90" name="TextBox 89">
            <a:extLst>
              <a:ext uri="{FF2B5EF4-FFF2-40B4-BE49-F238E27FC236}">
                <a16:creationId xmlns:a16="http://schemas.microsoft.com/office/drawing/2014/main" id="{CC3BA3F9-811D-1582-5CEA-C632A9DC4C18}"/>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40236587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A5681-02B7-D4F8-5001-62C42F15D1A1}"/>
            </a:ext>
          </a:extLst>
        </p:cNvPr>
        <p:cNvGrpSpPr/>
        <p:nvPr/>
      </p:nvGrpSpPr>
      <p:grpSpPr>
        <a:xfrm>
          <a:off x="0" y="0"/>
          <a:ext cx="0" cy="0"/>
          <a:chOff x="0" y="0"/>
          <a:chExt cx="0" cy="0"/>
        </a:xfrm>
      </p:grpSpPr>
      <p:sp>
        <p:nvSpPr>
          <p:cNvPr id="52" name="TextBox 51">
            <a:extLst>
              <a:ext uri="{FF2B5EF4-FFF2-40B4-BE49-F238E27FC236}">
                <a16:creationId xmlns:a16="http://schemas.microsoft.com/office/drawing/2014/main" id="{E613258C-4C6D-AD74-6C98-3363715B9B80}"/>
              </a:ext>
            </a:extLst>
          </p:cNvPr>
          <p:cNvSpPr txBox="1"/>
          <p:nvPr/>
        </p:nvSpPr>
        <p:spPr>
          <a:xfrm>
            <a:off x="6214537" y="1224551"/>
            <a:ext cx="462845" cy="584775"/>
          </a:xfrm>
          <a:prstGeom prst="rect">
            <a:avLst/>
          </a:prstGeom>
          <a:solidFill>
            <a:srgbClr val="FFFF00">
              <a:alpha val="20000"/>
            </a:srgbClr>
          </a:solid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F9077CA7-F6ED-5467-07A9-EE58DD873B44}"/>
              </a:ext>
            </a:extLst>
          </p:cNvPr>
          <p:cNvSpPr txBox="1"/>
          <p:nvPr/>
        </p:nvSpPr>
        <p:spPr>
          <a:xfrm>
            <a:off x="5715003" y="721216"/>
            <a:ext cx="462845" cy="584775"/>
          </a:xfrm>
          <a:prstGeom prst="rect">
            <a:avLst/>
          </a:prstGeom>
          <a:solidFill>
            <a:srgbClr val="FFFF00">
              <a:alpha val="20000"/>
            </a:srgbClr>
          </a:solidFill>
        </p:spPr>
        <p:txBody>
          <a:bodyPr wrap="square" rtlCol="0">
            <a:spAutoFit/>
          </a:bodyPr>
          <a:lstStyle/>
          <a:p>
            <a:pPr algn="ctr"/>
            <a:r>
              <a:rPr lang="en-US" sz="3200" dirty="0"/>
              <a:t>5</a:t>
            </a:r>
          </a:p>
        </p:txBody>
      </p:sp>
      <p:sp>
        <p:nvSpPr>
          <p:cNvPr id="91" name="TextBox 90">
            <a:extLst>
              <a:ext uri="{FF2B5EF4-FFF2-40B4-BE49-F238E27FC236}">
                <a16:creationId xmlns:a16="http://schemas.microsoft.com/office/drawing/2014/main" id="{91441469-B7CA-414C-0E05-5AF7EE96FB41}"/>
              </a:ext>
            </a:extLst>
          </p:cNvPr>
          <p:cNvSpPr txBox="1"/>
          <p:nvPr/>
        </p:nvSpPr>
        <p:spPr>
          <a:xfrm>
            <a:off x="6714071" y="1727886"/>
            <a:ext cx="462845" cy="584775"/>
          </a:xfrm>
          <a:prstGeom prst="rect">
            <a:avLst/>
          </a:prstGeom>
          <a:solidFill>
            <a:srgbClr val="FFFF00">
              <a:alpha val="20000"/>
            </a:srgbClr>
          </a:solidFill>
        </p:spPr>
        <p:txBody>
          <a:bodyPr wrap="square" rtlCol="0">
            <a:spAutoFit/>
          </a:bodyPr>
          <a:lstStyle/>
          <a:p>
            <a:pPr algn="ctr"/>
            <a:r>
              <a:rPr lang="en-US" sz="3200" dirty="0"/>
              <a:t>5</a:t>
            </a:r>
          </a:p>
        </p:txBody>
      </p:sp>
      <p:sp>
        <p:nvSpPr>
          <p:cNvPr id="92" name="TextBox 91">
            <a:extLst>
              <a:ext uri="{FF2B5EF4-FFF2-40B4-BE49-F238E27FC236}">
                <a16:creationId xmlns:a16="http://schemas.microsoft.com/office/drawing/2014/main" id="{1F773F99-ED00-6319-F860-B6B6760E8FEF}"/>
              </a:ext>
            </a:extLst>
          </p:cNvPr>
          <p:cNvSpPr txBox="1"/>
          <p:nvPr/>
        </p:nvSpPr>
        <p:spPr>
          <a:xfrm>
            <a:off x="7213604" y="2231221"/>
            <a:ext cx="462845" cy="584775"/>
          </a:xfrm>
          <a:prstGeom prst="rect">
            <a:avLst/>
          </a:prstGeom>
          <a:solidFill>
            <a:srgbClr val="FFFF00">
              <a:alpha val="20000"/>
            </a:srgbClr>
          </a:solidFill>
        </p:spPr>
        <p:txBody>
          <a:bodyPr wrap="square" rtlCol="0">
            <a:spAutoFit/>
          </a:bodyPr>
          <a:lstStyle/>
          <a:p>
            <a:pPr algn="ctr"/>
            <a:r>
              <a:rPr lang="en-US" sz="3200" dirty="0"/>
              <a:t>3</a:t>
            </a:r>
          </a:p>
        </p:txBody>
      </p:sp>
      <p:sp>
        <p:nvSpPr>
          <p:cNvPr id="77" name="TextBox 76">
            <a:extLst>
              <a:ext uri="{FF2B5EF4-FFF2-40B4-BE49-F238E27FC236}">
                <a16:creationId xmlns:a16="http://schemas.microsoft.com/office/drawing/2014/main" id="{8CB66780-4447-ABE6-75A7-837CC636C153}"/>
              </a:ext>
            </a:extLst>
          </p:cNvPr>
          <p:cNvSpPr txBox="1"/>
          <p:nvPr/>
        </p:nvSpPr>
        <p:spPr>
          <a:xfrm>
            <a:off x="5715003" y="1727886"/>
            <a:ext cx="462845" cy="584775"/>
          </a:xfrm>
          <a:prstGeom prst="rect">
            <a:avLst/>
          </a:prstGeom>
          <a:solidFill>
            <a:srgbClr val="92D050">
              <a:alpha val="15000"/>
            </a:srgbClr>
          </a:solidFill>
        </p:spPr>
        <p:txBody>
          <a:bodyPr wrap="square" rtlCol="0">
            <a:spAutoFit/>
          </a:bodyPr>
          <a:lstStyle/>
          <a:p>
            <a:pPr algn="ctr"/>
            <a:r>
              <a:rPr lang="en-US" sz="3200" dirty="0"/>
              <a:t>6</a:t>
            </a:r>
          </a:p>
        </p:txBody>
      </p:sp>
      <p:sp>
        <p:nvSpPr>
          <p:cNvPr id="78" name="TextBox 77">
            <a:extLst>
              <a:ext uri="{FF2B5EF4-FFF2-40B4-BE49-F238E27FC236}">
                <a16:creationId xmlns:a16="http://schemas.microsoft.com/office/drawing/2014/main" id="{17E082CB-1DE2-951C-F07F-61266E712EEF}"/>
              </a:ext>
            </a:extLst>
          </p:cNvPr>
          <p:cNvSpPr txBox="1"/>
          <p:nvPr/>
        </p:nvSpPr>
        <p:spPr>
          <a:xfrm>
            <a:off x="6214537" y="2231221"/>
            <a:ext cx="462845" cy="584775"/>
          </a:xfrm>
          <a:prstGeom prst="rect">
            <a:avLst/>
          </a:prstGeom>
          <a:solidFill>
            <a:srgbClr val="92D050">
              <a:alpha val="15000"/>
            </a:srgbClr>
          </a:solidFill>
        </p:spPr>
        <p:txBody>
          <a:bodyPr wrap="square" rtlCol="0">
            <a:spAutoFit/>
          </a:bodyPr>
          <a:lstStyle/>
          <a:p>
            <a:pPr algn="ctr"/>
            <a:r>
              <a:rPr lang="en-US" sz="3200" dirty="0"/>
              <a:t>4</a:t>
            </a:r>
          </a:p>
        </p:txBody>
      </p:sp>
      <p:sp>
        <p:nvSpPr>
          <p:cNvPr id="82" name="TextBox 81">
            <a:extLst>
              <a:ext uri="{FF2B5EF4-FFF2-40B4-BE49-F238E27FC236}">
                <a16:creationId xmlns:a16="http://schemas.microsoft.com/office/drawing/2014/main" id="{964B7653-0372-D148-1AEA-A9C3B1AA4565}"/>
              </a:ext>
            </a:extLst>
          </p:cNvPr>
          <p:cNvSpPr txBox="1"/>
          <p:nvPr/>
        </p:nvSpPr>
        <p:spPr>
          <a:xfrm>
            <a:off x="6714071" y="2734556"/>
            <a:ext cx="462845" cy="584775"/>
          </a:xfrm>
          <a:prstGeom prst="rect">
            <a:avLst/>
          </a:prstGeom>
          <a:solidFill>
            <a:srgbClr val="92D050">
              <a:alpha val="15000"/>
            </a:srgbClr>
          </a:solidFill>
        </p:spPr>
        <p:txBody>
          <a:bodyPr wrap="square" rtlCol="0">
            <a:spAutoFit/>
          </a:bodyPr>
          <a:lstStyle/>
          <a:p>
            <a:pPr algn="ctr"/>
            <a:r>
              <a:rPr lang="en-US" sz="3200" dirty="0"/>
              <a:t>7</a:t>
            </a:r>
          </a:p>
        </p:txBody>
      </p:sp>
      <p:sp>
        <p:nvSpPr>
          <p:cNvPr id="83" name="TextBox 82">
            <a:extLst>
              <a:ext uri="{FF2B5EF4-FFF2-40B4-BE49-F238E27FC236}">
                <a16:creationId xmlns:a16="http://schemas.microsoft.com/office/drawing/2014/main" id="{F301B02B-6304-0EBF-CF41-40470A91D3C2}"/>
              </a:ext>
            </a:extLst>
          </p:cNvPr>
          <p:cNvSpPr txBox="1"/>
          <p:nvPr/>
        </p:nvSpPr>
        <p:spPr>
          <a:xfrm>
            <a:off x="7213604" y="3237891"/>
            <a:ext cx="462845" cy="584775"/>
          </a:xfrm>
          <a:prstGeom prst="rect">
            <a:avLst/>
          </a:prstGeom>
          <a:solidFill>
            <a:srgbClr val="92D050">
              <a:alpha val="15000"/>
            </a:srgbClr>
          </a:solidFill>
        </p:spPr>
        <p:txBody>
          <a:bodyPr wrap="square" rtlCol="0">
            <a:spAutoFit/>
          </a:bodyPr>
          <a:lstStyle/>
          <a:p>
            <a:pPr algn="ctr"/>
            <a:r>
              <a:rPr lang="en-US" sz="3200" dirty="0"/>
              <a:t>2</a:t>
            </a:r>
          </a:p>
        </p:txBody>
      </p:sp>
      <p:sp>
        <p:nvSpPr>
          <p:cNvPr id="84" name="TextBox 83">
            <a:extLst>
              <a:ext uri="{FF2B5EF4-FFF2-40B4-BE49-F238E27FC236}">
                <a16:creationId xmlns:a16="http://schemas.microsoft.com/office/drawing/2014/main" id="{6BE0FBAA-8DB7-E2BC-B882-82474DDDD786}"/>
              </a:ext>
            </a:extLst>
          </p:cNvPr>
          <p:cNvSpPr txBox="1"/>
          <p:nvPr/>
        </p:nvSpPr>
        <p:spPr>
          <a:xfrm>
            <a:off x="7213604" y="3741226"/>
            <a:ext cx="462845" cy="584775"/>
          </a:xfrm>
          <a:prstGeom prst="rect">
            <a:avLst/>
          </a:prstGeom>
          <a:solidFill>
            <a:srgbClr val="92D050">
              <a:alpha val="15000"/>
            </a:srgbClr>
          </a:solidFill>
        </p:spPr>
        <p:txBody>
          <a:bodyPr wrap="square" rtlCol="0">
            <a:spAutoFit/>
          </a:bodyPr>
          <a:lstStyle/>
          <a:p>
            <a:pPr algn="ctr"/>
            <a:r>
              <a:rPr lang="en-US" sz="3200" dirty="0"/>
              <a:t>7</a:t>
            </a:r>
          </a:p>
        </p:txBody>
      </p:sp>
      <p:sp>
        <p:nvSpPr>
          <p:cNvPr id="46" name="TextBox 45">
            <a:extLst>
              <a:ext uri="{FF2B5EF4-FFF2-40B4-BE49-F238E27FC236}">
                <a16:creationId xmlns:a16="http://schemas.microsoft.com/office/drawing/2014/main" id="{0EECA292-082B-F07B-79FA-2B42DCA5DA55}"/>
              </a:ext>
            </a:extLst>
          </p:cNvPr>
          <p:cNvSpPr txBox="1"/>
          <p:nvPr/>
        </p:nvSpPr>
        <p:spPr>
          <a:xfrm>
            <a:off x="3716867" y="2231221"/>
            <a:ext cx="462845" cy="584775"/>
          </a:xfrm>
          <a:prstGeom prst="rect">
            <a:avLst/>
          </a:prstGeom>
          <a:solidFill>
            <a:srgbClr val="FF0000">
              <a:alpha val="15000"/>
            </a:srgbClr>
          </a:solidFill>
        </p:spPr>
        <p:txBody>
          <a:bodyPr wrap="square" rtlCol="0">
            <a:spAutoFit/>
          </a:bodyPr>
          <a:lstStyle/>
          <a:p>
            <a:pPr algn="ctr"/>
            <a:r>
              <a:rPr lang="en-US" sz="3200" dirty="0"/>
              <a:t>7</a:t>
            </a:r>
          </a:p>
        </p:txBody>
      </p:sp>
      <p:sp>
        <p:nvSpPr>
          <p:cNvPr id="47" name="TextBox 46">
            <a:extLst>
              <a:ext uri="{FF2B5EF4-FFF2-40B4-BE49-F238E27FC236}">
                <a16:creationId xmlns:a16="http://schemas.microsoft.com/office/drawing/2014/main" id="{54FD0E29-FFDE-E8CD-659A-4C3C3B29C14D}"/>
              </a:ext>
            </a:extLst>
          </p:cNvPr>
          <p:cNvSpPr txBox="1"/>
          <p:nvPr/>
        </p:nvSpPr>
        <p:spPr>
          <a:xfrm>
            <a:off x="4216401" y="2734556"/>
            <a:ext cx="462845" cy="584775"/>
          </a:xfrm>
          <a:prstGeom prst="rect">
            <a:avLst/>
          </a:prstGeom>
          <a:solidFill>
            <a:srgbClr val="FF0000">
              <a:alpha val="15000"/>
            </a:srgbClr>
          </a:solid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5C6691E4-812E-D198-FCC5-1817182287A2}"/>
              </a:ext>
            </a:extLst>
          </p:cNvPr>
          <p:cNvSpPr txBox="1"/>
          <p:nvPr/>
        </p:nvSpPr>
        <p:spPr>
          <a:xfrm>
            <a:off x="4715935" y="3237891"/>
            <a:ext cx="462845" cy="584775"/>
          </a:xfrm>
          <a:prstGeom prst="rect">
            <a:avLst/>
          </a:prstGeom>
          <a:solidFill>
            <a:srgbClr val="FF0000">
              <a:alpha val="15000"/>
            </a:srgbClr>
          </a:solidFill>
        </p:spPr>
        <p:txBody>
          <a:bodyPr wrap="square" rtlCol="0">
            <a:spAutoFit/>
          </a:bodyPr>
          <a:lstStyle/>
          <a:p>
            <a:pPr algn="ctr"/>
            <a:r>
              <a:rPr lang="en-US" sz="3200" dirty="0"/>
              <a:t>7</a:t>
            </a:r>
          </a:p>
        </p:txBody>
      </p:sp>
      <p:sp>
        <p:nvSpPr>
          <p:cNvPr id="49" name="TextBox 48">
            <a:extLst>
              <a:ext uri="{FF2B5EF4-FFF2-40B4-BE49-F238E27FC236}">
                <a16:creationId xmlns:a16="http://schemas.microsoft.com/office/drawing/2014/main" id="{7421EFB4-7C5E-850F-0256-611CD1472CA2}"/>
              </a:ext>
            </a:extLst>
          </p:cNvPr>
          <p:cNvSpPr txBox="1"/>
          <p:nvPr/>
        </p:nvSpPr>
        <p:spPr>
          <a:xfrm>
            <a:off x="5215469" y="3741226"/>
            <a:ext cx="462845" cy="584775"/>
          </a:xfrm>
          <a:prstGeom prst="rect">
            <a:avLst/>
          </a:prstGeom>
          <a:solidFill>
            <a:srgbClr val="FF0000">
              <a:alpha val="15000"/>
            </a:srgbClr>
          </a:solidFill>
        </p:spPr>
        <p:txBody>
          <a:bodyPr wrap="square" rtlCol="0">
            <a:spAutoFit/>
          </a:bodyPr>
          <a:lstStyle/>
          <a:p>
            <a:pPr algn="ctr"/>
            <a:r>
              <a:rPr lang="en-US" sz="3200" dirty="0"/>
              <a:t>4</a:t>
            </a:r>
          </a:p>
        </p:txBody>
      </p:sp>
      <p:sp>
        <p:nvSpPr>
          <p:cNvPr id="50" name="TextBox 49">
            <a:extLst>
              <a:ext uri="{FF2B5EF4-FFF2-40B4-BE49-F238E27FC236}">
                <a16:creationId xmlns:a16="http://schemas.microsoft.com/office/drawing/2014/main" id="{8F652374-365B-9400-1FC3-3ABB48E828D0}"/>
              </a:ext>
            </a:extLst>
          </p:cNvPr>
          <p:cNvSpPr txBox="1"/>
          <p:nvPr/>
        </p:nvSpPr>
        <p:spPr>
          <a:xfrm>
            <a:off x="5715003" y="4244561"/>
            <a:ext cx="462845" cy="584775"/>
          </a:xfrm>
          <a:prstGeom prst="rect">
            <a:avLst/>
          </a:prstGeom>
          <a:solidFill>
            <a:srgbClr val="FF0000">
              <a:alpha val="15000"/>
            </a:srgbClr>
          </a:solidFill>
        </p:spPr>
        <p:txBody>
          <a:bodyPr wrap="square" rtlCol="0">
            <a:spAutoFit/>
          </a:bodyPr>
          <a:lstStyle/>
          <a:p>
            <a:pPr algn="ctr"/>
            <a:r>
              <a:rPr lang="en-US" sz="3200" dirty="0"/>
              <a:t>7</a:t>
            </a:r>
          </a:p>
        </p:txBody>
      </p:sp>
      <p:sp>
        <p:nvSpPr>
          <p:cNvPr id="2" name="Content Placeholder 1">
            <a:extLst>
              <a:ext uri="{FF2B5EF4-FFF2-40B4-BE49-F238E27FC236}">
                <a16:creationId xmlns:a16="http://schemas.microsoft.com/office/drawing/2014/main" id="{79E405EF-6617-110B-9180-86D0C7DEFA0A}"/>
              </a:ext>
            </a:extLst>
          </p:cNvPr>
          <p:cNvSpPr>
            <a:spLocks noGrp="1"/>
          </p:cNvSpPr>
          <p:nvPr>
            <p:ph sz="half" idx="1"/>
          </p:nvPr>
        </p:nvSpPr>
        <p:spPr/>
        <p:txBody>
          <a:bodyPr>
            <a:normAutofit/>
          </a:bodyPr>
          <a:lstStyle/>
          <a:p>
            <a:r>
              <a:rPr lang="en-US" dirty="0"/>
              <a:t>So, the only two possible sums on the yellow line are 8+8=16 and 5+3=8. Only the second one is possible.</a:t>
            </a:r>
          </a:p>
        </p:txBody>
      </p:sp>
      <p:pic>
        <p:nvPicPr>
          <p:cNvPr id="4" name="Picture 3" descr="A grid of sudoku puzzle&#10;&#10;Description automatically generated">
            <a:extLst>
              <a:ext uri="{FF2B5EF4-FFF2-40B4-BE49-F238E27FC236}">
                <a16:creationId xmlns:a16="http://schemas.microsoft.com/office/drawing/2014/main" id="{49D45803-4E3A-742E-32CF-84B8CB8F0E1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F124DB1-A287-3D45-18BF-F9AC39D77BA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C85EB176-4304-1DEF-7662-370B6A4BE13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7135A8F-1614-DDDF-08FA-36E42F1456FA}"/>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9FB2FDE5-923F-3258-5380-6075D69F8A31}"/>
              </a:ext>
            </a:extLst>
          </p:cNvPr>
          <p:cNvSpPr txBox="1"/>
          <p:nvPr/>
        </p:nvSpPr>
        <p:spPr>
          <a:xfrm>
            <a:off x="7213604" y="4747898"/>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DD9534DE-A636-DECE-6A9E-2ED88373961C}"/>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2B52CF6E-3A34-FFC0-0722-21B07C3AF0D8}"/>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17" name="TextBox 16">
            <a:extLst>
              <a:ext uri="{FF2B5EF4-FFF2-40B4-BE49-F238E27FC236}">
                <a16:creationId xmlns:a16="http://schemas.microsoft.com/office/drawing/2014/main" id="{FCEAA476-E225-3A75-3EE1-7BC8C4C2A019}"/>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55863E93-50FE-84A4-E0E5-47C8ECFE295E}"/>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8D2DA61C-C9B9-24ED-D4EE-C440359F45F3}"/>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7EF58906-9258-7338-7D55-191761EFC0B1}"/>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9FDA405E-94B7-4C6A-9083-C0E5C5DF38FA}"/>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0AC322CD-3647-08C3-8B70-7656945165ED}"/>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FF72A460-181E-B1C2-B456-4E124ED1997B}"/>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742D1A24-4E2B-DCB6-DC09-0AE62AF7BE34}"/>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2AF387F8-E67F-D63E-8A73-0D46D67ACC44}"/>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4D7E1DCE-CD8B-630C-10D0-B56942A0BB68}"/>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CBBF9047-B1C5-7817-3197-1FC79904A44E}"/>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30C58DBA-AF56-6185-9DA9-2259825460BF}"/>
              </a:ext>
            </a:extLst>
          </p:cNvPr>
          <p:cNvSpPr txBox="1"/>
          <p:nvPr/>
        </p:nvSpPr>
        <p:spPr>
          <a:xfrm>
            <a:off x="5715003" y="223122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8A7A70CB-FEDB-1535-7DB5-BFAC868769BD}"/>
              </a:ext>
            </a:extLst>
          </p:cNvPr>
          <p:cNvSpPr txBox="1"/>
          <p:nvPr/>
        </p:nvSpPr>
        <p:spPr>
          <a:xfrm>
            <a:off x="3217333" y="273455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4369E205-DDB9-C485-B2A9-0E21B0FAA83B}"/>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09B59C9F-389B-AFFC-CE7F-F53AAF221B77}"/>
              </a:ext>
            </a:extLst>
          </p:cNvPr>
          <p:cNvSpPr txBox="1"/>
          <p:nvPr/>
        </p:nvSpPr>
        <p:spPr>
          <a:xfrm>
            <a:off x="3716867" y="1727886"/>
            <a:ext cx="462845" cy="584775"/>
          </a:xfrm>
          <a:prstGeom prst="rect">
            <a:avLst/>
          </a:prstGeom>
          <a:solidFill>
            <a:schemeClr val="accent5">
              <a:lumMod val="75000"/>
              <a:alpha val="25000"/>
            </a:schemeClr>
          </a:solid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0879F922-B2A7-7C56-56A1-92BA778C4F12}"/>
              </a:ext>
            </a:extLst>
          </p:cNvPr>
          <p:cNvSpPr txBox="1"/>
          <p:nvPr/>
        </p:nvSpPr>
        <p:spPr>
          <a:xfrm>
            <a:off x="4715935" y="2734556"/>
            <a:ext cx="462845" cy="584775"/>
          </a:xfrm>
          <a:prstGeom prst="rect">
            <a:avLst/>
          </a:prstGeom>
          <a:solidFill>
            <a:schemeClr val="accent5">
              <a:lumMod val="75000"/>
              <a:alpha val="25000"/>
            </a:schemeClr>
          </a:solidFill>
        </p:spPr>
        <p:txBody>
          <a:bodyPr wrap="square" rtlCol="0">
            <a:spAutoFit/>
          </a:bodyPr>
          <a:lstStyle/>
          <a:p>
            <a:pPr algn="ctr"/>
            <a:r>
              <a:rPr lang="en-US" sz="3200" dirty="0"/>
              <a:t>8</a:t>
            </a:r>
          </a:p>
        </p:txBody>
      </p:sp>
      <p:sp>
        <p:nvSpPr>
          <p:cNvPr id="43" name="TextBox 42">
            <a:extLst>
              <a:ext uri="{FF2B5EF4-FFF2-40B4-BE49-F238E27FC236}">
                <a16:creationId xmlns:a16="http://schemas.microsoft.com/office/drawing/2014/main" id="{549F5378-9CDA-AD27-4B7E-FBDC9CD1E55D}"/>
              </a:ext>
            </a:extLst>
          </p:cNvPr>
          <p:cNvSpPr txBox="1"/>
          <p:nvPr/>
        </p:nvSpPr>
        <p:spPr>
          <a:xfrm>
            <a:off x="5215469" y="3237891"/>
            <a:ext cx="462845" cy="584775"/>
          </a:xfrm>
          <a:prstGeom prst="rect">
            <a:avLst/>
          </a:prstGeom>
          <a:solidFill>
            <a:schemeClr val="accent5">
              <a:lumMod val="75000"/>
              <a:alpha val="25000"/>
            </a:schemeClr>
          </a:solidFill>
        </p:spPr>
        <p:txBody>
          <a:bodyPr wrap="square" rtlCol="0">
            <a:spAutoFit/>
          </a:bodyPr>
          <a:lstStyle/>
          <a:p>
            <a:pPr algn="ctr"/>
            <a:r>
              <a:rPr lang="en-US" sz="3200" dirty="0"/>
              <a:t>6</a:t>
            </a:r>
          </a:p>
        </p:txBody>
      </p:sp>
      <p:sp>
        <p:nvSpPr>
          <p:cNvPr id="44" name="TextBox 43">
            <a:extLst>
              <a:ext uri="{FF2B5EF4-FFF2-40B4-BE49-F238E27FC236}">
                <a16:creationId xmlns:a16="http://schemas.microsoft.com/office/drawing/2014/main" id="{63CDB986-4E8E-AA07-156E-F691FCAF8A45}"/>
              </a:ext>
            </a:extLst>
          </p:cNvPr>
          <p:cNvSpPr txBox="1"/>
          <p:nvPr/>
        </p:nvSpPr>
        <p:spPr>
          <a:xfrm>
            <a:off x="6214537" y="4244561"/>
            <a:ext cx="462845" cy="584775"/>
          </a:xfrm>
          <a:prstGeom prst="rect">
            <a:avLst/>
          </a:prstGeom>
          <a:solidFill>
            <a:schemeClr val="accent5">
              <a:lumMod val="75000"/>
              <a:alpha val="25000"/>
            </a:schemeClr>
          </a:solidFill>
        </p:spPr>
        <p:txBody>
          <a:bodyPr wrap="square" rtlCol="0">
            <a:spAutoFit/>
          </a:bodyPr>
          <a:lstStyle/>
          <a:p>
            <a:pPr algn="ctr"/>
            <a:r>
              <a:rPr lang="en-US" sz="3200" dirty="0"/>
              <a:t>8</a:t>
            </a:r>
          </a:p>
        </p:txBody>
      </p:sp>
      <p:sp>
        <p:nvSpPr>
          <p:cNvPr id="45" name="TextBox 44">
            <a:extLst>
              <a:ext uri="{FF2B5EF4-FFF2-40B4-BE49-F238E27FC236}">
                <a16:creationId xmlns:a16="http://schemas.microsoft.com/office/drawing/2014/main" id="{41607BCD-00BB-02CA-362D-2A96157C4BB7}"/>
              </a:ext>
            </a:extLst>
          </p:cNvPr>
          <p:cNvSpPr txBox="1"/>
          <p:nvPr/>
        </p:nvSpPr>
        <p:spPr>
          <a:xfrm>
            <a:off x="4216401" y="2231221"/>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51" name="TextBox 50">
            <a:extLst>
              <a:ext uri="{FF2B5EF4-FFF2-40B4-BE49-F238E27FC236}">
                <a16:creationId xmlns:a16="http://schemas.microsoft.com/office/drawing/2014/main" id="{3A35AE6A-8771-B927-57BD-254FF7F172A7}"/>
              </a:ext>
            </a:extLst>
          </p:cNvPr>
          <p:cNvSpPr txBox="1"/>
          <p:nvPr/>
        </p:nvSpPr>
        <p:spPr>
          <a:xfrm>
            <a:off x="5715003" y="3741226"/>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20AE45D0-3051-707A-FE24-8DCEAC1C49B8}"/>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AD5798BB-DE28-9ECC-D39F-8A21DC9C9A93}"/>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5DD28076-337E-D84A-8ED5-D5C3B05FCAF4}"/>
              </a:ext>
            </a:extLst>
          </p:cNvPr>
          <p:cNvSpPr txBox="1"/>
          <p:nvPr/>
        </p:nvSpPr>
        <p:spPr>
          <a:xfrm>
            <a:off x="5215469" y="172788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BB441E2D-EFB4-06C3-0DE9-DABAEBBC1175}"/>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0D7693B7-9B53-24B5-4121-185F33FB8FC5}"/>
              </a:ext>
            </a:extLst>
          </p:cNvPr>
          <p:cNvSpPr txBox="1"/>
          <p:nvPr/>
        </p:nvSpPr>
        <p:spPr>
          <a:xfrm>
            <a:off x="4715935" y="721216"/>
            <a:ext cx="462845" cy="584775"/>
          </a:xfrm>
          <a:prstGeom prst="rect">
            <a:avLst/>
          </a:prstGeom>
          <a:noFill/>
        </p:spPr>
        <p:txBody>
          <a:bodyPr wrap="square" rtlCol="0">
            <a:spAutoFit/>
          </a:bodyPr>
          <a:lstStyle/>
          <a:p>
            <a:pPr algn="ctr"/>
            <a:r>
              <a:rPr lang="en-US" sz="3200" dirty="0"/>
              <a:t>4</a:t>
            </a:r>
          </a:p>
        </p:txBody>
      </p:sp>
      <p:sp>
        <p:nvSpPr>
          <p:cNvPr id="28" name="TextBox 27">
            <a:extLst>
              <a:ext uri="{FF2B5EF4-FFF2-40B4-BE49-F238E27FC236}">
                <a16:creationId xmlns:a16="http://schemas.microsoft.com/office/drawing/2014/main" id="{D73F9FC4-F5C1-D60D-8181-BA5B08FD4D34}"/>
              </a:ext>
            </a:extLst>
          </p:cNvPr>
          <p:cNvSpPr txBox="1"/>
          <p:nvPr/>
        </p:nvSpPr>
        <p:spPr>
          <a:xfrm>
            <a:off x="3217333" y="2231221"/>
            <a:ext cx="462845" cy="584775"/>
          </a:xfrm>
          <a:prstGeom prst="rect">
            <a:avLst/>
          </a:prstGeom>
          <a:solidFill>
            <a:srgbClr val="00B0F0">
              <a:alpha val="15000"/>
            </a:srgbClr>
          </a:solidFill>
        </p:spPr>
        <p:txBody>
          <a:bodyPr wrap="square" rtlCol="0">
            <a:spAutoFit/>
          </a:bodyPr>
          <a:lstStyle/>
          <a:p>
            <a:pPr algn="ctr"/>
            <a:r>
              <a:rPr lang="en-US" sz="3200" dirty="0"/>
              <a:t>6</a:t>
            </a:r>
          </a:p>
        </p:txBody>
      </p:sp>
      <p:sp>
        <p:nvSpPr>
          <p:cNvPr id="29" name="TextBox 28">
            <a:extLst>
              <a:ext uri="{FF2B5EF4-FFF2-40B4-BE49-F238E27FC236}">
                <a16:creationId xmlns:a16="http://schemas.microsoft.com/office/drawing/2014/main" id="{A9663472-C3F7-F75F-7796-150AEDACD550}"/>
              </a:ext>
            </a:extLst>
          </p:cNvPr>
          <p:cNvSpPr txBox="1"/>
          <p:nvPr/>
        </p:nvSpPr>
        <p:spPr>
          <a:xfrm>
            <a:off x="3716867" y="2734556"/>
            <a:ext cx="462845" cy="584775"/>
          </a:xfrm>
          <a:prstGeom prst="rect">
            <a:avLst/>
          </a:prstGeom>
          <a:solidFill>
            <a:srgbClr val="00B0F0">
              <a:alpha val="15000"/>
            </a:srgbClr>
          </a:solidFill>
        </p:spPr>
        <p:txBody>
          <a:bodyPr wrap="square" rtlCol="0">
            <a:spAutoFit/>
          </a:bodyPr>
          <a:lstStyle/>
          <a:p>
            <a:pPr algn="ctr"/>
            <a:r>
              <a:rPr lang="en-US" sz="3200" dirty="0"/>
              <a:t>2</a:t>
            </a:r>
          </a:p>
        </p:txBody>
      </p:sp>
      <p:sp>
        <p:nvSpPr>
          <p:cNvPr id="32" name="TextBox 31">
            <a:extLst>
              <a:ext uri="{FF2B5EF4-FFF2-40B4-BE49-F238E27FC236}">
                <a16:creationId xmlns:a16="http://schemas.microsoft.com/office/drawing/2014/main" id="{E4D65A5B-A823-C550-95B9-3A68B6801E43}"/>
              </a:ext>
            </a:extLst>
          </p:cNvPr>
          <p:cNvSpPr txBox="1"/>
          <p:nvPr/>
        </p:nvSpPr>
        <p:spPr>
          <a:xfrm>
            <a:off x="4216401" y="3237891"/>
            <a:ext cx="462845" cy="584775"/>
          </a:xfrm>
          <a:prstGeom prst="rect">
            <a:avLst/>
          </a:prstGeom>
          <a:solidFill>
            <a:srgbClr val="00B0F0">
              <a:alpha val="15000"/>
            </a:srgbClr>
          </a:solidFill>
        </p:spPr>
        <p:txBody>
          <a:bodyPr wrap="square" rtlCol="0">
            <a:spAutoFit/>
          </a:bodyPr>
          <a:lstStyle/>
          <a:p>
            <a:pPr algn="ctr"/>
            <a:r>
              <a:rPr lang="en-US" sz="3200" dirty="0"/>
              <a:t>8</a:t>
            </a:r>
          </a:p>
        </p:txBody>
      </p:sp>
      <p:sp>
        <p:nvSpPr>
          <p:cNvPr id="33" name="TextBox 32">
            <a:extLst>
              <a:ext uri="{FF2B5EF4-FFF2-40B4-BE49-F238E27FC236}">
                <a16:creationId xmlns:a16="http://schemas.microsoft.com/office/drawing/2014/main" id="{20082797-2CDF-9521-1390-3C6EA4B119AF}"/>
              </a:ext>
            </a:extLst>
          </p:cNvPr>
          <p:cNvSpPr txBox="1"/>
          <p:nvPr/>
        </p:nvSpPr>
        <p:spPr>
          <a:xfrm>
            <a:off x="4715935" y="3741226"/>
            <a:ext cx="462845" cy="584775"/>
          </a:xfrm>
          <a:prstGeom prst="rect">
            <a:avLst/>
          </a:prstGeom>
          <a:solidFill>
            <a:srgbClr val="00B0F0">
              <a:alpha val="15000"/>
            </a:srgbClr>
          </a:solid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C6A35EFA-583F-C6B5-17E0-7B10309EEA15}"/>
              </a:ext>
            </a:extLst>
          </p:cNvPr>
          <p:cNvSpPr txBox="1"/>
          <p:nvPr/>
        </p:nvSpPr>
        <p:spPr>
          <a:xfrm>
            <a:off x="5215469" y="4244561"/>
            <a:ext cx="462845" cy="584775"/>
          </a:xfrm>
          <a:prstGeom prst="rect">
            <a:avLst/>
          </a:prstGeom>
          <a:solidFill>
            <a:srgbClr val="00B0F0">
              <a:alpha val="15000"/>
            </a:srgbClr>
          </a:solidFill>
        </p:spPr>
        <p:txBody>
          <a:bodyPr wrap="square" rtlCol="0">
            <a:spAutoFit/>
          </a:bodyPr>
          <a:lstStyle/>
          <a:p>
            <a:pPr algn="ctr"/>
            <a:r>
              <a:rPr lang="en-US" sz="3200" dirty="0"/>
              <a:t>9</a:t>
            </a:r>
          </a:p>
        </p:txBody>
      </p:sp>
      <p:sp>
        <p:nvSpPr>
          <p:cNvPr id="27" name="TextBox 26">
            <a:extLst>
              <a:ext uri="{FF2B5EF4-FFF2-40B4-BE49-F238E27FC236}">
                <a16:creationId xmlns:a16="http://schemas.microsoft.com/office/drawing/2014/main" id="{FF1F2C21-931B-4361-C871-8905229FD905}"/>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A869D51F-202C-177E-9760-E079D2C849FE}"/>
              </a:ext>
            </a:extLst>
          </p:cNvPr>
          <p:cNvSpPr txBox="1"/>
          <p:nvPr/>
        </p:nvSpPr>
        <p:spPr>
          <a:xfrm>
            <a:off x="4216401" y="3741226"/>
            <a:ext cx="462845" cy="584775"/>
          </a:xfrm>
          <a:prstGeom prst="rect">
            <a:avLst/>
          </a:prstGeom>
          <a:noFill/>
        </p:spPr>
        <p:txBody>
          <a:bodyPr wrap="square" rtlCol="0">
            <a:spAutoFit/>
          </a:bodyPr>
          <a:lstStyle/>
          <a:p>
            <a:pPr algn="ctr"/>
            <a:r>
              <a:rPr lang="en-US" sz="3200" dirty="0"/>
              <a:t>9</a:t>
            </a:r>
          </a:p>
        </p:txBody>
      </p:sp>
      <p:sp>
        <p:nvSpPr>
          <p:cNvPr id="60" name="TextBox 59">
            <a:extLst>
              <a:ext uri="{FF2B5EF4-FFF2-40B4-BE49-F238E27FC236}">
                <a16:creationId xmlns:a16="http://schemas.microsoft.com/office/drawing/2014/main" id="{53BC0259-7D4F-0669-1FB2-CDDEE920D71A}"/>
              </a:ext>
            </a:extLst>
          </p:cNvPr>
          <p:cNvSpPr txBox="1"/>
          <p:nvPr/>
        </p:nvSpPr>
        <p:spPr>
          <a:xfrm>
            <a:off x="3640666" y="4408541"/>
            <a:ext cx="570089" cy="230832"/>
          </a:xfrm>
          <a:prstGeom prst="rect">
            <a:avLst/>
          </a:prstGeom>
          <a:solidFill>
            <a:schemeClr val="accent1">
              <a:lumMod val="20000"/>
              <a:lumOff val="80000"/>
            </a:schemeClr>
          </a:solidFill>
        </p:spPr>
        <p:txBody>
          <a:bodyPr wrap="square" rtlCol="0">
            <a:spAutoFit/>
          </a:bodyPr>
          <a:lstStyle/>
          <a:p>
            <a:pPr algn="ctr"/>
            <a:r>
              <a:rPr lang="en-US" sz="900" dirty="0"/>
              <a:t>34</a:t>
            </a:r>
          </a:p>
        </p:txBody>
      </p:sp>
      <p:sp>
        <p:nvSpPr>
          <p:cNvPr id="63" name="TextBox 62">
            <a:extLst>
              <a:ext uri="{FF2B5EF4-FFF2-40B4-BE49-F238E27FC236}">
                <a16:creationId xmlns:a16="http://schemas.microsoft.com/office/drawing/2014/main" id="{0DB82FAD-0067-BEC6-1DCB-9FB921676D37}"/>
              </a:ext>
            </a:extLst>
          </p:cNvPr>
          <p:cNvSpPr txBox="1"/>
          <p:nvPr/>
        </p:nvSpPr>
        <p:spPr>
          <a:xfrm>
            <a:off x="3640666" y="4909484"/>
            <a:ext cx="570089" cy="230832"/>
          </a:xfrm>
          <a:prstGeom prst="rect">
            <a:avLst/>
          </a:prstGeom>
          <a:solidFill>
            <a:schemeClr val="accent1">
              <a:lumMod val="20000"/>
              <a:lumOff val="80000"/>
            </a:schemeClr>
          </a:solidFill>
        </p:spPr>
        <p:txBody>
          <a:bodyPr wrap="square" rtlCol="0">
            <a:spAutoFit/>
          </a:bodyPr>
          <a:lstStyle/>
          <a:p>
            <a:pPr algn="ctr"/>
            <a:r>
              <a:rPr lang="en-US" sz="900" dirty="0"/>
              <a:t>43</a:t>
            </a:r>
          </a:p>
        </p:txBody>
      </p:sp>
      <p:sp>
        <p:nvSpPr>
          <p:cNvPr id="65" name="TextBox 64">
            <a:extLst>
              <a:ext uri="{FF2B5EF4-FFF2-40B4-BE49-F238E27FC236}">
                <a16:creationId xmlns:a16="http://schemas.microsoft.com/office/drawing/2014/main" id="{A77A07AD-3873-5B59-9C54-7A465923B721}"/>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66" name="TextBox 65">
            <a:extLst>
              <a:ext uri="{FF2B5EF4-FFF2-40B4-BE49-F238E27FC236}">
                <a16:creationId xmlns:a16="http://schemas.microsoft.com/office/drawing/2014/main" id="{817A17EC-87E9-CB42-6E09-098B07EFD2F8}"/>
              </a:ext>
            </a:extLst>
          </p:cNvPr>
          <p:cNvSpPr txBox="1"/>
          <p:nvPr/>
        </p:nvSpPr>
        <p:spPr>
          <a:xfrm>
            <a:off x="3716867" y="3741226"/>
            <a:ext cx="462845" cy="584775"/>
          </a:xfrm>
          <a:prstGeom prst="rect">
            <a:avLst/>
          </a:prstGeom>
          <a:noFill/>
        </p:spPr>
        <p:txBody>
          <a:bodyPr wrap="square" rtlCol="0">
            <a:spAutoFit/>
          </a:bodyPr>
          <a:lstStyle/>
          <a:p>
            <a:pPr algn="ctr"/>
            <a:r>
              <a:rPr lang="en-US" sz="3200" dirty="0"/>
              <a:t>6</a:t>
            </a:r>
          </a:p>
        </p:txBody>
      </p:sp>
      <p:sp>
        <p:nvSpPr>
          <p:cNvPr id="67" name="TextBox 66">
            <a:extLst>
              <a:ext uri="{FF2B5EF4-FFF2-40B4-BE49-F238E27FC236}">
                <a16:creationId xmlns:a16="http://schemas.microsoft.com/office/drawing/2014/main" id="{388FED8D-F246-F1F5-4F69-DF0EA784B34A}"/>
              </a:ext>
            </a:extLst>
          </p:cNvPr>
          <p:cNvSpPr txBox="1"/>
          <p:nvPr/>
        </p:nvSpPr>
        <p:spPr>
          <a:xfrm>
            <a:off x="4216401" y="4244561"/>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FD41DA20-CBE5-0153-4C8D-7ABFCA378B54}"/>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54" name="TextBox 53">
            <a:extLst>
              <a:ext uri="{FF2B5EF4-FFF2-40B4-BE49-F238E27FC236}">
                <a16:creationId xmlns:a16="http://schemas.microsoft.com/office/drawing/2014/main" id="{6D2E1F86-49B4-D138-5218-DE22D84CC614}"/>
              </a:ext>
            </a:extLst>
          </p:cNvPr>
          <p:cNvSpPr txBox="1"/>
          <p:nvPr/>
        </p:nvSpPr>
        <p:spPr>
          <a:xfrm>
            <a:off x="4216401" y="4747898"/>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CD7CED0E-835C-B777-8A84-61DD52B2084B}"/>
              </a:ext>
            </a:extLst>
          </p:cNvPr>
          <p:cNvSpPr txBox="1"/>
          <p:nvPr/>
        </p:nvSpPr>
        <p:spPr>
          <a:xfrm>
            <a:off x="3217333" y="424456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255F2DFC-6FFC-D93C-0113-0A3940164014}"/>
              </a:ext>
            </a:extLst>
          </p:cNvPr>
          <p:cNvSpPr txBox="1"/>
          <p:nvPr/>
        </p:nvSpPr>
        <p:spPr>
          <a:xfrm>
            <a:off x="3217333" y="3237891"/>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FAA86635-24C3-5621-6A7B-1DB3CD17681C}"/>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56" name="TextBox 55">
            <a:extLst>
              <a:ext uri="{FF2B5EF4-FFF2-40B4-BE49-F238E27FC236}">
                <a16:creationId xmlns:a16="http://schemas.microsoft.com/office/drawing/2014/main" id="{1CDA5D4F-EA45-2739-02C0-258C11F76782}"/>
              </a:ext>
            </a:extLst>
          </p:cNvPr>
          <p:cNvSpPr txBox="1"/>
          <p:nvPr/>
        </p:nvSpPr>
        <p:spPr>
          <a:xfrm>
            <a:off x="4645378" y="4408541"/>
            <a:ext cx="570089" cy="230832"/>
          </a:xfrm>
          <a:prstGeom prst="rect">
            <a:avLst/>
          </a:prstGeom>
          <a:solidFill>
            <a:schemeClr val="accent1">
              <a:lumMod val="20000"/>
              <a:lumOff val="80000"/>
            </a:schemeClr>
          </a:solidFill>
        </p:spPr>
        <p:txBody>
          <a:bodyPr wrap="square" rtlCol="0">
            <a:spAutoFit/>
          </a:bodyPr>
          <a:lstStyle/>
          <a:p>
            <a:pPr algn="ctr"/>
            <a:r>
              <a:rPr lang="en-US" sz="900" dirty="0"/>
              <a:t>63</a:t>
            </a:r>
          </a:p>
        </p:txBody>
      </p:sp>
      <p:sp>
        <p:nvSpPr>
          <p:cNvPr id="58" name="TextBox 57">
            <a:extLst>
              <a:ext uri="{FF2B5EF4-FFF2-40B4-BE49-F238E27FC236}">
                <a16:creationId xmlns:a16="http://schemas.microsoft.com/office/drawing/2014/main" id="{A207C72F-DA56-F0EF-1CB0-69C480EF3F3D}"/>
              </a:ext>
            </a:extLst>
          </p:cNvPr>
          <p:cNvSpPr txBox="1"/>
          <p:nvPr/>
        </p:nvSpPr>
        <p:spPr>
          <a:xfrm>
            <a:off x="7157158" y="4408541"/>
            <a:ext cx="570089" cy="230832"/>
          </a:xfrm>
          <a:prstGeom prst="rect">
            <a:avLst/>
          </a:prstGeom>
          <a:solidFill>
            <a:schemeClr val="accent1">
              <a:lumMod val="20000"/>
              <a:lumOff val="80000"/>
            </a:schemeClr>
          </a:solidFill>
        </p:spPr>
        <p:txBody>
          <a:bodyPr wrap="square" rtlCol="0">
            <a:spAutoFit/>
          </a:bodyPr>
          <a:lstStyle/>
          <a:p>
            <a:pPr algn="ctr"/>
            <a:r>
              <a:rPr lang="en-US" sz="900" dirty="0"/>
              <a:t>46</a:t>
            </a:r>
          </a:p>
        </p:txBody>
      </p:sp>
      <p:sp>
        <p:nvSpPr>
          <p:cNvPr id="61" name="TextBox 60">
            <a:extLst>
              <a:ext uri="{FF2B5EF4-FFF2-40B4-BE49-F238E27FC236}">
                <a16:creationId xmlns:a16="http://schemas.microsoft.com/office/drawing/2014/main" id="{4824FE7D-3382-C07A-EC8F-AB5BCC2D73D0}"/>
              </a:ext>
            </a:extLst>
          </p:cNvPr>
          <p:cNvSpPr txBox="1"/>
          <p:nvPr/>
        </p:nvSpPr>
        <p:spPr>
          <a:xfrm>
            <a:off x="6654802" y="4909484"/>
            <a:ext cx="570089" cy="230832"/>
          </a:xfrm>
          <a:prstGeom prst="rect">
            <a:avLst/>
          </a:prstGeom>
          <a:noFill/>
        </p:spPr>
        <p:txBody>
          <a:bodyPr wrap="square" rtlCol="0">
            <a:spAutoFit/>
          </a:bodyPr>
          <a:lstStyle/>
          <a:p>
            <a:pPr algn="ctr"/>
            <a:r>
              <a:rPr lang="en-US" sz="900" dirty="0"/>
              <a:t>456</a:t>
            </a:r>
          </a:p>
        </p:txBody>
      </p:sp>
      <p:sp>
        <p:nvSpPr>
          <p:cNvPr id="62" name="TextBox 61">
            <a:extLst>
              <a:ext uri="{FF2B5EF4-FFF2-40B4-BE49-F238E27FC236}">
                <a16:creationId xmlns:a16="http://schemas.microsoft.com/office/drawing/2014/main" id="{6F4CF746-6845-4099-6F19-450BC386916B}"/>
              </a:ext>
            </a:extLst>
          </p:cNvPr>
          <p:cNvSpPr txBox="1"/>
          <p:nvPr/>
        </p:nvSpPr>
        <p:spPr>
          <a:xfrm>
            <a:off x="4645378" y="4909484"/>
            <a:ext cx="570089" cy="230832"/>
          </a:xfrm>
          <a:prstGeom prst="rect">
            <a:avLst/>
          </a:prstGeom>
          <a:solidFill>
            <a:schemeClr val="accent1">
              <a:lumMod val="20000"/>
              <a:lumOff val="80000"/>
            </a:schemeClr>
          </a:solidFill>
        </p:spPr>
        <p:txBody>
          <a:bodyPr wrap="square" rtlCol="0">
            <a:spAutoFit/>
          </a:bodyPr>
          <a:lstStyle/>
          <a:p>
            <a:pPr algn="ctr"/>
            <a:r>
              <a:rPr lang="en-US" sz="900" dirty="0"/>
              <a:t>36</a:t>
            </a:r>
          </a:p>
        </p:txBody>
      </p:sp>
      <p:sp>
        <p:nvSpPr>
          <p:cNvPr id="64" name="TextBox 63">
            <a:extLst>
              <a:ext uri="{FF2B5EF4-FFF2-40B4-BE49-F238E27FC236}">
                <a16:creationId xmlns:a16="http://schemas.microsoft.com/office/drawing/2014/main" id="{36A91F91-EB22-F4CA-4857-5535CF6065D4}"/>
              </a:ext>
            </a:extLst>
          </p:cNvPr>
          <p:cNvSpPr txBox="1"/>
          <p:nvPr/>
        </p:nvSpPr>
        <p:spPr>
          <a:xfrm>
            <a:off x="5147734" y="4909484"/>
            <a:ext cx="570089" cy="230832"/>
          </a:xfrm>
          <a:prstGeom prst="rect">
            <a:avLst/>
          </a:prstGeom>
          <a:noFill/>
        </p:spPr>
        <p:txBody>
          <a:bodyPr wrap="square" rtlCol="0">
            <a:spAutoFit/>
          </a:bodyPr>
          <a:lstStyle/>
          <a:p>
            <a:pPr algn="ctr"/>
            <a:r>
              <a:rPr lang="en-US" sz="900" dirty="0"/>
              <a:t>28</a:t>
            </a:r>
          </a:p>
        </p:txBody>
      </p:sp>
      <p:sp>
        <p:nvSpPr>
          <p:cNvPr id="68" name="TextBox 67">
            <a:extLst>
              <a:ext uri="{FF2B5EF4-FFF2-40B4-BE49-F238E27FC236}">
                <a16:creationId xmlns:a16="http://schemas.microsoft.com/office/drawing/2014/main" id="{AD5DAF9F-CBF6-3D0F-0092-5889C5FD09CC}"/>
              </a:ext>
            </a:extLst>
          </p:cNvPr>
          <p:cNvSpPr txBox="1"/>
          <p:nvPr/>
        </p:nvSpPr>
        <p:spPr>
          <a:xfrm>
            <a:off x="5650090" y="4909484"/>
            <a:ext cx="570089" cy="230832"/>
          </a:xfrm>
          <a:prstGeom prst="rect">
            <a:avLst/>
          </a:prstGeom>
          <a:noFill/>
        </p:spPr>
        <p:txBody>
          <a:bodyPr wrap="square" rtlCol="0">
            <a:spAutoFit/>
          </a:bodyPr>
          <a:lstStyle/>
          <a:p>
            <a:pPr algn="ctr"/>
            <a:r>
              <a:rPr lang="en-US" sz="900" dirty="0"/>
              <a:t>82</a:t>
            </a:r>
          </a:p>
        </p:txBody>
      </p:sp>
      <p:sp>
        <p:nvSpPr>
          <p:cNvPr id="69" name="TextBox 68">
            <a:extLst>
              <a:ext uri="{FF2B5EF4-FFF2-40B4-BE49-F238E27FC236}">
                <a16:creationId xmlns:a16="http://schemas.microsoft.com/office/drawing/2014/main" id="{0C42A6AC-5784-7293-39CA-B6BBD750ED87}"/>
              </a:ext>
            </a:extLst>
          </p:cNvPr>
          <p:cNvSpPr txBox="1"/>
          <p:nvPr/>
        </p:nvSpPr>
        <p:spPr>
          <a:xfrm>
            <a:off x="5147734" y="901933"/>
            <a:ext cx="570089" cy="230832"/>
          </a:xfrm>
          <a:prstGeom prst="rect">
            <a:avLst/>
          </a:prstGeom>
          <a:noFill/>
        </p:spPr>
        <p:txBody>
          <a:bodyPr wrap="square" rtlCol="0">
            <a:spAutoFit/>
          </a:bodyPr>
          <a:lstStyle/>
          <a:p>
            <a:pPr algn="ctr"/>
            <a:r>
              <a:rPr lang="en-US" sz="900" dirty="0"/>
              <a:t>278</a:t>
            </a:r>
          </a:p>
        </p:txBody>
      </p:sp>
      <p:sp>
        <p:nvSpPr>
          <p:cNvPr id="71" name="TextBox 70">
            <a:extLst>
              <a:ext uri="{FF2B5EF4-FFF2-40B4-BE49-F238E27FC236}">
                <a16:creationId xmlns:a16="http://schemas.microsoft.com/office/drawing/2014/main" id="{A23B93FF-F936-D458-5EFF-8E53FDC77115}"/>
              </a:ext>
            </a:extLst>
          </p:cNvPr>
          <p:cNvSpPr txBox="1"/>
          <p:nvPr/>
        </p:nvSpPr>
        <p:spPr>
          <a:xfrm>
            <a:off x="5147734" y="1402877"/>
            <a:ext cx="570089" cy="230832"/>
          </a:xfrm>
          <a:prstGeom prst="rect">
            <a:avLst/>
          </a:prstGeom>
          <a:noFill/>
        </p:spPr>
        <p:txBody>
          <a:bodyPr wrap="square" rtlCol="0">
            <a:spAutoFit/>
          </a:bodyPr>
          <a:lstStyle/>
          <a:p>
            <a:pPr algn="ctr"/>
            <a:r>
              <a:rPr lang="en-US" sz="900" dirty="0"/>
              <a:t>278</a:t>
            </a:r>
          </a:p>
        </p:txBody>
      </p:sp>
      <p:sp>
        <p:nvSpPr>
          <p:cNvPr id="72" name="TextBox 71">
            <a:extLst>
              <a:ext uri="{FF2B5EF4-FFF2-40B4-BE49-F238E27FC236}">
                <a16:creationId xmlns:a16="http://schemas.microsoft.com/office/drawing/2014/main" id="{9745EEDF-9029-9BDA-B21C-59282307B81B}"/>
              </a:ext>
            </a:extLst>
          </p:cNvPr>
          <p:cNvSpPr txBox="1"/>
          <p:nvPr/>
        </p:nvSpPr>
        <p:spPr>
          <a:xfrm>
            <a:off x="5650090" y="1402877"/>
            <a:ext cx="570089" cy="230832"/>
          </a:xfrm>
          <a:prstGeom prst="rect">
            <a:avLst/>
          </a:prstGeom>
          <a:noFill/>
        </p:spPr>
        <p:txBody>
          <a:bodyPr wrap="square" rtlCol="0">
            <a:spAutoFit/>
          </a:bodyPr>
          <a:lstStyle/>
          <a:p>
            <a:pPr algn="ctr"/>
            <a:r>
              <a:rPr lang="en-US" sz="900" dirty="0"/>
              <a:t>268</a:t>
            </a:r>
          </a:p>
        </p:txBody>
      </p:sp>
      <p:sp>
        <p:nvSpPr>
          <p:cNvPr id="81" name="TextBox 80">
            <a:extLst>
              <a:ext uri="{FF2B5EF4-FFF2-40B4-BE49-F238E27FC236}">
                <a16:creationId xmlns:a16="http://schemas.microsoft.com/office/drawing/2014/main" id="{51B33727-5355-28B7-6B2A-C9AD6461B111}"/>
              </a:ext>
            </a:extLst>
          </p:cNvPr>
          <p:cNvSpPr txBox="1"/>
          <p:nvPr/>
        </p:nvSpPr>
        <p:spPr>
          <a:xfrm>
            <a:off x="7213604" y="2734556"/>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6C17C2A9-ACC9-0997-2147-E30BB0CFFA29}"/>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79" name="TextBox 78">
            <a:extLst>
              <a:ext uri="{FF2B5EF4-FFF2-40B4-BE49-F238E27FC236}">
                <a16:creationId xmlns:a16="http://schemas.microsoft.com/office/drawing/2014/main" id="{7B3C82F3-3196-6362-7E5D-79FCCC0CEF25}"/>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7AA107AF-9E37-81D0-F0BA-E2FA4E6165C3}"/>
              </a:ext>
            </a:extLst>
          </p:cNvPr>
          <p:cNvSpPr txBox="1"/>
          <p:nvPr/>
        </p:nvSpPr>
        <p:spPr>
          <a:xfrm>
            <a:off x="6654802" y="901933"/>
            <a:ext cx="570089" cy="230832"/>
          </a:xfrm>
          <a:prstGeom prst="rect">
            <a:avLst/>
          </a:prstGeom>
          <a:noFill/>
        </p:spPr>
        <p:txBody>
          <a:bodyPr wrap="square" rtlCol="0">
            <a:spAutoFit/>
          </a:bodyPr>
          <a:lstStyle/>
          <a:p>
            <a:pPr algn="ctr"/>
            <a:r>
              <a:rPr lang="en-US" sz="900" dirty="0"/>
              <a:t>258</a:t>
            </a:r>
          </a:p>
        </p:txBody>
      </p:sp>
      <p:sp>
        <p:nvSpPr>
          <p:cNvPr id="85" name="TextBox 84">
            <a:extLst>
              <a:ext uri="{FF2B5EF4-FFF2-40B4-BE49-F238E27FC236}">
                <a16:creationId xmlns:a16="http://schemas.microsoft.com/office/drawing/2014/main" id="{3D1E3C43-E35B-A6E8-FA6A-800933AAE687}"/>
              </a:ext>
            </a:extLst>
          </p:cNvPr>
          <p:cNvSpPr txBox="1"/>
          <p:nvPr/>
        </p:nvSpPr>
        <p:spPr>
          <a:xfrm>
            <a:off x="6654802" y="1402877"/>
            <a:ext cx="570089" cy="230832"/>
          </a:xfrm>
          <a:prstGeom prst="rect">
            <a:avLst/>
          </a:prstGeom>
          <a:noFill/>
        </p:spPr>
        <p:txBody>
          <a:bodyPr wrap="square" rtlCol="0">
            <a:spAutoFit/>
          </a:bodyPr>
          <a:lstStyle/>
          <a:p>
            <a:pPr algn="ctr"/>
            <a:r>
              <a:rPr lang="en-US" sz="900" dirty="0"/>
              <a:t>268</a:t>
            </a:r>
          </a:p>
        </p:txBody>
      </p:sp>
      <p:sp>
        <p:nvSpPr>
          <p:cNvPr id="86" name="TextBox 85">
            <a:extLst>
              <a:ext uri="{FF2B5EF4-FFF2-40B4-BE49-F238E27FC236}">
                <a16:creationId xmlns:a16="http://schemas.microsoft.com/office/drawing/2014/main" id="{A94576B7-62B9-8BE7-CFDE-F7BCC984BB92}"/>
              </a:ext>
            </a:extLst>
          </p:cNvPr>
          <p:cNvSpPr txBox="1"/>
          <p:nvPr/>
        </p:nvSpPr>
        <p:spPr>
          <a:xfrm>
            <a:off x="7157158" y="1402877"/>
            <a:ext cx="570089" cy="230832"/>
          </a:xfrm>
          <a:prstGeom prst="rect">
            <a:avLst/>
          </a:prstGeom>
          <a:noFill/>
        </p:spPr>
        <p:txBody>
          <a:bodyPr wrap="square" rtlCol="0">
            <a:spAutoFit/>
          </a:bodyPr>
          <a:lstStyle/>
          <a:p>
            <a:pPr algn="ctr"/>
            <a:r>
              <a:rPr lang="en-US" sz="900" dirty="0"/>
              <a:t>38</a:t>
            </a:r>
          </a:p>
        </p:txBody>
      </p:sp>
      <p:sp>
        <p:nvSpPr>
          <p:cNvPr id="88" name="TextBox 87">
            <a:extLst>
              <a:ext uri="{FF2B5EF4-FFF2-40B4-BE49-F238E27FC236}">
                <a16:creationId xmlns:a16="http://schemas.microsoft.com/office/drawing/2014/main" id="{D478EE1D-42D9-4358-D401-26CB926D7CCA}"/>
              </a:ext>
            </a:extLst>
          </p:cNvPr>
          <p:cNvSpPr txBox="1"/>
          <p:nvPr/>
        </p:nvSpPr>
        <p:spPr>
          <a:xfrm>
            <a:off x="7157158" y="1903821"/>
            <a:ext cx="570089" cy="230832"/>
          </a:xfrm>
          <a:prstGeom prst="rect">
            <a:avLst/>
          </a:prstGeom>
          <a:solidFill>
            <a:schemeClr val="accent1">
              <a:lumMod val="20000"/>
              <a:lumOff val="80000"/>
            </a:schemeClr>
          </a:solidFill>
        </p:spPr>
        <p:txBody>
          <a:bodyPr wrap="square" rtlCol="0">
            <a:spAutoFit/>
          </a:bodyPr>
          <a:lstStyle/>
          <a:p>
            <a:pPr algn="ctr"/>
            <a:r>
              <a:rPr lang="en-US" sz="900" dirty="0"/>
              <a:t>64</a:t>
            </a:r>
          </a:p>
        </p:txBody>
      </p:sp>
      <p:sp>
        <p:nvSpPr>
          <p:cNvPr id="89" name="TextBox 88">
            <a:extLst>
              <a:ext uri="{FF2B5EF4-FFF2-40B4-BE49-F238E27FC236}">
                <a16:creationId xmlns:a16="http://schemas.microsoft.com/office/drawing/2014/main" id="{48C4A6AC-3E68-842A-2809-7A4FB496D67C}"/>
              </a:ext>
            </a:extLst>
          </p:cNvPr>
          <p:cNvSpPr txBox="1"/>
          <p:nvPr/>
        </p:nvSpPr>
        <p:spPr>
          <a:xfrm>
            <a:off x="3217333" y="1224551"/>
            <a:ext cx="462845" cy="584775"/>
          </a:xfrm>
          <a:prstGeom prst="rect">
            <a:avLst/>
          </a:prstGeom>
          <a:noFill/>
        </p:spPr>
        <p:txBody>
          <a:bodyPr wrap="square" rtlCol="0">
            <a:spAutoFit/>
          </a:bodyPr>
          <a:lstStyle/>
          <a:p>
            <a:pPr algn="ctr"/>
            <a:r>
              <a:rPr lang="en-US" sz="3200" dirty="0"/>
              <a:t>5</a:t>
            </a:r>
          </a:p>
        </p:txBody>
      </p:sp>
      <p:sp>
        <p:nvSpPr>
          <p:cNvPr id="90" name="TextBox 89">
            <a:extLst>
              <a:ext uri="{FF2B5EF4-FFF2-40B4-BE49-F238E27FC236}">
                <a16:creationId xmlns:a16="http://schemas.microsoft.com/office/drawing/2014/main" id="{8D04897C-7AC9-35C5-54E0-095159DE1E0A}"/>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93" name="TextBox 92">
            <a:extLst>
              <a:ext uri="{FF2B5EF4-FFF2-40B4-BE49-F238E27FC236}">
                <a16:creationId xmlns:a16="http://schemas.microsoft.com/office/drawing/2014/main" id="{368991AC-836F-FE83-4CFD-9DF072E6FEB4}"/>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94" name="TextBox 93">
            <a:extLst>
              <a:ext uri="{FF2B5EF4-FFF2-40B4-BE49-F238E27FC236}">
                <a16:creationId xmlns:a16="http://schemas.microsoft.com/office/drawing/2014/main" id="{1F4706E4-F3A8-EE3B-F606-E6B0C844F919}"/>
              </a:ext>
            </a:extLst>
          </p:cNvPr>
          <p:cNvSpPr txBox="1"/>
          <p:nvPr/>
        </p:nvSpPr>
        <p:spPr>
          <a:xfrm>
            <a:off x="6214537" y="721216"/>
            <a:ext cx="462845" cy="584775"/>
          </a:xfrm>
          <a:prstGeom prst="rect">
            <a:avLst/>
          </a:prstGeom>
          <a:noFill/>
        </p:spPr>
        <p:txBody>
          <a:bodyPr wrap="square" rtlCol="0">
            <a:spAutoFit/>
          </a:bodyPr>
          <a:lstStyle/>
          <a:p>
            <a:pPr algn="ctr"/>
            <a:r>
              <a:rPr lang="en-US" sz="3200" dirty="0"/>
              <a:t>7</a:t>
            </a:r>
          </a:p>
        </p:txBody>
      </p:sp>
      <p:sp>
        <p:nvSpPr>
          <p:cNvPr id="95" name="TextBox 94">
            <a:extLst>
              <a:ext uri="{FF2B5EF4-FFF2-40B4-BE49-F238E27FC236}">
                <a16:creationId xmlns:a16="http://schemas.microsoft.com/office/drawing/2014/main" id="{8D5EB5BB-92CE-5BA6-2EBB-0A2C2638DFCF}"/>
              </a:ext>
            </a:extLst>
          </p:cNvPr>
          <p:cNvSpPr txBox="1"/>
          <p:nvPr/>
        </p:nvSpPr>
        <p:spPr>
          <a:xfrm>
            <a:off x="6214537" y="4747898"/>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201412318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E3C56-86FC-39B6-BB2C-729D399B6F52}"/>
            </a:ext>
          </a:extLst>
        </p:cNvPr>
        <p:cNvGrpSpPr/>
        <p:nvPr/>
      </p:nvGrpSpPr>
      <p:grpSpPr>
        <a:xfrm>
          <a:off x="0" y="0"/>
          <a:ext cx="0" cy="0"/>
          <a:chOff x="0" y="0"/>
          <a:chExt cx="0" cy="0"/>
        </a:xfrm>
      </p:grpSpPr>
      <p:sp>
        <p:nvSpPr>
          <p:cNvPr id="52" name="TextBox 51">
            <a:extLst>
              <a:ext uri="{FF2B5EF4-FFF2-40B4-BE49-F238E27FC236}">
                <a16:creationId xmlns:a16="http://schemas.microsoft.com/office/drawing/2014/main" id="{8C4F0971-80E6-DA06-FDBC-92A0E5F6BEE1}"/>
              </a:ext>
            </a:extLst>
          </p:cNvPr>
          <p:cNvSpPr txBox="1"/>
          <p:nvPr/>
        </p:nvSpPr>
        <p:spPr>
          <a:xfrm>
            <a:off x="6214537" y="1224551"/>
            <a:ext cx="462845" cy="584775"/>
          </a:xfrm>
          <a:prstGeom prst="rect">
            <a:avLst/>
          </a:prstGeom>
          <a:solidFill>
            <a:srgbClr val="FFFF00">
              <a:alpha val="20000"/>
            </a:srgbClr>
          </a:solid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C0FFC51F-8A22-02C7-5DC2-7DEA76B0B471}"/>
              </a:ext>
            </a:extLst>
          </p:cNvPr>
          <p:cNvSpPr txBox="1"/>
          <p:nvPr/>
        </p:nvSpPr>
        <p:spPr>
          <a:xfrm>
            <a:off x="5715003" y="721216"/>
            <a:ext cx="462845" cy="584775"/>
          </a:xfrm>
          <a:prstGeom prst="rect">
            <a:avLst/>
          </a:prstGeom>
          <a:solidFill>
            <a:srgbClr val="FFFF00">
              <a:alpha val="20000"/>
            </a:srgbClr>
          </a:solidFill>
        </p:spPr>
        <p:txBody>
          <a:bodyPr wrap="square" rtlCol="0">
            <a:spAutoFit/>
          </a:bodyPr>
          <a:lstStyle/>
          <a:p>
            <a:pPr algn="ctr"/>
            <a:r>
              <a:rPr lang="en-US" sz="3200" dirty="0"/>
              <a:t>5</a:t>
            </a:r>
          </a:p>
        </p:txBody>
      </p:sp>
      <p:sp>
        <p:nvSpPr>
          <p:cNvPr id="91" name="TextBox 90">
            <a:extLst>
              <a:ext uri="{FF2B5EF4-FFF2-40B4-BE49-F238E27FC236}">
                <a16:creationId xmlns:a16="http://schemas.microsoft.com/office/drawing/2014/main" id="{7112EDF7-6D75-BF3F-7398-261BD35067E7}"/>
              </a:ext>
            </a:extLst>
          </p:cNvPr>
          <p:cNvSpPr txBox="1"/>
          <p:nvPr/>
        </p:nvSpPr>
        <p:spPr>
          <a:xfrm>
            <a:off x="6714071" y="1727886"/>
            <a:ext cx="462845" cy="584775"/>
          </a:xfrm>
          <a:prstGeom prst="rect">
            <a:avLst/>
          </a:prstGeom>
          <a:solidFill>
            <a:srgbClr val="FFFF00">
              <a:alpha val="20000"/>
            </a:srgbClr>
          </a:solidFill>
        </p:spPr>
        <p:txBody>
          <a:bodyPr wrap="square" rtlCol="0">
            <a:spAutoFit/>
          </a:bodyPr>
          <a:lstStyle/>
          <a:p>
            <a:pPr algn="ctr"/>
            <a:r>
              <a:rPr lang="en-US" sz="3200" dirty="0"/>
              <a:t>5</a:t>
            </a:r>
          </a:p>
        </p:txBody>
      </p:sp>
      <p:sp>
        <p:nvSpPr>
          <p:cNvPr id="92" name="TextBox 91">
            <a:extLst>
              <a:ext uri="{FF2B5EF4-FFF2-40B4-BE49-F238E27FC236}">
                <a16:creationId xmlns:a16="http://schemas.microsoft.com/office/drawing/2014/main" id="{4D717C35-87AF-CB9B-8A9D-2469B4005805}"/>
              </a:ext>
            </a:extLst>
          </p:cNvPr>
          <p:cNvSpPr txBox="1"/>
          <p:nvPr/>
        </p:nvSpPr>
        <p:spPr>
          <a:xfrm>
            <a:off x="7213604" y="2231221"/>
            <a:ext cx="462845" cy="584775"/>
          </a:xfrm>
          <a:prstGeom prst="rect">
            <a:avLst/>
          </a:prstGeom>
          <a:solidFill>
            <a:srgbClr val="FFFF00">
              <a:alpha val="20000"/>
            </a:srgbClr>
          </a:solidFill>
        </p:spPr>
        <p:txBody>
          <a:bodyPr wrap="square" rtlCol="0">
            <a:spAutoFit/>
          </a:bodyPr>
          <a:lstStyle/>
          <a:p>
            <a:pPr algn="ctr"/>
            <a:r>
              <a:rPr lang="en-US" sz="3200" dirty="0"/>
              <a:t>3</a:t>
            </a:r>
          </a:p>
        </p:txBody>
      </p:sp>
      <p:sp>
        <p:nvSpPr>
          <p:cNvPr id="77" name="TextBox 76">
            <a:extLst>
              <a:ext uri="{FF2B5EF4-FFF2-40B4-BE49-F238E27FC236}">
                <a16:creationId xmlns:a16="http://schemas.microsoft.com/office/drawing/2014/main" id="{15540AF9-0E84-FF12-55DB-DCD8C27D3892}"/>
              </a:ext>
            </a:extLst>
          </p:cNvPr>
          <p:cNvSpPr txBox="1"/>
          <p:nvPr/>
        </p:nvSpPr>
        <p:spPr>
          <a:xfrm>
            <a:off x="5715003" y="1727886"/>
            <a:ext cx="462845" cy="584775"/>
          </a:xfrm>
          <a:prstGeom prst="rect">
            <a:avLst/>
          </a:prstGeom>
          <a:solidFill>
            <a:srgbClr val="92D050">
              <a:alpha val="15000"/>
            </a:srgbClr>
          </a:solidFill>
        </p:spPr>
        <p:txBody>
          <a:bodyPr wrap="square" rtlCol="0">
            <a:spAutoFit/>
          </a:bodyPr>
          <a:lstStyle/>
          <a:p>
            <a:pPr algn="ctr"/>
            <a:r>
              <a:rPr lang="en-US" sz="3200" dirty="0"/>
              <a:t>6</a:t>
            </a:r>
          </a:p>
        </p:txBody>
      </p:sp>
      <p:sp>
        <p:nvSpPr>
          <p:cNvPr id="78" name="TextBox 77">
            <a:extLst>
              <a:ext uri="{FF2B5EF4-FFF2-40B4-BE49-F238E27FC236}">
                <a16:creationId xmlns:a16="http://schemas.microsoft.com/office/drawing/2014/main" id="{42C0B809-D250-DFCE-C4A7-92EF1F0AD116}"/>
              </a:ext>
            </a:extLst>
          </p:cNvPr>
          <p:cNvSpPr txBox="1"/>
          <p:nvPr/>
        </p:nvSpPr>
        <p:spPr>
          <a:xfrm>
            <a:off x="6214537" y="2231221"/>
            <a:ext cx="462845" cy="584775"/>
          </a:xfrm>
          <a:prstGeom prst="rect">
            <a:avLst/>
          </a:prstGeom>
          <a:solidFill>
            <a:srgbClr val="92D050">
              <a:alpha val="15000"/>
            </a:srgbClr>
          </a:solidFill>
        </p:spPr>
        <p:txBody>
          <a:bodyPr wrap="square" rtlCol="0">
            <a:spAutoFit/>
          </a:bodyPr>
          <a:lstStyle/>
          <a:p>
            <a:pPr algn="ctr"/>
            <a:r>
              <a:rPr lang="en-US" sz="3200" dirty="0"/>
              <a:t>4</a:t>
            </a:r>
          </a:p>
        </p:txBody>
      </p:sp>
      <p:sp>
        <p:nvSpPr>
          <p:cNvPr id="82" name="TextBox 81">
            <a:extLst>
              <a:ext uri="{FF2B5EF4-FFF2-40B4-BE49-F238E27FC236}">
                <a16:creationId xmlns:a16="http://schemas.microsoft.com/office/drawing/2014/main" id="{C9EB148D-8CAD-CC59-3EF7-69EF7448DD8A}"/>
              </a:ext>
            </a:extLst>
          </p:cNvPr>
          <p:cNvSpPr txBox="1"/>
          <p:nvPr/>
        </p:nvSpPr>
        <p:spPr>
          <a:xfrm>
            <a:off x="6714071" y="2734556"/>
            <a:ext cx="462845" cy="584775"/>
          </a:xfrm>
          <a:prstGeom prst="rect">
            <a:avLst/>
          </a:prstGeom>
          <a:solidFill>
            <a:srgbClr val="92D050">
              <a:alpha val="15000"/>
            </a:srgbClr>
          </a:solidFill>
        </p:spPr>
        <p:txBody>
          <a:bodyPr wrap="square" rtlCol="0">
            <a:spAutoFit/>
          </a:bodyPr>
          <a:lstStyle/>
          <a:p>
            <a:pPr algn="ctr"/>
            <a:r>
              <a:rPr lang="en-US" sz="3200" dirty="0"/>
              <a:t>7</a:t>
            </a:r>
          </a:p>
        </p:txBody>
      </p:sp>
      <p:sp>
        <p:nvSpPr>
          <p:cNvPr id="83" name="TextBox 82">
            <a:extLst>
              <a:ext uri="{FF2B5EF4-FFF2-40B4-BE49-F238E27FC236}">
                <a16:creationId xmlns:a16="http://schemas.microsoft.com/office/drawing/2014/main" id="{ADBE89D2-698E-481E-47D1-3589D681FC1F}"/>
              </a:ext>
            </a:extLst>
          </p:cNvPr>
          <p:cNvSpPr txBox="1"/>
          <p:nvPr/>
        </p:nvSpPr>
        <p:spPr>
          <a:xfrm>
            <a:off x="7213604" y="3237891"/>
            <a:ext cx="462845" cy="584775"/>
          </a:xfrm>
          <a:prstGeom prst="rect">
            <a:avLst/>
          </a:prstGeom>
          <a:solidFill>
            <a:srgbClr val="92D050">
              <a:alpha val="15000"/>
            </a:srgbClr>
          </a:solidFill>
        </p:spPr>
        <p:txBody>
          <a:bodyPr wrap="square" rtlCol="0">
            <a:spAutoFit/>
          </a:bodyPr>
          <a:lstStyle/>
          <a:p>
            <a:pPr algn="ctr"/>
            <a:r>
              <a:rPr lang="en-US" sz="3200" dirty="0"/>
              <a:t>2</a:t>
            </a:r>
          </a:p>
        </p:txBody>
      </p:sp>
      <p:sp>
        <p:nvSpPr>
          <p:cNvPr id="84" name="TextBox 83">
            <a:extLst>
              <a:ext uri="{FF2B5EF4-FFF2-40B4-BE49-F238E27FC236}">
                <a16:creationId xmlns:a16="http://schemas.microsoft.com/office/drawing/2014/main" id="{197E665F-E1A1-2EEF-1E4E-2BF2839FD74C}"/>
              </a:ext>
            </a:extLst>
          </p:cNvPr>
          <p:cNvSpPr txBox="1"/>
          <p:nvPr/>
        </p:nvSpPr>
        <p:spPr>
          <a:xfrm>
            <a:off x="7213604" y="3741226"/>
            <a:ext cx="462845" cy="584775"/>
          </a:xfrm>
          <a:prstGeom prst="rect">
            <a:avLst/>
          </a:prstGeom>
          <a:solidFill>
            <a:srgbClr val="92D050">
              <a:alpha val="15000"/>
            </a:srgbClr>
          </a:solidFill>
        </p:spPr>
        <p:txBody>
          <a:bodyPr wrap="square" rtlCol="0">
            <a:spAutoFit/>
          </a:bodyPr>
          <a:lstStyle/>
          <a:p>
            <a:pPr algn="ctr"/>
            <a:r>
              <a:rPr lang="en-US" sz="3200" dirty="0"/>
              <a:t>7</a:t>
            </a:r>
          </a:p>
        </p:txBody>
      </p:sp>
      <p:sp>
        <p:nvSpPr>
          <p:cNvPr id="46" name="TextBox 45">
            <a:extLst>
              <a:ext uri="{FF2B5EF4-FFF2-40B4-BE49-F238E27FC236}">
                <a16:creationId xmlns:a16="http://schemas.microsoft.com/office/drawing/2014/main" id="{F2987C0C-B263-E754-A4F5-1D7649F211F5}"/>
              </a:ext>
            </a:extLst>
          </p:cNvPr>
          <p:cNvSpPr txBox="1"/>
          <p:nvPr/>
        </p:nvSpPr>
        <p:spPr>
          <a:xfrm>
            <a:off x="3716867" y="2231221"/>
            <a:ext cx="462845" cy="584775"/>
          </a:xfrm>
          <a:prstGeom prst="rect">
            <a:avLst/>
          </a:prstGeom>
          <a:solidFill>
            <a:srgbClr val="FF0000">
              <a:alpha val="15000"/>
            </a:srgbClr>
          </a:solidFill>
        </p:spPr>
        <p:txBody>
          <a:bodyPr wrap="square" rtlCol="0">
            <a:spAutoFit/>
          </a:bodyPr>
          <a:lstStyle/>
          <a:p>
            <a:pPr algn="ctr"/>
            <a:r>
              <a:rPr lang="en-US" sz="3200" dirty="0"/>
              <a:t>7</a:t>
            </a:r>
          </a:p>
        </p:txBody>
      </p:sp>
      <p:sp>
        <p:nvSpPr>
          <p:cNvPr id="47" name="TextBox 46">
            <a:extLst>
              <a:ext uri="{FF2B5EF4-FFF2-40B4-BE49-F238E27FC236}">
                <a16:creationId xmlns:a16="http://schemas.microsoft.com/office/drawing/2014/main" id="{DEB3616C-1F93-0400-E977-DF7A319BE393}"/>
              </a:ext>
            </a:extLst>
          </p:cNvPr>
          <p:cNvSpPr txBox="1"/>
          <p:nvPr/>
        </p:nvSpPr>
        <p:spPr>
          <a:xfrm>
            <a:off x="4216401" y="2734556"/>
            <a:ext cx="462845" cy="584775"/>
          </a:xfrm>
          <a:prstGeom prst="rect">
            <a:avLst/>
          </a:prstGeom>
          <a:solidFill>
            <a:srgbClr val="FF0000">
              <a:alpha val="15000"/>
            </a:srgbClr>
          </a:solid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AB8539E0-CF36-FFCF-607E-7B18FFDC9DB1}"/>
              </a:ext>
            </a:extLst>
          </p:cNvPr>
          <p:cNvSpPr txBox="1"/>
          <p:nvPr/>
        </p:nvSpPr>
        <p:spPr>
          <a:xfrm>
            <a:off x="4715935" y="3237891"/>
            <a:ext cx="462845" cy="584775"/>
          </a:xfrm>
          <a:prstGeom prst="rect">
            <a:avLst/>
          </a:prstGeom>
          <a:solidFill>
            <a:srgbClr val="FF0000">
              <a:alpha val="15000"/>
            </a:srgbClr>
          </a:solidFill>
        </p:spPr>
        <p:txBody>
          <a:bodyPr wrap="square" rtlCol="0">
            <a:spAutoFit/>
          </a:bodyPr>
          <a:lstStyle/>
          <a:p>
            <a:pPr algn="ctr"/>
            <a:r>
              <a:rPr lang="en-US" sz="3200" dirty="0"/>
              <a:t>7</a:t>
            </a:r>
          </a:p>
        </p:txBody>
      </p:sp>
      <p:sp>
        <p:nvSpPr>
          <p:cNvPr id="49" name="TextBox 48">
            <a:extLst>
              <a:ext uri="{FF2B5EF4-FFF2-40B4-BE49-F238E27FC236}">
                <a16:creationId xmlns:a16="http://schemas.microsoft.com/office/drawing/2014/main" id="{184706EB-4ED3-D5D6-4735-71D0D3A138A4}"/>
              </a:ext>
            </a:extLst>
          </p:cNvPr>
          <p:cNvSpPr txBox="1"/>
          <p:nvPr/>
        </p:nvSpPr>
        <p:spPr>
          <a:xfrm>
            <a:off x="5215469" y="3741226"/>
            <a:ext cx="462845" cy="584775"/>
          </a:xfrm>
          <a:prstGeom prst="rect">
            <a:avLst/>
          </a:prstGeom>
          <a:solidFill>
            <a:srgbClr val="FF0000">
              <a:alpha val="15000"/>
            </a:srgbClr>
          </a:solidFill>
        </p:spPr>
        <p:txBody>
          <a:bodyPr wrap="square" rtlCol="0">
            <a:spAutoFit/>
          </a:bodyPr>
          <a:lstStyle/>
          <a:p>
            <a:pPr algn="ctr"/>
            <a:r>
              <a:rPr lang="en-US" sz="3200" dirty="0"/>
              <a:t>4</a:t>
            </a:r>
          </a:p>
        </p:txBody>
      </p:sp>
      <p:sp>
        <p:nvSpPr>
          <p:cNvPr id="50" name="TextBox 49">
            <a:extLst>
              <a:ext uri="{FF2B5EF4-FFF2-40B4-BE49-F238E27FC236}">
                <a16:creationId xmlns:a16="http://schemas.microsoft.com/office/drawing/2014/main" id="{47482D74-3CAF-4848-7C5A-B9BCAC3941E8}"/>
              </a:ext>
            </a:extLst>
          </p:cNvPr>
          <p:cNvSpPr txBox="1"/>
          <p:nvPr/>
        </p:nvSpPr>
        <p:spPr>
          <a:xfrm>
            <a:off x="5715003" y="4244561"/>
            <a:ext cx="462845" cy="584775"/>
          </a:xfrm>
          <a:prstGeom prst="rect">
            <a:avLst/>
          </a:prstGeom>
          <a:solidFill>
            <a:srgbClr val="FF0000">
              <a:alpha val="15000"/>
            </a:srgbClr>
          </a:solidFill>
        </p:spPr>
        <p:txBody>
          <a:bodyPr wrap="square" rtlCol="0">
            <a:spAutoFit/>
          </a:bodyPr>
          <a:lstStyle/>
          <a:p>
            <a:pPr algn="ctr"/>
            <a:r>
              <a:rPr lang="en-US" sz="3200" dirty="0"/>
              <a:t>7</a:t>
            </a:r>
          </a:p>
        </p:txBody>
      </p:sp>
      <p:sp>
        <p:nvSpPr>
          <p:cNvPr id="2" name="Content Placeholder 1">
            <a:extLst>
              <a:ext uri="{FF2B5EF4-FFF2-40B4-BE49-F238E27FC236}">
                <a16:creationId xmlns:a16="http://schemas.microsoft.com/office/drawing/2014/main" id="{528EEA4B-DF68-3B39-3E71-97A25E856841}"/>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D49900E6-9F6E-09FB-C4A4-638C7AA0972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5E03B0A-C6ED-97CD-DBED-2A39C0629DC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8F23911-E80D-C25F-3502-12C5E5B9221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39AB4A1-2B8A-1E7B-7AA3-57D2F346A86A}"/>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2CE9045-3231-42BA-D055-F574A9D5AB61}"/>
              </a:ext>
            </a:extLst>
          </p:cNvPr>
          <p:cNvSpPr txBox="1"/>
          <p:nvPr/>
        </p:nvSpPr>
        <p:spPr>
          <a:xfrm>
            <a:off x="7213604" y="4747898"/>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C2E8D49A-51DF-8FC1-FED3-0980E0708E4F}"/>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BF7DB83E-DC88-C0EF-142A-5CDA268AF257}"/>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17" name="TextBox 16">
            <a:extLst>
              <a:ext uri="{FF2B5EF4-FFF2-40B4-BE49-F238E27FC236}">
                <a16:creationId xmlns:a16="http://schemas.microsoft.com/office/drawing/2014/main" id="{08A5F3FE-1661-7D34-333A-339B75D9181E}"/>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BBC3FF61-6AB1-684B-BFCC-83F3D3F19751}"/>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3042C02E-4394-C16A-594F-2752EDF3C7F1}"/>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4CC39328-54E4-566D-9EC3-FB225517037D}"/>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11F264B0-CF8D-BA5F-AAF2-56268D356BF4}"/>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ACA9B163-D8C2-87E2-A8EA-0E80EA840BDE}"/>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BF4ABC1A-4A94-099C-2085-877452D7910F}"/>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C6FCAE51-3295-B5C1-D40C-93A0E396685E}"/>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B3848200-F633-5C89-CEA7-999D2325FC0B}"/>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18D5FA43-7DD9-2CD8-B48A-BAF7F431E814}"/>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987E51A8-61AD-D195-D10D-92C6329983C3}"/>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8EF6E5F2-54BA-16BD-BA70-24C96D6948E5}"/>
              </a:ext>
            </a:extLst>
          </p:cNvPr>
          <p:cNvSpPr txBox="1"/>
          <p:nvPr/>
        </p:nvSpPr>
        <p:spPr>
          <a:xfrm>
            <a:off x="5715003" y="223122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0AC42293-78FA-C514-201B-7403C5F85038}"/>
              </a:ext>
            </a:extLst>
          </p:cNvPr>
          <p:cNvSpPr txBox="1"/>
          <p:nvPr/>
        </p:nvSpPr>
        <p:spPr>
          <a:xfrm>
            <a:off x="3217333" y="273455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38B66335-4F74-97C2-17D9-D307A3C3B780}"/>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EB9F6658-0C0D-E216-E32C-229D437A9D60}"/>
              </a:ext>
            </a:extLst>
          </p:cNvPr>
          <p:cNvSpPr txBox="1"/>
          <p:nvPr/>
        </p:nvSpPr>
        <p:spPr>
          <a:xfrm>
            <a:off x="3716867" y="1727886"/>
            <a:ext cx="462845" cy="584775"/>
          </a:xfrm>
          <a:prstGeom prst="rect">
            <a:avLst/>
          </a:prstGeom>
          <a:solidFill>
            <a:schemeClr val="accent5">
              <a:lumMod val="75000"/>
              <a:alpha val="25000"/>
            </a:schemeClr>
          </a:solid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BDD52FF0-79FB-1688-61A4-7C823246C126}"/>
              </a:ext>
            </a:extLst>
          </p:cNvPr>
          <p:cNvSpPr txBox="1"/>
          <p:nvPr/>
        </p:nvSpPr>
        <p:spPr>
          <a:xfrm>
            <a:off x="4715935" y="2734556"/>
            <a:ext cx="462845" cy="584775"/>
          </a:xfrm>
          <a:prstGeom prst="rect">
            <a:avLst/>
          </a:prstGeom>
          <a:solidFill>
            <a:schemeClr val="accent5">
              <a:lumMod val="75000"/>
              <a:alpha val="25000"/>
            </a:schemeClr>
          </a:solidFill>
        </p:spPr>
        <p:txBody>
          <a:bodyPr wrap="square" rtlCol="0">
            <a:spAutoFit/>
          </a:bodyPr>
          <a:lstStyle/>
          <a:p>
            <a:pPr algn="ctr"/>
            <a:r>
              <a:rPr lang="en-US" sz="3200" dirty="0"/>
              <a:t>8</a:t>
            </a:r>
          </a:p>
        </p:txBody>
      </p:sp>
      <p:sp>
        <p:nvSpPr>
          <p:cNvPr id="43" name="TextBox 42">
            <a:extLst>
              <a:ext uri="{FF2B5EF4-FFF2-40B4-BE49-F238E27FC236}">
                <a16:creationId xmlns:a16="http://schemas.microsoft.com/office/drawing/2014/main" id="{BC66690E-31A3-DBCD-3B03-41615192451C}"/>
              </a:ext>
            </a:extLst>
          </p:cNvPr>
          <p:cNvSpPr txBox="1"/>
          <p:nvPr/>
        </p:nvSpPr>
        <p:spPr>
          <a:xfrm>
            <a:off x="5215469" y="3237891"/>
            <a:ext cx="462845" cy="584775"/>
          </a:xfrm>
          <a:prstGeom prst="rect">
            <a:avLst/>
          </a:prstGeom>
          <a:solidFill>
            <a:schemeClr val="accent5">
              <a:lumMod val="75000"/>
              <a:alpha val="25000"/>
            </a:schemeClr>
          </a:solidFill>
        </p:spPr>
        <p:txBody>
          <a:bodyPr wrap="square" rtlCol="0">
            <a:spAutoFit/>
          </a:bodyPr>
          <a:lstStyle/>
          <a:p>
            <a:pPr algn="ctr"/>
            <a:r>
              <a:rPr lang="en-US" sz="3200" dirty="0"/>
              <a:t>6</a:t>
            </a:r>
          </a:p>
        </p:txBody>
      </p:sp>
      <p:sp>
        <p:nvSpPr>
          <p:cNvPr id="44" name="TextBox 43">
            <a:extLst>
              <a:ext uri="{FF2B5EF4-FFF2-40B4-BE49-F238E27FC236}">
                <a16:creationId xmlns:a16="http://schemas.microsoft.com/office/drawing/2014/main" id="{EF89B559-4E73-EFF2-9BAE-E780630213E2}"/>
              </a:ext>
            </a:extLst>
          </p:cNvPr>
          <p:cNvSpPr txBox="1"/>
          <p:nvPr/>
        </p:nvSpPr>
        <p:spPr>
          <a:xfrm>
            <a:off x="6214537" y="4244561"/>
            <a:ext cx="462845" cy="584775"/>
          </a:xfrm>
          <a:prstGeom prst="rect">
            <a:avLst/>
          </a:prstGeom>
          <a:solidFill>
            <a:schemeClr val="accent5">
              <a:lumMod val="75000"/>
              <a:alpha val="25000"/>
            </a:schemeClr>
          </a:solidFill>
        </p:spPr>
        <p:txBody>
          <a:bodyPr wrap="square" rtlCol="0">
            <a:spAutoFit/>
          </a:bodyPr>
          <a:lstStyle/>
          <a:p>
            <a:pPr algn="ctr"/>
            <a:r>
              <a:rPr lang="en-US" sz="3200" dirty="0"/>
              <a:t>8</a:t>
            </a:r>
          </a:p>
        </p:txBody>
      </p:sp>
      <p:sp>
        <p:nvSpPr>
          <p:cNvPr id="45" name="TextBox 44">
            <a:extLst>
              <a:ext uri="{FF2B5EF4-FFF2-40B4-BE49-F238E27FC236}">
                <a16:creationId xmlns:a16="http://schemas.microsoft.com/office/drawing/2014/main" id="{C032070A-7127-5ADA-FD85-0DE9B59AE070}"/>
              </a:ext>
            </a:extLst>
          </p:cNvPr>
          <p:cNvSpPr txBox="1"/>
          <p:nvPr/>
        </p:nvSpPr>
        <p:spPr>
          <a:xfrm>
            <a:off x="4216401" y="2231221"/>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51" name="TextBox 50">
            <a:extLst>
              <a:ext uri="{FF2B5EF4-FFF2-40B4-BE49-F238E27FC236}">
                <a16:creationId xmlns:a16="http://schemas.microsoft.com/office/drawing/2014/main" id="{BAA665ED-B234-3E2E-5A1C-E833067DF0BE}"/>
              </a:ext>
            </a:extLst>
          </p:cNvPr>
          <p:cNvSpPr txBox="1"/>
          <p:nvPr/>
        </p:nvSpPr>
        <p:spPr>
          <a:xfrm>
            <a:off x="5715003" y="3741226"/>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674FFCF6-0C3D-C727-4D81-D94B553E42F3}"/>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8AEECE87-69CC-8521-104B-ECB845EC7C0D}"/>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9CDDBD3B-7DAD-8AB9-C3E8-583B926029D2}"/>
              </a:ext>
            </a:extLst>
          </p:cNvPr>
          <p:cNvSpPr txBox="1"/>
          <p:nvPr/>
        </p:nvSpPr>
        <p:spPr>
          <a:xfrm>
            <a:off x="5215469" y="172788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1F776C47-0CB0-458D-7582-A6EAB8C786FA}"/>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104CF0EA-D197-92B7-E394-E6A51EB3F196}"/>
              </a:ext>
            </a:extLst>
          </p:cNvPr>
          <p:cNvSpPr txBox="1"/>
          <p:nvPr/>
        </p:nvSpPr>
        <p:spPr>
          <a:xfrm>
            <a:off x="4715935" y="721216"/>
            <a:ext cx="462845" cy="584775"/>
          </a:xfrm>
          <a:prstGeom prst="rect">
            <a:avLst/>
          </a:prstGeom>
          <a:noFill/>
        </p:spPr>
        <p:txBody>
          <a:bodyPr wrap="square" rtlCol="0">
            <a:spAutoFit/>
          </a:bodyPr>
          <a:lstStyle/>
          <a:p>
            <a:pPr algn="ctr"/>
            <a:r>
              <a:rPr lang="en-US" sz="3200" dirty="0"/>
              <a:t>4</a:t>
            </a:r>
          </a:p>
        </p:txBody>
      </p:sp>
      <p:sp>
        <p:nvSpPr>
          <p:cNvPr id="28" name="TextBox 27">
            <a:extLst>
              <a:ext uri="{FF2B5EF4-FFF2-40B4-BE49-F238E27FC236}">
                <a16:creationId xmlns:a16="http://schemas.microsoft.com/office/drawing/2014/main" id="{9E18E851-BD61-B07D-D3F5-6A51F51DBEF4}"/>
              </a:ext>
            </a:extLst>
          </p:cNvPr>
          <p:cNvSpPr txBox="1"/>
          <p:nvPr/>
        </p:nvSpPr>
        <p:spPr>
          <a:xfrm>
            <a:off x="3217333" y="2231221"/>
            <a:ext cx="462845" cy="584775"/>
          </a:xfrm>
          <a:prstGeom prst="rect">
            <a:avLst/>
          </a:prstGeom>
          <a:solidFill>
            <a:srgbClr val="00B0F0">
              <a:alpha val="15000"/>
            </a:srgbClr>
          </a:solidFill>
        </p:spPr>
        <p:txBody>
          <a:bodyPr wrap="square" rtlCol="0">
            <a:spAutoFit/>
          </a:bodyPr>
          <a:lstStyle/>
          <a:p>
            <a:pPr algn="ctr"/>
            <a:r>
              <a:rPr lang="en-US" sz="3200" dirty="0"/>
              <a:t>6</a:t>
            </a:r>
          </a:p>
        </p:txBody>
      </p:sp>
      <p:sp>
        <p:nvSpPr>
          <p:cNvPr id="29" name="TextBox 28">
            <a:extLst>
              <a:ext uri="{FF2B5EF4-FFF2-40B4-BE49-F238E27FC236}">
                <a16:creationId xmlns:a16="http://schemas.microsoft.com/office/drawing/2014/main" id="{5C59D6F8-23A1-AA38-CC91-0BFA472F0B54}"/>
              </a:ext>
            </a:extLst>
          </p:cNvPr>
          <p:cNvSpPr txBox="1"/>
          <p:nvPr/>
        </p:nvSpPr>
        <p:spPr>
          <a:xfrm>
            <a:off x="3716867" y="2734556"/>
            <a:ext cx="462845" cy="584775"/>
          </a:xfrm>
          <a:prstGeom prst="rect">
            <a:avLst/>
          </a:prstGeom>
          <a:solidFill>
            <a:srgbClr val="00B0F0">
              <a:alpha val="15000"/>
            </a:srgbClr>
          </a:solidFill>
        </p:spPr>
        <p:txBody>
          <a:bodyPr wrap="square" rtlCol="0">
            <a:spAutoFit/>
          </a:bodyPr>
          <a:lstStyle/>
          <a:p>
            <a:pPr algn="ctr"/>
            <a:r>
              <a:rPr lang="en-US" sz="3200" dirty="0"/>
              <a:t>2</a:t>
            </a:r>
          </a:p>
        </p:txBody>
      </p:sp>
      <p:sp>
        <p:nvSpPr>
          <p:cNvPr id="32" name="TextBox 31">
            <a:extLst>
              <a:ext uri="{FF2B5EF4-FFF2-40B4-BE49-F238E27FC236}">
                <a16:creationId xmlns:a16="http://schemas.microsoft.com/office/drawing/2014/main" id="{098D600C-DF26-A151-EA58-B7BE888E9ECD}"/>
              </a:ext>
            </a:extLst>
          </p:cNvPr>
          <p:cNvSpPr txBox="1"/>
          <p:nvPr/>
        </p:nvSpPr>
        <p:spPr>
          <a:xfrm>
            <a:off x="4216401" y="3237891"/>
            <a:ext cx="462845" cy="584775"/>
          </a:xfrm>
          <a:prstGeom prst="rect">
            <a:avLst/>
          </a:prstGeom>
          <a:solidFill>
            <a:srgbClr val="00B0F0">
              <a:alpha val="15000"/>
            </a:srgbClr>
          </a:solidFill>
        </p:spPr>
        <p:txBody>
          <a:bodyPr wrap="square" rtlCol="0">
            <a:spAutoFit/>
          </a:bodyPr>
          <a:lstStyle/>
          <a:p>
            <a:pPr algn="ctr"/>
            <a:r>
              <a:rPr lang="en-US" sz="3200" dirty="0"/>
              <a:t>8</a:t>
            </a:r>
          </a:p>
        </p:txBody>
      </p:sp>
      <p:sp>
        <p:nvSpPr>
          <p:cNvPr id="33" name="TextBox 32">
            <a:extLst>
              <a:ext uri="{FF2B5EF4-FFF2-40B4-BE49-F238E27FC236}">
                <a16:creationId xmlns:a16="http://schemas.microsoft.com/office/drawing/2014/main" id="{7812671E-BA81-4FCF-702D-0A85655CEA94}"/>
              </a:ext>
            </a:extLst>
          </p:cNvPr>
          <p:cNvSpPr txBox="1"/>
          <p:nvPr/>
        </p:nvSpPr>
        <p:spPr>
          <a:xfrm>
            <a:off x="4715935" y="3741226"/>
            <a:ext cx="462845" cy="584775"/>
          </a:xfrm>
          <a:prstGeom prst="rect">
            <a:avLst/>
          </a:prstGeom>
          <a:solidFill>
            <a:srgbClr val="00B0F0">
              <a:alpha val="15000"/>
            </a:srgbClr>
          </a:solid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5D84DEDA-0FCF-94BE-B6F4-B0B5D2E846A9}"/>
              </a:ext>
            </a:extLst>
          </p:cNvPr>
          <p:cNvSpPr txBox="1"/>
          <p:nvPr/>
        </p:nvSpPr>
        <p:spPr>
          <a:xfrm>
            <a:off x="5215469" y="4244561"/>
            <a:ext cx="462845" cy="584775"/>
          </a:xfrm>
          <a:prstGeom prst="rect">
            <a:avLst/>
          </a:prstGeom>
          <a:solidFill>
            <a:srgbClr val="00B0F0">
              <a:alpha val="15000"/>
            </a:srgbClr>
          </a:solidFill>
        </p:spPr>
        <p:txBody>
          <a:bodyPr wrap="square" rtlCol="0">
            <a:spAutoFit/>
          </a:bodyPr>
          <a:lstStyle/>
          <a:p>
            <a:pPr algn="ctr"/>
            <a:r>
              <a:rPr lang="en-US" sz="3200" dirty="0"/>
              <a:t>9</a:t>
            </a:r>
          </a:p>
        </p:txBody>
      </p:sp>
      <p:sp>
        <p:nvSpPr>
          <p:cNvPr id="27" name="TextBox 26">
            <a:extLst>
              <a:ext uri="{FF2B5EF4-FFF2-40B4-BE49-F238E27FC236}">
                <a16:creationId xmlns:a16="http://schemas.microsoft.com/office/drawing/2014/main" id="{477BB047-D9AD-10B4-596E-EE3ACBC75D12}"/>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D64A475D-DB93-1878-2193-6257505BD36C}"/>
              </a:ext>
            </a:extLst>
          </p:cNvPr>
          <p:cNvSpPr txBox="1"/>
          <p:nvPr/>
        </p:nvSpPr>
        <p:spPr>
          <a:xfrm>
            <a:off x="4216401" y="3741226"/>
            <a:ext cx="462845" cy="584775"/>
          </a:xfrm>
          <a:prstGeom prst="rect">
            <a:avLst/>
          </a:prstGeom>
          <a:noFill/>
        </p:spPr>
        <p:txBody>
          <a:bodyPr wrap="square" rtlCol="0">
            <a:spAutoFit/>
          </a:bodyPr>
          <a:lstStyle/>
          <a:p>
            <a:pPr algn="ctr"/>
            <a:r>
              <a:rPr lang="en-US" sz="3200" dirty="0"/>
              <a:t>9</a:t>
            </a:r>
          </a:p>
        </p:txBody>
      </p:sp>
      <p:sp>
        <p:nvSpPr>
          <p:cNvPr id="65" name="TextBox 64">
            <a:extLst>
              <a:ext uri="{FF2B5EF4-FFF2-40B4-BE49-F238E27FC236}">
                <a16:creationId xmlns:a16="http://schemas.microsoft.com/office/drawing/2014/main" id="{0872B58E-A679-BE7E-BA6B-2B800138BF49}"/>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66" name="TextBox 65">
            <a:extLst>
              <a:ext uri="{FF2B5EF4-FFF2-40B4-BE49-F238E27FC236}">
                <a16:creationId xmlns:a16="http://schemas.microsoft.com/office/drawing/2014/main" id="{0A4F7A87-B5E3-49FB-6112-7E16674B2F04}"/>
              </a:ext>
            </a:extLst>
          </p:cNvPr>
          <p:cNvSpPr txBox="1"/>
          <p:nvPr/>
        </p:nvSpPr>
        <p:spPr>
          <a:xfrm>
            <a:off x="3716867" y="3741226"/>
            <a:ext cx="462845" cy="584775"/>
          </a:xfrm>
          <a:prstGeom prst="rect">
            <a:avLst/>
          </a:prstGeom>
          <a:noFill/>
        </p:spPr>
        <p:txBody>
          <a:bodyPr wrap="square" rtlCol="0">
            <a:spAutoFit/>
          </a:bodyPr>
          <a:lstStyle/>
          <a:p>
            <a:pPr algn="ctr"/>
            <a:r>
              <a:rPr lang="en-US" sz="3200" dirty="0"/>
              <a:t>6</a:t>
            </a:r>
          </a:p>
        </p:txBody>
      </p:sp>
      <p:sp>
        <p:nvSpPr>
          <p:cNvPr id="67" name="TextBox 66">
            <a:extLst>
              <a:ext uri="{FF2B5EF4-FFF2-40B4-BE49-F238E27FC236}">
                <a16:creationId xmlns:a16="http://schemas.microsoft.com/office/drawing/2014/main" id="{4E36C2C8-1F23-1E0C-8C52-8829C92B8737}"/>
              </a:ext>
            </a:extLst>
          </p:cNvPr>
          <p:cNvSpPr txBox="1"/>
          <p:nvPr/>
        </p:nvSpPr>
        <p:spPr>
          <a:xfrm>
            <a:off x="4216401" y="4244561"/>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63194E43-AEED-3AA1-6E4A-BDC122CD9760}"/>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54" name="TextBox 53">
            <a:extLst>
              <a:ext uri="{FF2B5EF4-FFF2-40B4-BE49-F238E27FC236}">
                <a16:creationId xmlns:a16="http://schemas.microsoft.com/office/drawing/2014/main" id="{A5487EDB-7558-1163-3AA1-3BC1DEBF0253}"/>
              </a:ext>
            </a:extLst>
          </p:cNvPr>
          <p:cNvSpPr txBox="1"/>
          <p:nvPr/>
        </p:nvSpPr>
        <p:spPr>
          <a:xfrm>
            <a:off x="4216401" y="4747898"/>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D15B3A95-4D1B-8B5A-7E85-183E0D9C7430}"/>
              </a:ext>
            </a:extLst>
          </p:cNvPr>
          <p:cNvSpPr txBox="1"/>
          <p:nvPr/>
        </p:nvSpPr>
        <p:spPr>
          <a:xfrm>
            <a:off x="3217333" y="424456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24EE02E3-93D1-09BF-3B14-BB0D8E670673}"/>
              </a:ext>
            </a:extLst>
          </p:cNvPr>
          <p:cNvSpPr txBox="1"/>
          <p:nvPr/>
        </p:nvSpPr>
        <p:spPr>
          <a:xfrm>
            <a:off x="3217333" y="3237891"/>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A9848358-A974-A5B6-AF6D-A9842EBF6A15}"/>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61" name="TextBox 60">
            <a:extLst>
              <a:ext uri="{FF2B5EF4-FFF2-40B4-BE49-F238E27FC236}">
                <a16:creationId xmlns:a16="http://schemas.microsoft.com/office/drawing/2014/main" id="{BDFFDAED-475B-AAB2-593D-5F7A1533A875}"/>
              </a:ext>
            </a:extLst>
          </p:cNvPr>
          <p:cNvSpPr txBox="1"/>
          <p:nvPr/>
        </p:nvSpPr>
        <p:spPr>
          <a:xfrm>
            <a:off x="6654802" y="4909484"/>
            <a:ext cx="570089" cy="230832"/>
          </a:xfrm>
          <a:prstGeom prst="rect">
            <a:avLst/>
          </a:prstGeom>
          <a:noFill/>
        </p:spPr>
        <p:txBody>
          <a:bodyPr wrap="square" rtlCol="0">
            <a:spAutoFit/>
          </a:bodyPr>
          <a:lstStyle/>
          <a:p>
            <a:pPr algn="ctr"/>
            <a:r>
              <a:rPr lang="en-US" sz="900" dirty="0"/>
              <a:t>64</a:t>
            </a:r>
          </a:p>
        </p:txBody>
      </p:sp>
      <p:sp>
        <p:nvSpPr>
          <p:cNvPr id="64" name="TextBox 63">
            <a:extLst>
              <a:ext uri="{FF2B5EF4-FFF2-40B4-BE49-F238E27FC236}">
                <a16:creationId xmlns:a16="http://schemas.microsoft.com/office/drawing/2014/main" id="{3B7390AA-F6E3-7D34-CF13-117A82542726}"/>
              </a:ext>
            </a:extLst>
          </p:cNvPr>
          <p:cNvSpPr txBox="1"/>
          <p:nvPr/>
        </p:nvSpPr>
        <p:spPr>
          <a:xfrm>
            <a:off x="5147734" y="4909484"/>
            <a:ext cx="570089" cy="230832"/>
          </a:xfrm>
          <a:prstGeom prst="rect">
            <a:avLst/>
          </a:prstGeom>
          <a:solidFill>
            <a:schemeClr val="accent6">
              <a:lumMod val="20000"/>
              <a:lumOff val="80000"/>
            </a:schemeClr>
          </a:solidFill>
        </p:spPr>
        <p:txBody>
          <a:bodyPr wrap="square" rtlCol="0">
            <a:spAutoFit/>
          </a:bodyPr>
          <a:lstStyle/>
          <a:p>
            <a:pPr algn="ctr"/>
            <a:r>
              <a:rPr lang="en-US" sz="900" dirty="0"/>
              <a:t>28</a:t>
            </a:r>
          </a:p>
        </p:txBody>
      </p:sp>
      <p:sp>
        <p:nvSpPr>
          <p:cNvPr id="68" name="TextBox 67">
            <a:extLst>
              <a:ext uri="{FF2B5EF4-FFF2-40B4-BE49-F238E27FC236}">
                <a16:creationId xmlns:a16="http://schemas.microsoft.com/office/drawing/2014/main" id="{C13A6CA2-EA9E-5454-0908-5D0230E27A79}"/>
              </a:ext>
            </a:extLst>
          </p:cNvPr>
          <p:cNvSpPr txBox="1"/>
          <p:nvPr/>
        </p:nvSpPr>
        <p:spPr>
          <a:xfrm>
            <a:off x="5650090" y="4909484"/>
            <a:ext cx="570089" cy="230832"/>
          </a:xfrm>
          <a:prstGeom prst="rect">
            <a:avLst/>
          </a:prstGeom>
          <a:solidFill>
            <a:schemeClr val="accent6">
              <a:lumMod val="20000"/>
              <a:lumOff val="80000"/>
            </a:schemeClr>
          </a:solidFill>
        </p:spPr>
        <p:txBody>
          <a:bodyPr wrap="square" rtlCol="0">
            <a:spAutoFit/>
          </a:bodyPr>
          <a:lstStyle/>
          <a:p>
            <a:pPr algn="ctr"/>
            <a:r>
              <a:rPr lang="en-US" sz="900" dirty="0"/>
              <a:t>82</a:t>
            </a:r>
          </a:p>
        </p:txBody>
      </p:sp>
      <p:sp>
        <p:nvSpPr>
          <p:cNvPr id="69" name="TextBox 68">
            <a:extLst>
              <a:ext uri="{FF2B5EF4-FFF2-40B4-BE49-F238E27FC236}">
                <a16:creationId xmlns:a16="http://schemas.microsoft.com/office/drawing/2014/main" id="{A714A41E-9AF0-524D-4955-614FB35DF8E8}"/>
              </a:ext>
            </a:extLst>
          </p:cNvPr>
          <p:cNvSpPr txBox="1"/>
          <p:nvPr/>
        </p:nvSpPr>
        <p:spPr>
          <a:xfrm>
            <a:off x="5147734" y="901933"/>
            <a:ext cx="570089" cy="230832"/>
          </a:xfrm>
          <a:prstGeom prst="rect">
            <a:avLst/>
          </a:prstGeom>
          <a:solidFill>
            <a:schemeClr val="accent6">
              <a:lumMod val="20000"/>
              <a:lumOff val="80000"/>
            </a:schemeClr>
          </a:solidFill>
        </p:spPr>
        <p:txBody>
          <a:bodyPr wrap="square" rtlCol="0">
            <a:spAutoFit/>
          </a:bodyPr>
          <a:lstStyle/>
          <a:p>
            <a:pPr algn="ctr"/>
            <a:r>
              <a:rPr lang="en-US" sz="900" dirty="0"/>
              <a:t>82</a:t>
            </a:r>
          </a:p>
        </p:txBody>
      </p:sp>
      <p:sp>
        <p:nvSpPr>
          <p:cNvPr id="71" name="TextBox 70">
            <a:extLst>
              <a:ext uri="{FF2B5EF4-FFF2-40B4-BE49-F238E27FC236}">
                <a16:creationId xmlns:a16="http://schemas.microsoft.com/office/drawing/2014/main" id="{3E060E13-8372-5A3F-C663-AB0D109181B1}"/>
              </a:ext>
            </a:extLst>
          </p:cNvPr>
          <p:cNvSpPr txBox="1"/>
          <p:nvPr/>
        </p:nvSpPr>
        <p:spPr>
          <a:xfrm>
            <a:off x="5147734" y="1402877"/>
            <a:ext cx="570089" cy="230832"/>
          </a:xfrm>
          <a:prstGeom prst="rect">
            <a:avLst/>
          </a:prstGeom>
          <a:noFill/>
        </p:spPr>
        <p:txBody>
          <a:bodyPr wrap="square" rtlCol="0">
            <a:spAutoFit/>
          </a:bodyPr>
          <a:lstStyle/>
          <a:p>
            <a:pPr algn="ctr"/>
            <a:r>
              <a:rPr lang="en-US" sz="900" dirty="0"/>
              <a:t>278</a:t>
            </a:r>
          </a:p>
        </p:txBody>
      </p:sp>
      <p:sp>
        <p:nvSpPr>
          <p:cNvPr id="72" name="TextBox 71">
            <a:extLst>
              <a:ext uri="{FF2B5EF4-FFF2-40B4-BE49-F238E27FC236}">
                <a16:creationId xmlns:a16="http://schemas.microsoft.com/office/drawing/2014/main" id="{7762573F-8AEF-C8D8-D0AE-23E47333BBE8}"/>
              </a:ext>
            </a:extLst>
          </p:cNvPr>
          <p:cNvSpPr txBox="1"/>
          <p:nvPr/>
        </p:nvSpPr>
        <p:spPr>
          <a:xfrm>
            <a:off x="5650090" y="1402877"/>
            <a:ext cx="570089" cy="230832"/>
          </a:xfrm>
          <a:prstGeom prst="rect">
            <a:avLst/>
          </a:prstGeom>
          <a:solidFill>
            <a:schemeClr val="accent6">
              <a:lumMod val="20000"/>
              <a:lumOff val="80000"/>
            </a:schemeClr>
          </a:solidFill>
        </p:spPr>
        <p:txBody>
          <a:bodyPr wrap="square" rtlCol="0">
            <a:spAutoFit/>
          </a:bodyPr>
          <a:lstStyle/>
          <a:p>
            <a:pPr algn="ctr"/>
            <a:r>
              <a:rPr lang="en-US" sz="900" dirty="0"/>
              <a:t>28</a:t>
            </a:r>
          </a:p>
        </p:txBody>
      </p:sp>
      <p:sp>
        <p:nvSpPr>
          <p:cNvPr id="81" name="TextBox 80">
            <a:extLst>
              <a:ext uri="{FF2B5EF4-FFF2-40B4-BE49-F238E27FC236}">
                <a16:creationId xmlns:a16="http://schemas.microsoft.com/office/drawing/2014/main" id="{BC147EB3-BFBD-D983-18B4-21F9C8085BA9}"/>
              </a:ext>
            </a:extLst>
          </p:cNvPr>
          <p:cNvSpPr txBox="1"/>
          <p:nvPr/>
        </p:nvSpPr>
        <p:spPr>
          <a:xfrm>
            <a:off x="7213604" y="2734556"/>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FD072EE4-D021-7560-62D7-D64441A8EC42}"/>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79" name="TextBox 78">
            <a:extLst>
              <a:ext uri="{FF2B5EF4-FFF2-40B4-BE49-F238E27FC236}">
                <a16:creationId xmlns:a16="http://schemas.microsoft.com/office/drawing/2014/main" id="{1C0EB6E5-6037-1F65-8C50-C81CEB26A30D}"/>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12" name="TextBox 11">
            <a:extLst>
              <a:ext uri="{FF2B5EF4-FFF2-40B4-BE49-F238E27FC236}">
                <a16:creationId xmlns:a16="http://schemas.microsoft.com/office/drawing/2014/main" id="{8011A606-ED2A-167B-6549-2679D889FB63}"/>
              </a:ext>
            </a:extLst>
          </p:cNvPr>
          <p:cNvSpPr txBox="1"/>
          <p:nvPr/>
        </p:nvSpPr>
        <p:spPr>
          <a:xfrm>
            <a:off x="6654802" y="901933"/>
            <a:ext cx="570089" cy="230832"/>
          </a:xfrm>
          <a:prstGeom prst="rect">
            <a:avLst/>
          </a:prstGeom>
          <a:solidFill>
            <a:schemeClr val="accent6">
              <a:lumMod val="20000"/>
              <a:lumOff val="80000"/>
            </a:schemeClr>
          </a:solidFill>
        </p:spPr>
        <p:txBody>
          <a:bodyPr wrap="square" rtlCol="0">
            <a:spAutoFit/>
          </a:bodyPr>
          <a:lstStyle/>
          <a:p>
            <a:pPr algn="ctr"/>
            <a:r>
              <a:rPr lang="en-US" sz="900" dirty="0"/>
              <a:t>28</a:t>
            </a:r>
          </a:p>
        </p:txBody>
      </p:sp>
      <p:sp>
        <p:nvSpPr>
          <p:cNvPr id="85" name="TextBox 84">
            <a:extLst>
              <a:ext uri="{FF2B5EF4-FFF2-40B4-BE49-F238E27FC236}">
                <a16:creationId xmlns:a16="http://schemas.microsoft.com/office/drawing/2014/main" id="{1EB13CF2-784B-DF34-7332-C03AE12BA8A8}"/>
              </a:ext>
            </a:extLst>
          </p:cNvPr>
          <p:cNvSpPr txBox="1"/>
          <p:nvPr/>
        </p:nvSpPr>
        <p:spPr>
          <a:xfrm>
            <a:off x="6654802" y="1402877"/>
            <a:ext cx="570089" cy="230832"/>
          </a:xfrm>
          <a:prstGeom prst="rect">
            <a:avLst/>
          </a:prstGeom>
          <a:noFill/>
        </p:spPr>
        <p:txBody>
          <a:bodyPr wrap="square" rtlCol="0">
            <a:spAutoFit/>
          </a:bodyPr>
          <a:lstStyle/>
          <a:p>
            <a:pPr algn="ctr"/>
            <a:r>
              <a:rPr lang="en-US" sz="900" dirty="0"/>
              <a:t>268</a:t>
            </a:r>
          </a:p>
        </p:txBody>
      </p:sp>
      <p:sp>
        <p:nvSpPr>
          <p:cNvPr id="89" name="TextBox 88">
            <a:extLst>
              <a:ext uri="{FF2B5EF4-FFF2-40B4-BE49-F238E27FC236}">
                <a16:creationId xmlns:a16="http://schemas.microsoft.com/office/drawing/2014/main" id="{D6421036-F705-7CDE-CA9A-4A7C26A2F327}"/>
              </a:ext>
            </a:extLst>
          </p:cNvPr>
          <p:cNvSpPr txBox="1"/>
          <p:nvPr/>
        </p:nvSpPr>
        <p:spPr>
          <a:xfrm>
            <a:off x="3217333" y="1224551"/>
            <a:ext cx="462845" cy="584775"/>
          </a:xfrm>
          <a:prstGeom prst="rect">
            <a:avLst/>
          </a:prstGeom>
          <a:noFill/>
        </p:spPr>
        <p:txBody>
          <a:bodyPr wrap="square" rtlCol="0">
            <a:spAutoFit/>
          </a:bodyPr>
          <a:lstStyle/>
          <a:p>
            <a:pPr algn="ctr"/>
            <a:r>
              <a:rPr lang="en-US" sz="3200" dirty="0"/>
              <a:t>5</a:t>
            </a:r>
          </a:p>
        </p:txBody>
      </p:sp>
      <p:sp>
        <p:nvSpPr>
          <p:cNvPr id="90" name="TextBox 89">
            <a:extLst>
              <a:ext uri="{FF2B5EF4-FFF2-40B4-BE49-F238E27FC236}">
                <a16:creationId xmlns:a16="http://schemas.microsoft.com/office/drawing/2014/main" id="{98D32F8C-8CE6-50EB-D2DA-4E930306C00C}"/>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93" name="TextBox 92">
            <a:extLst>
              <a:ext uri="{FF2B5EF4-FFF2-40B4-BE49-F238E27FC236}">
                <a16:creationId xmlns:a16="http://schemas.microsoft.com/office/drawing/2014/main" id="{946C575B-29DE-B42C-C204-8804A76A8233}"/>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94" name="TextBox 93">
            <a:extLst>
              <a:ext uri="{FF2B5EF4-FFF2-40B4-BE49-F238E27FC236}">
                <a16:creationId xmlns:a16="http://schemas.microsoft.com/office/drawing/2014/main" id="{D33B290A-AD30-1677-9686-76127E1BF31C}"/>
              </a:ext>
            </a:extLst>
          </p:cNvPr>
          <p:cNvSpPr txBox="1"/>
          <p:nvPr/>
        </p:nvSpPr>
        <p:spPr>
          <a:xfrm>
            <a:off x="6214537" y="721216"/>
            <a:ext cx="462845" cy="584775"/>
          </a:xfrm>
          <a:prstGeom prst="rect">
            <a:avLst/>
          </a:prstGeom>
          <a:noFill/>
        </p:spPr>
        <p:txBody>
          <a:bodyPr wrap="square" rtlCol="0">
            <a:spAutoFit/>
          </a:bodyPr>
          <a:lstStyle/>
          <a:p>
            <a:pPr algn="ctr"/>
            <a:r>
              <a:rPr lang="en-US" sz="3200" dirty="0"/>
              <a:t>7</a:t>
            </a:r>
          </a:p>
        </p:txBody>
      </p:sp>
      <p:sp>
        <p:nvSpPr>
          <p:cNvPr id="95" name="TextBox 94">
            <a:extLst>
              <a:ext uri="{FF2B5EF4-FFF2-40B4-BE49-F238E27FC236}">
                <a16:creationId xmlns:a16="http://schemas.microsoft.com/office/drawing/2014/main" id="{770D6394-F6D5-4CAE-B541-1492484BC9FA}"/>
              </a:ext>
            </a:extLst>
          </p:cNvPr>
          <p:cNvSpPr txBox="1"/>
          <p:nvPr/>
        </p:nvSpPr>
        <p:spPr>
          <a:xfrm>
            <a:off x="6214537" y="4747898"/>
            <a:ext cx="462845" cy="584775"/>
          </a:xfrm>
          <a:prstGeom prst="rect">
            <a:avLst/>
          </a:prstGeom>
          <a:noFill/>
        </p:spPr>
        <p:txBody>
          <a:bodyPr wrap="square" rtlCol="0">
            <a:spAutoFit/>
          </a:bodyPr>
          <a:lstStyle/>
          <a:p>
            <a:pPr algn="ctr"/>
            <a:r>
              <a:rPr lang="en-US" sz="3200" dirty="0"/>
              <a:t>5</a:t>
            </a:r>
          </a:p>
        </p:txBody>
      </p:sp>
      <p:sp>
        <p:nvSpPr>
          <p:cNvPr id="10" name="TextBox 9">
            <a:extLst>
              <a:ext uri="{FF2B5EF4-FFF2-40B4-BE49-F238E27FC236}">
                <a16:creationId xmlns:a16="http://schemas.microsoft.com/office/drawing/2014/main" id="{94512DDB-D021-A681-1BA6-182110675B48}"/>
              </a:ext>
            </a:extLst>
          </p:cNvPr>
          <p:cNvSpPr txBox="1"/>
          <p:nvPr/>
        </p:nvSpPr>
        <p:spPr>
          <a:xfrm>
            <a:off x="7213604" y="1224551"/>
            <a:ext cx="462845" cy="584775"/>
          </a:xfrm>
          <a:prstGeom prst="rect">
            <a:avLst/>
          </a:prstGeom>
          <a:noFill/>
        </p:spPr>
        <p:txBody>
          <a:bodyPr wrap="square" rtlCol="0">
            <a:spAutoFit/>
          </a:bodyPr>
          <a:lstStyle/>
          <a:p>
            <a:pPr algn="ctr"/>
            <a:r>
              <a:rPr lang="en-US" sz="3200" dirty="0"/>
              <a:t>8</a:t>
            </a:r>
          </a:p>
        </p:txBody>
      </p:sp>
      <p:sp>
        <p:nvSpPr>
          <p:cNvPr id="59" name="TextBox 58">
            <a:extLst>
              <a:ext uri="{FF2B5EF4-FFF2-40B4-BE49-F238E27FC236}">
                <a16:creationId xmlns:a16="http://schemas.microsoft.com/office/drawing/2014/main" id="{74994252-D035-803C-00BC-0B116053C7A0}"/>
              </a:ext>
            </a:extLst>
          </p:cNvPr>
          <p:cNvSpPr txBox="1"/>
          <p:nvPr/>
        </p:nvSpPr>
        <p:spPr>
          <a:xfrm>
            <a:off x="7213604" y="1727886"/>
            <a:ext cx="462845" cy="584775"/>
          </a:xfrm>
          <a:prstGeom prst="rect">
            <a:avLst/>
          </a:prstGeom>
          <a:noFill/>
        </p:spPr>
        <p:txBody>
          <a:bodyPr wrap="square" rtlCol="0">
            <a:spAutoFit/>
          </a:bodyPr>
          <a:lstStyle/>
          <a:p>
            <a:pPr algn="ctr"/>
            <a:r>
              <a:rPr lang="en-US" sz="3200" dirty="0"/>
              <a:t>4</a:t>
            </a:r>
          </a:p>
        </p:txBody>
      </p:sp>
      <p:sp>
        <p:nvSpPr>
          <p:cNvPr id="70" name="TextBox 69">
            <a:extLst>
              <a:ext uri="{FF2B5EF4-FFF2-40B4-BE49-F238E27FC236}">
                <a16:creationId xmlns:a16="http://schemas.microsoft.com/office/drawing/2014/main" id="{D75A4A74-E035-8ED4-406A-0A73FE1C4757}"/>
              </a:ext>
            </a:extLst>
          </p:cNvPr>
          <p:cNvSpPr txBox="1"/>
          <p:nvPr/>
        </p:nvSpPr>
        <p:spPr>
          <a:xfrm>
            <a:off x="3716867" y="4244561"/>
            <a:ext cx="462845" cy="584775"/>
          </a:xfrm>
          <a:prstGeom prst="rect">
            <a:avLst/>
          </a:prstGeom>
          <a:noFill/>
        </p:spPr>
        <p:txBody>
          <a:bodyPr wrap="square" rtlCol="0">
            <a:spAutoFit/>
          </a:bodyPr>
          <a:lstStyle/>
          <a:p>
            <a:pPr algn="ctr"/>
            <a:r>
              <a:rPr lang="en-US" sz="3200" dirty="0"/>
              <a:t>4</a:t>
            </a:r>
          </a:p>
        </p:txBody>
      </p:sp>
      <p:sp>
        <p:nvSpPr>
          <p:cNvPr id="73" name="TextBox 72">
            <a:extLst>
              <a:ext uri="{FF2B5EF4-FFF2-40B4-BE49-F238E27FC236}">
                <a16:creationId xmlns:a16="http://schemas.microsoft.com/office/drawing/2014/main" id="{52AE74A3-336C-3B03-ED46-CE6D91C4E439}"/>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74" name="TextBox 73">
            <a:extLst>
              <a:ext uri="{FF2B5EF4-FFF2-40B4-BE49-F238E27FC236}">
                <a16:creationId xmlns:a16="http://schemas.microsoft.com/office/drawing/2014/main" id="{84C89D96-A785-F996-0A3A-3C0EED8B234D}"/>
              </a:ext>
            </a:extLst>
          </p:cNvPr>
          <p:cNvSpPr txBox="1"/>
          <p:nvPr/>
        </p:nvSpPr>
        <p:spPr>
          <a:xfrm>
            <a:off x="7213604" y="4244561"/>
            <a:ext cx="462845" cy="584775"/>
          </a:xfrm>
          <a:prstGeom prst="rect">
            <a:avLst/>
          </a:prstGeom>
          <a:noFill/>
        </p:spPr>
        <p:txBody>
          <a:bodyPr wrap="square" rtlCol="0">
            <a:spAutoFit/>
          </a:bodyPr>
          <a:lstStyle/>
          <a:p>
            <a:pPr algn="ctr"/>
            <a:r>
              <a:rPr lang="en-US" sz="3200" dirty="0"/>
              <a:t>6</a:t>
            </a:r>
          </a:p>
        </p:txBody>
      </p:sp>
      <p:sp>
        <p:nvSpPr>
          <p:cNvPr id="75" name="TextBox 74">
            <a:extLst>
              <a:ext uri="{FF2B5EF4-FFF2-40B4-BE49-F238E27FC236}">
                <a16:creationId xmlns:a16="http://schemas.microsoft.com/office/drawing/2014/main" id="{C3B5A2DE-BA96-5887-1418-0BA7F88ED047}"/>
              </a:ext>
            </a:extLst>
          </p:cNvPr>
          <p:cNvSpPr txBox="1"/>
          <p:nvPr/>
        </p:nvSpPr>
        <p:spPr>
          <a:xfrm>
            <a:off x="3716867" y="4747898"/>
            <a:ext cx="462845" cy="584775"/>
          </a:xfrm>
          <a:prstGeom prst="rect">
            <a:avLst/>
          </a:prstGeom>
          <a:noFill/>
        </p:spPr>
        <p:txBody>
          <a:bodyPr wrap="square" rtlCol="0">
            <a:spAutoFit/>
          </a:bodyPr>
          <a:lstStyle/>
          <a:p>
            <a:pPr algn="ctr"/>
            <a:r>
              <a:rPr lang="en-US" sz="3200" dirty="0"/>
              <a:t>3</a:t>
            </a:r>
          </a:p>
        </p:txBody>
      </p:sp>
      <p:sp>
        <p:nvSpPr>
          <p:cNvPr id="76" name="TextBox 75">
            <a:extLst>
              <a:ext uri="{FF2B5EF4-FFF2-40B4-BE49-F238E27FC236}">
                <a16:creationId xmlns:a16="http://schemas.microsoft.com/office/drawing/2014/main" id="{50EC9C28-82F9-245B-0559-CC413F8AA185}"/>
              </a:ext>
            </a:extLst>
          </p:cNvPr>
          <p:cNvSpPr txBox="1"/>
          <p:nvPr/>
        </p:nvSpPr>
        <p:spPr>
          <a:xfrm>
            <a:off x="4715935" y="4747898"/>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17520706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BE410B-282D-EFF0-E6B6-E540D8D7B370}"/>
            </a:ext>
          </a:extLst>
        </p:cNvPr>
        <p:cNvGrpSpPr/>
        <p:nvPr/>
      </p:nvGrpSpPr>
      <p:grpSpPr>
        <a:xfrm>
          <a:off x="0" y="0"/>
          <a:ext cx="0" cy="0"/>
          <a:chOff x="0" y="0"/>
          <a:chExt cx="0" cy="0"/>
        </a:xfrm>
      </p:grpSpPr>
      <p:sp>
        <p:nvSpPr>
          <p:cNvPr id="52" name="TextBox 51">
            <a:extLst>
              <a:ext uri="{FF2B5EF4-FFF2-40B4-BE49-F238E27FC236}">
                <a16:creationId xmlns:a16="http://schemas.microsoft.com/office/drawing/2014/main" id="{6276CE9A-D000-13B9-09E6-EF7BF9655455}"/>
              </a:ext>
            </a:extLst>
          </p:cNvPr>
          <p:cNvSpPr txBox="1"/>
          <p:nvPr/>
        </p:nvSpPr>
        <p:spPr>
          <a:xfrm>
            <a:off x="6214537" y="1224551"/>
            <a:ext cx="462845" cy="584775"/>
          </a:xfrm>
          <a:prstGeom prst="rect">
            <a:avLst/>
          </a:prstGeom>
          <a:solidFill>
            <a:srgbClr val="FFFF00">
              <a:alpha val="20000"/>
            </a:srgbClr>
          </a:solid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ADF41BB3-869D-64A1-C4D8-701CF7510420}"/>
              </a:ext>
            </a:extLst>
          </p:cNvPr>
          <p:cNvSpPr txBox="1"/>
          <p:nvPr/>
        </p:nvSpPr>
        <p:spPr>
          <a:xfrm>
            <a:off x="5715003" y="721216"/>
            <a:ext cx="462845" cy="584775"/>
          </a:xfrm>
          <a:prstGeom prst="rect">
            <a:avLst/>
          </a:prstGeom>
          <a:solidFill>
            <a:srgbClr val="FFFF00">
              <a:alpha val="20000"/>
            </a:srgbClr>
          </a:solidFill>
        </p:spPr>
        <p:txBody>
          <a:bodyPr wrap="square" rtlCol="0">
            <a:spAutoFit/>
          </a:bodyPr>
          <a:lstStyle/>
          <a:p>
            <a:pPr algn="ctr"/>
            <a:r>
              <a:rPr lang="en-US" sz="3200" dirty="0"/>
              <a:t>5</a:t>
            </a:r>
          </a:p>
        </p:txBody>
      </p:sp>
      <p:sp>
        <p:nvSpPr>
          <p:cNvPr id="91" name="TextBox 90">
            <a:extLst>
              <a:ext uri="{FF2B5EF4-FFF2-40B4-BE49-F238E27FC236}">
                <a16:creationId xmlns:a16="http://schemas.microsoft.com/office/drawing/2014/main" id="{90E5E424-CA39-ACCA-DF89-97A8CB248225}"/>
              </a:ext>
            </a:extLst>
          </p:cNvPr>
          <p:cNvSpPr txBox="1"/>
          <p:nvPr/>
        </p:nvSpPr>
        <p:spPr>
          <a:xfrm>
            <a:off x="6714071" y="1727886"/>
            <a:ext cx="462845" cy="584775"/>
          </a:xfrm>
          <a:prstGeom prst="rect">
            <a:avLst/>
          </a:prstGeom>
          <a:solidFill>
            <a:srgbClr val="FFFF00">
              <a:alpha val="20000"/>
            </a:srgbClr>
          </a:solidFill>
        </p:spPr>
        <p:txBody>
          <a:bodyPr wrap="square" rtlCol="0">
            <a:spAutoFit/>
          </a:bodyPr>
          <a:lstStyle/>
          <a:p>
            <a:pPr algn="ctr"/>
            <a:r>
              <a:rPr lang="en-US" sz="3200" dirty="0"/>
              <a:t>5</a:t>
            </a:r>
          </a:p>
        </p:txBody>
      </p:sp>
      <p:sp>
        <p:nvSpPr>
          <p:cNvPr id="92" name="TextBox 91">
            <a:extLst>
              <a:ext uri="{FF2B5EF4-FFF2-40B4-BE49-F238E27FC236}">
                <a16:creationId xmlns:a16="http://schemas.microsoft.com/office/drawing/2014/main" id="{CD520834-70EA-46F7-3238-E3A35D307EC4}"/>
              </a:ext>
            </a:extLst>
          </p:cNvPr>
          <p:cNvSpPr txBox="1"/>
          <p:nvPr/>
        </p:nvSpPr>
        <p:spPr>
          <a:xfrm>
            <a:off x="7213604" y="2231221"/>
            <a:ext cx="462845" cy="584775"/>
          </a:xfrm>
          <a:prstGeom prst="rect">
            <a:avLst/>
          </a:prstGeom>
          <a:solidFill>
            <a:srgbClr val="FFFF00">
              <a:alpha val="20000"/>
            </a:srgbClr>
          </a:solidFill>
        </p:spPr>
        <p:txBody>
          <a:bodyPr wrap="square" rtlCol="0">
            <a:spAutoFit/>
          </a:bodyPr>
          <a:lstStyle/>
          <a:p>
            <a:pPr algn="ctr"/>
            <a:r>
              <a:rPr lang="en-US" sz="3200" dirty="0"/>
              <a:t>3</a:t>
            </a:r>
          </a:p>
        </p:txBody>
      </p:sp>
      <p:sp>
        <p:nvSpPr>
          <p:cNvPr id="77" name="TextBox 76">
            <a:extLst>
              <a:ext uri="{FF2B5EF4-FFF2-40B4-BE49-F238E27FC236}">
                <a16:creationId xmlns:a16="http://schemas.microsoft.com/office/drawing/2014/main" id="{326E7AFE-56D6-EB5D-7FCF-127EBACE2335}"/>
              </a:ext>
            </a:extLst>
          </p:cNvPr>
          <p:cNvSpPr txBox="1"/>
          <p:nvPr/>
        </p:nvSpPr>
        <p:spPr>
          <a:xfrm>
            <a:off x="5715003" y="1727886"/>
            <a:ext cx="462845" cy="584775"/>
          </a:xfrm>
          <a:prstGeom prst="rect">
            <a:avLst/>
          </a:prstGeom>
          <a:solidFill>
            <a:srgbClr val="92D050">
              <a:alpha val="15000"/>
            </a:srgbClr>
          </a:solidFill>
        </p:spPr>
        <p:txBody>
          <a:bodyPr wrap="square" rtlCol="0">
            <a:spAutoFit/>
          </a:bodyPr>
          <a:lstStyle/>
          <a:p>
            <a:pPr algn="ctr"/>
            <a:r>
              <a:rPr lang="en-US" sz="3200" dirty="0"/>
              <a:t>6</a:t>
            </a:r>
          </a:p>
        </p:txBody>
      </p:sp>
      <p:sp>
        <p:nvSpPr>
          <p:cNvPr id="78" name="TextBox 77">
            <a:extLst>
              <a:ext uri="{FF2B5EF4-FFF2-40B4-BE49-F238E27FC236}">
                <a16:creationId xmlns:a16="http://schemas.microsoft.com/office/drawing/2014/main" id="{6AB220B0-4BEB-DB7E-EC24-F46EC93B8B24}"/>
              </a:ext>
            </a:extLst>
          </p:cNvPr>
          <p:cNvSpPr txBox="1"/>
          <p:nvPr/>
        </p:nvSpPr>
        <p:spPr>
          <a:xfrm>
            <a:off x="6214537" y="2231221"/>
            <a:ext cx="462845" cy="584775"/>
          </a:xfrm>
          <a:prstGeom prst="rect">
            <a:avLst/>
          </a:prstGeom>
          <a:solidFill>
            <a:srgbClr val="92D050">
              <a:alpha val="15000"/>
            </a:srgbClr>
          </a:solidFill>
        </p:spPr>
        <p:txBody>
          <a:bodyPr wrap="square" rtlCol="0">
            <a:spAutoFit/>
          </a:bodyPr>
          <a:lstStyle/>
          <a:p>
            <a:pPr algn="ctr"/>
            <a:r>
              <a:rPr lang="en-US" sz="3200" dirty="0"/>
              <a:t>4</a:t>
            </a:r>
          </a:p>
        </p:txBody>
      </p:sp>
      <p:sp>
        <p:nvSpPr>
          <p:cNvPr id="82" name="TextBox 81">
            <a:extLst>
              <a:ext uri="{FF2B5EF4-FFF2-40B4-BE49-F238E27FC236}">
                <a16:creationId xmlns:a16="http://schemas.microsoft.com/office/drawing/2014/main" id="{9200108F-3E7E-C5DD-1820-90C6596E3D85}"/>
              </a:ext>
            </a:extLst>
          </p:cNvPr>
          <p:cNvSpPr txBox="1"/>
          <p:nvPr/>
        </p:nvSpPr>
        <p:spPr>
          <a:xfrm>
            <a:off x="6714071" y="2734556"/>
            <a:ext cx="462845" cy="584775"/>
          </a:xfrm>
          <a:prstGeom prst="rect">
            <a:avLst/>
          </a:prstGeom>
          <a:solidFill>
            <a:srgbClr val="92D050">
              <a:alpha val="15000"/>
            </a:srgbClr>
          </a:solidFill>
        </p:spPr>
        <p:txBody>
          <a:bodyPr wrap="square" rtlCol="0">
            <a:spAutoFit/>
          </a:bodyPr>
          <a:lstStyle/>
          <a:p>
            <a:pPr algn="ctr"/>
            <a:r>
              <a:rPr lang="en-US" sz="3200" dirty="0"/>
              <a:t>7</a:t>
            </a:r>
          </a:p>
        </p:txBody>
      </p:sp>
      <p:sp>
        <p:nvSpPr>
          <p:cNvPr id="83" name="TextBox 82">
            <a:extLst>
              <a:ext uri="{FF2B5EF4-FFF2-40B4-BE49-F238E27FC236}">
                <a16:creationId xmlns:a16="http://schemas.microsoft.com/office/drawing/2014/main" id="{80F5ED19-1C03-6B68-01C9-EA3CFFAD3FFF}"/>
              </a:ext>
            </a:extLst>
          </p:cNvPr>
          <p:cNvSpPr txBox="1"/>
          <p:nvPr/>
        </p:nvSpPr>
        <p:spPr>
          <a:xfrm>
            <a:off x="7213604" y="3237891"/>
            <a:ext cx="462845" cy="584775"/>
          </a:xfrm>
          <a:prstGeom prst="rect">
            <a:avLst/>
          </a:prstGeom>
          <a:solidFill>
            <a:srgbClr val="92D050">
              <a:alpha val="15000"/>
            </a:srgbClr>
          </a:solidFill>
        </p:spPr>
        <p:txBody>
          <a:bodyPr wrap="square" rtlCol="0">
            <a:spAutoFit/>
          </a:bodyPr>
          <a:lstStyle/>
          <a:p>
            <a:pPr algn="ctr"/>
            <a:r>
              <a:rPr lang="en-US" sz="3200" dirty="0"/>
              <a:t>2</a:t>
            </a:r>
          </a:p>
        </p:txBody>
      </p:sp>
      <p:sp>
        <p:nvSpPr>
          <p:cNvPr id="84" name="TextBox 83">
            <a:extLst>
              <a:ext uri="{FF2B5EF4-FFF2-40B4-BE49-F238E27FC236}">
                <a16:creationId xmlns:a16="http://schemas.microsoft.com/office/drawing/2014/main" id="{746ADF5C-BCEA-55FA-43E4-675F4BA0AE82}"/>
              </a:ext>
            </a:extLst>
          </p:cNvPr>
          <p:cNvSpPr txBox="1"/>
          <p:nvPr/>
        </p:nvSpPr>
        <p:spPr>
          <a:xfrm>
            <a:off x="7213604" y="3741226"/>
            <a:ext cx="462845" cy="584775"/>
          </a:xfrm>
          <a:prstGeom prst="rect">
            <a:avLst/>
          </a:prstGeom>
          <a:solidFill>
            <a:srgbClr val="92D050">
              <a:alpha val="15000"/>
            </a:srgbClr>
          </a:solidFill>
        </p:spPr>
        <p:txBody>
          <a:bodyPr wrap="square" rtlCol="0">
            <a:spAutoFit/>
          </a:bodyPr>
          <a:lstStyle/>
          <a:p>
            <a:pPr algn="ctr"/>
            <a:r>
              <a:rPr lang="en-US" sz="3200" dirty="0"/>
              <a:t>7</a:t>
            </a:r>
          </a:p>
        </p:txBody>
      </p:sp>
      <p:sp>
        <p:nvSpPr>
          <p:cNvPr id="46" name="TextBox 45">
            <a:extLst>
              <a:ext uri="{FF2B5EF4-FFF2-40B4-BE49-F238E27FC236}">
                <a16:creationId xmlns:a16="http://schemas.microsoft.com/office/drawing/2014/main" id="{4DEA06A0-0EFA-253B-E54A-1F5B988BDF93}"/>
              </a:ext>
            </a:extLst>
          </p:cNvPr>
          <p:cNvSpPr txBox="1"/>
          <p:nvPr/>
        </p:nvSpPr>
        <p:spPr>
          <a:xfrm>
            <a:off x="3716867" y="2231221"/>
            <a:ext cx="462845" cy="584775"/>
          </a:xfrm>
          <a:prstGeom prst="rect">
            <a:avLst/>
          </a:prstGeom>
          <a:solidFill>
            <a:srgbClr val="FF0000">
              <a:alpha val="15000"/>
            </a:srgbClr>
          </a:solidFill>
        </p:spPr>
        <p:txBody>
          <a:bodyPr wrap="square" rtlCol="0">
            <a:spAutoFit/>
          </a:bodyPr>
          <a:lstStyle/>
          <a:p>
            <a:pPr algn="ctr"/>
            <a:r>
              <a:rPr lang="en-US" sz="3200" dirty="0"/>
              <a:t>7</a:t>
            </a:r>
          </a:p>
        </p:txBody>
      </p:sp>
      <p:sp>
        <p:nvSpPr>
          <p:cNvPr id="47" name="TextBox 46">
            <a:extLst>
              <a:ext uri="{FF2B5EF4-FFF2-40B4-BE49-F238E27FC236}">
                <a16:creationId xmlns:a16="http://schemas.microsoft.com/office/drawing/2014/main" id="{869F96F2-94E2-8B67-95B2-2721564F87C5}"/>
              </a:ext>
            </a:extLst>
          </p:cNvPr>
          <p:cNvSpPr txBox="1"/>
          <p:nvPr/>
        </p:nvSpPr>
        <p:spPr>
          <a:xfrm>
            <a:off x="4216401" y="2734556"/>
            <a:ext cx="462845" cy="584775"/>
          </a:xfrm>
          <a:prstGeom prst="rect">
            <a:avLst/>
          </a:prstGeom>
          <a:solidFill>
            <a:srgbClr val="FF0000">
              <a:alpha val="15000"/>
            </a:srgbClr>
          </a:solid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73DACC5B-2656-0CB0-4510-E2F1E16C0C46}"/>
              </a:ext>
            </a:extLst>
          </p:cNvPr>
          <p:cNvSpPr txBox="1"/>
          <p:nvPr/>
        </p:nvSpPr>
        <p:spPr>
          <a:xfrm>
            <a:off x="4715935" y="3237891"/>
            <a:ext cx="462845" cy="584775"/>
          </a:xfrm>
          <a:prstGeom prst="rect">
            <a:avLst/>
          </a:prstGeom>
          <a:solidFill>
            <a:srgbClr val="FF0000">
              <a:alpha val="15000"/>
            </a:srgbClr>
          </a:solidFill>
        </p:spPr>
        <p:txBody>
          <a:bodyPr wrap="square" rtlCol="0">
            <a:spAutoFit/>
          </a:bodyPr>
          <a:lstStyle/>
          <a:p>
            <a:pPr algn="ctr"/>
            <a:r>
              <a:rPr lang="en-US" sz="3200" dirty="0"/>
              <a:t>7</a:t>
            </a:r>
          </a:p>
        </p:txBody>
      </p:sp>
      <p:sp>
        <p:nvSpPr>
          <p:cNvPr id="49" name="TextBox 48">
            <a:extLst>
              <a:ext uri="{FF2B5EF4-FFF2-40B4-BE49-F238E27FC236}">
                <a16:creationId xmlns:a16="http://schemas.microsoft.com/office/drawing/2014/main" id="{6452A263-86CE-B692-2FE4-0EF92C78ACD2}"/>
              </a:ext>
            </a:extLst>
          </p:cNvPr>
          <p:cNvSpPr txBox="1"/>
          <p:nvPr/>
        </p:nvSpPr>
        <p:spPr>
          <a:xfrm>
            <a:off x="5215469" y="3741226"/>
            <a:ext cx="462845" cy="584775"/>
          </a:xfrm>
          <a:prstGeom prst="rect">
            <a:avLst/>
          </a:prstGeom>
          <a:solidFill>
            <a:srgbClr val="FF0000">
              <a:alpha val="15000"/>
            </a:srgbClr>
          </a:solidFill>
        </p:spPr>
        <p:txBody>
          <a:bodyPr wrap="square" rtlCol="0">
            <a:spAutoFit/>
          </a:bodyPr>
          <a:lstStyle/>
          <a:p>
            <a:pPr algn="ctr"/>
            <a:r>
              <a:rPr lang="en-US" sz="3200" dirty="0"/>
              <a:t>4</a:t>
            </a:r>
          </a:p>
        </p:txBody>
      </p:sp>
      <p:sp>
        <p:nvSpPr>
          <p:cNvPr id="50" name="TextBox 49">
            <a:extLst>
              <a:ext uri="{FF2B5EF4-FFF2-40B4-BE49-F238E27FC236}">
                <a16:creationId xmlns:a16="http://schemas.microsoft.com/office/drawing/2014/main" id="{54F63229-759B-198B-8A10-5FFDC7C35E8C}"/>
              </a:ext>
            </a:extLst>
          </p:cNvPr>
          <p:cNvSpPr txBox="1"/>
          <p:nvPr/>
        </p:nvSpPr>
        <p:spPr>
          <a:xfrm>
            <a:off x="5715003" y="4244561"/>
            <a:ext cx="462845" cy="584775"/>
          </a:xfrm>
          <a:prstGeom prst="rect">
            <a:avLst/>
          </a:prstGeom>
          <a:solidFill>
            <a:srgbClr val="FF0000">
              <a:alpha val="15000"/>
            </a:srgbClr>
          </a:solidFill>
        </p:spPr>
        <p:txBody>
          <a:bodyPr wrap="square" rtlCol="0">
            <a:spAutoFit/>
          </a:bodyPr>
          <a:lstStyle/>
          <a:p>
            <a:pPr algn="ctr"/>
            <a:r>
              <a:rPr lang="en-US" sz="3200" dirty="0"/>
              <a:t>7</a:t>
            </a:r>
          </a:p>
        </p:txBody>
      </p:sp>
      <p:sp>
        <p:nvSpPr>
          <p:cNvPr id="2" name="Content Placeholder 1">
            <a:extLst>
              <a:ext uri="{FF2B5EF4-FFF2-40B4-BE49-F238E27FC236}">
                <a16:creationId xmlns:a16="http://schemas.microsoft.com/office/drawing/2014/main" id="{CC3F0EC8-3695-0091-0281-299B743388D5}"/>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9D327721-4FAB-7857-98D9-E835017A729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1CA75E3-5AEF-4860-9B32-8DE340A2267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CD0D103-118D-935A-D7D3-835F540B6F60}"/>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EE60832-A4F5-AFA6-07F2-168EA37577D5}"/>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E88E8BFC-B6B7-B1D7-08DE-06DEC01974EF}"/>
              </a:ext>
            </a:extLst>
          </p:cNvPr>
          <p:cNvSpPr txBox="1"/>
          <p:nvPr/>
        </p:nvSpPr>
        <p:spPr>
          <a:xfrm>
            <a:off x="7213604" y="4747898"/>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AC8F481F-2793-D77C-785A-87B113373CAA}"/>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64C2FDC8-6215-D807-FCF9-5FB3C4189AE7}"/>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17" name="TextBox 16">
            <a:extLst>
              <a:ext uri="{FF2B5EF4-FFF2-40B4-BE49-F238E27FC236}">
                <a16:creationId xmlns:a16="http://schemas.microsoft.com/office/drawing/2014/main" id="{E915916C-5043-B18D-A30F-9468D5B6EDD0}"/>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3289CDF6-F602-7167-5979-98830DC531F3}"/>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0276C99B-88A3-B6FF-43B0-15655B08A9FD}"/>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644BD401-08AD-D9D0-3DDE-48A67ACA7668}"/>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BD089417-B3E4-135A-5B88-B1525A688B96}"/>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2DFE7BF1-C3F1-9105-E0E3-9C76EDEAACBB}"/>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5D9FA9D3-FF95-DC8A-E49A-6A1B7B3496C2}"/>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59364D6C-E86F-39E3-CE47-3CCE6A03888C}"/>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9A25DC27-F847-D68B-FBDA-850FD0574E92}"/>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34C62730-62F8-15C8-41C3-8AC20FA28D16}"/>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B2EEA9D6-0A71-9337-DEDF-D7563B6A7DDF}"/>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B2893E25-DC48-BB90-680F-DAB0900452BA}"/>
              </a:ext>
            </a:extLst>
          </p:cNvPr>
          <p:cNvSpPr txBox="1"/>
          <p:nvPr/>
        </p:nvSpPr>
        <p:spPr>
          <a:xfrm>
            <a:off x="5715003" y="223122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137F4DA2-161A-A5AF-32FD-6EAEE7862E70}"/>
              </a:ext>
            </a:extLst>
          </p:cNvPr>
          <p:cNvSpPr txBox="1"/>
          <p:nvPr/>
        </p:nvSpPr>
        <p:spPr>
          <a:xfrm>
            <a:off x="3217333" y="273455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06E6F40F-7A95-6367-8B63-72624AF9ED02}"/>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ED568E29-B319-3AF6-E373-443FD54E0E96}"/>
              </a:ext>
            </a:extLst>
          </p:cNvPr>
          <p:cNvSpPr txBox="1"/>
          <p:nvPr/>
        </p:nvSpPr>
        <p:spPr>
          <a:xfrm>
            <a:off x="3716867" y="1727886"/>
            <a:ext cx="462845" cy="584775"/>
          </a:xfrm>
          <a:prstGeom prst="rect">
            <a:avLst/>
          </a:prstGeom>
          <a:solidFill>
            <a:schemeClr val="accent5">
              <a:lumMod val="75000"/>
              <a:alpha val="25000"/>
            </a:schemeClr>
          </a:solid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83F9AC2E-9C1E-4F7C-6759-8253ECCA866C}"/>
              </a:ext>
            </a:extLst>
          </p:cNvPr>
          <p:cNvSpPr txBox="1"/>
          <p:nvPr/>
        </p:nvSpPr>
        <p:spPr>
          <a:xfrm>
            <a:off x="4715935" y="2734556"/>
            <a:ext cx="462845" cy="584775"/>
          </a:xfrm>
          <a:prstGeom prst="rect">
            <a:avLst/>
          </a:prstGeom>
          <a:solidFill>
            <a:schemeClr val="accent5">
              <a:lumMod val="75000"/>
              <a:alpha val="25000"/>
            </a:schemeClr>
          </a:solidFill>
        </p:spPr>
        <p:txBody>
          <a:bodyPr wrap="square" rtlCol="0">
            <a:spAutoFit/>
          </a:bodyPr>
          <a:lstStyle/>
          <a:p>
            <a:pPr algn="ctr"/>
            <a:r>
              <a:rPr lang="en-US" sz="3200" dirty="0"/>
              <a:t>8</a:t>
            </a:r>
          </a:p>
        </p:txBody>
      </p:sp>
      <p:sp>
        <p:nvSpPr>
          <p:cNvPr id="43" name="TextBox 42">
            <a:extLst>
              <a:ext uri="{FF2B5EF4-FFF2-40B4-BE49-F238E27FC236}">
                <a16:creationId xmlns:a16="http://schemas.microsoft.com/office/drawing/2014/main" id="{C52958C8-B8E3-8934-ED2F-19A4D0677833}"/>
              </a:ext>
            </a:extLst>
          </p:cNvPr>
          <p:cNvSpPr txBox="1"/>
          <p:nvPr/>
        </p:nvSpPr>
        <p:spPr>
          <a:xfrm>
            <a:off x="5215469" y="3237891"/>
            <a:ext cx="462845" cy="584775"/>
          </a:xfrm>
          <a:prstGeom prst="rect">
            <a:avLst/>
          </a:prstGeom>
          <a:solidFill>
            <a:schemeClr val="accent5">
              <a:lumMod val="75000"/>
              <a:alpha val="25000"/>
            </a:schemeClr>
          </a:solidFill>
        </p:spPr>
        <p:txBody>
          <a:bodyPr wrap="square" rtlCol="0">
            <a:spAutoFit/>
          </a:bodyPr>
          <a:lstStyle/>
          <a:p>
            <a:pPr algn="ctr"/>
            <a:r>
              <a:rPr lang="en-US" sz="3200" dirty="0"/>
              <a:t>6</a:t>
            </a:r>
          </a:p>
        </p:txBody>
      </p:sp>
      <p:sp>
        <p:nvSpPr>
          <p:cNvPr id="44" name="TextBox 43">
            <a:extLst>
              <a:ext uri="{FF2B5EF4-FFF2-40B4-BE49-F238E27FC236}">
                <a16:creationId xmlns:a16="http://schemas.microsoft.com/office/drawing/2014/main" id="{D97A4C37-B98B-933E-BF25-A23923535603}"/>
              </a:ext>
            </a:extLst>
          </p:cNvPr>
          <p:cNvSpPr txBox="1"/>
          <p:nvPr/>
        </p:nvSpPr>
        <p:spPr>
          <a:xfrm>
            <a:off x="6214537" y="4244561"/>
            <a:ext cx="462845" cy="584775"/>
          </a:xfrm>
          <a:prstGeom prst="rect">
            <a:avLst/>
          </a:prstGeom>
          <a:solidFill>
            <a:schemeClr val="accent5">
              <a:lumMod val="75000"/>
              <a:alpha val="25000"/>
            </a:schemeClr>
          </a:solidFill>
        </p:spPr>
        <p:txBody>
          <a:bodyPr wrap="square" rtlCol="0">
            <a:spAutoFit/>
          </a:bodyPr>
          <a:lstStyle/>
          <a:p>
            <a:pPr algn="ctr"/>
            <a:r>
              <a:rPr lang="en-US" sz="3200" dirty="0"/>
              <a:t>8</a:t>
            </a:r>
          </a:p>
        </p:txBody>
      </p:sp>
      <p:sp>
        <p:nvSpPr>
          <p:cNvPr id="45" name="TextBox 44">
            <a:extLst>
              <a:ext uri="{FF2B5EF4-FFF2-40B4-BE49-F238E27FC236}">
                <a16:creationId xmlns:a16="http://schemas.microsoft.com/office/drawing/2014/main" id="{718B06D8-6840-CC77-DB85-A44C7268F780}"/>
              </a:ext>
            </a:extLst>
          </p:cNvPr>
          <p:cNvSpPr txBox="1"/>
          <p:nvPr/>
        </p:nvSpPr>
        <p:spPr>
          <a:xfrm>
            <a:off x="4216401" y="2231221"/>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51" name="TextBox 50">
            <a:extLst>
              <a:ext uri="{FF2B5EF4-FFF2-40B4-BE49-F238E27FC236}">
                <a16:creationId xmlns:a16="http://schemas.microsoft.com/office/drawing/2014/main" id="{C230D054-1DA3-F7DF-284D-10700071C28A}"/>
              </a:ext>
            </a:extLst>
          </p:cNvPr>
          <p:cNvSpPr txBox="1"/>
          <p:nvPr/>
        </p:nvSpPr>
        <p:spPr>
          <a:xfrm>
            <a:off x="5715003" y="3741226"/>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9FDBCDCC-4C2A-495F-1DD5-38198F1A4778}"/>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A76BD5E3-D1F1-92A6-B817-05F97DE0AFF2}"/>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91C8976D-20CA-C465-D048-5C5CCB0FBE0B}"/>
              </a:ext>
            </a:extLst>
          </p:cNvPr>
          <p:cNvSpPr txBox="1"/>
          <p:nvPr/>
        </p:nvSpPr>
        <p:spPr>
          <a:xfrm>
            <a:off x="5215469" y="172788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709BAEBB-875A-9CC6-B995-2654C6ED685D}"/>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43C9880B-4AC6-781B-E999-03F43CD42FC9}"/>
              </a:ext>
            </a:extLst>
          </p:cNvPr>
          <p:cNvSpPr txBox="1"/>
          <p:nvPr/>
        </p:nvSpPr>
        <p:spPr>
          <a:xfrm>
            <a:off x="4715935" y="721216"/>
            <a:ext cx="462845" cy="584775"/>
          </a:xfrm>
          <a:prstGeom prst="rect">
            <a:avLst/>
          </a:prstGeom>
          <a:noFill/>
        </p:spPr>
        <p:txBody>
          <a:bodyPr wrap="square" rtlCol="0">
            <a:spAutoFit/>
          </a:bodyPr>
          <a:lstStyle/>
          <a:p>
            <a:pPr algn="ctr"/>
            <a:r>
              <a:rPr lang="en-US" sz="3200" dirty="0"/>
              <a:t>4</a:t>
            </a:r>
          </a:p>
        </p:txBody>
      </p:sp>
      <p:sp>
        <p:nvSpPr>
          <p:cNvPr id="28" name="TextBox 27">
            <a:extLst>
              <a:ext uri="{FF2B5EF4-FFF2-40B4-BE49-F238E27FC236}">
                <a16:creationId xmlns:a16="http://schemas.microsoft.com/office/drawing/2014/main" id="{AA1428F5-DE41-D718-7966-01D0241E9AC7}"/>
              </a:ext>
            </a:extLst>
          </p:cNvPr>
          <p:cNvSpPr txBox="1"/>
          <p:nvPr/>
        </p:nvSpPr>
        <p:spPr>
          <a:xfrm>
            <a:off x="3217333" y="2231221"/>
            <a:ext cx="462845" cy="584775"/>
          </a:xfrm>
          <a:prstGeom prst="rect">
            <a:avLst/>
          </a:prstGeom>
          <a:solidFill>
            <a:srgbClr val="00B0F0">
              <a:alpha val="15000"/>
            </a:srgbClr>
          </a:solidFill>
        </p:spPr>
        <p:txBody>
          <a:bodyPr wrap="square" rtlCol="0">
            <a:spAutoFit/>
          </a:bodyPr>
          <a:lstStyle/>
          <a:p>
            <a:pPr algn="ctr"/>
            <a:r>
              <a:rPr lang="en-US" sz="3200" dirty="0"/>
              <a:t>6</a:t>
            </a:r>
          </a:p>
        </p:txBody>
      </p:sp>
      <p:sp>
        <p:nvSpPr>
          <p:cNvPr id="29" name="TextBox 28">
            <a:extLst>
              <a:ext uri="{FF2B5EF4-FFF2-40B4-BE49-F238E27FC236}">
                <a16:creationId xmlns:a16="http://schemas.microsoft.com/office/drawing/2014/main" id="{31DC3FE5-0608-8AA3-4150-9327E21C2F4E}"/>
              </a:ext>
            </a:extLst>
          </p:cNvPr>
          <p:cNvSpPr txBox="1"/>
          <p:nvPr/>
        </p:nvSpPr>
        <p:spPr>
          <a:xfrm>
            <a:off x="3716867" y="2734556"/>
            <a:ext cx="462845" cy="584775"/>
          </a:xfrm>
          <a:prstGeom prst="rect">
            <a:avLst/>
          </a:prstGeom>
          <a:solidFill>
            <a:srgbClr val="00B0F0">
              <a:alpha val="15000"/>
            </a:srgbClr>
          </a:solidFill>
        </p:spPr>
        <p:txBody>
          <a:bodyPr wrap="square" rtlCol="0">
            <a:spAutoFit/>
          </a:bodyPr>
          <a:lstStyle/>
          <a:p>
            <a:pPr algn="ctr"/>
            <a:r>
              <a:rPr lang="en-US" sz="3200" dirty="0"/>
              <a:t>2</a:t>
            </a:r>
          </a:p>
        </p:txBody>
      </p:sp>
      <p:sp>
        <p:nvSpPr>
          <p:cNvPr id="32" name="TextBox 31">
            <a:extLst>
              <a:ext uri="{FF2B5EF4-FFF2-40B4-BE49-F238E27FC236}">
                <a16:creationId xmlns:a16="http://schemas.microsoft.com/office/drawing/2014/main" id="{E53B0BBB-2670-27B6-F408-FCCB7930FBCB}"/>
              </a:ext>
            </a:extLst>
          </p:cNvPr>
          <p:cNvSpPr txBox="1"/>
          <p:nvPr/>
        </p:nvSpPr>
        <p:spPr>
          <a:xfrm>
            <a:off x="4216401" y="3237891"/>
            <a:ext cx="462845" cy="584775"/>
          </a:xfrm>
          <a:prstGeom prst="rect">
            <a:avLst/>
          </a:prstGeom>
          <a:solidFill>
            <a:srgbClr val="00B0F0">
              <a:alpha val="15000"/>
            </a:srgbClr>
          </a:solidFill>
        </p:spPr>
        <p:txBody>
          <a:bodyPr wrap="square" rtlCol="0">
            <a:spAutoFit/>
          </a:bodyPr>
          <a:lstStyle/>
          <a:p>
            <a:pPr algn="ctr"/>
            <a:r>
              <a:rPr lang="en-US" sz="3200" dirty="0"/>
              <a:t>8</a:t>
            </a:r>
          </a:p>
        </p:txBody>
      </p:sp>
      <p:sp>
        <p:nvSpPr>
          <p:cNvPr id="33" name="TextBox 32">
            <a:extLst>
              <a:ext uri="{FF2B5EF4-FFF2-40B4-BE49-F238E27FC236}">
                <a16:creationId xmlns:a16="http://schemas.microsoft.com/office/drawing/2014/main" id="{6636E8DB-0A4A-C861-ED07-52A995DFF485}"/>
              </a:ext>
            </a:extLst>
          </p:cNvPr>
          <p:cNvSpPr txBox="1"/>
          <p:nvPr/>
        </p:nvSpPr>
        <p:spPr>
          <a:xfrm>
            <a:off x="4715935" y="3741226"/>
            <a:ext cx="462845" cy="584775"/>
          </a:xfrm>
          <a:prstGeom prst="rect">
            <a:avLst/>
          </a:prstGeom>
          <a:solidFill>
            <a:srgbClr val="00B0F0">
              <a:alpha val="15000"/>
            </a:srgbClr>
          </a:solid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E23F0A5C-8B21-0F7E-906B-69E76502D8D2}"/>
              </a:ext>
            </a:extLst>
          </p:cNvPr>
          <p:cNvSpPr txBox="1"/>
          <p:nvPr/>
        </p:nvSpPr>
        <p:spPr>
          <a:xfrm>
            <a:off x="5215469" y="4244561"/>
            <a:ext cx="462845" cy="584775"/>
          </a:xfrm>
          <a:prstGeom prst="rect">
            <a:avLst/>
          </a:prstGeom>
          <a:solidFill>
            <a:srgbClr val="00B0F0">
              <a:alpha val="15000"/>
            </a:srgbClr>
          </a:solidFill>
        </p:spPr>
        <p:txBody>
          <a:bodyPr wrap="square" rtlCol="0">
            <a:spAutoFit/>
          </a:bodyPr>
          <a:lstStyle/>
          <a:p>
            <a:pPr algn="ctr"/>
            <a:r>
              <a:rPr lang="en-US" sz="3200" dirty="0"/>
              <a:t>9</a:t>
            </a:r>
          </a:p>
        </p:txBody>
      </p:sp>
      <p:sp>
        <p:nvSpPr>
          <p:cNvPr id="27" name="TextBox 26">
            <a:extLst>
              <a:ext uri="{FF2B5EF4-FFF2-40B4-BE49-F238E27FC236}">
                <a16:creationId xmlns:a16="http://schemas.microsoft.com/office/drawing/2014/main" id="{E6FF5455-C241-5622-A70A-4D58D820B379}"/>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CF3E368D-80C4-4362-8ADF-31BF59B78EDC}"/>
              </a:ext>
            </a:extLst>
          </p:cNvPr>
          <p:cNvSpPr txBox="1"/>
          <p:nvPr/>
        </p:nvSpPr>
        <p:spPr>
          <a:xfrm>
            <a:off x="4216401" y="3741226"/>
            <a:ext cx="462845" cy="584775"/>
          </a:xfrm>
          <a:prstGeom prst="rect">
            <a:avLst/>
          </a:prstGeom>
          <a:noFill/>
        </p:spPr>
        <p:txBody>
          <a:bodyPr wrap="square" rtlCol="0">
            <a:spAutoFit/>
          </a:bodyPr>
          <a:lstStyle/>
          <a:p>
            <a:pPr algn="ctr"/>
            <a:r>
              <a:rPr lang="en-US" sz="3200" dirty="0"/>
              <a:t>9</a:t>
            </a:r>
          </a:p>
        </p:txBody>
      </p:sp>
      <p:sp>
        <p:nvSpPr>
          <p:cNvPr id="65" name="TextBox 64">
            <a:extLst>
              <a:ext uri="{FF2B5EF4-FFF2-40B4-BE49-F238E27FC236}">
                <a16:creationId xmlns:a16="http://schemas.microsoft.com/office/drawing/2014/main" id="{79AD321F-8FA6-950E-FE3D-7336B6949197}"/>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66" name="TextBox 65">
            <a:extLst>
              <a:ext uri="{FF2B5EF4-FFF2-40B4-BE49-F238E27FC236}">
                <a16:creationId xmlns:a16="http://schemas.microsoft.com/office/drawing/2014/main" id="{01A540F6-0450-1877-32E2-EFDCDAA0B873}"/>
              </a:ext>
            </a:extLst>
          </p:cNvPr>
          <p:cNvSpPr txBox="1"/>
          <p:nvPr/>
        </p:nvSpPr>
        <p:spPr>
          <a:xfrm>
            <a:off x="3716867" y="3741226"/>
            <a:ext cx="462845" cy="584775"/>
          </a:xfrm>
          <a:prstGeom prst="rect">
            <a:avLst/>
          </a:prstGeom>
          <a:noFill/>
        </p:spPr>
        <p:txBody>
          <a:bodyPr wrap="square" rtlCol="0">
            <a:spAutoFit/>
          </a:bodyPr>
          <a:lstStyle/>
          <a:p>
            <a:pPr algn="ctr"/>
            <a:r>
              <a:rPr lang="en-US" sz="3200" dirty="0"/>
              <a:t>6</a:t>
            </a:r>
          </a:p>
        </p:txBody>
      </p:sp>
      <p:sp>
        <p:nvSpPr>
          <p:cNvPr id="67" name="TextBox 66">
            <a:extLst>
              <a:ext uri="{FF2B5EF4-FFF2-40B4-BE49-F238E27FC236}">
                <a16:creationId xmlns:a16="http://schemas.microsoft.com/office/drawing/2014/main" id="{953459BA-BABF-3839-137B-72E98C63F63B}"/>
              </a:ext>
            </a:extLst>
          </p:cNvPr>
          <p:cNvSpPr txBox="1"/>
          <p:nvPr/>
        </p:nvSpPr>
        <p:spPr>
          <a:xfrm>
            <a:off x="4216401" y="4244561"/>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419E1522-1682-E5A1-7108-C1ADCD612395}"/>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54" name="TextBox 53">
            <a:extLst>
              <a:ext uri="{FF2B5EF4-FFF2-40B4-BE49-F238E27FC236}">
                <a16:creationId xmlns:a16="http://schemas.microsoft.com/office/drawing/2014/main" id="{6FAC0DAC-1016-004F-D464-1DA05409A970}"/>
              </a:ext>
            </a:extLst>
          </p:cNvPr>
          <p:cNvSpPr txBox="1"/>
          <p:nvPr/>
        </p:nvSpPr>
        <p:spPr>
          <a:xfrm>
            <a:off x="4216401" y="4747898"/>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E1AE5C94-D180-5A1B-99BA-5BD5C687B87E}"/>
              </a:ext>
            </a:extLst>
          </p:cNvPr>
          <p:cNvSpPr txBox="1"/>
          <p:nvPr/>
        </p:nvSpPr>
        <p:spPr>
          <a:xfrm>
            <a:off x="3217333" y="424456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7B6FD392-32FE-C157-92BA-FA655D754E9B}"/>
              </a:ext>
            </a:extLst>
          </p:cNvPr>
          <p:cNvSpPr txBox="1"/>
          <p:nvPr/>
        </p:nvSpPr>
        <p:spPr>
          <a:xfrm>
            <a:off x="3217333" y="3237891"/>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0A6F9E93-9B39-B533-2032-FC5AF91E4BC4}"/>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81" name="TextBox 80">
            <a:extLst>
              <a:ext uri="{FF2B5EF4-FFF2-40B4-BE49-F238E27FC236}">
                <a16:creationId xmlns:a16="http://schemas.microsoft.com/office/drawing/2014/main" id="{F80B963E-27F7-6490-24AB-3DFDF49CE875}"/>
              </a:ext>
            </a:extLst>
          </p:cNvPr>
          <p:cNvSpPr txBox="1"/>
          <p:nvPr/>
        </p:nvSpPr>
        <p:spPr>
          <a:xfrm>
            <a:off x="7213604" y="2734556"/>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C6032D36-46B4-ADB4-222C-7FE190C31299}"/>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79" name="TextBox 78">
            <a:extLst>
              <a:ext uri="{FF2B5EF4-FFF2-40B4-BE49-F238E27FC236}">
                <a16:creationId xmlns:a16="http://schemas.microsoft.com/office/drawing/2014/main" id="{29682CED-0860-F573-C2C6-B67D9DB63D8F}"/>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85" name="TextBox 84">
            <a:extLst>
              <a:ext uri="{FF2B5EF4-FFF2-40B4-BE49-F238E27FC236}">
                <a16:creationId xmlns:a16="http://schemas.microsoft.com/office/drawing/2014/main" id="{ACB947A0-6DFB-399E-38D0-11A10B01370C}"/>
              </a:ext>
            </a:extLst>
          </p:cNvPr>
          <p:cNvSpPr txBox="1"/>
          <p:nvPr/>
        </p:nvSpPr>
        <p:spPr>
          <a:xfrm>
            <a:off x="6654802" y="1402877"/>
            <a:ext cx="570089" cy="230832"/>
          </a:xfrm>
          <a:prstGeom prst="rect">
            <a:avLst/>
          </a:prstGeom>
          <a:noFill/>
        </p:spPr>
        <p:txBody>
          <a:bodyPr wrap="square" rtlCol="0">
            <a:spAutoFit/>
          </a:bodyPr>
          <a:lstStyle/>
          <a:p>
            <a:pPr algn="ctr"/>
            <a:r>
              <a:rPr lang="en-US" sz="900" dirty="0"/>
              <a:t>26</a:t>
            </a:r>
          </a:p>
        </p:txBody>
      </p:sp>
      <p:sp>
        <p:nvSpPr>
          <p:cNvPr id="89" name="TextBox 88">
            <a:extLst>
              <a:ext uri="{FF2B5EF4-FFF2-40B4-BE49-F238E27FC236}">
                <a16:creationId xmlns:a16="http://schemas.microsoft.com/office/drawing/2014/main" id="{02AE631E-E662-7929-3E76-8F3446C6D245}"/>
              </a:ext>
            </a:extLst>
          </p:cNvPr>
          <p:cNvSpPr txBox="1"/>
          <p:nvPr/>
        </p:nvSpPr>
        <p:spPr>
          <a:xfrm>
            <a:off x="3217333" y="1224551"/>
            <a:ext cx="462845" cy="584775"/>
          </a:xfrm>
          <a:prstGeom prst="rect">
            <a:avLst/>
          </a:prstGeom>
          <a:noFill/>
        </p:spPr>
        <p:txBody>
          <a:bodyPr wrap="square" rtlCol="0">
            <a:spAutoFit/>
          </a:bodyPr>
          <a:lstStyle/>
          <a:p>
            <a:pPr algn="ctr"/>
            <a:r>
              <a:rPr lang="en-US" sz="3200" dirty="0"/>
              <a:t>5</a:t>
            </a:r>
          </a:p>
        </p:txBody>
      </p:sp>
      <p:sp>
        <p:nvSpPr>
          <p:cNvPr id="90" name="TextBox 89">
            <a:extLst>
              <a:ext uri="{FF2B5EF4-FFF2-40B4-BE49-F238E27FC236}">
                <a16:creationId xmlns:a16="http://schemas.microsoft.com/office/drawing/2014/main" id="{B9B95BB5-F8E2-C8B7-1B00-D4AAEE119EB8}"/>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93" name="TextBox 92">
            <a:extLst>
              <a:ext uri="{FF2B5EF4-FFF2-40B4-BE49-F238E27FC236}">
                <a16:creationId xmlns:a16="http://schemas.microsoft.com/office/drawing/2014/main" id="{7F651038-963C-29C7-D8E4-5BD607B59255}"/>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94" name="TextBox 93">
            <a:extLst>
              <a:ext uri="{FF2B5EF4-FFF2-40B4-BE49-F238E27FC236}">
                <a16:creationId xmlns:a16="http://schemas.microsoft.com/office/drawing/2014/main" id="{92AB3667-0B62-59D9-22B5-6642B700A8FD}"/>
              </a:ext>
            </a:extLst>
          </p:cNvPr>
          <p:cNvSpPr txBox="1"/>
          <p:nvPr/>
        </p:nvSpPr>
        <p:spPr>
          <a:xfrm>
            <a:off x="6214537" y="721216"/>
            <a:ext cx="462845" cy="584775"/>
          </a:xfrm>
          <a:prstGeom prst="rect">
            <a:avLst/>
          </a:prstGeom>
          <a:noFill/>
        </p:spPr>
        <p:txBody>
          <a:bodyPr wrap="square" rtlCol="0">
            <a:spAutoFit/>
          </a:bodyPr>
          <a:lstStyle/>
          <a:p>
            <a:pPr algn="ctr"/>
            <a:r>
              <a:rPr lang="en-US" sz="3200" dirty="0"/>
              <a:t>7</a:t>
            </a:r>
          </a:p>
        </p:txBody>
      </p:sp>
      <p:sp>
        <p:nvSpPr>
          <p:cNvPr id="95" name="TextBox 94">
            <a:extLst>
              <a:ext uri="{FF2B5EF4-FFF2-40B4-BE49-F238E27FC236}">
                <a16:creationId xmlns:a16="http://schemas.microsoft.com/office/drawing/2014/main" id="{848934E9-6AF6-FA5C-C5F9-637F4B674DAB}"/>
              </a:ext>
            </a:extLst>
          </p:cNvPr>
          <p:cNvSpPr txBox="1"/>
          <p:nvPr/>
        </p:nvSpPr>
        <p:spPr>
          <a:xfrm>
            <a:off x="6214537" y="4747898"/>
            <a:ext cx="462845" cy="584775"/>
          </a:xfrm>
          <a:prstGeom prst="rect">
            <a:avLst/>
          </a:prstGeom>
          <a:noFill/>
        </p:spPr>
        <p:txBody>
          <a:bodyPr wrap="square" rtlCol="0">
            <a:spAutoFit/>
          </a:bodyPr>
          <a:lstStyle/>
          <a:p>
            <a:pPr algn="ctr"/>
            <a:r>
              <a:rPr lang="en-US" sz="3200" dirty="0"/>
              <a:t>5</a:t>
            </a:r>
          </a:p>
        </p:txBody>
      </p:sp>
      <p:sp>
        <p:nvSpPr>
          <p:cNvPr id="10" name="TextBox 9">
            <a:extLst>
              <a:ext uri="{FF2B5EF4-FFF2-40B4-BE49-F238E27FC236}">
                <a16:creationId xmlns:a16="http://schemas.microsoft.com/office/drawing/2014/main" id="{EA07D16D-162D-3B4B-D066-2A7B84E61DDB}"/>
              </a:ext>
            </a:extLst>
          </p:cNvPr>
          <p:cNvSpPr txBox="1"/>
          <p:nvPr/>
        </p:nvSpPr>
        <p:spPr>
          <a:xfrm>
            <a:off x="7213604" y="1224551"/>
            <a:ext cx="462845" cy="584775"/>
          </a:xfrm>
          <a:prstGeom prst="rect">
            <a:avLst/>
          </a:prstGeom>
          <a:noFill/>
        </p:spPr>
        <p:txBody>
          <a:bodyPr wrap="square" rtlCol="0">
            <a:spAutoFit/>
          </a:bodyPr>
          <a:lstStyle/>
          <a:p>
            <a:pPr algn="ctr"/>
            <a:r>
              <a:rPr lang="en-US" sz="3200" dirty="0"/>
              <a:t>8</a:t>
            </a:r>
          </a:p>
        </p:txBody>
      </p:sp>
      <p:sp>
        <p:nvSpPr>
          <p:cNvPr id="59" name="TextBox 58">
            <a:extLst>
              <a:ext uri="{FF2B5EF4-FFF2-40B4-BE49-F238E27FC236}">
                <a16:creationId xmlns:a16="http://schemas.microsoft.com/office/drawing/2014/main" id="{0D5B45E3-9734-F474-FE6D-6B9FEB6A6D16}"/>
              </a:ext>
            </a:extLst>
          </p:cNvPr>
          <p:cNvSpPr txBox="1"/>
          <p:nvPr/>
        </p:nvSpPr>
        <p:spPr>
          <a:xfrm>
            <a:off x="7213604" y="1727886"/>
            <a:ext cx="462845" cy="584775"/>
          </a:xfrm>
          <a:prstGeom prst="rect">
            <a:avLst/>
          </a:prstGeom>
          <a:noFill/>
        </p:spPr>
        <p:txBody>
          <a:bodyPr wrap="square" rtlCol="0">
            <a:spAutoFit/>
          </a:bodyPr>
          <a:lstStyle/>
          <a:p>
            <a:pPr algn="ctr"/>
            <a:r>
              <a:rPr lang="en-US" sz="3200" dirty="0"/>
              <a:t>4</a:t>
            </a:r>
          </a:p>
        </p:txBody>
      </p:sp>
      <p:sp>
        <p:nvSpPr>
          <p:cNvPr id="70" name="TextBox 69">
            <a:extLst>
              <a:ext uri="{FF2B5EF4-FFF2-40B4-BE49-F238E27FC236}">
                <a16:creationId xmlns:a16="http://schemas.microsoft.com/office/drawing/2014/main" id="{F663F273-A7CA-5390-F6D4-3E0066FED217}"/>
              </a:ext>
            </a:extLst>
          </p:cNvPr>
          <p:cNvSpPr txBox="1"/>
          <p:nvPr/>
        </p:nvSpPr>
        <p:spPr>
          <a:xfrm>
            <a:off x="3716867" y="4244561"/>
            <a:ext cx="462845" cy="584775"/>
          </a:xfrm>
          <a:prstGeom prst="rect">
            <a:avLst/>
          </a:prstGeom>
          <a:noFill/>
        </p:spPr>
        <p:txBody>
          <a:bodyPr wrap="square" rtlCol="0">
            <a:spAutoFit/>
          </a:bodyPr>
          <a:lstStyle/>
          <a:p>
            <a:pPr algn="ctr"/>
            <a:r>
              <a:rPr lang="en-US" sz="3200" dirty="0"/>
              <a:t>4</a:t>
            </a:r>
          </a:p>
        </p:txBody>
      </p:sp>
      <p:sp>
        <p:nvSpPr>
          <p:cNvPr id="73" name="TextBox 72">
            <a:extLst>
              <a:ext uri="{FF2B5EF4-FFF2-40B4-BE49-F238E27FC236}">
                <a16:creationId xmlns:a16="http://schemas.microsoft.com/office/drawing/2014/main" id="{C37D22AB-6262-59A4-7FA8-C400A9261E2C}"/>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74" name="TextBox 73">
            <a:extLst>
              <a:ext uri="{FF2B5EF4-FFF2-40B4-BE49-F238E27FC236}">
                <a16:creationId xmlns:a16="http://schemas.microsoft.com/office/drawing/2014/main" id="{18B4E119-B35F-0018-05CB-178AA118F2E1}"/>
              </a:ext>
            </a:extLst>
          </p:cNvPr>
          <p:cNvSpPr txBox="1"/>
          <p:nvPr/>
        </p:nvSpPr>
        <p:spPr>
          <a:xfrm>
            <a:off x="7213604" y="4244561"/>
            <a:ext cx="462845" cy="584775"/>
          </a:xfrm>
          <a:prstGeom prst="rect">
            <a:avLst/>
          </a:prstGeom>
          <a:noFill/>
        </p:spPr>
        <p:txBody>
          <a:bodyPr wrap="square" rtlCol="0">
            <a:spAutoFit/>
          </a:bodyPr>
          <a:lstStyle/>
          <a:p>
            <a:pPr algn="ctr"/>
            <a:r>
              <a:rPr lang="en-US" sz="3200" dirty="0"/>
              <a:t>6</a:t>
            </a:r>
          </a:p>
        </p:txBody>
      </p:sp>
      <p:sp>
        <p:nvSpPr>
          <p:cNvPr id="75" name="TextBox 74">
            <a:extLst>
              <a:ext uri="{FF2B5EF4-FFF2-40B4-BE49-F238E27FC236}">
                <a16:creationId xmlns:a16="http://schemas.microsoft.com/office/drawing/2014/main" id="{A081CA5B-DAF2-F40C-52DE-D64EA4059A24}"/>
              </a:ext>
            </a:extLst>
          </p:cNvPr>
          <p:cNvSpPr txBox="1"/>
          <p:nvPr/>
        </p:nvSpPr>
        <p:spPr>
          <a:xfrm>
            <a:off x="3716867" y="4747898"/>
            <a:ext cx="462845" cy="584775"/>
          </a:xfrm>
          <a:prstGeom prst="rect">
            <a:avLst/>
          </a:prstGeom>
          <a:noFill/>
        </p:spPr>
        <p:txBody>
          <a:bodyPr wrap="square" rtlCol="0">
            <a:spAutoFit/>
          </a:bodyPr>
          <a:lstStyle/>
          <a:p>
            <a:pPr algn="ctr"/>
            <a:r>
              <a:rPr lang="en-US" sz="3200" dirty="0"/>
              <a:t>3</a:t>
            </a:r>
          </a:p>
        </p:txBody>
      </p:sp>
      <p:sp>
        <p:nvSpPr>
          <p:cNvPr id="76" name="TextBox 75">
            <a:extLst>
              <a:ext uri="{FF2B5EF4-FFF2-40B4-BE49-F238E27FC236}">
                <a16:creationId xmlns:a16="http://schemas.microsoft.com/office/drawing/2014/main" id="{82128FF3-FC51-DE6C-846B-3BABEEAB949B}"/>
              </a:ext>
            </a:extLst>
          </p:cNvPr>
          <p:cNvSpPr txBox="1"/>
          <p:nvPr/>
        </p:nvSpPr>
        <p:spPr>
          <a:xfrm>
            <a:off x="4715935" y="4747898"/>
            <a:ext cx="462845" cy="584775"/>
          </a:xfrm>
          <a:prstGeom prst="rect">
            <a:avLst/>
          </a:prstGeom>
          <a:noFill/>
        </p:spPr>
        <p:txBody>
          <a:bodyPr wrap="square" rtlCol="0">
            <a:spAutoFit/>
          </a:bodyPr>
          <a:lstStyle/>
          <a:p>
            <a:pPr algn="ctr"/>
            <a:r>
              <a:rPr lang="en-US" sz="3200" dirty="0"/>
              <a:t>6</a:t>
            </a:r>
          </a:p>
        </p:txBody>
      </p:sp>
      <p:sp>
        <p:nvSpPr>
          <p:cNvPr id="56" name="TextBox 55">
            <a:extLst>
              <a:ext uri="{FF2B5EF4-FFF2-40B4-BE49-F238E27FC236}">
                <a16:creationId xmlns:a16="http://schemas.microsoft.com/office/drawing/2014/main" id="{F5750324-01D8-E37C-1A53-F9AF94367A34}"/>
              </a:ext>
            </a:extLst>
          </p:cNvPr>
          <p:cNvSpPr txBox="1"/>
          <p:nvPr/>
        </p:nvSpPr>
        <p:spPr>
          <a:xfrm>
            <a:off x="6714071" y="4747898"/>
            <a:ext cx="462845" cy="584775"/>
          </a:xfrm>
          <a:prstGeom prst="rect">
            <a:avLst/>
          </a:prstGeom>
          <a:noFill/>
        </p:spPr>
        <p:txBody>
          <a:bodyPr wrap="square" rtlCol="0">
            <a:spAutoFit/>
          </a:bodyPr>
          <a:lstStyle/>
          <a:p>
            <a:pPr algn="ctr"/>
            <a:r>
              <a:rPr lang="en-US" sz="3200" dirty="0"/>
              <a:t>4</a:t>
            </a:r>
          </a:p>
        </p:txBody>
      </p:sp>
      <p:sp>
        <p:nvSpPr>
          <p:cNvPr id="58" name="TextBox 57">
            <a:extLst>
              <a:ext uri="{FF2B5EF4-FFF2-40B4-BE49-F238E27FC236}">
                <a16:creationId xmlns:a16="http://schemas.microsoft.com/office/drawing/2014/main" id="{B7867A00-E7A2-FF97-378B-99B1514BBD6D}"/>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60" name="TextBox 59">
            <a:extLst>
              <a:ext uri="{FF2B5EF4-FFF2-40B4-BE49-F238E27FC236}">
                <a16:creationId xmlns:a16="http://schemas.microsoft.com/office/drawing/2014/main" id="{2A9C9639-0595-A11F-5BEA-8F66008F62E0}"/>
              </a:ext>
            </a:extLst>
          </p:cNvPr>
          <p:cNvSpPr txBox="1"/>
          <p:nvPr/>
        </p:nvSpPr>
        <p:spPr>
          <a:xfrm>
            <a:off x="6714071" y="721216"/>
            <a:ext cx="462845" cy="584775"/>
          </a:xfrm>
          <a:prstGeom prst="rect">
            <a:avLst/>
          </a:prstGeom>
          <a:noFill/>
        </p:spPr>
        <p:txBody>
          <a:bodyPr wrap="square" rtlCol="0">
            <a:spAutoFit/>
          </a:bodyPr>
          <a:lstStyle/>
          <a:p>
            <a:pPr algn="ctr"/>
            <a:r>
              <a:rPr lang="en-US" sz="3200" dirty="0"/>
              <a:t>2</a:t>
            </a:r>
          </a:p>
        </p:txBody>
      </p:sp>
      <p:sp>
        <p:nvSpPr>
          <p:cNvPr id="62" name="TextBox 61">
            <a:extLst>
              <a:ext uri="{FF2B5EF4-FFF2-40B4-BE49-F238E27FC236}">
                <a16:creationId xmlns:a16="http://schemas.microsoft.com/office/drawing/2014/main" id="{D85F66F2-ABE0-93F0-3F11-A2DB7B108D97}"/>
              </a:ext>
            </a:extLst>
          </p:cNvPr>
          <p:cNvSpPr txBox="1"/>
          <p:nvPr/>
        </p:nvSpPr>
        <p:spPr>
          <a:xfrm>
            <a:off x="5215469" y="4747898"/>
            <a:ext cx="462845" cy="584775"/>
          </a:xfrm>
          <a:prstGeom prst="rect">
            <a:avLst/>
          </a:prstGeom>
          <a:noFill/>
        </p:spPr>
        <p:txBody>
          <a:bodyPr wrap="square" rtlCol="0">
            <a:spAutoFit/>
          </a:bodyPr>
          <a:lstStyle/>
          <a:p>
            <a:pPr algn="ctr"/>
            <a:r>
              <a:rPr lang="en-US" sz="3200" dirty="0"/>
              <a:t>2</a:t>
            </a:r>
          </a:p>
        </p:txBody>
      </p:sp>
      <p:sp>
        <p:nvSpPr>
          <p:cNvPr id="63" name="TextBox 62">
            <a:extLst>
              <a:ext uri="{FF2B5EF4-FFF2-40B4-BE49-F238E27FC236}">
                <a16:creationId xmlns:a16="http://schemas.microsoft.com/office/drawing/2014/main" id="{051DFC1F-A1FE-D3B1-C99F-EFC567E6414B}"/>
              </a:ext>
            </a:extLst>
          </p:cNvPr>
          <p:cNvSpPr txBox="1"/>
          <p:nvPr/>
        </p:nvSpPr>
        <p:spPr>
          <a:xfrm>
            <a:off x="5715003" y="4747898"/>
            <a:ext cx="462845" cy="584775"/>
          </a:xfrm>
          <a:prstGeom prst="rect">
            <a:avLst/>
          </a:prstGeom>
          <a:noFill/>
        </p:spPr>
        <p:txBody>
          <a:bodyPr wrap="square" rtlCol="0">
            <a:spAutoFit/>
          </a:bodyPr>
          <a:lstStyle/>
          <a:p>
            <a:pPr algn="ctr"/>
            <a:r>
              <a:rPr lang="en-US" sz="3200" dirty="0"/>
              <a:t>8</a:t>
            </a:r>
          </a:p>
        </p:txBody>
      </p:sp>
      <p:sp>
        <p:nvSpPr>
          <p:cNvPr id="80" name="TextBox 79">
            <a:extLst>
              <a:ext uri="{FF2B5EF4-FFF2-40B4-BE49-F238E27FC236}">
                <a16:creationId xmlns:a16="http://schemas.microsoft.com/office/drawing/2014/main" id="{A232330E-B219-0EF3-66DF-852ED244D952}"/>
              </a:ext>
            </a:extLst>
          </p:cNvPr>
          <p:cNvSpPr txBox="1"/>
          <p:nvPr/>
        </p:nvSpPr>
        <p:spPr>
          <a:xfrm>
            <a:off x="5215469" y="721216"/>
            <a:ext cx="462845" cy="584775"/>
          </a:xfrm>
          <a:prstGeom prst="rect">
            <a:avLst/>
          </a:prstGeom>
          <a:noFill/>
        </p:spPr>
        <p:txBody>
          <a:bodyPr wrap="square" rtlCol="0">
            <a:spAutoFit/>
          </a:bodyPr>
          <a:lstStyle/>
          <a:p>
            <a:pPr algn="ctr"/>
            <a:r>
              <a:rPr lang="en-US" sz="3200" dirty="0"/>
              <a:t>8</a:t>
            </a:r>
          </a:p>
        </p:txBody>
      </p:sp>
      <p:sp>
        <p:nvSpPr>
          <p:cNvPr id="86" name="TextBox 85">
            <a:extLst>
              <a:ext uri="{FF2B5EF4-FFF2-40B4-BE49-F238E27FC236}">
                <a16:creationId xmlns:a16="http://schemas.microsoft.com/office/drawing/2014/main" id="{9276F225-8EE6-FD21-4ADF-E0BFC28BFD30}"/>
              </a:ext>
            </a:extLst>
          </p:cNvPr>
          <p:cNvSpPr txBox="1"/>
          <p:nvPr/>
        </p:nvSpPr>
        <p:spPr>
          <a:xfrm>
            <a:off x="5215469" y="1224551"/>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36529067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EC068-55B4-BD69-7243-FC8395EBCCF9}"/>
            </a:ext>
          </a:extLst>
        </p:cNvPr>
        <p:cNvGrpSpPr/>
        <p:nvPr/>
      </p:nvGrpSpPr>
      <p:grpSpPr>
        <a:xfrm>
          <a:off x="0" y="0"/>
          <a:ext cx="0" cy="0"/>
          <a:chOff x="0" y="0"/>
          <a:chExt cx="0" cy="0"/>
        </a:xfrm>
      </p:grpSpPr>
      <p:sp>
        <p:nvSpPr>
          <p:cNvPr id="52" name="TextBox 51">
            <a:extLst>
              <a:ext uri="{FF2B5EF4-FFF2-40B4-BE49-F238E27FC236}">
                <a16:creationId xmlns:a16="http://schemas.microsoft.com/office/drawing/2014/main" id="{3AD40481-287E-9449-D3A0-1C18C53FDCB5}"/>
              </a:ext>
            </a:extLst>
          </p:cNvPr>
          <p:cNvSpPr txBox="1"/>
          <p:nvPr/>
        </p:nvSpPr>
        <p:spPr>
          <a:xfrm>
            <a:off x="6214537" y="1224551"/>
            <a:ext cx="462845" cy="584775"/>
          </a:xfrm>
          <a:prstGeom prst="rect">
            <a:avLst/>
          </a:prstGeom>
          <a:solidFill>
            <a:srgbClr val="FFFF00">
              <a:alpha val="20000"/>
            </a:srgbClr>
          </a:solid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D748C3BA-C7FD-F443-D15F-0C3C62FBD934}"/>
              </a:ext>
            </a:extLst>
          </p:cNvPr>
          <p:cNvSpPr txBox="1"/>
          <p:nvPr/>
        </p:nvSpPr>
        <p:spPr>
          <a:xfrm>
            <a:off x="5715003" y="721216"/>
            <a:ext cx="462845" cy="584775"/>
          </a:xfrm>
          <a:prstGeom prst="rect">
            <a:avLst/>
          </a:prstGeom>
          <a:solidFill>
            <a:srgbClr val="FFFF00">
              <a:alpha val="20000"/>
            </a:srgbClr>
          </a:solidFill>
        </p:spPr>
        <p:txBody>
          <a:bodyPr wrap="square" rtlCol="0">
            <a:spAutoFit/>
          </a:bodyPr>
          <a:lstStyle/>
          <a:p>
            <a:pPr algn="ctr"/>
            <a:r>
              <a:rPr lang="en-US" sz="3200" dirty="0"/>
              <a:t>5</a:t>
            </a:r>
          </a:p>
        </p:txBody>
      </p:sp>
      <p:sp>
        <p:nvSpPr>
          <p:cNvPr id="91" name="TextBox 90">
            <a:extLst>
              <a:ext uri="{FF2B5EF4-FFF2-40B4-BE49-F238E27FC236}">
                <a16:creationId xmlns:a16="http://schemas.microsoft.com/office/drawing/2014/main" id="{2C085A50-D635-0F25-E366-5681F74C9412}"/>
              </a:ext>
            </a:extLst>
          </p:cNvPr>
          <p:cNvSpPr txBox="1"/>
          <p:nvPr/>
        </p:nvSpPr>
        <p:spPr>
          <a:xfrm>
            <a:off x="6714071" y="1727886"/>
            <a:ext cx="462845" cy="584775"/>
          </a:xfrm>
          <a:prstGeom prst="rect">
            <a:avLst/>
          </a:prstGeom>
          <a:solidFill>
            <a:srgbClr val="FFFF00">
              <a:alpha val="20000"/>
            </a:srgbClr>
          </a:solidFill>
        </p:spPr>
        <p:txBody>
          <a:bodyPr wrap="square" rtlCol="0">
            <a:spAutoFit/>
          </a:bodyPr>
          <a:lstStyle/>
          <a:p>
            <a:pPr algn="ctr"/>
            <a:r>
              <a:rPr lang="en-US" sz="3200" dirty="0"/>
              <a:t>5</a:t>
            </a:r>
          </a:p>
        </p:txBody>
      </p:sp>
      <p:sp>
        <p:nvSpPr>
          <p:cNvPr id="92" name="TextBox 91">
            <a:extLst>
              <a:ext uri="{FF2B5EF4-FFF2-40B4-BE49-F238E27FC236}">
                <a16:creationId xmlns:a16="http://schemas.microsoft.com/office/drawing/2014/main" id="{562F63E9-7EB3-DEDE-ECF5-2F406B9CEE1B}"/>
              </a:ext>
            </a:extLst>
          </p:cNvPr>
          <p:cNvSpPr txBox="1"/>
          <p:nvPr/>
        </p:nvSpPr>
        <p:spPr>
          <a:xfrm>
            <a:off x="7213604" y="2231221"/>
            <a:ext cx="462845" cy="584775"/>
          </a:xfrm>
          <a:prstGeom prst="rect">
            <a:avLst/>
          </a:prstGeom>
          <a:solidFill>
            <a:srgbClr val="FFFF00">
              <a:alpha val="20000"/>
            </a:srgbClr>
          </a:solidFill>
        </p:spPr>
        <p:txBody>
          <a:bodyPr wrap="square" rtlCol="0">
            <a:spAutoFit/>
          </a:bodyPr>
          <a:lstStyle/>
          <a:p>
            <a:pPr algn="ctr"/>
            <a:r>
              <a:rPr lang="en-US" sz="3200" dirty="0"/>
              <a:t>3</a:t>
            </a:r>
          </a:p>
        </p:txBody>
      </p:sp>
      <p:sp>
        <p:nvSpPr>
          <p:cNvPr id="77" name="TextBox 76">
            <a:extLst>
              <a:ext uri="{FF2B5EF4-FFF2-40B4-BE49-F238E27FC236}">
                <a16:creationId xmlns:a16="http://schemas.microsoft.com/office/drawing/2014/main" id="{5502B1E4-340C-91E9-9C86-A18C6F9E959E}"/>
              </a:ext>
            </a:extLst>
          </p:cNvPr>
          <p:cNvSpPr txBox="1"/>
          <p:nvPr/>
        </p:nvSpPr>
        <p:spPr>
          <a:xfrm>
            <a:off x="5715003" y="1727886"/>
            <a:ext cx="462845" cy="584775"/>
          </a:xfrm>
          <a:prstGeom prst="rect">
            <a:avLst/>
          </a:prstGeom>
          <a:solidFill>
            <a:srgbClr val="92D050">
              <a:alpha val="15000"/>
            </a:srgbClr>
          </a:solidFill>
        </p:spPr>
        <p:txBody>
          <a:bodyPr wrap="square" rtlCol="0">
            <a:spAutoFit/>
          </a:bodyPr>
          <a:lstStyle/>
          <a:p>
            <a:pPr algn="ctr"/>
            <a:r>
              <a:rPr lang="en-US" sz="3200" dirty="0"/>
              <a:t>6</a:t>
            </a:r>
          </a:p>
        </p:txBody>
      </p:sp>
      <p:sp>
        <p:nvSpPr>
          <p:cNvPr id="78" name="TextBox 77">
            <a:extLst>
              <a:ext uri="{FF2B5EF4-FFF2-40B4-BE49-F238E27FC236}">
                <a16:creationId xmlns:a16="http://schemas.microsoft.com/office/drawing/2014/main" id="{6C1ABF80-B087-84CF-751F-7CD1A52F010F}"/>
              </a:ext>
            </a:extLst>
          </p:cNvPr>
          <p:cNvSpPr txBox="1"/>
          <p:nvPr/>
        </p:nvSpPr>
        <p:spPr>
          <a:xfrm>
            <a:off x="6214537" y="2231221"/>
            <a:ext cx="462845" cy="584775"/>
          </a:xfrm>
          <a:prstGeom prst="rect">
            <a:avLst/>
          </a:prstGeom>
          <a:solidFill>
            <a:srgbClr val="92D050">
              <a:alpha val="15000"/>
            </a:srgbClr>
          </a:solidFill>
        </p:spPr>
        <p:txBody>
          <a:bodyPr wrap="square" rtlCol="0">
            <a:spAutoFit/>
          </a:bodyPr>
          <a:lstStyle/>
          <a:p>
            <a:pPr algn="ctr"/>
            <a:r>
              <a:rPr lang="en-US" sz="3200" dirty="0"/>
              <a:t>4</a:t>
            </a:r>
          </a:p>
        </p:txBody>
      </p:sp>
      <p:sp>
        <p:nvSpPr>
          <p:cNvPr id="82" name="TextBox 81">
            <a:extLst>
              <a:ext uri="{FF2B5EF4-FFF2-40B4-BE49-F238E27FC236}">
                <a16:creationId xmlns:a16="http://schemas.microsoft.com/office/drawing/2014/main" id="{524DE997-9C6D-1DF6-E787-C4DB46364A48}"/>
              </a:ext>
            </a:extLst>
          </p:cNvPr>
          <p:cNvSpPr txBox="1"/>
          <p:nvPr/>
        </p:nvSpPr>
        <p:spPr>
          <a:xfrm>
            <a:off x="6714071" y="2734556"/>
            <a:ext cx="462845" cy="584775"/>
          </a:xfrm>
          <a:prstGeom prst="rect">
            <a:avLst/>
          </a:prstGeom>
          <a:solidFill>
            <a:srgbClr val="92D050">
              <a:alpha val="15000"/>
            </a:srgbClr>
          </a:solidFill>
        </p:spPr>
        <p:txBody>
          <a:bodyPr wrap="square" rtlCol="0">
            <a:spAutoFit/>
          </a:bodyPr>
          <a:lstStyle/>
          <a:p>
            <a:pPr algn="ctr"/>
            <a:r>
              <a:rPr lang="en-US" sz="3200" dirty="0"/>
              <a:t>7</a:t>
            </a:r>
          </a:p>
        </p:txBody>
      </p:sp>
      <p:sp>
        <p:nvSpPr>
          <p:cNvPr id="83" name="TextBox 82">
            <a:extLst>
              <a:ext uri="{FF2B5EF4-FFF2-40B4-BE49-F238E27FC236}">
                <a16:creationId xmlns:a16="http://schemas.microsoft.com/office/drawing/2014/main" id="{D577646B-5053-7CC5-A368-7B645060FDB3}"/>
              </a:ext>
            </a:extLst>
          </p:cNvPr>
          <p:cNvSpPr txBox="1"/>
          <p:nvPr/>
        </p:nvSpPr>
        <p:spPr>
          <a:xfrm>
            <a:off x="7213604" y="3237891"/>
            <a:ext cx="462845" cy="584775"/>
          </a:xfrm>
          <a:prstGeom prst="rect">
            <a:avLst/>
          </a:prstGeom>
          <a:solidFill>
            <a:srgbClr val="92D050">
              <a:alpha val="15000"/>
            </a:srgbClr>
          </a:solidFill>
        </p:spPr>
        <p:txBody>
          <a:bodyPr wrap="square" rtlCol="0">
            <a:spAutoFit/>
          </a:bodyPr>
          <a:lstStyle/>
          <a:p>
            <a:pPr algn="ctr"/>
            <a:r>
              <a:rPr lang="en-US" sz="3200" dirty="0"/>
              <a:t>2</a:t>
            </a:r>
          </a:p>
        </p:txBody>
      </p:sp>
      <p:sp>
        <p:nvSpPr>
          <p:cNvPr id="84" name="TextBox 83">
            <a:extLst>
              <a:ext uri="{FF2B5EF4-FFF2-40B4-BE49-F238E27FC236}">
                <a16:creationId xmlns:a16="http://schemas.microsoft.com/office/drawing/2014/main" id="{5DCEF186-BCE9-2E1A-891B-E25E72337BF7}"/>
              </a:ext>
            </a:extLst>
          </p:cNvPr>
          <p:cNvSpPr txBox="1"/>
          <p:nvPr/>
        </p:nvSpPr>
        <p:spPr>
          <a:xfrm>
            <a:off x="7213604" y="3741226"/>
            <a:ext cx="462845" cy="584775"/>
          </a:xfrm>
          <a:prstGeom prst="rect">
            <a:avLst/>
          </a:prstGeom>
          <a:solidFill>
            <a:srgbClr val="92D050">
              <a:alpha val="15000"/>
            </a:srgbClr>
          </a:solidFill>
        </p:spPr>
        <p:txBody>
          <a:bodyPr wrap="square" rtlCol="0">
            <a:spAutoFit/>
          </a:bodyPr>
          <a:lstStyle/>
          <a:p>
            <a:pPr algn="ctr"/>
            <a:r>
              <a:rPr lang="en-US" sz="3200" dirty="0"/>
              <a:t>7</a:t>
            </a:r>
          </a:p>
        </p:txBody>
      </p:sp>
      <p:sp>
        <p:nvSpPr>
          <p:cNvPr id="46" name="TextBox 45">
            <a:extLst>
              <a:ext uri="{FF2B5EF4-FFF2-40B4-BE49-F238E27FC236}">
                <a16:creationId xmlns:a16="http://schemas.microsoft.com/office/drawing/2014/main" id="{7AFC9F59-7780-92E4-AC82-F5078D374681}"/>
              </a:ext>
            </a:extLst>
          </p:cNvPr>
          <p:cNvSpPr txBox="1"/>
          <p:nvPr/>
        </p:nvSpPr>
        <p:spPr>
          <a:xfrm>
            <a:off x="3716867" y="2231221"/>
            <a:ext cx="462845" cy="584775"/>
          </a:xfrm>
          <a:prstGeom prst="rect">
            <a:avLst/>
          </a:prstGeom>
          <a:solidFill>
            <a:srgbClr val="FF0000">
              <a:alpha val="15000"/>
            </a:srgbClr>
          </a:solidFill>
        </p:spPr>
        <p:txBody>
          <a:bodyPr wrap="square" rtlCol="0">
            <a:spAutoFit/>
          </a:bodyPr>
          <a:lstStyle/>
          <a:p>
            <a:pPr algn="ctr"/>
            <a:r>
              <a:rPr lang="en-US" sz="3200" dirty="0"/>
              <a:t>7</a:t>
            </a:r>
          </a:p>
        </p:txBody>
      </p:sp>
      <p:sp>
        <p:nvSpPr>
          <p:cNvPr id="47" name="TextBox 46">
            <a:extLst>
              <a:ext uri="{FF2B5EF4-FFF2-40B4-BE49-F238E27FC236}">
                <a16:creationId xmlns:a16="http://schemas.microsoft.com/office/drawing/2014/main" id="{3853DD53-22C6-D6C0-0698-24F659A5FF86}"/>
              </a:ext>
            </a:extLst>
          </p:cNvPr>
          <p:cNvSpPr txBox="1"/>
          <p:nvPr/>
        </p:nvSpPr>
        <p:spPr>
          <a:xfrm>
            <a:off x="4216401" y="2734556"/>
            <a:ext cx="462845" cy="584775"/>
          </a:xfrm>
          <a:prstGeom prst="rect">
            <a:avLst/>
          </a:prstGeom>
          <a:solidFill>
            <a:srgbClr val="FF0000">
              <a:alpha val="15000"/>
            </a:srgbClr>
          </a:solid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CADD0B1E-8EB8-B504-80B7-0BC2C5CAF5CB}"/>
              </a:ext>
            </a:extLst>
          </p:cNvPr>
          <p:cNvSpPr txBox="1"/>
          <p:nvPr/>
        </p:nvSpPr>
        <p:spPr>
          <a:xfrm>
            <a:off x="4715935" y="3237891"/>
            <a:ext cx="462845" cy="584775"/>
          </a:xfrm>
          <a:prstGeom prst="rect">
            <a:avLst/>
          </a:prstGeom>
          <a:solidFill>
            <a:srgbClr val="FF0000">
              <a:alpha val="15000"/>
            </a:srgbClr>
          </a:solidFill>
        </p:spPr>
        <p:txBody>
          <a:bodyPr wrap="square" rtlCol="0">
            <a:spAutoFit/>
          </a:bodyPr>
          <a:lstStyle/>
          <a:p>
            <a:pPr algn="ctr"/>
            <a:r>
              <a:rPr lang="en-US" sz="3200" dirty="0"/>
              <a:t>7</a:t>
            </a:r>
          </a:p>
        </p:txBody>
      </p:sp>
      <p:sp>
        <p:nvSpPr>
          <p:cNvPr id="49" name="TextBox 48">
            <a:extLst>
              <a:ext uri="{FF2B5EF4-FFF2-40B4-BE49-F238E27FC236}">
                <a16:creationId xmlns:a16="http://schemas.microsoft.com/office/drawing/2014/main" id="{7C93AD09-BFC4-F953-7963-30AD8FE58930}"/>
              </a:ext>
            </a:extLst>
          </p:cNvPr>
          <p:cNvSpPr txBox="1"/>
          <p:nvPr/>
        </p:nvSpPr>
        <p:spPr>
          <a:xfrm>
            <a:off x="5215469" y="3741226"/>
            <a:ext cx="462845" cy="584775"/>
          </a:xfrm>
          <a:prstGeom prst="rect">
            <a:avLst/>
          </a:prstGeom>
          <a:solidFill>
            <a:srgbClr val="FF0000">
              <a:alpha val="15000"/>
            </a:srgbClr>
          </a:solidFill>
        </p:spPr>
        <p:txBody>
          <a:bodyPr wrap="square" rtlCol="0">
            <a:spAutoFit/>
          </a:bodyPr>
          <a:lstStyle/>
          <a:p>
            <a:pPr algn="ctr"/>
            <a:r>
              <a:rPr lang="en-US" sz="3200" dirty="0"/>
              <a:t>4</a:t>
            </a:r>
          </a:p>
        </p:txBody>
      </p:sp>
      <p:sp>
        <p:nvSpPr>
          <p:cNvPr id="50" name="TextBox 49">
            <a:extLst>
              <a:ext uri="{FF2B5EF4-FFF2-40B4-BE49-F238E27FC236}">
                <a16:creationId xmlns:a16="http://schemas.microsoft.com/office/drawing/2014/main" id="{BC17194D-014C-7464-C8B8-9B292663B670}"/>
              </a:ext>
            </a:extLst>
          </p:cNvPr>
          <p:cNvSpPr txBox="1"/>
          <p:nvPr/>
        </p:nvSpPr>
        <p:spPr>
          <a:xfrm>
            <a:off x="5715003" y="4244561"/>
            <a:ext cx="462845" cy="584775"/>
          </a:xfrm>
          <a:prstGeom prst="rect">
            <a:avLst/>
          </a:prstGeom>
          <a:solidFill>
            <a:srgbClr val="FF0000">
              <a:alpha val="15000"/>
            </a:srgbClr>
          </a:solidFill>
        </p:spPr>
        <p:txBody>
          <a:bodyPr wrap="square" rtlCol="0">
            <a:spAutoFit/>
          </a:bodyPr>
          <a:lstStyle/>
          <a:p>
            <a:pPr algn="ctr"/>
            <a:r>
              <a:rPr lang="en-US" sz="3200" dirty="0"/>
              <a:t>7</a:t>
            </a:r>
          </a:p>
        </p:txBody>
      </p:sp>
      <p:sp>
        <p:nvSpPr>
          <p:cNvPr id="2" name="Content Placeholder 1">
            <a:extLst>
              <a:ext uri="{FF2B5EF4-FFF2-40B4-BE49-F238E27FC236}">
                <a16:creationId xmlns:a16="http://schemas.microsoft.com/office/drawing/2014/main" id="{D6932D89-2B95-D0A2-CFD8-11F0F68E7176}"/>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4D467109-28EE-4143-B5B2-C9D2A38DF3D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32F17E9-76C9-D17A-BE7B-B15066A030B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7594318-B240-80EF-7B1B-A4E1A8D4F51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B2FA550-A0A4-CB94-1021-D6CD0BAAE202}"/>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5FA177B9-8A94-EF1C-8CF2-044494D81BD6}"/>
              </a:ext>
            </a:extLst>
          </p:cNvPr>
          <p:cNvSpPr txBox="1"/>
          <p:nvPr/>
        </p:nvSpPr>
        <p:spPr>
          <a:xfrm>
            <a:off x="7213604" y="4747898"/>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2DD39449-D7BB-8288-B979-42EBAC6EA4F0}"/>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B3DC8550-DA8F-8822-3F9B-1AF6E7AFB91C}"/>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17" name="TextBox 16">
            <a:extLst>
              <a:ext uri="{FF2B5EF4-FFF2-40B4-BE49-F238E27FC236}">
                <a16:creationId xmlns:a16="http://schemas.microsoft.com/office/drawing/2014/main" id="{AC52CA3B-0775-53DA-A92B-0C13DDA14B4D}"/>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6F1553C3-DE29-0F40-E3E6-CAA073AB2477}"/>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970491E1-07F3-4A6D-15F5-FD09ED1B00A3}"/>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35BC771F-4A8A-9FD6-DA06-7FF4E7A4BF8B}"/>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70AD6946-CD3C-29ED-7AB1-851C3B3DC099}"/>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A35A8F6F-3C8F-A5D6-65C2-1E58268CA332}"/>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5A956B48-4192-BE11-B1D9-2F23D193E152}"/>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42FAFA72-655F-6A01-05CF-749B3707C14A}"/>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3051663E-6952-2F6B-9AF7-0503AC84EFFE}"/>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79475CB8-B7BA-263F-074F-A845ACBCB1AC}"/>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B7985A2B-4F1A-0090-E507-62BD3C8FEB3C}"/>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954C3DE1-F2FF-FF77-B972-AF50B12F82FA}"/>
              </a:ext>
            </a:extLst>
          </p:cNvPr>
          <p:cNvSpPr txBox="1"/>
          <p:nvPr/>
        </p:nvSpPr>
        <p:spPr>
          <a:xfrm>
            <a:off x="5715003" y="223122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CC5E9A91-4403-C239-741A-BD3035E15A9A}"/>
              </a:ext>
            </a:extLst>
          </p:cNvPr>
          <p:cNvSpPr txBox="1"/>
          <p:nvPr/>
        </p:nvSpPr>
        <p:spPr>
          <a:xfrm>
            <a:off x="3217333" y="273455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B8F4F83D-2702-9D4F-D79F-856C325D7E12}"/>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D3074E02-B1B3-BBDF-7E0B-FB4A9F2BB9CA}"/>
              </a:ext>
            </a:extLst>
          </p:cNvPr>
          <p:cNvSpPr txBox="1"/>
          <p:nvPr/>
        </p:nvSpPr>
        <p:spPr>
          <a:xfrm>
            <a:off x="3716867" y="1727886"/>
            <a:ext cx="462845" cy="584775"/>
          </a:xfrm>
          <a:prstGeom prst="rect">
            <a:avLst/>
          </a:prstGeom>
          <a:solidFill>
            <a:schemeClr val="accent5">
              <a:lumMod val="75000"/>
              <a:alpha val="25000"/>
            </a:schemeClr>
          </a:solid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13713010-00E4-6001-40F5-49704ECD7E4D}"/>
              </a:ext>
            </a:extLst>
          </p:cNvPr>
          <p:cNvSpPr txBox="1"/>
          <p:nvPr/>
        </p:nvSpPr>
        <p:spPr>
          <a:xfrm>
            <a:off x="4715935" y="2734556"/>
            <a:ext cx="462845" cy="584775"/>
          </a:xfrm>
          <a:prstGeom prst="rect">
            <a:avLst/>
          </a:prstGeom>
          <a:solidFill>
            <a:schemeClr val="accent5">
              <a:lumMod val="75000"/>
              <a:alpha val="25000"/>
            </a:schemeClr>
          </a:solidFill>
        </p:spPr>
        <p:txBody>
          <a:bodyPr wrap="square" rtlCol="0">
            <a:spAutoFit/>
          </a:bodyPr>
          <a:lstStyle/>
          <a:p>
            <a:pPr algn="ctr"/>
            <a:r>
              <a:rPr lang="en-US" sz="3200" dirty="0"/>
              <a:t>8</a:t>
            </a:r>
          </a:p>
        </p:txBody>
      </p:sp>
      <p:sp>
        <p:nvSpPr>
          <p:cNvPr id="43" name="TextBox 42">
            <a:extLst>
              <a:ext uri="{FF2B5EF4-FFF2-40B4-BE49-F238E27FC236}">
                <a16:creationId xmlns:a16="http://schemas.microsoft.com/office/drawing/2014/main" id="{7775A8E8-6F9F-8F1A-A068-E04845A3645C}"/>
              </a:ext>
            </a:extLst>
          </p:cNvPr>
          <p:cNvSpPr txBox="1"/>
          <p:nvPr/>
        </p:nvSpPr>
        <p:spPr>
          <a:xfrm>
            <a:off x="5215469" y="3237891"/>
            <a:ext cx="462845" cy="584775"/>
          </a:xfrm>
          <a:prstGeom prst="rect">
            <a:avLst/>
          </a:prstGeom>
          <a:solidFill>
            <a:schemeClr val="accent5">
              <a:lumMod val="75000"/>
              <a:alpha val="25000"/>
            </a:schemeClr>
          </a:solidFill>
        </p:spPr>
        <p:txBody>
          <a:bodyPr wrap="square" rtlCol="0">
            <a:spAutoFit/>
          </a:bodyPr>
          <a:lstStyle/>
          <a:p>
            <a:pPr algn="ctr"/>
            <a:r>
              <a:rPr lang="en-US" sz="3200" dirty="0"/>
              <a:t>6</a:t>
            </a:r>
          </a:p>
        </p:txBody>
      </p:sp>
      <p:sp>
        <p:nvSpPr>
          <p:cNvPr id="44" name="TextBox 43">
            <a:extLst>
              <a:ext uri="{FF2B5EF4-FFF2-40B4-BE49-F238E27FC236}">
                <a16:creationId xmlns:a16="http://schemas.microsoft.com/office/drawing/2014/main" id="{7842C16D-0A4A-1C23-EA23-B84F883EE132}"/>
              </a:ext>
            </a:extLst>
          </p:cNvPr>
          <p:cNvSpPr txBox="1"/>
          <p:nvPr/>
        </p:nvSpPr>
        <p:spPr>
          <a:xfrm>
            <a:off x="6214537" y="4244561"/>
            <a:ext cx="462845" cy="584775"/>
          </a:xfrm>
          <a:prstGeom prst="rect">
            <a:avLst/>
          </a:prstGeom>
          <a:solidFill>
            <a:schemeClr val="accent5">
              <a:lumMod val="75000"/>
              <a:alpha val="25000"/>
            </a:schemeClr>
          </a:solidFill>
        </p:spPr>
        <p:txBody>
          <a:bodyPr wrap="square" rtlCol="0">
            <a:spAutoFit/>
          </a:bodyPr>
          <a:lstStyle/>
          <a:p>
            <a:pPr algn="ctr"/>
            <a:r>
              <a:rPr lang="en-US" sz="3200" dirty="0"/>
              <a:t>8</a:t>
            </a:r>
          </a:p>
        </p:txBody>
      </p:sp>
      <p:sp>
        <p:nvSpPr>
          <p:cNvPr id="45" name="TextBox 44">
            <a:extLst>
              <a:ext uri="{FF2B5EF4-FFF2-40B4-BE49-F238E27FC236}">
                <a16:creationId xmlns:a16="http://schemas.microsoft.com/office/drawing/2014/main" id="{196BF6BD-614C-1DA0-4664-6BDAFDE5A0B2}"/>
              </a:ext>
            </a:extLst>
          </p:cNvPr>
          <p:cNvSpPr txBox="1"/>
          <p:nvPr/>
        </p:nvSpPr>
        <p:spPr>
          <a:xfrm>
            <a:off x="4216401" y="2231221"/>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51" name="TextBox 50">
            <a:extLst>
              <a:ext uri="{FF2B5EF4-FFF2-40B4-BE49-F238E27FC236}">
                <a16:creationId xmlns:a16="http://schemas.microsoft.com/office/drawing/2014/main" id="{9FBFF0BE-8040-57AB-9C2A-F58BFB70D021}"/>
              </a:ext>
            </a:extLst>
          </p:cNvPr>
          <p:cNvSpPr txBox="1"/>
          <p:nvPr/>
        </p:nvSpPr>
        <p:spPr>
          <a:xfrm>
            <a:off x="5715003" y="3741226"/>
            <a:ext cx="462845" cy="584775"/>
          </a:xfrm>
          <a:prstGeom prst="rect">
            <a:avLst/>
          </a:prstGeom>
          <a:solidFill>
            <a:schemeClr val="accent5">
              <a:lumMod val="75000"/>
              <a:alpha val="25000"/>
            </a:schemeClr>
          </a:solid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7701A0C9-9569-6532-7FD0-4F46EB2BE9E5}"/>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090DFF22-3A38-FD43-A028-9F8033451012}"/>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14F89423-CF07-3ABD-5342-21302499389A}"/>
              </a:ext>
            </a:extLst>
          </p:cNvPr>
          <p:cNvSpPr txBox="1"/>
          <p:nvPr/>
        </p:nvSpPr>
        <p:spPr>
          <a:xfrm>
            <a:off x="5215469" y="172788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89555A65-90E0-D1F0-22E2-7AC2BC1CB034}"/>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15CE00F0-7CB0-FEA0-EE18-D55FEE06E718}"/>
              </a:ext>
            </a:extLst>
          </p:cNvPr>
          <p:cNvSpPr txBox="1"/>
          <p:nvPr/>
        </p:nvSpPr>
        <p:spPr>
          <a:xfrm>
            <a:off x="4715935" y="721216"/>
            <a:ext cx="462845" cy="584775"/>
          </a:xfrm>
          <a:prstGeom prst="rect">
            <a:avLst/>
          </a:prstGeom>
          <a:noFill/>
        </p:spPr>
        <p:txBody>
          <a:bodyPr wrap="square" rtlCol="0">
            <a:spAutoFit/>
          </a:bodyPr>
          <a:lstStyle/>
          <a:p>
            <a:pPr algn="ctr"/>
            <a:r>
              <a:rPr lang="en-US" sz="3200" dirty="0"/>
              <a:t>4</a:t>
            </a:r>
          </a:p>
        </p:txBody>
      </p:sp>
      <p:sp>
        <p:nvSpPr>
          <p:cNvPr id="28" name="TextBox 27">
            <a:extLst>
              <a:ext uri="{FF2B5EF4-FFF2-40B4-BE49-F238E27FC236}">
                <a16:creationId xmlns:a16="http://schemas.microsoft.com/office/drawing/2014/main" id="{D22D5B81-9FFD-6CA7-F0A0-FCE125F09DF2}"/>
              </a:ext>
            </a:extLst>
          </p:cNvPr>
          <p:cNvSpPr txBox="1"/>
          <p:nvPr/>
        </p:nvSpPr>
        <p:spPr>
          <a:xfrm>
            <a:off x="3217333" y="2231221"/>
            <a:ext cx="462845" cy="584775"/>
          </a:xfrm>
          <a:prstGeom prst="rect">
            <a:avLst/>
          </a:prstGeom>
          <a:solidFill>
            <a:srgbClr val="00B0F0">
              <a:alpha val="15000"/>
            </a:srgbClr>
          </a:solidFill>
        </p:spPr>
        <p:txBody>
          <a:bodyPr wrap="square" rtlCol="0">
            <a:spAutoFit/>
          </a:bodyPr>
          <a:lstStyle/>
          <a:p>
            <a:pPr algn="ctr"/>
            <a:r>
              <a:rPr lang="en-US" sz="3200" dirty="0"/>
              <a:t>6</a:t>
            </a:r>
          </a:p>
        </p:txBody>
      </p:sp>
      <p:sp>
        <p:nvSpPr>
          <p:cNvPr id="29" name="TextBox 28">
            <a:extLst>
              <a:ext uri="{FF2B5EF4-FFF2-40B4-BE49-F238E27FC236}">
                <a16:creationId xmlns:a16="http://schemas.microsoft.com/office/drawing/2014/main" id="{6230473F-394C-7992-A559-C67B884A523E}"/>
              </a:ext>
            </a:extLst>
          </p:cNvPr>
          <p:cNvSpPr txBox="1"/>
          <p:nvPr/>
        </p:nvSpPr>
        <p:spPr>
          <a:xfrm>
            <a:off x="3716867" y="2734556"/>
            <a:ext cx="462845" cy="584775"/>
          </a:xfrm>
          <a:prstGeom prst="rect">
            <a:avLst/>
          </a:prstGeom>
          <a:solidFill>
            <a:srgbClr val="00B0F0">
              <a:alpha val="15000"/>
            </a:srgbClr>
          </a:solidFill>
        </p:spPr>
        <p:txBody>
          <a:bodyPr wrap="square" rtlCol="0">
            <a:spAutoFit/>
          </a:bodyPr>
          <a:lstStyle/>
          <a:p>
            <a:pPr algn="ctr"/>
            <a:r>
              <a:rPr lang="en-US" sz="3200" dirty="0"/>
              <a:t>2</a:t>
            </a:r>
          </a:p>
        </p:txBody>
      </p:sp>
      <p:sp>
        <p:nvSpPr>
          <p:cNvPr id="32" name="TextBox 31">
            <a:extLst>
              <a:ext uri="{FF2B5EF4-FFF2-40B4-BE49-F238E27FC236}">
                <a16:creationId xmlns:a16="http://schemas.microsoft.com/office/drawing/2014/main" id="{D43D6930-6926-6A0D-599F-5B4F92B31471}"/>
              </a:ext>
            </a:extLst>
          </p:cNvPr>
          <p:cNvSpPr txBox="1"/>
          <p:nvPr/>
        </p:nvSpPr>
        <p:spPr>
          <a:xfrm>
            <a:off x="4216401" y="3237891"/>
            <a:ext cx="462845" cy="584775"/>
          </a:xfrm>
          <a:prstGeom prst="rect">
            <a:avLst/>
          </a:prstGeom>
          <a:solidFill>
            <a:srgbClr val="00B0F0">
              <a:alpha val="15000"/>
            </a:srgbClr>
          </a:solidFill>
        </p:spPr>
        <p:txBody>
          <a:bodyPr wrap="square" rtlCol="0">
            <a:spAutoFit/>
          </a:bodyPr>
          <a:lstStyle/>
          <a:p>
            <a:pPr algn="ctr"/>
            <a:r>
              <a:rPr lang="en-US" sz="3200" dirty="0"/>
              <a:t>8</a:t>
            </a:r>
          </a:p>
        </p:txBody>
      </p:sp>
      <p:sp>
        <p:nvSpPr>
          <p:cNvPr id="33" name="TextBox 32">
            <a:extLst>
              <a:ext uri="{FF2B5EF4-FFF2-40B4-BE49-F238E27FC236}">
                <a16:creationId xmlns:a16="http://schemas.microsoft.com/office/drawing/2014/main" id="{E0913A72-D397-DB3F-FB0D-68185C646D2A}"/>
              </a:ext>
            </a:extLst>
          </p:cNvPr>
          <p:cNvSpPr txBox="1"/>
          <p:nvPr/>
        </p:nvSpPr>
        <p:spPr>
          <a:xfrm>
            <a:off x="4715935" y="3741226"/>
            <a:ext cx="462845" cy="584775"/>
          </a:xfrm>
          <a:prstGeom prst="rect">
            <a:avLst/>
          </a:prstGeom>
          <a:solidFill>
            <a:srgbClr val="00B0F0">
              <a:alpha val="15000"/>
            </a:srgbClr>
          </a:solid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BB6ED937-9B80-CC7B-48C0-839CAA453087}"/>
              </a:ext>
            </a:extLst>
          </p:cNvPr>
          <p:cNvSpPr txBox="1"/>
          <p:nvPr/>
        </p:nvSpPr>
        <p:spPr>
          <a:xfrm>
            <a:off x="5215469" y="4244561"/>
            <a:ext cx="462845" cy="584775"/>
          </a:xfrm>
          <a:prstGeom prst="rect">
            <a:avLst/>
          </a:prstGeom>
          <a:solidFill>
            <a:srgbClr val="00B0F0">
              <a:alpha val="15000"/>
            </a:srgbClr>
          </a:solidFill>
        </p:spPr>
        <p:txBody>
          <a:bodyPr wrap="square" rtlCol="0">
            <a:spAutoFit/>
          </a:bodyPr>
          <a:lstStyle/>
          <a:p>
            <a:pPr algn="ctr"/>
            <a:r>
              <a:rPr lang="en-US" sz="3200" dirty="0"/>
              <a:t>9</a:t>
            </a:r>
          </a:p>
        </p:txBody>
      </p:sp>
      <p:sp>
        <p:nvSpPr>
          <p:cNvPr id="27" name="TextBox 26">
            <a:extLst>
              <a:ext uri="{FF2B5EF4-FFF2-40B4-BE49-F238E27FC236}">
                <a16:creationId xmlns:a16="http://schemas.microsoft.com/office/drawing/2014/main" id="{69E6D753-4BF6-BE1B-E63F-B323A9EABC48}"/>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9A13F087-FD97-59A5-8CAD-07F82874EC26}"/>
              </a:ext>
            </a:extLst>
          </p:cNvPr>
          <p:cNvSpPr txBox="1"/>
          <p:nvPr/>
        </p:nvSpPr>
        <p:spPr>
          <a:xfrm>
            <a:off x="4216401" y="3741226"/>
            <a:ext cx="462845" cy="584775"/>
          </a:xfrm>
          <a:prstGeom prst="rect">
            <a:avLst/>
          </a:prstGeom>
          <a:noFill/>
        </p:spPr>
        <p:txBody>
          <a:bodyPr wrap="square" rtlCol="0">
            <a:spAutoFit/>
          </a:bodyPr>
          <a:lstStyle/>
          <a:p>
            <a:pPr algn="ctr"/>
            <a:r>
              <a:rPr lang="en-US" sz="3200" dirty="0"/>
              <a:t>9</a:t>
            </a:r>
          </a:p>
        </p:txBody>
      </p:sp>
      <p:sp>
        <p:nvSpPr>
          <p:cNvPr id="65" name="TextBox 64">
            <a:extLst>
              <a:ext uri="{FF2B5EF4-FFF2-40B4-BE49-F238E27FC236}">
                <a16:creationId xmlns:a16="http://schemas.microsoft.com/office/drawing/2014/main" id="{B513E1DB-7D97-A1DA-4CB1-1FB5CC7C7336}"/>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66" name="TextBox 65">
            <a:extLst>
              <a:ext uri="{FF2B5EF4-FFF2-40B4-BE49-F238E27FC236}">
                <a16:creationId xmlns:a16="http://schemas.microsoft.com/office/drawing/2014/main" id="{DB2A7116-D669-F8AD-AE47-E7CC546D171E}"/>
              </a:ext>
            </a:extLst>
          </p:cNvPr>
          <p:cNvSpPr txBox="1"/>
          <p:nvPr/>
        </p:nvSpPr>
        <p:spPr>
          <a:xfrm>
            <a:off x="3716867" y="3741226"/>
            <a:ext cx="462845" cy="584775"/>
          </a:xfrm>
          <a:prstGeom prst="rect">
            <a:avLst/>
          </a:prstGeom>
          <a:noFill/>
        </p:spPr>
        <p:txBody>
          <a:bodyPr wrap="square" rtlCol="0">
            <a:spAutoFit/>
          </a:bodyPr>
          <a:lstStyle/>
          <a:p>
            <a:pPr algn="ctr"/>
            <a:r>
              <a:rPr lang="en-US" sz="3200" dirty="0"/>
              <a:t>6</a:t>
            </a:r>
          </a:p>
        </p:txBody>
      </p:sp>
      <p:sp>
        <p:nvSpPr>
          <p:cNvPr id="67" name="TextBox 66">
            <a:extLst>
              <a:ext uri="{FF2B5EF4-FFF2-40B4-BE49-F238E27FC236}">
                <a16:creationId xmlns:a16="http://schemas.microsoft.com/office/drawing/2014/main" id="{ABF03D42-B1EE-C741-1358-3F831242ADA3}"/>
              </a:ext>
            </a:extLst>
          </p:cNvPr>
          <p:cNvSpPr txBox="1"/>
          <p:nvPr/>
        </p:nvSpPr>
        <p:spPr>
          <a:xfrm>
            <a:off x="4216401" y="4244561"/>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460081EB-0271-807A-C4D1-4F8D44CE8301}"/>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54" name="TextBox 53">
            <a:extLst>
              <a:ext uri="{FF2B5EF4-FFF2-40B4-BE49-F238E27FC236}">
                <a16:creationId xmlns:a16="http://schemas.microsoft.com/office/drawing/2014/main" id="{E8C70439-9F30-73B3-9069-7D272E663DC0}"/>
              </a:ext>
            </a:extLst>
          </p:cNvPr>
          <p:cNvSpPr txBox="1"/>
          <p:nvPr/>
        </p:nvSpPr>
        <p:spPr>
          <a:xfrm>
            <a:off x="4216401" y="4747898"/>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7E0320C2-43CC-F89F-D5CB-60405819A3D2}"/>
              </a:ext>
            </a:extLst>
          </p:cNvPr>
          <p:cNvSpPr txBox="1"/>
          <p:nvPr/>
        </p:nvSpPr>
        <p:spPr>
          <a:xfrm>
            <a:off x="3217333" y="424456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643B7725-A617-C79B-99BA-D77F02201AB1}"/>
              </a:ext>
            </a:extLst>
          </p:cNvPr>
          <p:cNvSpPr txBox="1"/>
          <p:nvPr/>
        </p:nvSpPr>
        <p:spPr>
          <a:xfrm>
            <a:off x="3217333" y="3237891"/>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0E6B4DFD-3743-1EEE-551F-DF107836396A}"/>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81" name="TextBox 80">
            <a:extLst>
              <a:ext uri="{FF2B5EF4-FFF2-40B4-BE49-F238E27FC236}">
                <a16:creationId xmlns:a16="http://schemas.microsoft.com/office/drawing/2014/main" id="{19DCC65F-CF80-8CF3-7783-F06F5C19DDB8}"/>
              </a:ext>
            </a:extLst>
          </p:cNvPr>
          <p:cNvSpPr txBox="1"/>
          <p:nvPr/>
        </p:nvSpPr>
        <p:spPr>
          <a:xfrm>
            <a:off x="7213604" y="2734556"/>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19C72B4E-2C19-08F4-5AE9-4C84528EA653}"/>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79" name="TextBox 78">
            <a:extLst>
              <a:ext uri="{FF2B5EF4-FFF2-40B4-BE49-F238E27FC236}">
                <a16:creationId xmlns:a16="http://schemas.microsoft.com/office/drawing/2014/main" id="{F7FC1D99-FF8E-51A4-7EAB-6764CB4FD845}"/>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89" name="TextBox 88">
            <a:extLst>
              <a:ext uri="{FF2B5EF4-FFF2-40B4-BE49-F238E27FC236}">
                <a16:creationId xmlns:a16="http://schemas.microsoft.com/office/drawing/2014/main" id="{444DBA66-084C-D630-F9DE-9C341040A829}"/>
              </a:ext>
            </a:extLst>
          </p:cNvPr>
          <p:cNvSpPr txBox="1"/>
          <p:nvPr/>
        </p:nvSpPr>
        <p:spPr>
          <a:xfrm>
            <a:off x="3217333" y="1224551"/>
            <a:ext cx="462845" cy="584775"/>
          </a:xfrm>
          <a:prstGeom prst="rect">
            <a:avLst/>
          </a:prstGeom>
          <a:noFill/>
        </p:spPr>
        <p:txBody>
          <a:bodyPr wrap="square" rtlCol="0">
            <a:spAutoFit/>
          </a:bodyPr>
          <a:lstStyle/>
          <a:p>
            <a:pPr algn="ctr"/>
            <a:r>
              <a:rPr lang="en-US" sz="3200" dirty="0"/>
              <a:t>5</a:t>
            </a:r>
          </a:p>
        </p:txBody>
      </p:sp>
      <p:sp>
        <p:nvSpPr>
          <p:cNvPr id="90" name="TextBox 89">
            <a:extLst>
              <a:ext uri="{FF2B5EF4-FFF2-40B4-BE49-F238E27FC236}">
                <a16:creationId xmlns:a16="http://schemas.microsoft.com/office/drawing/2014/main" id="{D0436580-5662-8884-DCD5-A6515F040B1B}"/>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93" name="TextBox 92">
            <a:extLst>
              <a:ext uri="{FF2B5EF4-FFF2-40B4-BE49-F238E27FC236}">
                <a16:creationId xmlns:a16="http://schemas.microsoft.com/office/drawing/2014/main" id="{2D1AD8D8-68A9-3262-6607-E49E2341325E}"/>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94" name="TextBox 93">
            <a:extLst>
              <a:ext uri="{FF2B5EF4-FFF2-40B4-BE49-F238E27FC236}">
                <a16:creationId xmlns:a16="http://schemas.microsoft.com/office/drawing/2014/main" id="{B44CD0D2-6C05-FB9D-43AA-5932C1D095E6}"/>
              </a:ext>
            </a:extLst>
          </p:cNvPr>
          <p:cNvSpPr txBox="1"/>
          <p:nvPr/>
        </p:nvSpPr>
        <p:spPr>
          <a:xfrm>
            <a:off x="6214537" y="721216"/>
            <a:ext cx="462845" cy="584775"/>
          </a:xfrm>
          <a:prstGeom prst="rect">
            <a:avLst/>
          </a:prstGeom>
          <a:noFill/>
        </p:spPr>
        <p:txBody>
          <a:bodyPr wrap="square" rtlCol="0">
            <a:spAutoFit/>
          </a:bodyPr>
          <a:lstStyle/>
          <a:p>
            <a:pPr algn="ctr"/>
            <a:r>
              <a:rPr lang="en-US" sz="3200" dirty="0"/>
              <a:t>7</a:t>
            </a:r>
          </a:p>
        </p:txBody>
      </p:sp>
      <p:sp>
        <p:nvSpPr>
          <p:cNvPr id="95" name="TextBox 94">
            <a:extLst>
              <a:ext uri="{FF2B5EF4-FFF2-40B4-BE49-F238E27FC236}">
                <a16:creationId xmlns:a16="http://schemas.microsoft.com/office/drawing/2014/main" id="{AE72AAF3-AED2-815E-4E3F-A84D67BEF89D}"/>
              </a:ext>
            </a:extLst>
          </p:cNvPr>
          <p:cNvSpPr txBox="1"/>
          <p:nvPr/>
        </p:nvSpPr>
        <p:spPr>
          <a:xfrm>
            <a:off x="6214537" y="4747898"/>
            <a:ext cx="462845" cy="584775"/>
          </a:xfrm>
          <a:prstGeom prst="rect">
            <a:avLst/>
          </a:prstGeom>
          <a:noFill/>
        </p:spPr>
        <p:txBody>
          <a:bodyPr wrap="square" rtlCol="0">
            <a:spAutoFit/>
          </a:bodyPr>
          <a:lstStyle/>
          <a:p>
            <a:pPr algn="ctr"/>
            <a:r>
              <a:rPr lang="en-US" sz="3200" dirty="0"/>
              <a:t>5</a:t>
            </a:r>
          </a:p>
        </p:txBody>
      </p:sp>
      <p:sp>
        <p:nvSpPr>
          <p:cNvPr id="10" name="TextBox 9">
            <a:extLst>
              <a:ext uri="{FF2B5EF4-FFF2-40B4-BE49-F238E27FC236}">
                <a16:creationId xmlns:a16="http://schemas.microsoft.com/office/drawing/2014/main" id="{C8CED222-593C-44D3-13CB-77A88E6B381D}"/>
              </a:ext>
            </a:extLst>
          </p:cNvPr>
          <p:cNvSpPr txBox="1"/>
          <p:nvPr/>
        </p:nvSpPr>
        <p:spPr>
          <a:xfrm>
            <a:off x="7213604" y="1224551"/>
            <a:ext cx="462845" cy="584775"/>
          </a:xfrm>
          <a:prstGeom prst="rect">
            <a:avLst/>
          </a:prstGeom>
          <a:noFill/>
        </p:spPr>
        <p:txBody>
          <a:bodyPr wrap="square" rtlCol="0">
            <a:spAutoFit/>
          </a:bodyPr>
          <a:lstStyle/>
          <a:p>
            <a:pPr algn="ctr"/>
            <a:r>
              <a:rPr lang="en-US" sz="3200" dirty="0"/>
              <a:t>8</a:t>
            </a:r>
          </a:p>
        </p:txBody>
      </p:sp>
      <p:sp>
        <p:nvSpPr>
          <p:cNvPr id="59" name="TextBox 58">
            <a:extLst>
              <a:ext uri="{FF2B5EF4-FFF2-40B4-BE49-F238E27FC236}">
                <a16:creationId xmlns:a16="http://schemas.microsoft.com/office/drawing/2014/main" id="{969D834A-913F-C8E3-DBE2-7FA8DCFE9440}"/>
              </a:ext>
            </a:extLst>
          </p:cNvPr>
          <p:cNvSpPr txBox="1"/>
          <p:nvPr/>
        </p:nvSpPr>
        <p:spPr>
          <a:xfrm>
            <a:off x="7213604" y="1727886"/>
            <a:ext cx="462845" cy="584775"/>
          </a:xfrm>
          <a:prstGeom prst="rect">
            <a:avLst/>
          </a:prstGeom>
          <a:noFill/>
        </p:spPr>
        <p:txBody>
          <a:bodyPr wrap="square" rtlCol="0">
            <a:spAutoFit/>
          </a:bodyPr>
          <a:lstStyle/>
          <a:p>
            <a:pPr algn="ctr"/>
            <a:r>
              <a:rPr lang="en-US" sz="3200" dirty="0"/>
              <a:t>4</a:t>
            </a:r>
          </a:p>
        </p:txBody>
      </p:sp>
      <p:sp>
        <p:nvSpPr>
          <p:cNvPr id="70" name="TextBox 69">
            <a:extLst>
              <a:ext uri="{FF2B5EF4-FFF2-40B4-BE49-F238E27FC236}">
                <a16:creationId xmlns:a16="http://schemas.microsoft.com/office/drawing/2014/main" id="{FE71877E-4E4E-599F-D6D9-97057C5ADE8F}"/>
              </a:ext>
            </a:extLst>
          </p:cNvPr>
          <p:cNvSpPr txBox="1"/>
          <p:nvPr/>
        </p:nvSpPr>
        <p:spPr>
          <a:xfrm>
            <a:off x="3716867" y="4244561"/>
            <a:ext cx="462845" cy="584775"/>
          </a:xfrm>
          <a:prstGeom prst="rect">
            <a:avLst/>
          </a:prstGeom>
          <a:noFill/>
        </p:spPr>
        <p:txBody>
          <a:bodyPr wrap="square" rtlCol="0">
            <a:spAutoFit/>
          </a:bodyPr>
          <a:lstStyle/>
          <a:p>
            <a:pPr algn="ctr"/>
            <a:r>
              <a:rPr lang="en-US" sz="3200" dirty="0"/>
              <a:t>4</a:t>
            </a:r>
          </a:p>
        </p:txBody>
      </p:sp>
      <p:sp>
        <p:nvSpPr>
          <p:cNvPr id="73" name="TextBox 72">
            <a:extLst>
              <a:ext uri="{FF2B5EF4-FFF2-40B4-BE49-F238E27FC236}">
                <a16:creationId xmlns:a16="http://schemas.microsoft.com/office/drawing/2014/main" id="{FC508B63-0C15-1174-CDB4-008AA7907FB5}"/>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74" name="TextBox 73">
            <a:extLst>
              <a:ext uri="{FF2B5EF4-FFF2-40B4-BE49-F238E27FC236}">
                <a16:creationId xmlns:a16="http://schemas.microsoft.com/office/drawing/2014/main" id="{EF0DDFCA-B604-E281-CAB5-90BFAF0F1849}"/>
              </a:ext>
            </a:extLst>
          </p:cNvPr>
          <p:cNvSpPr txBox="1"/>
          <p:nvPr/>
        </p:nvSpPr>
        <p:spPr>
          <a:xfrm>
            <a:off x="7213604" y="4244561"/>
            <a:ext cx="462845" cy="584775"/>
          </a:xfrm>
          <a:prstGeom prst="rect">
            <a:avLst/>
          </a:prstGeom>
          <a:noFill/>
        </p:spPr>
        <p:txBody>
          <a:bodyPr wrap="square" rtlCol="0">
            <a:spAutoFit/>
          </a:bodyPr>
          <a:lstStyle/>
          <a:p>
            <a:pPr algn="ctr"/>
            <a:r>
              <a:rPr lang="en-US" sz="3200" dirty="0"/>
              <a:t>6</a:t>
            </a:r>
          </a:p>
        </p:txBody>
      </p:sp>
      <p:sp>
        <p:nvSpPr>
          <p:cNvPr id="75" name="TextBox 74">
            <a:extLst>
              <a:ext uri="{FF2B5EF4-FFF2-40B4-BE49-F238E27FC236}">
                <a16:creationId xmlns:a16="http://schemas.microsoft.com/office/drawing/2014/main" id="{2FDC2079-2860-DEA4-9781-66CA11AEA69F}"/>
              </a:ext>
            </a:extLst>
          </p:cNvPr>
          <p:cNvSpPr txBox="1"/>
          <p:nvPr/>
        </p:nvSpPr>
        <p:spPr>
          <a:xfrm>
            <a:off x="3716867" y="4747898"/>
            <a:ext cx="462845" cy="584775"/>
          </a:xfrm>
          <a:prstGeom prst="rect">
            <a:avLst/>
          </a:prstGeom>
          <a:noFill/>
        </p:spPr>
        <p:txBody>
          <a:bodyPr wrap="square" rtlCol="0">
            <a:spAutoFit/>
          </a:bodyPr>
          <a:lstStyle/>
          <a:p>
            <a:pPr algn="ctr"/>
            <a:r>
              <a:rPr lang="en-US" sz="3200" dirty="0"/>
              <a:t>3</a:t>
            </a:r>
          </a:p>
        </p:txBody>
      </p:sp>
      <p:sp>
        <p:nvSpPr>
          <p:cNvPr id="76" name="TextBox 75">
            <a:extLst>
              <a:ext uri="{FF2B5EF4-FFF2-40B4-BE49-F238E27FC236}">
                <a16:creationId xmlns:a16="http://schemas.microsoft.com/office/drawing/2014/main" id="{724A2905-5A8E-F685-C87E-95EFB26DD00D}"/>
              </a:ext>
            </a:extLst>
          </p:cNvPr>
          <p:cNvSpPr txBox="1"/>
          <p:nvPr/>
        </p:nvSpPr>
        <p:spPr>
          <a:xfrm>
            <a:off x="4715935" y="4747898"/>
            <a:ext cx="462845" cy="584775"/>
          </a:xfrm>
          <a:prstGeom prst="rect">
            <a:avLst/>
          </a:prstGeom>
          <a:noFill/>
        </p:spPr>
        <p:txBody>
          <a:bodyPr wrap="square" rtlCol="0">
            <a:spAutoFit/>
          </a:bodyPr>
          <a:lstStyle/>
          <a:p>
            <a:pPr algn="ctr"/>
            <a:r>
              <a:rPr lang="en-US" sz="3200" dirty="0"/>
              <a:t>6</a:t>
            </a:r>
          </a:p>
        </p:txBody>
      </p:sp>
      <p:sp>
        <p:nvSpPr>
          <p:cNvPr id="56" name="TextBox 55">
            <a:extLst>
              <a:ext uri="{FF2B5EF4-FFF2-40B4-BE49-F238E27FC236}">
                <a16:creationId xmlns:a16="http://schemas.microsoft.com/office/drawing/2014/main" id="{619F4B6C-726F-9893-BA1C-2750DB76CE3C}"/>
              </a:ext>
            </a:extLst>
          </p:cNvPr>
          <p:cNvSpPr txBox="1"/>
          <p:nvPr/>
        </p:nvSpPr>
        <p:spPr>
          <a:xfrm>
            <a:off x="6714071" y="4747898"/>
            <a:ext cx="462845" cy="584775"/>
          </a:xfrm>
          <a:prstGeom prst="rect">
            <a:avLst/>
          </a:prstGeom>
          <a:noFill/>
        </p:spPr>
        <p:txBody>
          <a:bodyPr wrap="square" rtlCol="0">
            <a:spAutoFit/>
          </a:bodyPr>
          <a:lstStyle/>
          <a:p>
            <a:pPr algn="ctr"/>
            <a:r>
              <a:rPr lang="en-US" sz="3200" dirty="0"/>
              <a:t>4</a:t>
            </a:r>
          </a:p>
        </p:txBody>
      </p:sp>
      <p:sp>
        <p:nvSpPr>
          <p:cNvPr id="58" name="TextBox 57">
            <a:extLst>
              <a:ext uri="{FF2B5EF4-FFF2-40B4-BE49-F238E27FC236}">
                <a16:creationId xmlns:a16="http://schemas.microsoft.com/office/drawing/2014/main" id="{94717AA8-01E0-76CD-6CEC-B1D45475CA95}"/>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60" name="TextBox 59">
            <a:extLst>
              <a:ext uri="{FF2B5EF4-FFF2-40B4-BE49-F238E27FC236}">
                <a16:creationId xmlns:a16="http://schemas.microsoft.com/office/drawing/2014/main" id="{D5391658-4215-A2F3-9819-30AE0DBEACFB}"/>
              </a:ext>
            </a:extLst>
          </p:cNvPr>
          <p:cNvSpPr txBox="1"/>
          <p:nvPr/>
        </p:nvSpPr>
        <p:spPr>
          <a:xfrm>
            <a:off x="6714071" y="721216"/>
            <a:ext cx="462845" cy="584775"/>
          </a:xfrm>
          <a:prstGeom prst="rect">
            <a:avLst/>
          </a:prstGeom>
          <a:noFill/>
        </p:spPr>
        <p:txBody>
          <a:bodyPr wrap="square" rtlCol="0">
            <a:spAutoFit/>
          </a:bodyPr>
          <a:lstStyle/>
          <a:p>
            <a:pPr algn="ctr"/>
            <a:r>
              <a:rPr lang="en-US" sz="3200" dirty="0"/>
              <a:t>2</a:t>
            </a:r>
          </a:p>
        </p:txBody>
      </p:sp>
      <p:sp>
        <p:nvSpPr>
          <p:cNvPr id="62" name="TextBox 61">
            <a:extLst>
              <a:ext uri="{FF2B5EF4-FFF2-40B4-BE49-F238E27FC236}">
                <a16:creationId xmlns:a16="http://schemas.microsoft.com/office/drawing/2014/main" id="{A5011E97-A96D-87F9-CB72-976EA3105D49}"/>
              </a:ext>
            </a:extLst>
          </p:cNvPr>
          <p:cNvSpPr txBox="1"/>
          <p:nvPr/>
        </p:nvSpPr>
        <p:spPr>
          <a:xfrm>
            <a:off x="5215469" y="4747898"/>
            <a:ext cx="462845" cy="584775"/>
          </a:xfrm>
          <a:prstGeom prst="rect">
            <a:avLst/>
          </a:prstGeom>
          <a:noFill/>
        </p:spPr>
        <p:txBody>
          <a:bodyPr wrap="square" rtlCol="0">
            <a:spAutoFit/>
          </a:bodyPr>
          <a:lstStyle/>
          <a:p>
            <a:pPr algn="ctr"/>
            <a:r>
              <a:rPr lang="en-US" sz="3200" dirty="0"/>
              <a:t>2</a:t>
            </a:r>
          </a:p>
        </p:txBody>
      </p:sp>
      <p:sp>
        <p:nvSpPr>
          <p:cNvPr id="63" name="TextBox 62">
            <a:extLst>
              <a:ext uri="{FF2B5EF4-FFF2-40B4-BE49-F238E27FC236}">
                <a16:creationId xmlns:a16="http://schemas.microsoft.com/office/drawing/2014/main" id="{D95E8234-700C-1747-89F2-EAFD69398106}"/>
              </a:ext>
            </a:extLst>
          </p:cNvPr>
          <p:cNvSpPr txBox="1"/>
          <p:nvPr/>
        </p:nvSpPr>
        <p:spPr>
          <a:xfrm>
            <a:off x="5715003" y="4747898"/>
            <a:ext cx="462845" cy="584775"/>
          </a:xfrm>
          <a:prstGeom prst="rect">
            <a:avLst/>
          </a:prstGeom>
          <a:noFill/>
        </p:spPr>
        <p:txBody>
          <a:bodyPr wrap="square" rtlCol="0">
            <a:spAutoFit/>
          </a:bodyPr>
          <a:lstStyle/>
          <a:p>
            <a:pPr algn="ctr"/>
            <a:r>
              <a:rPr lang="en-US" sz="3200" dirty="0"/>
              <a:t>8</a:t>
            </a:r>
          </a:p>
        </p:txBody>
      </p:sp>
      <p:sp>
        <p:nvSpPr>
          <p:cNvPr id="80" name="TextBox 79">
            <a:extLst>
              <a:ext uri="{FF2B5EF4-FFF2-40B4-BE49-F238E27FC236}">
                <a16:creationId xmlns:a16="http://schemas.microsoft.com/office/drawing/2014/main" id="{67409F22-D17D-E72B-A0F0-7218B2FA2BEC}"/>
              </a:ext>
            </a:extLst>
          </p:cNvPr>
          <p:cNvSpPr txBox="1"/>
          <p:nvPr/>
        </p:nvSpPr>
        <p:spPr>
          <a:xfrm>
            <a:off x="5215469" y="721216"/>
            <a:ext cx="462845" cy="584775"/>
          </a:xfrm>
          <a:prstGeom prst="rect">
            <a:avLst/>
          </a:prstGeom>
          <a:noFill/>
        </p:spPr>
        <p:txBody>
          <a:bodyPr wrap="square" rtlCol="0">
            <a:spAutoFit/>
          </a:bodyPr>
          <a:lstStyle/>
          <a:p>
            <a:pPr algn="ctr"/>
            <a:r>
              <a:rPr lang="en-US" sz="3200" dirty="0"/>
              <a:t>8</a:t>
            </a:r>
          </a:p>
        </p:txBody>
      </p:sp>
      <p:sp>
        <p:nvSpPr>
          <p:cNvPr id="12" name="TextBox 11">
            <a:extLst>
              <a:ext uri="{FF2B5EF4-FFF2-40B4-BE49-F238E27FC236}">
                <a16:creationId xmlns:a16="http://schemas.microsoft.com/office/drawing/2014/main" id="{4165498B-48F5-CDAF-1220-8059424FD100}"/>
              </a:ext>
            </a:extLst>
          </p:cNvPr>
          <p:cNvSpPr txBox="1"/>
          <p:nvPr/>
        </p:nvSpPr>
        <p:spPr>
          <a:xfrm>
            <a:off x="5215469" y="1224551"/>
            <a:ext cx="462845" cy="584775"/>
          </a:xfrm>
          <a:prstGeom prst="rect">
            <a:avLst/>
          </a:prstGeom>
          <a:noFill/>
        </p:spPr>
        <p:txBody>
          <a:bodyPr wrap="square" rtlCol="0">
            <a:spAutoFit/>
          </a:bodyPr>
          <a:lstStyle/>
          <a:p>
            <a:pPr algn="ctr"/>
            <a:r>
              <a:rPr lang="en-US" sz="3200" dirty="0"/>
              <a:t>7</a:t>
            </a:r>
          </a:p>
        </p:txBody>
      </p:sp>
      <p:sp>
        <p:nvSpPr>
          <p:cNvPr id="61" name="TextBox 60">
            <a:extLst>
              <a:ext uri="{FF2B5EF4-FFF2-40B4-BE49-F238E27FC236}">
                <a16:creationId xmlns:a16="http://schemas.microsoft.com/office/drawing/2014/main" id="{4DD7A35E-7712-40BA-0B63-F58630C179A7}"/>
              </a:ext>
            </a:extLst>
          </p:cNvPr>
          <p:cNvSpPr txBox="1"/>
          <p:nvPr/>
        </p:nvSpPr>
        <p:spPr>
          <a:xfrm>
            <a:off x="6714071" y="1224551"/>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38374449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F890F-196A-420C-6DDF-4A581B727725}"/>
            </a:ext>
          </a:extLst>
        </p:cNvPr>
        <p:cNvGrpSpPr/>
        <p:nvPr/>
      </p:nvGrpSpPr>
      <p:grpSpPr>
        <a:xfrm>
          <a:off x="0" y="0"/>
          <a:ext cx="0" cy="0"/>
          <a:chOff x="0" y="0"/>
          <a:chExt cx="0" cy="0"/>
        </a:xfrm>
      </p:grpSpPr>
      <p:sp>
        <p:nvSpPr>
          <p:cNvPr id="52" name="TextBox 51">
            <a:extLst>
              <a:ext uri="{FF2B5EF4-FFF2-40B4-BE49-F238E27FC236}">
                <a16:creationId xmlns:a16="http://schemas.microsoft.com/office/drawing/2014/main" id="{2BB287BD-4BF2-E0B7-BC3E-144011F2278B}"/>
              </a:ext>
            </a:extLst>
          </p:cNvPr>
          <p:cNvSpPr txBox="1"/>
          <p:nvPr/>
        </p:nvSpPr>
        <p:spPr>
          <a:xfrm>
            <a:off x="6214537" y="1224551"/>
            <a:ext cx="462845" cy="584775"/>
          </a:xfrm>
          <a:prstGeom prst="rect">
            <a:avLst/>
          </a:prstGeom>
          <a:noFill/>
        </p:spPr>
        <p:txBody>
          <a:bodyPr wrap="square" rtlCol="0">
            <a:spAutoFit/>
          </a:bodyPr>
          <a:lstStyle/>
          <a:p>
            <a:pPr algn="ctr"/>
            <a:r>
              <a:rPr lang="en-US" sz="3200" dirty="0"/>
              <a:t>3</a:t>
            </a:r>
          </a:p>
        </p:txBody>
      </p:sp>
      <p:sp>
        <p:nvSpPr>
          <p:cNvPr id="53" name="TextBox 52">
            <a:extLst>
              <a:ext uri="{FF2B5EF4-FFF2-40B4-BE49-F238E27FC236}">
                <a16:creationId xmlns:a16="http://schemas.microsoft.com/office/drawing/2014/main" id="{6A598E47-C60E-7F1E-6267-A71C464B7B25}"/>
              </a:ext>
            </a:extLst>
          </p:cNvPr>
          <p:cNvSpPr txBox="1"/>
          <p:nvPr/>
        </p:nvSpPr>
        <p:spPr>
          <a:xfrm>
            <a:off x="5715003" y="721216"/>
            <a:ext cx="462845" cy="584775"/>
          </a:xfrm>
          <a:prstGeom prst="rect">
            <a:avLst/>
          </a:prstGeom>
          <a:noFill/>
        </p:spPr>
        <p:txBody>
          <a:bodyPr wrap="square" rtlCol="0">
            <a:spAutoFit/>
          </a:bodyPr>
          <a:lstStyle/>
          <a:p>
            <a:pPr algn="ctr"/>
            <a:r>
              <a:rPr lang="en-US" sz="3200" dirty="0"/>
              <a:t>5</a:t>
            </a:r>
          </a:p>
        </p:txBody>
      </p:sp>
      <p:sp>
        <p:nvSpPr>
          <p:cNvPr id="91" name="TextBox 90">
            <a:extLst>
              <a:ext uri="{FF2B5EF4-FFF2-40B4-BE49-F238E27FC236}">
                <a16:creationId xmlns:a16="http://schemas.microsoft.com/office/drawing/2014/main" id="{56044017-E57F-1194-BEFB-0D7AEFD176D8}"/>
              </a:ext>
            </a:extLst>
          </p:cNvPr>
          <p:cNvSpPr txBox="1"/>
          <p:nvPr/>
        </p:nvSpPr>
        <p:spPr>
          <a:xfrm>
            <a:off x="6714071" y="1727886"/>
            <a:ext cx="462845" cy="584775"/>
          </a:xfrm>
          <a:prstGeom prst="rect">
            <a:avLst/>
          </a:prstGeom>
          <a:noFill/>
        </p:spPr>
        <p:txBody>
          <a:bodyPr wrap="square" rtlCol="0">
            <a:spAutoFit/>
          </a:bodyPr>
          <a:lstStyle/>
          <a:p>
            <a:pPr algn="ctr"/>
            <a:r>
              <a:rPr lang="en-US" sz="3200" dirty="0"/>
              <a:t>5</a:t>
            </a:r>
          </a:p>
        </p:txBody>
      </p:sp>
      <p:sp>
        <p:nvSpPr>
          <p:cNvPr id="92" name="TextBox 91">
            <a:extLst>
              <a:ext uri="{FF2B5EF4-FFF2-40B4-BE49-F238E27FC236}">
                <a16:creationId xmlns:a16="http://schemas.microsoft.com/office/drawing/2014/main" id="{B06B0A6D-18CB-BCFC-B4C0-8AB15D0E65EF}"/>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77" name="TextBox 76">
            <a:extLst>
              <a:ext uri="{FF2B5EF4-FFF2-40B4-BE49-F238E27FC236}">
                <a16:creationId xmlns:a16="http://schemas.microsoft.com/office/drawing/2014/main" id="{BFDFF285-60C2-21D0-F897-610981B38CAE}"/>
              </a:ext>
            </a:extLst>
          </p:cNvPr>
          <p:cNvSpPr txBox="1"/>
          <p:nvPr/>
        </p:nvSpPr>
        <p:spPr>
          <a:xfrm>
            <a:off x="5715003" y="1727886"/>
            <a:ext cx="462845" cy="584775"/>
          </a:xfrm>
          <a:prstGeom prst="rect">
            <a:avLst/>
          </a:prstGeom>
          <a:noFill/>
        </p:spPr>
        <p:txBody>
          <a:bodyPr wrap="square" rtlCol="0">
            <a:spAutoFit/>
          </a:bodyPr>
          <a:lstStyle/>
          <a:p>
            <a:pPr algn="ctr"/>
            <a:r>
              <a:rPr lang="en-US" sz="3200" dirty="0"/>
              <a:t>6</a:t>
            </a:r>
          </a:p>
        </p:txBody>
      </p:sp>
      <p:sp>
        <p:nvSpPr>
          <p:cNvPr id="78" name="TextBox 77">
            <a:extLst>
              <a:ext uri="{FF2B5EF4-FFF2-40B4-BE49-F238E27FC236}">
                <a16:creationId xmlns:a16="http://schemas.microsoft.com/office/drawing/2014/main" id="{F80643E4-5AA0-2D6D-6097-AB193619D967}"/>
              </a:ext>
            </a:extLst>
          </p:cNvPr>
          <p:cNvSpPr txBox="1"/>
          <p:nvPr/>
        </p:nvSpPr>
        <p:spPr>
          <a:xfrm>
            <a:off x="6214537" y="2231221"/>
            <a:ext cx="462845" cy="584775"/>
          </a:xfrm>
          <a:prstGeom prst="rect">
            <a:avLst/>
          </a:prstGeom>
          <a:noFill/>
        </p:spPr>
        <p:txBody>
          <a:bodyPr wrap="square" rtlCol="0">
            <a:spAutoFit/>
          </a:bodyPr>
          <a:lstStyle/>
          <a:p>
            <a:pPr algn="ctr"/>
            <a:r>
              <a:rPr lang="en-US" sz="3200" dirty="0"/>
              <a:t>4</a:t>
            </a:r>
          </a:p>
        </p:txBody>
      </p:sp>
      <p:sp>
        <p:nvSpPr>
          <p:cNvPr id="82" name="TextBox 81">
            <a:extLst>
              <a:ext uri="{FF2B5EF4-FFF2-40B4-BE49-F238E27FC236}">
                <a16:creationId xmlns:a16="http://schemas.microsoft.com/office/drawing/2014/main" id="{C798AF84-AFF5-C8D9-0500-0F1A9245B588}"/>
              </a:ext>
            </a:extLst>
          </p:cNvPr>
          <p:cNvSpPr txBox="1"/>
          <p:nvPr/>
        </p:nvSpPr>
        <p:spPr>
          <a:xfrm>
            <a:off x="6714071" y="2734556"/>
            <a:ext cx="462845" cy="584775"/>
          </a:xfrm>
          <a:prstGeom prst="rect">
            <a:avLst/>
          </a:prstGeom>
          <a:noFill/>
        </p:spPr>
        <p:txBody>
          <a:bodyPr wrap="square" rtlCol="0">
            <a:spAutoFit/>
          </a:bodyPr>
          <a:lstStyle/>
          <a:p>
            <a:pPr algn="ctr"/>
            <a:r>
              <a:rPr lang="en-US" sz="3200" dirty="0"/>
              <a:t>7</a:t>
            </a:r>
          </a:p>
        </p:txBody>
      </p:sp>
      <p:sp>
        <p:nvSpPr>
          <p:cNvPr id="83" name="TextBox 82">
            <a:extLst>
              <a:ext uri="{FF2B5EF4-FFF2-40B4-BE49-F238E27FC236}">
                <a16:creationId xmlns:a16="http://schemas.microsoft.com/office/drawing/2014/main" id="{95829DAB-3DB6-0AD6-F35B-485A6C0D8BB8}"/>
              </a:ext>
            </a:extLst>
          </p:cNvPr>
          <p:cNvSpPr txBox="1"/>
          <p:nvPr/>
        </p:nvSpPr>
        <p:spPr>
          <a:xfrm>
            <a:off x="7213604" y="3237891"/>
            <a:ext cx="462845" cy="584775"/>
          </a:xfrm>
          <a:prstGeom prst="rect">
            <a:avLst/>
          </a:prstGeom>
          <a:noFill/>
        </p:spPr>
        <p:txBody>
          <a:bodyPr wrap="square" rtlCol="0">
            <a:spAutoFit/>
          </a:bodyPr>
          <a:lstStyle/>
          <a:p>
            <a:pPr algn="ctr"/>
            <a:r>
              <a:rPr lang="en-US" sz="3200" dirty="0"/>
              <a:t>2</a:t>
            </a:r>
          </a:p>
        </p:txBody>
      </p:sp>
      <p:sp>
        <p:nvSpPr>
          <p:cNvPr id="84" name="TextBox 83">
            <a:extLst>
              <a:ext uri="{FF2B5EF4-FFF2-40B4-BE49-F238E27FC236}">
                <a16:creationId xmlns:a16="http://schemas.microsoft.com/office/drawing/2014/main" id="{F9943178-457D-56CD-CFCA-CBD9891D7A4B}"/>
              </a:ext>
            </a:extLst>
          </p:cNvPr>
          <p:cNvSpPr txBox="1"/>
          <p:nvPr/>
        </p:nvSpPr>
        <p:spPr>
          <a:xfrm>
            <a:off x="7213604" y="3741226"/>
            <a:ext cx="462845" cy="584775"/>
          </a:xfrm>
          <a:prstGeom prst="rect">
            <a:avLst/>
          </a:prstGeom>
          <a:noFill/>
        </p:spPr>
        <p:txBody>
          <a:bodyPr wrap="square" rtlCol="0">
            <a:spAutoFit/>
          </a:bodyPr>
          <a:lstStyle/>
          <a:p>
            <a:pPr algn="ctr"/>
            <a:r>
              <a:rPr lang="en-US" sz="3200" dirty="0"/>
              <a:t>7</a:t>
            </a:r>
          </a:p>
        </p:txBody>
      </p:sp>
      <p:sp>
        <p:nvSpPr>
          <p:cNvPr id="46" name="TextBox 45">
            <a:extLst>
              <a:ext uri="{FF2B5EF4-FFF2-40B4-BE49-F238E27FC236}">
                <a16:creationId xmlns:a16="http://schemas.microsoft.com/office/drawing/2014/main" id="{B3E31116-2B97-E5E8-E529-8D9A72CAEF20}"/>
              </a:ext>
            </a:extLst>
          </p:cNvPr>
          <p:cNvSpPr txBox="1"/>
          <p:nvPr/>
        </p:nvSpPr>
        <p:spPr>
          <a:xfrm>
            <a:off x="3716867" y="2231221"/>
            <a:ext cx="462845" cy="584775"/>
          </a:xfrm>
          <a:prstGeom prst="rect">
            <a:avLst/>
          </a:prstGeom>
          <a:noFill/>
        </p:spPr>
        <p:txBody>
          <a:bodyPr wrap="square" rtlCol="0">
            <a:spAutoFit/>
          </a:bodyPr>
          <a:lstStyle/>
          <a:p>
            <a:pPr algn="ctr"/>
            <a:r>
              <a:rPr lang="en-US" sz="3200" dirty="0"/>
              <a:t>7</a:t>
            </a:r>
          </a:p>
        </p:txBody>
      </p:sp>
      <p:sp>
        <p:nvSpPr>
          <p:cNvPr id="47" name="TextBox 46">
            <a:extLst>
              <a:ext uri="{FF2B5EF4-FFF2-40B4-BE49-F238E27FC236}">
                <a16:creationId xmlns:a16="http://schemas.microsoft.com/office/drawing/2014/main" id="{3750C186-40D7-E53C-DD65-501DF63981E0}"/>
              </a:ext>
            </a:extLst>
          </p:cNvPr>
          <p:cNvSpPr txBox="1"/>
          <p:nvPr/>
        </p:nvSpPr>
        <p:spPr>
          <a:xfrm>
            <a:off x="4216401" y="2734556"/>
            <a:ext cx="462845" cy="584775"/>
          </a:xfrm>
          <a:prstGeom prst="rect">
            <a:avLst/>
          </a:prstGeom>
          <a:no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690474EE-B87E-FF9B-8D0B-50C3E9C4A77F}"/>
              </a:ext>
            </a:extLst>
          </p:cNvPr>
          <p:cNvSpPr txBox="1"/>
          <p:nvPr/>
        </p:nvSpPr>
        <p:spPr>
          <a:xfrm>
            <a:off x="4715935" y="3237891"/>
            <a:ext cx="462845" cy="584775"/>
          </a:xfrm>
          <a:prstGeom prst="rect">
            <a:avLst/>
          </a:prstGeom>
          <a:noFill/>
        </p:spPr>
        <p:txBody>
          <a:bodyPr wrap="square" rtlCol="0">
            <a:spAutoFit/>
          </a:bodyPr>
          <a:lstStyle/>
          <a:p>
            <a:pPr algn="ctr"/>
            <a:r>
              <a:rPr lang="en-US" sz="3200" dirty="0"/>
              <a:t>7</a:t>
            </a:r>
          </a:p>
        </p:txBody>
      </p:sp>
      <p:sp>
        <p:nvSpPr>
          <p:cNvPr id="49" name="TextBox 48">
            <a:extLst>
              <a:ext uri="{FF2B5EF4-FFF2-40B4-BE49-F238E27FC236}">
                <a16:creationId xmlns:a16="http://schemas.microsoft.com/office/drawing/2014/main" id="{2C03346C-4720-26E2-C63C-EDBF8DE29C0B}"/>
              </a:ext>
            </a:extLst>
          </p:cNvPr>
          <p:cNvSpPr txBox="1"/>
          <p:nvPr/>
        </p:nvSpPr>
        <p:spPr>
          <a:xfrm>
            <a:off x="5215469" y="3741226"/>
            <a:ext cx="462845" cy="584775"/>
          </a:xfrm>
          <a:prstGeom prst="rect">
            <a:avLst/>
          </a:prstGeom>
          <a:noFill/>
        </p:spPr>
        <p:txBody>
          <a:bodyPr wrap="square" rtlCol="0">
            <a:spAutoFit/>
          </a:bodyPr>
          <a:lstStyle/>
          <a:p>
            <a:pPr algn="ctr"/>
            <a:r>
              <a:rPr lang="en-US" sz="3200" dirty="0"/>
              <a:t>4</a:t>
            </a:r>
          </a:p>
        </p:txBody>
      </p:sp>
      <p:sp>
        <p:nvSpPr>
          <p:cNvPr id="50" name="TextBox 49">
            <a:extLst>
              <a:ext uri="{FF2B5EF4-FFF2-40B4-BE49-F238E27FC236}">
                <a16:creationId xmlns:a16="http://schemas.microsoft.com/office/drawing/2014/main" id="{352BD2D8-F99C-BABF-7C00-942287E35D19}"/>
              </a:ext>
            </a:extLst>
          </p:cNvPr>
          <p:cNvSpPr txBox="1"/>
          <p:nvPr/>
        </p:nvSpPr>
        <p:spPr>
          <a:xfrm>
            <a:off x="5715003" y="4244561"/>
            <a:ext cx="462845" cy="584775"/>
          </a:xfrm>
          <a:prstGeom prst="rect">
            <a:avLst/>
          </a:prstGeom>
          <a:noFill/>
        </p:spPr>
        <p:txBody>
          <a:bodyPr wrap="square" rtlCol="0">
            <a:spAutoFit/>
          </a:bodyPr>
          <a:lstStyle/>
          <a:p>
            <a:pPr algn="ctr"/>
            <a:r>
              <a:rPr lang="en-US" sz="3200" dirty="0"/>
              <a:t>7</a:t>
            </a:r>
          </a:p>
        </p:txBody>
      </p:sp>
      <p:sp>
        <p:nvSpPr>
          <p:cNvPr id="2" name="Content Placeholder 1">
            <a:extLst>
              <a:ext uri="{FF2B5EF4-FFF2-40B4-BE49-F238E27FC236}">
                <a16:creationId xmlns:a16="http://schemas.microsoft.com/office/drawing/2014/main" id="{6FAD69CE-DF56-8766-7C30-8070AF336870}"/>
              </a:ext>
            </a:extLst>
          </p:cNvPr>
          <p:cNvSpPr>
            <a:spLocks noGrp="1"/>
          </p:cNvSpPr>
          <p:nvPr>
            <p:ph sz="half" idx="1"/>
          </p:nvPr>
        </p:nvSpPr>
        <p:spPr/>
        <p:txBody>
          <a:bodyPr>
            <a:normAutofit/>
          </a:bodyPr>
          <a:lstStyle/>
          <a:p>
            <a:r>
              <a:rPr lang="en-US" dirty="0"/>
              <a:t>Finish.</a:t>
            </a:r>
          </a:p>
        </p:txBody>
      </p:sp>
      <p:pic>
        <p:nvPicPr>
          <p:cNvPr id="4" name="Picture 3" descr="A grid of sudoku puzzle&#10;&#10;Description automatically generated">
            <a:extLst>
              <a:ext uri="{FF2B5EF4-FFF2-40B4-BE49-F238E27FC236}">
                <a16:creationId xmlns:a16="http://schemas.microsoft.com/office/drawing/2014/main" id="{E3F75602-6190-BDFF-44DA-F809999A35BC}"/>
              </a:ext>
            </a:extLst>
          </p:cNvPr>
          <p:cNvPicPr>
            <a:picLocks noChangeAspect="1"/>
          </p:cNvPicPr>
          <p:nvPr/>
        </p:nvPicPr>
        <p:blipFill>
          <a:blip r:embed="rId3"/>
          <a:stretch>
            <a:fillRect/>
          </a:stretch>
        </p:blipFill>
        <p:spPr>
          <a:xfrm>
            <a:off x="4578350" y="2311400"/>
            <a:ext cx="0" cy="0"/>
          </a:xfrm>
          <a:prstGeom prst="rect">
            <a:avLst/>
          </a:prstGeom>
          <a:noFill/>
        </p:spPr>
      </p:pic>
      <p:pic>
        <p:nvPicPr>
          <p:cNvPr id="5" name="Picture 4" descr="A sudoku game with text&#10;&#10;Description automatically generated">
            <a:extLst>
              <a:ext uri="{FF2B5EF4-FFF2-40B4-BE49-F238E27FC236}">
                <a16:creationId xmlns:a16="http://schemas.microsoft.com/office/drawing/2014/main" id="{8353A680-B7F3-A621-BB08-E4F1A992E3D5}"/>
              </a:ext>
            </a:extLst>
          </p:cNvPr>
          <p:cNvPicPr>
            <a:picLocks noChangeAspect="1"/>
          </p:cNvPicPr>
          <p:nvPr/>
        </p:nvPicPr>
        <p:blipFill>
          <a:blip r:embed="rId4"/>
          <a:stretch>
            <a:fillRect/>
          </a:stretch>
        </p:blipFill>
        <p:spPr>
          <a:xfrm>
            <a:off x="4578350" y="2311400"/>
            <a:ext cx="0" cy="0"/>
          </a:xfrm>
          <a:prstGeom prst="rect">
            <a:avLst/>
          </a:prstGeom>
          <a:noFill/>
        </p:spPr>
      </p:pic>
      <p:pic>
        <p:nvPicPr>
          <p:cNvPr id="6" name="Picture 5" descr="A sudoku puzzle with text&#10;&#10;Description automatically generated">
            <a:extLst>
              <a:ext uri="{FF2B5EF4-FFF2-40B4-BE49-F238E27FC236}">
                <a16:creationId xmlns:a16="http://schemas.microsoft.com/office/drawing/2014/main" id="{F44039D7-7774-98AA-783B-8AB534B5B80F}"/>
              </a:ext>
            </a:extLst>
          </p:cNvPr>
          <p:cNvPicPr>
            <a:picLocks noChangeAspect="1"/>
          </p:cNvPicPr>
          <p:nvPr/>
        </p:nvPicPr>
        <p:blipFill>
          <a:blip r:embed="rId5"/>
          <a:stretch>
            <a:fillRect/>
          </a:stretch>
        </p:blipFill>
        <p:spPr>
          <a:xfrm>
            <a:off x="4578350" y="2311400"/>
            <a:ext cx="0" cy="0"/>
          </a:xfrm>
          <a:prstGeom prst="rect">
            <a:avLst/>
          </a:prstGeom>
          <a:noFill/>
        </p:spPr>
      </p:pic>
      <p:pic>
        <p:nvPicPr>
          <p:cNvPr id="7" name="Picture 6" descr="A grid of squares with text&#10;&#10;AI-generated content may be incorrect.">
            <a:extLst>
              <a:ext uri="{FF2B5EF4-FFF2-40B4-BE49-F238E27FC236}">
                <a16:creationId xmlns:a16="http://schemas.microsoft.com/office/drawing/2014/main" id="{3423DB4D-3B24-9A91-9C12-49D2DFD317C7}"/>
              </a:ext>
            </a:extLst>
          </p:cNvPr>
          <p:cNvPicPr>
            <a:picLocks noChangeAspect="1"/>
          </p:cNvPicPr>
          <p:nvPr/>
        </p:nvPicPr>
        <p:blipFill>
          <a:blip r:embed="rId6"/>
          <a:stretch>
            <a:fillRect/>
          </a:stretch>
        </p:blipFill>
        <p:spPr>
          <a:xfrm>
            <a:off x="4584700" y="2311400"/>
            <a:ext cx="0" cy="0"/>
          </a:xfrm>
          <a:prstGeom prst="rect">
            <a:avLst/>
          </a:prstGeom>
          <a:noFill/>
        </p:spPr>
      </p:pic>
      <p:sp>
        <p:nvSpPr>
          <p:cNvPr id="3" name="TextBox 2">
            <a:extLst>
              <a:ext uri="{FF2B5EF4-FFF2-40B4-BE49-F238E27FC236}">
                <a16:creationId xmlns:a16="http://schemas.microsoft.com/office/drawing/2014/main" id="{30129D24-CC73-9733-5CBD-D70BD61F7584}"/>
              </a:ext>
            </a:extLst>
          </p:cNvPr>
          <p:cNvSpPr txBox="1"/>
          <p:nvPr/>
        </p:nvSpPr>
        <p:spPr>
          <a:xfrm>
            <a:off x="7213604" y="4747898"/>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C183EDDD-C6DA-3A7F-46B5-EE19B70D9521}"/>
              </a:ext>
            </a:extLst>
          </p:cNvPr>
          <p:cNvSpPr txBox="1"/>
          <p:nvPr/>
        </p:nvSpPr>
        <p:spPr>
          <a:xfrm>
            <a:off x="3716867" y="721216"/>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85657CCA-317D-A3D8-A5D4-6F6120F1CD8A}"/>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17" name="TextBox 16">
            <a:extLst>
              <a:ext uri="{FF2B5EF4-FFF2-40B4-BE49-F238E27FC236}">
                <a16:creationId xmlns:a16="http://schemas.microsoft.com/office/drawing/2014/main" id="{FC88B172-7FA8-0BC9-22B9-B2BFE774A6A4}"/>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18" name="TextBox 17">
            <a:extLst>
              <a:ext uri="{FF2B5EF4-FFF2-40B4-BE49-F238E27FC236}">
                <a16:creationId xmlns:a16="http://schemas.microsoft.com/office/drawing/2014/main" id="{F20C2986-95C6-B55A-226A-83C79E2F9A4A}"/>
              </a:ext>
            </a:extLst>
          </p:cNvPr>
          <p:cNvSpPr txBox="1"/>
          <p:nvPr/>
        </p:nvSpPr>
        <p:spPr>
          <a:xfrm>
            <a:off x="4715935" y="172788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8E8ACED9-080B-539D-1992-9B2AEDF50C61}"/>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20" name="TextBox 19">
            <a:extLst>
              <a:ext uri="{FF2B5EF4-FFF2-40B4-BE49-F238E27FC236}">
                <a16:creationId xmlns:a16="http://schemas.microsoft.com/office/drawing/2014/main" id="{60B62531-7EB4-8307-900D-D9271B30FE01}"/>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5970E507-2B25-4E9D-2ED8-A1F19F2A940A}"/>
              </a:ext>
            </a:extLst>
          </p:cNvPr>
          <p:cNvSpPr txBox="1"/>
          <p:nvPr/>
        </p:nvSpPr>
        <p:spPr>
          <a:xfrm>
            <a:off x="3716867" y="122455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F998F18E-FACC-0DF9-726B-72F66F8EF6BE}"/>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31B384FA-53FF-4932-0C2B-4B27EBDE6521}"/>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5FC61C4E-B848-D515-D7F8-954751A6310C}"/>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
        <p:nvSpPr>
          <p:cNvPr id="8" name="TextBox 7">
            <a:extLst>
              <a:ext uri="{FF2B5EF4-FFF2-40B4-BE49-F238E27FC236}">
                <a16:creationId xmlns:a16="http://schemas.microsoft.com/office/drawing/2014/main" id="{DDB88028-4DC1-B250-4654-2AA6AF2E1876}"/>
              </a:ext>
            </a:extLst>
          </p:cNvPr>
          <p:cNvSpPr txBox="1"/>
          <p:nvPr/>
        </p:nvSpPr>
        <p:spPr>
          <a:xfrm>
            <a:off x="7213604" y="72121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8F581D07-9197-366D-A762-5EBECFCF7E9C}"/>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30" name="TextBox 29">
            <a:extLst>
              <a:ext uri="{FF2B5EF4-FFF2-40B4-BE49-F238E27FC236}">
                <a16:creationId xmlns:a16="http://schemas.microsoft.com/office/drawing/2014/main" id="{6C5605D0-5DAE-A63F-DD40-0D287AE9DDE1}"/>
              </a:ext>
            </a:extLst>
          </p:cNvPr>
          <p:cNvSpPr txBox="1"/>
          <p:nvPr/>
        </p:nvSpPr>
        <p:spPr>
          <a:xfrm>
            <a:off x="3217333"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96458396-B47B-AB41-52DC-03BAF5E9F848}"/>
              </a:ext>
            </a:extLst>
          </p:cNvPr>
          <p:cNvSpPr txBox="1"/>
          <p:nvPr/>
        </p:nvSpPr>
        <p:spPr>
          <a:xfrm>
            <a:off x="5715003" y="2231221"/>
            <a:ext cx="462845" cy="584775"/>
          </a:xfrm>
          <a:prstGeom prst="rect">
            <a:avLst/>
          </a:prstGeom>
          <a:noFill/>
        </p:spPr>
        <p:txBody>
          <a:bodyPr wrap="square" rtlCol="0">
            <a:spAutoFit/>
          </a:bodyPr>
          <a:lstStyle/>
          <a:p>
            <a:pPr algn="ctr"/>
            <a:r>
              <a:rPr lang="en-US" sz="3200" dirty="0"/>
              <a:t>9</a:t>
            </a:r>
          </a:p>
        </p:txBody>
      </p:sp>
      <p:sp>
        <p:nvSpPr>
          <p:cNvPr id="39" name="TextBox 38">
            <a:extLst>
              <a:ext uri="{FF2B5EF4-FFF2-40B4-BE49-F238E27FC236}">
                <a16:creationId xmlns:a16="http://schemas.microsoft.com/office/drawing/2014/main" id="{80A5D621-239B-FC6C-CF6F-92982632AA0C}"/>
              </a:ext>
            </a:extLst>
          </p:cNvPr>
          <p:cNvSpPr txBox="1"/>
          <p:nvPr/>
        </p:nvSpPr>
        <p:spPr>
          <a:xfrm>
            <a:off x="3217333" y="273455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3146D766-CCF8-939A-2EB2-31A825C8B6B6}"/>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1A823162-3977-F6EC-06B8-08A7EC81FB34}"/>
              </a:ext>
            </a:extLst>
          </p:cNvPr>
          <p:cNvSpPr txBox="1"/>
          <p:nvPr/>
        </p:nvSpPr>
        <p:spPr>
          <a:xfrm>
            <a:off x="3716867" y="1727886"/>
            <a:ext cx="462845" cy="584775"/>
          </a:xfrm>
          <a:prstGeom prst="rect">
            <a:avLst/>
          </a:prstGeom>
          <a:no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BE5BFF63-9FAD-F587-7D74-BAF56861950B}"/>
              </a:ext>
            </a:extLst>
          </p:cNvPr>
          <p:cNvSpPr txBox="1"/>
          <p:nvPr/>
        </p:nvSpPr>
        <p:spPr>
          <a:xfrm>
            <a:off x="4715935" y="2734556"/>
            <a:ext cx="462845" cy="584775"/>
          </a:xfrm>
          <a:prstGeom prst="rect">
            <a:avLst/>
          </a:prstGeom>
          <a:noFill/>
        </p:spPr>
        <p:txBody>
          <a:bodyPr wrap="square" rtlCol="0">
            <a:spAutoFit/>
          </a:bodyPr>
          <a:lstStyle/>
          <a:p>
            <a:pPr algn="ctr"/>
            <a:r>
              <a:rPr lang="en-US" sz="3200" dirty="0"/>
              <a:t>8</a:t>
            </a:r>
          </a:p>
        </p:txBody>
      </p:sp>
      <p:sp>
        <p:nvSpPr>
          <p:cNvPr id="43" name="TextBox 42">
            <a:extLst>
              <a:ext uri="{FF2B5EF4-FFF2-40B4-BE49-F238E27FC236}">
                <a16:creationId xmlns:a16="http://schemas.microsoft.com/office/drawing/2014/main" id="{208E4033-DE3C-E953-E6DD-F7F2695783D0}"/>
              </a:ext>
            </a:extLst>
          </p:cNvPr>
          <p:cNvSpPr txBox="1"/>
          <p:nvPr/>
        </p:nvSpPr>
        <p:spPr>
          <a:xfrm>
            <a:off x="5215469" y="3237891"/>
            <a:ext cx="462845" cy="584775"/>
          </a:xfrm>
          <a:prstGeom prst="rect">
            <a:avLst/>
          </a:prstGeom>
          <a:noFill/>
        </p:spPr>
        <p:txBody>
          <a:bodyPr wrap="square" rtlCol="0">
            <a:spAutoFit/>
          </a:bodyPr>
          <a:lstStyle/>
          <a:p>
            <a:pPr algn="ctr"/>
            <a:r>
              <a:rPr lang="en-US" sz="3200" dirty="0"/>
              <a:t>6</a:t>
            </a:r>
          </a:p>
        </p:txBody>
      </p:sp>
      <p:sp>
        <p:nvSpPr>
          <p:cNvPr id="44" name="TextBox 43">
            <a:extLst>
              <a:ext uri="{FF2B5EF4-FFF2-40B4-BE49-F238E27FC236}">
                <a16:creationId xmlns:a16="http://schemas.microsoft.com/office/drawing/2014/main" id="{80FE1447-AF29-D0F5-66D7-FF542A0E07B6}"/>
              </a:ext>
            </a:extLst>
          </p:cNvPr>
          <p:cNvSpPr txBox="1"/>
          <p:nvPr/>
        </p:nvSpPr>
        <p:spPr>
          <a:xfrm>
            <a:off x="6214537" y="4244561"/>
            <a:ext cx="462845" cy="584775"/>
          </a:xfrm>
          <a:prstGeom prst="rect">
            <a:avLst/>
          </a:prstGeom>
          <a:noFill/>
        </p:spPr>
        <p:txBody>
          <a:bodyPr wrap="square" rtlCol="0">
            <a:spAutoFit/>
          </a:bodyPr>
          <a:lstStyle/>
          <a:p>
            <a:pPr algn="ctr"/>
            <a:r>
              <a:rPr lang="en-US" sz="3200" dirty="0"/>
              <a:t>8</a:t>
            </a:r>
          </a:p>
        </p:txBody>
      </p:sp>
      <p:sp>
        <p:nvSpPr>
          <p:cNvPr id="45" name="TextBox 44">
            <a:extLst>
              <a:ext uri="{FF2B5EF4-FFF2-40B4-BE49-F238E27FC236}">
                <a16:creationId xmlns:a16="http://schemas.microsoft.com/office/drawing/2014/main" id="{CF4A2C2E-6571-C844-A86C-C8282C39ED1F}"/>
              </a:ext>
            </a:extLst>
          </p:cNvPr>
          <p:cNvSpPr txBox="1"/>
          <p:nvPr/>
        </p:nvSpPr>
        <p:spPr>
          <a:xfrm>
            <a:off x="4216401" y="2231221"/>
            <a:ext cx="462845" cy="584775"/>
          </a:xfrm>
          <a:prstGeom prst="rect">
            <a:avLst/>
          </a:prstGeom>
          <a:noFill/>
        </p:spPr>
        <p:txBody>
          <a:bodyPr wrap="square" rtlCol="0">
            <a:spAutoFit/>
          </a:bodyPr>
          <a:lstStyle/>
          <a:p>
            <a:pPr algn="ctr"/>
            <a:r>
              <a:rPr lang="en-US" sz="3200" dirty="0"/>
              <a:t>1</a:t>
            </a:r>
          </a:p>
        </p:txBody>
      </p:sp>
      <p:sp>
        <p:nvSpPr>
          <p:cNvPr id="51" name="TextBox 50">
            <a:extLst>
              <a:ext uri="{FF2B5EF4-FFF2-40B4-BE49-F238E27FC236}">
                <a16:creationId xmlns:a16="http://schemas.microsoft.com/office/drawing/2014/main" id="{2D375039-FCBC-3D49-F8BD-71DB6EF8B228}"/>
              </a:ext>
            </a:extLst>
          </p:cNvPr>
          <p:cNvSpPr txBox="1"/>
          <p:nvPr/>
        </p:nvSpPr>
        <p:spPr>
          <a:xfrm>
            <a:off x="5715003" y="3741226"/>
            <a:ext cx="462845" cy="584775"/>
          </a:xfrm>
          <a:prstGeom prst="rect">
            <a:avLst/>
          </a:prstGeom>
          <a:no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38E413E3-9DFD-220D-0C65-F65957C3D367}"/>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
        <p:nvSpPr>
          <p:cNvPr id="13" name="TextBox 12">
            <a:extLst>
              <a:ext uri="{FF2B5EF4-FFF2-40B4-BE49-F238E27FC236}">
                <a16:creationId xmlns:a16="http://schemas.microsoft.com/office/drawing/2014/main" id="{E8327175-1467-7CD4-D231-AE84C8164136}"/>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88A56A37-1D88-2A76-9CD0-F23932078CFD}"/>
              </a:ext>
            </a:extLst>
          </p:cNvPr>
          <p:cNvSpPr txBox="1"/>
          <p:nvPr/>
        </p:nvSpPr>
        <p:spPr>
          <a:xfrm>
            <a:off x="5215469" y="1727886"/>
            <a:ext cx="462845" cy="584775"/>
          </a:xfrm>
          <a:prstGeom prst="rect">
            <a:avLst/>
          </a:prstGeom>
          <a:noFill/>
        </p:spPr>
        <p:txBody>
          <a:bodyPr wrap="square" rtlCol="0">
            <a:spAutoFit/>
          </a:bodyPr>
          <a:lstStyle/>
          <a:p>
            <a:pPr algn="ctr"/>
            <a:r>
              <a:rPr lang="en-US" sz="3200" dirty="0"/>
              <a:t>3</a:t>
            </a:r>
          </a:p>
        </p:txBody>
      </p:sp>
      <p:sp>
        <p:nvSpPr>
          <p:cNvPr id="21" name="TextBox 20">
            <a:extLst>
              <a:ext uri="{FF2B5EF4-FFF2-40B4-BE49-F238E27FC236}">
                <a16:creationId xmlns:a16="http://schemas.microsoft.com/office/drawing/2014/main" id="{C4CCB361-2FCB-FC2F-E087-6F354A15BB76}"/>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9260802F-A713-C3FB-7514-4EA093D49AEB}"/>
              </a:ext>
            </a:extLst>
          </p:cNvPr>
          <p:cNvSpPr txBox="1"/>
          <p:nvPr/>
        </p:nvSpPr>
        <p:spPr>
          <a:xfrm>
            <a:off x="4715935" y="721216"/>
            <a:ext cx="462845" cy="584775"/>
          </a:xfrm>
          <a:prstGeom prst="rect">
            <a:avLst/>
          </a:prstGeom>
          <a:noFill/>
        </p:spPr>
        <p:txBody>
          <a:bodyPr wrap="square" rtlCol="0">
            <a:spAutoFit/>
          </a:bodyPr>
          <a:lstStyle/>
          <a:p>
            <a:pPr algn="ctr"/>
            <a:r>
              <a:rPr lang="en-US" sz="3200" dirty="0"/>
              <a:t>4</a:t>
            </a:r>
          </a:p>
        </p:txBody>
      </p:sp>
      <p:sp>
        <p:nvSpPr>
          <p:cNvPr id="28" name="TextBox 27">
            <a:extLst>
              <a:ext uri="{FF2B5EF4-FFF2-40B4-BE49-F238E27FC236}">
                <a16:creationId xmlns:a16="http://schemas.microsoft.com/office/drawing/2014/main" id="{5F72D7CC-3141-EF1B-CC72-5FA35D4D2B0D}"/>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29" name="TextBox 28">
            <a:extLst>
              <a:ext uri="{FF2B5EF4-FFF2-40B4-BE49-F238E27FC236}">
                <a16:creationId xmlns:a16="http://schemas.microsoft.com/office/drawing/2014/main" id="{FE96B899-85DB-ECA2-BC86-A5DAA5CFE1A6}"/>
              </a:ext>
            </a:extLst>
          </p:cNvPr>
          <p:cNvSpPr txBox="1"/>
          <p:nvPr/>
        </p:nvSpPr>
        <p:spPr>
          <a:xfrm>
            <a:off x="3716867" y="2734556"/>
            <a:ext cx="462845" cy="584775"/>
          </a:xfrm>
          <a:prstGeom prst="rect">
            <a:avLst/>
          </a:prstGeom>
          <a:noFill/>
        </p:spPr>
        <p:txBody>
          <a:bodyPr wrap="square" rtlCol="0">
            <a:spAutoFit/>
          </a:bodyPr>
          <a:lstStyle/>
          <a:p>
            <a:pPr algn="ctr"/>
            <a:r>
              <a:rPr lang="en-US" sz="3200" dirty="0"/>
              <a:t>2</a:t>
            </a:r>
          </a:p>
        </p:txBody>
      </p:sp>
      <p:sp>
        <p:nvSpPr>
          <p:cNvPr id="32" name="TextBox 31">
            <a:extLst>
              <a:ext uri="{FF2B5EF4-FFF2-40B4-BE49-F238E27FC236}">
                <a16:creationId xmlns:a16="http://schemas.microsoft.com/office/drawing/2014/main" id="{C3780866-F415-B341-4637-EFF74C1C591A}"/>
              </a:ext>
            </a:extLst>
          </p:cNvPr>
          <p:cNvSpPr txBox="1"/>
          <p:nvPr/>
        </p:nvSpPr>
        <p:spPr>
          <a:xfrm>
            <a:off x="4216401" y="3237891"/>
            <a:ext cx="462845" cy="584775"/>
          </a:xfrm>
          <a:prstGeom prst="rect">
            <a:avLst/>
          </a:prstGeom>
          <a:noFill/>
        </p:spPr>
        <p:txBody>
          <a:bodyPr wrap="square" rtlCol="0">
            <a:spAutoFit/>
          </a:bodyPr>
          <a:lstStyle/>
          <a:p>
            <a:pPr algn="ctr"/>
            <a:r>
              <a:rPr lang="en-US" sz="3200" dirty="0"/>
              <a:t>8</a:t>
            </a:r>
          </a:p>
        </p:txBody>
      </p:sp>
      <p:sp>
        <p:nvSpPr>
          <p:cNvPr id="33" name="TextBox 32">
            <a:extLst>
              <a:ext uri="{FF2B5EF4-FFF2-40B4-BE49-F238E27FC236}">
                <a16:creationId xmlns:a16="http://schemas.microsoft.com/office/drawing/2014/main" id="{3C29EFDF-8041-E220-EC8B-27CECEA9EA35}"/>
              </a:ext>
            </a:extLst>
          </p:cNvPr>
          <p:cNvSpPr txBox="1"/>
          <p:nvPr/>
        </p:nvSpPr>
        <p:spPr>
          <a:xfrm>
            <a:off x="4715935" y="3741226"/>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4E3711C2-07B3-9DF3-05DF-4D778DCD48DD}"/>
              </a:ext>
            </a:extLst>
          </p:cNvPr>
          <p:cNvSpPr txBox="1"/>
          <p:nvPr/>
        </p:nvSpPr>
        <p:spPr>
          <a:xfrm>
            <a:off x="5215469" y="4244561"/>
            <a:ext cx="462845" cy="584775"/>
          </a:xfrm>
          <a:prstGeom prst="rect">
            <a:avLst/>
          </a:prstGeom>
          <a:noFill/>
        </p:spPr>
        <p:txBody>
          <a:bodyPr wrap="square" rtlCol="0">
            <a:spAutoFit/>
          </a:bodyPr>
          <a:lstStyle/>
          <a:p>
            <a:pPr algn="ctr"/>
            <a:r>
              <a:rPr lang="en-US" sz="3200" dirty="0"/>
              <a:t>9</a:t>
            </a:r>
          </a:p>
        </p:txBody>
      </p:sp>
      <p:sp>
        <p:nvSpPr>
          <p:cNvPr id="27" name="TextBox 26">
            <a:extLst>
              <a:ext uri="{FF2B5EF4-FFF2-40B4-BE49-F238E27FC236}">
                <a16:creationId xmlns:a16="http://schemas.microsoft.com/office/drawing/2014/main" id="{BA5C8603-C3EB-9DB8-D683-60C424BD8AD0}"/>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DAD4FEB1-3F74-A7E1-1B6E-F35A1E08510F}"/>
              </a:ext>
            </a:extLst>
          </p:cNvPr>
          <p:cNvSpPr txBox="1"/>
          <p:nvPr/>
        </p:nvSpPr>
        <p:spPr>
          <a:xfrm>
            <a:off x="4216401" y="3741226"/>
            <a:ext cx="462845" cy="584775"/>
          </a:xfrm>
          <a:prstGeom prst="rect">
            <a:avLst/>
          </a:prstGeom>
          <a:noFill/>
        </p:spPr>
        <p:txBody>
          <a:bodyPr wrap="square" rtlCol="0">
            <a:spAutoFit/>
          </a:bodyPr>
          <a:lstStyle/>
          <a:p>
            <a:pPr algn="ctr"/>
            <a:r>
              <a:rPr lang="en-US" sz="3200" dirty="0"/>
              <a:t>9</a:t>
            </a:r>
          </a:p>
        </p:txBody>
      </p:sp>
      <p:sp>
        <p:nvSpPr>
          <p:cNvPr id="65" name="TextBox 64">
            <a:extLst>
              <a:ext uri="{FF2B5EF4-FFF2-40B4-BE49-F238E27FC236}">
                <a16:creationId xmlns:a16="http://schemas.microsoft.com/office/drawing/2014/main" id="{360360DD-1DB2-9369-4298-E37D58406797}"/>
              </a:ext>
            </a:extLst>
          </p:cNvPr>
          <p:cNvSpPr txBox="1"/>
          <p:nvPr/>
        </p:nvSpPr>
        <p:spPr>
          <a:xfrm>
            <a:off x="4216401" y="721216"/>
            <a:ext cx="462845" cy="584775"/>
          </a:xfrm>
          <a:prstGeom prst="rect">
            <a:avLst/>
          </a:prstGeom>
          <a:noFill/>
        </p:spPr>
        <p:txBody>
          <a:bodyPr wrap="square" rtlCol="0">
            <a:spAutoFit/>
          </a:bodyPr>
          <a:lstStyle/>
          <a:p>
            <a:pPr algn="ctr"/>
            <a:r>
              <a:rPr lang="en-US" sz="3200" dirty="0"/>
              <a:t>6</a:t>
            </a:r>
          </a:p>
        </p:txBody>
      </p:sp>
      <p:sp>
        <p:nvSpPr>
          <p:cNvPr id="66" name="TextBox 65">
            <a:extLst>
              <a:ext uri="{FF2B5EF4-FFF2-40B4-BE49-F238E27FC236}">
                <a16:creationId xmlns:a16="http://schemas.microsoft.com/office/drawing/2014/main" id="{F1578916-3B4C-DC62-E3A9-B72ED76F8448}"/>
              </a:ext>
            </a:extLst>
          </p:cNvPr>
          <p:cNvSpPr txBox="1"/>
          <p:nvPr/>
        </p:nvSpPr>
        <p:spPr>
          <a:xfrm>
            <a:off x="3716867" y="3741226"/>
            <a:ext cx="462845" cy="584775"/>
          </a:xfrm>
          <a:prstGeom prst="rect">
            <a:avLst/>
          </a:prstGeom>
          <a:noFill/>
        </p:spPr>
        <p:txBody>
          <a:bodyPr wrap="square" rtlCol="0">
            <a:spAutoFit/>
          </a:bodyPr>
          <a:lstStyle/>
          <a:p>
            <a:pPr algn="ctr"/>
            <a:r>
              <a:rPr lang="en-US" sz="3200" dirty="0"/>
              <a:t>6</a:t>
            </a:r>
          </a:p>
        </p:txBody>
      </p:sp>
      <p:sp>
        <p:nvSpPr>
          <p:cNvPr id="67" name="TextBox 66">
            <a:extLst>
              <a:ext uri="{FF2B5EF4-FFF2-40B4-BE49-F238E27FC236}">
                <a16:creationId xmlns:a16="http://schemas.microsoft.com/office/drawing/2014/main" id="{D2DF3C1E-7C50-81A1-B807-AA04C0E28B93}"/>
              </a:ext>
            </a:extLst>
          </p:cNvPr>
          <p:cNvSpPr txBox="1"/>
          <p:nvPr/>
        </p:nvSpPr>
        <p:spPr>
          <a:xfrm>
            <a:off x="4216401" y="4244561"/>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C43B234E-D16E-879A-8139-48572175D9CB}"/>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54" name="TextBox 53">
            <a:extLst>
              <a:ext uri="{FF2B5EF4-FFF2-40B4-BE49-F238E27FC236}">
                <a16:creationId xmlns:a16="http://schemas.microsoft.com/office/drawing/2014/main" id="{4DB8623D-33D2-EF76-BC35-69CBC2F53573}"/>
              </a:ext>
            </a:extLst>
          </p:cNvPr>
          <p:cNvSpPr txBox="1"/>
          <p:nvPr/>
        </p:nvSpPr>
        <p:spPr>
          <a:xfrm>
            <a:off x="4216401" y="4747898"/>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3BA90FE9-1627-05DA-1A42-92A857930A48}"/>
              </a:ext>
            </a:extLst>
          </p:cNvPr>
          <p:cNvSpPr txBox="1"/>
          <p:nvPr/>
        </p:nvSpPr>
        <p:spPr>
          <a:xfrm>
            <a:off x="3217333" y="424456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9BC70D6F-8DB4-D188-C077-8D227C2920F2}"/>
              </a:ext>
            </a:extLst>
          </p:cNvPr>
          <p:cNvSpPr txBox="1"/>
          <p:nvPr/>
        </p:nvSpPr>
        <p:spPr>
          <a:xfrm>
            <a:off x="3217333" y="3237891"/>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B7F52084-8318-93BA-67FE-8E1D17973554}"/>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81" name="TextBox 80">
            <a:extLst>
              <a:ext uri="{FF2B5EF4-FFF2-40B4-BE49-F238E27FC236}">
                <a16:creationId xmlns:a16="http://schemas.microsoft.com/office/drawing/2014/main" id="{13D3E5ED-0B79-14BD-3FED-6CA396B0F826}"/>
              </a:ext>
            </a:extLst>
          </p:cNvPr>
          <p:cNvSpPr txBox="1"/>
          <p:nvPr/>
        </p:nvSpPr>
        <p:spPr>
          <a:xfrm>
            <a:off x="7213604" y="2734556"/>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3C303B29-F5A8-CE6A-DC3E-5B750319AD05}"/>
              </a:ext>
            </a:extLst>
          </p:cNvPr>
          <p:cNvSpPr txBox="1"/>
          <p:nvPr/>
        </p:nvSpPr>
        <p:spPr>
          <a:xfrm>
            <a:off x="4715935" y="2231221"/>
            <a:ext cx="462845" cy="584775"/>
          </a:xfrm>
          <a:prstGeom prst="rect">
            <a:avLst/>
          </a:prstGeom>
          <a:noFill/>
        </p:spPr>
        <p:txBody>
          <a:bodyPr wrap="square" rtlCol="0">
            <a:spAutoFit/>
          </a:bodyPr>
          <a:lstStyle/>
          <a:p>
            <a:pPr algn="ctr"/>
            <a:r>
              <a:rPr lang="en-US" sz="3200" dirty="0"/>
              <a:t>2</a:t>
            </a:r>
          </a:p>
        </p:txBody>
      </p:sp>
      <p:sp>
        <p:nvSpPr>
          <p:cNvPr id="79" name="TextBox 78">
            <a:extLst>
              <a:ext uri="{FF2B5EF4-FFF2-40B4-BE49-F238E27FC236}">
                <a16:creationId xmlns:a16="http://schemas.microsoft.com/office/drawing/2014/main" id="{866FAC52-1913-395A-C426-999679873D48}"/>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89" name="TextBox 88">
            <a:extLst>
              <a:ext uri="{FF2B5EF4-FFF2-40B4-BE49-F238E27FC236}">
                <a16:creationId xmlns:a16="http://schemas.microsoft.com/office/drawing/2014/main" id="{C3FD4391-230D-9DCC-6586-362E5DAB081F}"/>
              </a:ext>
            </a:extLst>
          </p:cNvPr>
          <p:cNvSpPr txBox="1"/>
          <p:nvPr/>
        </p:nvSpPr>
        <p:spPr>
          <a:xfrm>
            <a:off x="3217333" y="1224551"/>
            <a:ext cx="462845" cy="584775"/>
          </a:xfrm>
          <a:prstGeom prst="rect">
            <a:avLst/>
          </a:prstGeom>
          <a:noFill/>
        </p:spPr>
        <p:txBody>
          <a:bodyPr wrap="square" rtlCol="0">
            <a:spAutoFit/>
          </a:bodyPr>
          <a:lstStyle/>
          <a:p>
            <a:pPr algn="ctr"/>
            <a:r>
              <a:rPr lang="en-US" sz="3200" dirty="0"/>
              <a:t>5</a:t>
            </a:r>
          </a:p>
        </p:txBody>
      </p:sp>
      <p:sp>
        <p:nvSpPr>
          <p:cNvPr id="90" name="TextBox 89">
            <a:extLst>
              <a:ext uri="{FF2B5EF4-FFF2-40B4-BE49-F238E27FC236}">
                <a16:creationId xmlns:a16="http://schemas.microsoft.com/office/drawing/2014/main" id="{64FE0DCD-AFEC-18CC-CAB7-47EE5C3DC9AA}"/>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93" name="TextBox 92">
            <a:extLst>
              <a:ext uri="{FF2B5EF4-FFF2-40B4-BE49-F238E27FC236}">
                <a16:creationId xmlns:a16="http://schemas.microsoft.com/office/drawing/2014/main" id="{B849E88D-09A1-B878-EAD2-FE82560E5EF0}"/>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94" name="TextBox 93">
            <a:extLst>
              <a:ext uri="{FF2B5EF4-FFF2-40B4-BE49-F238E27FC236}">
                <a16:creationId xmlns:a16="http://schemas.microsoft.com/office/drawing/2014/main" id="{C29C894A-9805-689F-0602-B15B13AC7CC7}"/>
              </a:ext>
            </a:extLst>
          </p:cNvPr>
          <p:cNvSpPr txBox="1"/>
          <p:nvPr/>
        </p:nvSpPr>
        <p:spPr>
          <a:xfrm>
            <a:off x="6214537" y="721216"/>
            <a:ext cx="462845" cy="584775"/>
          </a:xfrm>
          <a:prstGeom prst="rect">
            <a:avLst/>
          </a:prstGeom>
          <a:noFill/>
        </p:spPr>
        <p:txBody>
          <a:bodyPr wrap="square" rtlCol="0">
            <a:spAutoFit/>
          </a:bodyPr>
          <a:lstStyle/>
          <a:p>
            <a:pPr algn="ctr"/>
            <a:r>
              <a:rPr lang="en-US" sz="3200" dirty="0"/>
              <a:t>7</a:t>
            </a:r>
          </a:p>
        </p:txBody>
      </p:sp>
      <p:sp>
        <p:nvSpPr>
          <p:cNvPr id="95" name="TextBox 94">
            <a:extLst>
              <a:ext uri="{FF2B5EF4-FFF2-40B4-BE49-F238E27FC236}">
                <a16:creationId xmlns:a16="http://schemas.microsoft.com/office/drawing/2014/main" id="{E61E017E-7C5B-1D27-AA10-3EF98F73C23F}"/>
              </a:ext>
            </a:extLst>
          </p:cNvPr>
          <p:cNvSpPr txBox="1"/>
          <p:nvPr/>
        </p:nvSpPr>
        <p:spPr>
          <a:xfrm>
            <a:off x="6214537" y="4747898"/>
            <a:ext cx="462845" cy="584775"/>
          </a:xfrm>
          <a:prstGeom prst="rect">
            <a:avLst/>
          </a:prstGeom>
          <a:noFill/>
        </p:spPr>
        <p:txBody>
          <a:bodyPr wrap="square" rtlCol="0">
            <a:spAutoFit/>
          </a:bodyPr>
          <a:lstStyle/>
          <a:p>
            <a:pPr algn="ctr"/>
            <a:r>
              <a:rPr lang="en-US" sz="3200" dirty="0"/>
              <a:t>5</a:t>
            </a:r>
          </a:p>
        </p:txBody>
      </p:sp>
      <p:sp>
        <p:nvSpPr>
          <p:cNvPr id="10" name="TextBox 9">
            <a:extLst>
              <a:ext uri="{FF2B5EF4-FFF2-40B4-BE49-F238E27FC236}">
                <a16:creationId xmlns:a16="http://schemas.microsoft.com/office/drawing/2014/main" id="{E226A952-4417-E490-B4F9-814900842E70}"/>
              </a:ext>
            </a:extLst>
          </p:cNvPr>
          <p:cNvSpPr txBox="1"/>
          <p:nvPr/>
        </p:nvSpPr>
        <p:spPr>
          <a:xfrm>
            <a:off x="7213604" y="1224551"/>
            <a:ext cx="462845" cy="584775"/>
          </a:xfrm>
          <a:prstGeom prst="rect">
            <a:avLst/>
          </a:prstGeom>
          <a:noFill/>
        </p:spPr>
        <p:txBody>
          <a:bodyPr wrap="square" rtlCol="0">
            <a:spAutoFit/>
          </a:bodyPr>
          <a:lstStyle/>
          <a:p>
            <a:pPr algn="ctr"/>
            <a:r>
              <a:rPr lang="en-US" sz="3200" dirty="0"/>
              <a:t>8</a:t>
            </a:r>
          </a:p>
        </p:txBody>
      </p:sp>
      <p:sp>
        <p:nvSpPr>
          <p:cNvPr id="59" name="TextBox 58">
            <a:extLst>
              <a:ext uri="{FF2B5EF4-FFF2-40B4-BE49-F238E27FC236}">
                <a16:creationId xmlns:a16="http://schemas.microsoft.com/office/drawing/2014/main" id="{0B12351C-319A-5662-567E-8D587F4F6049}"/>
              </a:ext>
            </a:extLst>
          </p:cNvPr>
          <p:cNvSpPr txBox="1"/>
          <p:nvPr/>
        </p:nvSpPr>
        <p:spPr>
          <a:xfrm>
            <a:off x="7213604" y="1727886"/>
            <a:ext cx="462845" cy="584775"/>
          </a:xfrm>
          <a:prstGeom prst="rect">
            <a:avLst/>
          </a:prstGeom>
          <a:noFill/>
        </p:spPr>
        <p:txBody>
          <a:bodyPr wrap="square" rtlCol="0">
            <a:spAutoFit/>
          </a:bodyPr>
          <a:lstStyle/>
          <a:p>
            <a:pPr algn="ctr"/>
            <a:r>
              <a:rPr lang="en-US" sz="3200" dirty="0"/>
              <a:t>4</a:t>
            </a:r>
          </a:p>
        </p:txBody>
      </p:sp>
      <p:sp>
        <p:nvSpPr>
          <p:cNvPr id="70" name="TextBox 69">
            <a:extLst>
              <a:ext uri="{FF2B5EF4-FFF2-40B4-BE49-F238E27FC236}">
                <a16:creationId xmlns:a16="http://schemas.microsoft.com/office/drawing/2014/main" id="{08AFD8F4-C7FE-4EC0-314D-A550D383DAD4}"/>
              </a:ext>
            </a:extLst>
          </p:cNvPr>
          <p:cNvSpPr txBox="1"/>
          <p:nvPr/>
        </p:nvSpPr>
        <p:spPr>
          <a:xfrm>
            <a:off x="3716867" y="4244561"/>
            <a:ext cx="462845" cy="584775"/>
          </a:xfrm>
          <a:prstGeom prst="rect">
            <a:avLst/>
          </a:prstGeom>
          <a:noFill/>
        </p:spPr>
        <p:txBody>
          <a:bodyPr wrap="square" rtlCol="0">
            <a:spAutoFit/>
          </a:bodyPr>
          <a:lstStyle/>
          <a:p>
            <a:pPr algn="ctr"/>
            <a:r>
              <a:rPr lang="en-US" sz="3200" dirty="0"/>
              <a:t>4</a:t>
            </a:r>
          </a:p>
        </p:txBody>
      </p:sp>
      <p:sp>
        <p:nvSpPr>
          <p:cNvPr id="73" name="TextBox 72">
            <a:extLst>
              <a:ext uri="{FF2B5EF4-FFF2-40B4-BE49-F238E27FC236}">
                <a16:creationId xmlns:a16="http://schemas.microsoft.com/office/drawing/2014/main" id="{C20DA02C-D85E-CB84-677E-A19520FC8B77}"/>
              </a:ext>
            </a:extLst>
          </p:cNvPr>
          <p:cNvSpPr txBox="1"/>
          <p:nvPr/>
        </p:nvSpPr>
        <p:spPr>
          <a:xfrm>
            <a:off x="4715935" y="4244561"/>
            <a:ext cx="462845" cy="584775"/>
          </a:xfrm>
          <a:prstGeom prst="rect">
            <a:avLst/>
          </a:prstGeom>
          <a:noFill/>
        </p:spPr>
        <p:txBody>
          <a:bodyPr wrap="square" rtlCol="0">
            <a:spAutoFit/>
          </a:bodyPr>
          <a:lstStyle/>
          <a:p>
            <a:pPr algn="ctr"/>
            <a:r>
              <a:rPr lang="en-US" sz="3200" dirty="0"/>
              <a:t>3</a:t>
            </a:r>
          </a:p>
        </p:txBody>
      </p:sp>
      <p:sp>
        <p:nvSpPr>
          <p:cNvPr id="74" name="TextBox 73">
            <a:extLst>
              <a:ext uri="{FF2B5EF4-FFF2-40B4-BE49-F238E27FC236}">
                <a16:creationId xmlns:a16="http://schemas.microsoft.com/office/drawing/2014/main" id="{B33360FF-4C85-9770-EA7B-F217BBE4DC8A}"/>
              </a:ext>
            </a:extLst>
          </p:cNvPr>
          <p:cNvSpPr txBox="1"/>
          <p:nvPr/>
        </p:nvSpPr>
        <p:spPr>
          <a:xfrm>
            <a:off x="7213604" y="4244561"/>
            <a:ext cx="462845" cy="584775"/>
          </a:xfrm>
          <a:prstGeom prst="rect">
            <a:avLst/>
          </a:prstGeom>
          <a:noFill/>
        </p:spPr>
        <p:txBody>
          <a:bodyPr wrap="square" rtlCol="0">
            <a:spAutoFit/>
          </a:bodyPr>
          <a:lstStyle/>
          <a:p>
            <a:pPr algn="ctr"/>
            <a:r>
              <a:rPr lang="en-US" sz="3200" dirty="0"/>
              <a:t>6</a:t>
            </a:r>
          </a:p>
        </p:txBody>
      </p:sp>
      <p:sp>
        <p:nvSpPr>
          <p:cNvPr id="75" name="TextBox 74">
            <a:extLst>
              <a:ext uri="{FF2B5EF4-FFF2-40B4-BE49-F238E27FC236}">
                <a16:creationId xmlns:a16="http://schemas.microsoft.com/office/drawing/2014/main" id="{7A6D7CF1-A052-2DDC-D032-5021C59E3332}"/>
              </a:ext>
            </a:extLst>
          </p:cNvPr>
          <p:cNvSpPr txBox="1"/>
          <p:nvPr/>
        </p:nvSpPr>
        <p:spPr>
          <a:xfrm>
            <a:off x="3716867" y="4747898"/>
            <a:ext cx="462845" cy="584775"/>
          </a:xfrm>
          <a:prstGeom prst="rect">
            <a:avLst/>
          </a:prstGeom>
          <a:noFill/>
        </p:spPr>
        <p:txBody>
          <a:bodyPr wrap="square" rtlCol="0">
            <a:spAutoFit/>
          </a:bodyPr>
          <a:lstStyle/>
          <a:p>
            <a:pPr algn="ctr"/>
            <a:r>
              <a:rPr lang="en-US" sz="3200" dirty="0"/>
              <a:t>3</a:t>
            </a:r>
          </a:p>
        </p:txBody>
      </p:sp>
      <p:sp>
        <p:nvSpPr>
          <p:cNvPr id="76" name="TextBox 75">
            <a:extLst>
              <a:ext uri="{FF2B5EF4-FFF2-40B4-BE49-F238E27FC236}">
                <a16:creationId xmlns:a16="http://schemas.microsoft.com/office/drawing/2014/main" id="{9BBAB850-8380-CA06-D935-CBE9B052A877}"/>
              </a:ext>
            </a:extLst>
          </p:cNvPr>
          <p:cNvSpPr txBox="1"/>
          <p:nvPr/>
        </p:nvSpPr>
        <p:spPr>
          <a:xfrm>
            <a:off x="4715935" y="4747898"/>
            <a:ext cx="462845" cy="584775"/>
          </a:xfrm>
          <a:prstGeom prst="rect">
            <a:avLst/>
          </a:prstGeom>
          <a:noFill/>
        </p:spPr>
        <p:txBody>
          <a:bodyPr wrap="square" rtlCol="0">
            <a:spAutoFit/>
          </a:bodyPr>
          <a:lstStyle/>
          <a:p>
            <a:pPr algn="ctr"/>
            <a:r>
              <a:rPr lang="en-US" sz="3200" dirty="0"/>
              <a:t>6</a:t>
            </a:r>
          </a:p>
        </p:txBody>
      </p:sp>
      <p:sp>
        <p:nvSpPr>
          <p:cNvPr id="56" name="TextBox 55">
            <a:extLst>
              <a:ext uri="{FF2B5EF4-FFF2-40B4-BE49-F238E27FC236}">
                <a16:creationId xmlns:a16="http://schemas.microsoft.com/office/drawing/2014/main" id="{F7DD52C1-BA64-4C18-6272-FAFA4FB76141}"/>
              </a:ext>
            </a:extLst>
          </p:cNvPr>
          <p:cNvSpPr txBox="1"/>
          <p:nvPr/>
        </p:nvSpPr>
        <p:spPr>
          <a:xfrm>
            <a:off x="6714071" y="4747898"/>
            <a:ext cx="462845" cy="584775"/>
          </a:xfrm>
          <a:prstGeom prst="rect">
            <a:avLst/>
          </a:prstGeom>
          <a:noFill/>
        </p:spPr>
        <p:txBody>
          <a:bodyPr wrap="square" rtlCol="0">
            <a:spAutoFit/>
          </a:bodyPr>
          <a:lstStyle/>
          <a:p>
            <a:pPr algn="ctr"/>
            <a:r>
              <a:rPr lang="en-US" sz="3200" dirty="0"/>
              <a:t>4</a:t>
            </a:r>
          </a:p>
        </p:txBody>
      </p:sp>
      <p:sp>
        <p:nvSpPr>
          <p:cNvPr id="58" name="TextBox 57">
            <a:extLst>
              <a:ext uri="{FF2B5EF4-FFF2-40B4-BE49-F238E27FC236}">
                <a16:creationId xmlns:a16="http://schemas.microsoft.com/office/drawing/2014/main" id="{E4EDDC4E-181E-4ADA-3475-2BB5C0AF8742}"/>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60" name="TextBox 59">
            <a:extLst>
              <a:ext uri="{FF2B5EF4-FFF2-40B4-BE49-F238E27FC236}">
                <a16:creationId xmlns:a16="http://schemas.microsoft.com/office/drawing/2014/main" id="{94845B7A-9869-1A6B-327A-008DD84C9C1B}"/>
              </a:ext>
            </a:extLst>
          </p:cNvPr>
          <p:cNvSpPr txBox="1"/>
          <p:nvPr/>
        </p:nvSpPr>
        <p:spPr>
          <a:xfrm>
            <a:off x="6714071" y="721216"/>
            <a:ext cx="462845" cy="584775"/>
          </a:xfrm>
          <a:prstGeom prst="rect">
            <a:avLst/>
          </a:prstGeom>
          <a:noFill/>
        </p:spPr>
        <p:txBody>
          <a:bodyPr wrap="square" rtlCol="0">
            <a:spAutoFit/>
          </a:bodyPr>
          <a:lstStyle/>
          <a:p>
            <a:pPr algn="ctr"/>
            <a:r>
              <a:rPr lang="en-US" sz="3200" dirty="0"/>
              <a:t>2</a:t>
            </a:r>
          </a:p>
        </p:txBody>
      </p:sp>
      <p:sp>
        <p:nvSpPr>
          <p:cNvPr id="62" name="TextBox 61">
            <a:extLst>
              <a:ext uri="{FF2B5EF4-FFF2-40B4-BE49-F238E27FC236}">
                <a16:creationId xmlns:a16="http://schemas.microsoft.com/office/drawing/2014/main" id="{78BFD17C-B65B-DDED-18D2-685A266C76F6}"/>
              </a:ext>
            </a:extLst>
          </p:cNvPr>
          <p:cNvSpPr txBox="1"/>
          <p:nvPr/>
        </p:nvSpPr>
        <p:spPr>
          <a:xfrm>
            <a:off x="5215469" y="4747898"/>
            <a:ext cx="462845" cy="584775"/>
          </a:xfrm>
          <a:prstGeom prst="rect">
            <a:avLst/>
          </a:prstGeom>
          <a:noFill/>
        </p:spPr>
        <p:txBody>
          <a:bodyPr wrap="square" rtlCol="0">
            <a:spAutoFit/>
          </a:bodyPr>
          <a:lstStyle/>
          <a:p>
            <a:pPr algn="ctr"/>
            <a:r>
              <a:rPr lang="en-US" sz="3200" dirty="0"/>
              <a:t>2</a:t>
            </a:r>
          </a:p>
        </p:txBody>
      </p:sp>
      <p:sp>
        <p:nvSpPr>
          <p:cNvPr id="63" name="TextBox 62">
            <a:extLst>
              <a:ext uri="{FF2B5EF4-FFF2-40B4-BE49-F238E27FC236}">
                <a16:creationId xmlns:a16="http://schemas.microsoft.com/office/drawing/2014/main" id="{C69B6CC5-566B-EDFB-DAAF-6C9A141251C7}"/>
              </a:ext>
            </a:extLst>
          </p:cNvPr>
          <p:cNvSpPr txBox="1"/>
          <p:nvPr/>
        </p:nvSpPr>
        <p:spPr>
          <a:xfrm>
            <a:off x="5715003" y="4747898"/>
            <a:ext cx="462845" cy="584775"/>
          </a:xfrm>
          <a:prstGeom prst="rect">
            <a:avLst/>
          </a:prstGeom>
          <a:noFill/>
        </p:spPr>
        <p:txBody>
          <a:bodyPr wrap="square" rtlCol="0">
            <a:spAutoFit/>
          </a:bodyPr>
          <a:lstStyle/>
          <a:p>
            <a:pPr algn="ctr"/>
            <a:r>
              <a:rPr lang="en-US" sz="3200" dirty="0"/>
              <a:t>8</a:t>
            </a:r>
          </a:p>
        </p:txBody>
      </p:sp>
      <p:sp>
        <p:nvSpPr>
          <p:cNvPr id="80" name="TextBox 79">
            <a:extLst>
              <a:ext uri="{FF2B5EF4-FFF2-40B4-BE49-F238E27FC236}">
                <a16:creationId xmlns:a16="http://schemas.microsoft.com/office/drawing/2014/main" id="{480BC99E-03D9-2457-E50D-AC89ECB11CDF}"/>
              </a:ext>
            </a:extLst>
          </p:cNvPr>
          <p:cNvSpPr txBox="1"/>
          <p:nvPr/>
        </p:nvSpPr>
        <p:spPr>
          <a:xfrm>
            <a:off x="5215469" y="721216"/>
            <a:ext cx="462845" cy="584775"/>
          </a:xfrm>
          <a:prstGeom prst="rect">
            <a:avLst/>
          </a:prstGeom>
          <a:noFill/>
        </p:spPr>
        <p:txBody>
          <a:bodyPr wrap="square" rtlCol="0">
            <a:spAutoFit/>
          </a:bodyPr>
          <a:lstStyle/>
          <a:p>
            <a:pPr algn="ctr"/>
            <a:r>
              <a:rPr lang="en-US" sz="3200" dirty="0"/>
              <a:t>8</a:t>
            </a:r>
          </a:p>
        </p:txBody>
      </p:sp>
      <p:sp>
        <p:nvSpPr>
          <p:cNvPr id="12" name="TextBox 11">
            <a:extLst>
              <a:ext uri="{FF2B5EF4-FFF2-40B4-BE49-F238E27FC236}">
                <a16:creationId xmlns:a16="http://schemas.microsoft.com/office/drawing/2014/main" id="{B5A57529-3868-57C6-AC4F-D30060C01017}"/>
              </a:ext>
            </a:extLst>
          </p:cNvPr>
          <p:cNvSpPr txBox="1"/>
          <p:nvPr/>
        </p:nvSpPr>
        <p:spPr>
          <a:xfrm>
            <a:off x="5215469" y="1224551"/>
            <a:ext cx="462845" cy="584775"/>
          </a:xfrm>
          <a:prstGeom prst="rect">
            <a:avLst/>
          </a:prstGeom>
          <a:noFill/>
        </p:spPr>
        <p:txBody>
          <a:bodyPr wrap="square" rtlCol="0">
            <a:spAutoFit/>
          </a:bodyPr>
          <a:lstStyle/>
          <a:p>
            <a:pPr algn="ctr"/>
            <a:r>
              <a:rPr lang="en-US" sz="3200" dirty="0"/>
              <a:t>7</a:t>
            </a:r>
          </a:p>
        </p:txBody>
      </p:sp>
      <p:sp>
        <p:nvSpPr>
          <p:cNvPr id="61" name="TextBox 60">
            <a:extLst>
              <a:ext uri="{FF2B5EF4-FFF2-40B4-BE49-F238E27FC236}">
                <a16:creationId xmlns:a16="http://schemas.microsoft.com/office/drawing/2014/main" id="{E86EB9DC-929F-1A0E-74AA-33B2F044D89C}"/>
              </a:ext>
            </a:extLst>
          </p:cNvPr>
          <p:cNvSpPr txBox="1"/>
          <p:nvPr/>
        </p:nvSpPr>
        <p:spPr>
          <a:xfrm>
            <a:off x="6714071" y="1224551"/>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40650569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10369</TotalTime>
  <Words>3208</Words>
  <Application>Microsoft Macintosh PowerPoint</Application>
  <PresentationFormat>Widescreen</PresentationFormat>
  <Paragraphs>2389</Paragraphs>
  <Slides>47</Slides>
  <Notes>47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47</vt:i4>
      </vt:variant>
    </vt:vector>
  </HeadingPairs>
  <TitlesOfParts>
    <vt:vector size="51"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Jonathan Hardis</dc:creator>
  <cp:lastModifiedBy>Jonathan Hardis</cp:lastModifiedBy>
  <cp:revision>406</cp:revision>
  <cp:lastPrinted>2025-12-02T00:08:17Z</cp:lastPrinted>
  <dcterms:created xsi:type="dcterms:W3CDTF">2024-03-19T02:13:08Z</dcterms:created>
  <dcterms:modified xsi:type="dcterms:W3CDTF">2026-05-08T05:12:24Z</dcterms:modified>
</cp:coreProperties>
</file>