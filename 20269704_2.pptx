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45" r:id="rId11"/>
    <p:sldId id="546" r:id="rId12"/>
    <p:sldId id="547" r:id="rId13"/>
    <p:sldId id="548" r:id="rId14"/>
    <p:sldId id="539" r:id="rId15"/>
    <p:sldId id="540" r:id="rId16"/>
    <p:sldId id="541" r:id="rId17"/>
    <p:sldId id="542" r:id="rId18"/>
    <p:sldId id="549" r:id="rId19"/>
    <p:sldId id="550" r:id="rId20"/>
    <p:sldId id="551" r:id="rId21"/>
    <p:sldId id="552" r:id="rId22"/>
    <p:sldId id="553" r:id="rId23"/>
    <p:sldId id="558" r:id="rId24"/>
    <p:sldId id="559" r:id="rId25"/>
    <p:sldId id="560" r:id="rId26"/>
    <p:sldId id="561" r:id="rId27"/>
    <p:sldId id="562" r:id="rId28"/>
    <p:sldId id="563" r:id="rId29"/>
    <p:sldId id="564" r:id="rId30"/>
    <p:sldId id="565" r:id="rId31"/>
    <p:sldId id="566" r:id="rId32"/>
    <p:sldId id="567" r:id="rId33"/>
    <p:sldId id="579" r:id="rId34"/>
    <p:sldId id="581" r:id="rId35"/>
    <p:sldId id="582" r:id="rId36"/>
    <p:sldId id="583" r:id="rId37"/>
    <p:sldId id="568" r:id="rId38"/>
    <p:sldId id="569" r:id="rId39"/>
    <p:sldId id="584" r:id="rId40"/>
    <p:sldId id="585" r:id="rId41"/>
    <p:sldId id="586" r:id="rId42"/>
    <p:sldId id="587" r:id="rId43"/>
    <p:sldId id="588" r:id="rId44"/>
    <p:sldId id="589" r:id="rId45"/>
    <p:sldId id="590" r:id="rId46"/>
    <p:sldId id="591" r:id="rId47"/>
    <p:sldId id="592" r:id="rId48"/>
    <p:sldId id="593" r:id="rId49"/>
    <p:sldId id="594" r:id="rId50"/>
    <p:sldId id="595" r:id="rId51"/>
    <p:sldId id="596" r:id="rId52"/>
    <p:sldId id="597" r:id="rId53"/>
    <p:sldId id="598" r:id="rId54"/>
    <p:sldId id="599" r:id="rId55"/>
    <p:sldId id="600" r:id="rId56"/>
    <p:sldId id="601" r:id="rId57"/>
    <p:sldId id="602" r:id="rId58"/>
    <p:sldId id="603" r:id="rId59"/>
    <p:sldId id="604" r:id="rId60"/>
    <p:sldId id="605" r:id="rId61"/>
    <p:sldId id="620" r:id="rId62"/>
    <p:sldId id="621" r:id="rId63"/>
    <p:sldId id="606" r:id="rId64"/>
    <p:sldId id="607" r:id="rId65"/>
    <p:sldId id="608" r:id="rId66"/>
    <p:sldId id="609" r:id="rId67"/>
    <p:sldId id="610" r:id="rId68"/>
    <p:sldId id="611" r:id="rId69"/>
    <p:sldId id="612" r:id="rId70"/>
    <p:sldId id="613" r:id="rId71"/>
    <p:sldId id="623" r:id="rId72"/>
    <p:sldId id="615" r:id="rId73"/>
    <p:sldId id="616" r:id="rId74"/>
    <p:sldId id="624" r:id="rId75"/>
    <p:sldId id="625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36C6-C561-5FB6-CD76-9F26CAE5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C82B7-06A6-469C-5C81-F2937B2C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298D2-8ADD-7C26-3950-30DF59C5B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20C09-32A2-293D-328E-502492482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94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9B62-55FA-57A2-6B0A-C1499AA6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9D9E0-D200-D1E2-AC0C-D0CF2B83F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6CE4E-21CF-3267-D2CE-351C91CD4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2D745-5F06-5A2A-B2D0-55ED686DA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08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4CB0-C2F4-3032-F10A-BB8A6EE9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B5BA3-880C-C9AA-923B-5B96A89A2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8D7E8-6330-C6BE-A07D-3E14DCDDA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14B6-3A97-0BEF-113E-81A7A7521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7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25F8-EB61-2044-2B7A-4A2E44BB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95BA9-8D03-A66D-ACCD-90127C3D7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F528D-0F01-1B49-EE01-F9CC97F23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8219B-BD89-0C19-94FF-0C531C6A5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4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E4C2-6827-3F3E-4084-D5738459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2369-9BED-A215-DA42-2497C4481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B47D5-AF3F-F631-3E3A-644F23568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09F30-C2AE-399C-9430-49A4CE428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B4C3-45C0-025F-A650-BAD5F98A8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FE19C-CAB6-3244-DE90-C3EAD67EF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F1456-FAE7-A1FC-BE9B-CD785145D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09874-8F16-889F-B86D-65BF54A58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11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4E5A-46F8-59A7-3904-F96F7C41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A99E3-3F18-F599-B7BB-2788FBE34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D5547-3F83-1119-DA3A-CADECC398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F902D-7118-1B2D-E586-7C4CDDE93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13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6638-A91E-7A12-CB66-A3E5ECA4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59993-D1D9-44E6-7DB6-CF4874A54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39C37-A963-439D-4C93-395DAD0DC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D38D-AD12-46EA-0FC8-EBEC88FC1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50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35F5-AB51-E384-A619-809A37F2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8849C-A654-4B1E-FDDD-0787A2C02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DB87F-8212-0D39-BE1E-DE536B640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5ADB6-B808-9F32-7EBC-B7796C7A4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2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A3F7-8018-B0BA-410F-DD95E6E3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D1ADA-71B0-C7A3-3714-465436573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CB3F7-B383-0379-2657-B9B401310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47588-1336-AFD7-6F7D-1F46E99CC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07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A27B-9924-998E-3D2F-538E3659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CD24A-B5F6-901A-3A49-3101C4D04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9BC90-8324-8DB8-9AE2-F15E6FFFE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48420-907A-4026-610C-520B2C2AB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46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BCF82-DC14-57F3-1426-0294E07A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3CE4F-8AF5-96C1-81BC-75A03C021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49F33-810B-553D-1E97-863621CB1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C2C7D-7AA1-8EF0-A6BF-EA82F6869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7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30052-A74F-88B4-2FA7-45D86F82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3CAFE-09B3-E81E-535A-F348B13E7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7D07C-D0A6-B94D-3157-D7C68E063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8C387-E384-B188-712B-25C892286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47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1FAA-4982-38AF-0FC8-C8089FD9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67BBC-3D49-40A3-110A-0DAB68B60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C73A2-E754-599C-CFA7-C855CC57E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B263C-2328-387B-9DF5-CC403DF43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26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F7E1-A6B7-F4FD-8A93-31B1A90B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43E22-BAD9-2DFB-D03F-5BCDB319E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FBCF6-DF5F-0E6B-0A6C-40B6F3625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5C132-3391-2534-01D9-BEF8E989B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53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A7CE-BC64-4F8B-A2C1-309E9622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6EAFC-7C18-9115-B4B1-19D88EA4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33829-EEB9-905C-7B8E-FDBBC953C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1B6FD-0345-650A-49B3-6828BE70A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99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8961-71B8-BB29-BB4D-FCB86ADD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B4305-2E13-78A4-F06E-073B8DF89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29E91-1EF3-27EB-C175-1972BDF10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8474-849D-4399-2A03-4A4D51357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4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7511-C0EE-A7F4-5402-C9CFC3F7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1ED1A-8211-A278-12F9-93A8368BF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3F66F-6164-68FE-1FD5-89348D92C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1577-FF33-8B31-8D6F-20EE4A305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39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AEBC-57CB-754F-9B86-5CAC9684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24FD7-8A9A-86C5-AED9-68EA43B33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4AC44-015B-72CE-017F-95DD523FA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6E472-2609-0506-AA7F-361B0ABDF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06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190A-2B50-4C38-B700-7CE1A513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A2B5B-81DA-FF5B-9252-E74567555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9E3F5-848E-096E-0702-57F95FCEE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D50A5-7233-4233-9CAF-282233589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370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DB33-AD52-2A18-2E46-1D80545D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21610-8F58-7AE6-01BB-66B73A022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19991-E52C-1401-C8BA-8F9019A7F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C876A-10CD-1332-A071-BBF584E34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53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37A3-B043-4B6F-C51A-DC08C450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0BCFF-B54C-BA12-418F-397A32C47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13ACA-A64A-A82A-1258-8E12323E0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C7E36-F33B-0325-228A-F6711DB8D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841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1F9F-ADA2-5DDE-191C-F93D1DF6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12D8D-D1D2-D724-B819-64725AA0B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778A4-DD80-B80F-9460-3F53212D1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EF7B6-4C21-7332-FDE8-DD361876B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891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1930-8CBF-57DE-EEA7-0BE63561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A5176-B6C7-80F6-55DE-7E556B13A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0E434-4C61-4A53-F665-B2AD04093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599CA-3F82-CD26-8621-5C0CD3B9D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46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9B9B-D38C-40BD-8300-DD4CB053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2F62C-CC8E-C92D-0DD6-0ED067EC2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8D342-2D65-97B0-60D5-3FBA83328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4424C-2640-8A9D-D2AC-7EE7D89A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6404-122B-7C5B-496D-073F414C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C2CF9-B858-5ADA-0E94-99FE60723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590B6-36DC-D205-C5F1-F03DFC68C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ECF50-1ECD-6A1C-0413-99763FA03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7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AD5B9-E42B-0B59-2C2A-E3E012F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3AA21-EDFF-82AC-FBC6-52F4E8BBF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6B9B1-C629-091E-D881-FD5C8AE89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8380E-9789-F74B-62F6-E01A482A1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905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3BC0-C80E-9927-0B51-817B569A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214A6-7CEC-46F2-E482-D9C3B6101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EE34D-B51A-AD92-82AE-C0173F069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86C53-E559-5535-1681-3503E4C56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9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336D-8A0D-60DF-2129-818A59C7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E6E40-F446-C8DA-3056-59945CE86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0AF93-8C5A-6558-CA1F-BA053D2AA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F3518-7F6D-B153-4C4B-9A68CD449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79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DE428-0ED2-C0E8-F4C6-AF92F9DF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A812F-547B-4036-864A-74225C6D7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9D9AA-8D88-4F64-B02A-AD8CC270C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77DCD-6985-3FDF-92B6-8856C0B24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3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5FB5-D2CE-6973-FA75-101099BD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00141-3BC0-ACBF-9537-936A2BA0D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6A2E4-1FE7-CB77-9EFD-2F2C5E41A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DD6C-A8C4-0DF5-2DAB-668EF2123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834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387F-AA87-EB53-E188-691347FF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66549-B4B7-042D-389E-99A222794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60BCA-EC25-6656-A53E-CD864503F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45164-D2AD-E895-626E-D35CE3C68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23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23D2-1C51-C39B-9B90-A56E8F07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B924B-1FB2-A04B-D99E-9D59E9820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5E546-CB5F-0790-F98A-7A9DFAB1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FBBD3-705E-14D0-9301-1B0FA192F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399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B8268-2329-4761-EAB7-40787FA0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4FD4C-CF30-F69E-43DB-F9F260EB1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7B732-AEB3-71AF-8447-333B9002F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910B3-AAA4-71EF-679E-23A7B0AB1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462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2BFB-33D1-5000-8860-7E5E2605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D1CE3-284B-3F9C-4B05-5947375A1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EFCB1-369A-E572-9AA7-3CA8920FC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0C482-9AC9-BAAB-9603-CA4F74D1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516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0D42-2708-81F6-FF21-7B171B7F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EBE5B-3FEA-E59D-685E-708FFFC2E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E4767-2E16-2F94-E34E-22EB717A1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90A67-DD67-CBDE-8EA4-E7FDC3A0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507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1A88-D132-8A2F-CF80-235E5F05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99119-AD53-BA78-4012-509E29D52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A9F73-6894-B46B-D304-80F288DF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A5FE5-5A20-C34A-FBF1-293D0E847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8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1508-DCC8-A3ED-B171-16ED959F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8A11D-C0B3-CF16-3DA8-9E695F869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C23E1-6B42-8E8B-51B8-AF8782E46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96D67-7942-9F56-CC94-031038C17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61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8326-80CE-395F-8D55-FB6F681B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BCE28-B65B-8BCA-32C5-3275C027D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E8FE6-B313-6457-D473-B8FF0ABBA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791C8-6105-4E64-768F-0BDF390DF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066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2BD2-2CB4-01F5-DD18-B1E3DA41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1FBBB-37C5-569E-E45F-EBB3890A9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F9CCD-16EB-07B8-C2CA-633746061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136FC-33B1-5930-61CA-C9EB1D815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01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0F24-F093-A543-4E23-9E0199F3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B4509-A0AD-E14C-CDB0-01F1BB8AC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B11BA-21F3-5B99-1B40-FA09F9F9D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EDBE-2E9A-1DFB-4C86-DCD66A325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3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651E-AADA-3C36-C9B7-1B048A40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8272-41FD-C093-5BF6-9887C663C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66502-817C-A039-00D6-8FC3C0EAA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54696-FA1C-A03E-2D8A-6B89806A3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430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CB8B-9B07-83A2-CA11-20A4D764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99397-44B3-49F0-F698-FF69942E7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F4E7F-B505-48C1-434B-9BF8B741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4DF1C-99D1-A314-A055-3E4974546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323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96E4-2627-8E4C-F36E-92E0C288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F9A9E-2F32-0EC5-14EB-195B6F4D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AFC19-5C82-29CF-0964-D03968062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04BCE-E84D-209D-3191-301D44AC7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507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A895-DFA9-77DD-7B2A-7DD8665B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C4CFE-3D11-6C5D-D1BF-1ADD4A394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5AF5B-8D22-DC05-22CE-BE4D1B38D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6D5C9-0CC1-A2B7-13AE-6AF97D812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559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D528-5124-DE65-BF2A-BA24A0BF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5B5E1-503A-31D6-B47F-EB25BC9E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6883F-8D12-9E67-935D-B66797329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089C4-2240-620C-C035-0BE1C7EDB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710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BF58-21AD-F6EF-E4EC-6AF38197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0DDB2-0004-3E58-2B38-F66674BFF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08CDF-2CBE-5425-9BCB-3BAE23474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98F9-914E-BA94-C327-7473D38AB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788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6522-9B62-AD39-CA85-D07BADCC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73EFE-A26F-FCCA-2667-D87A0ADB8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53238-299C-C22E-4050-75FC94266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CE1A6-9A45-E5F3-33FB-9EF80AB07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56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CA2A-D96E-C484-F096-38D5D30B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1A1F5-F332-6B46-ECF0-972702F72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B0C45-B754-9E2D-881E-6CFA7E775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7A68D-041B-7AD3-5ABB-28DB6B10F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368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7826-C3BC-6AE6-7B12-9E7977FEA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C0734-59C2-B778-76E9-19AFAA7BA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20E57-F00D-A997-14A8-ACB640A67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24108-95F9-FA49-D6E2-7EA430341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38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1F5E-D51A-4E6A-3639-387CC88E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7DA70-15CA-163C-B816-E5684F19E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2921E-83AF-6B53-E44E-E4A96482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B851C-16BA-0BF6-7BB0-E0133F077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599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8EDC-30F6-0F05-DF9C-B77F2DBA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EAFB1-84FE-DD21-001F-DA7A45928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FCD3C-097F-FF29-C16E-7AA2CF84E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B273F-74FB-D155-F255-D4812AC4D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063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B4086-CEBE-2BC1-F79B-E3D1A1C0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2A39F-EBDD-3FD3-1625-38D9DFF81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D5BB1-1CD6-8CB3-1F06-A3F7D18E1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715C-7340-908E-8CF2-591C0DDDB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861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8397B-3102-3CD6-E244-C61A6BAF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ED47B-691A-A961-236C-5B57A409E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2B2D1-19B5-207B-5DD3-9CBF05BE5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401E6-A528-B24D-11FE-CD66C0C41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926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0BB4-5783-D1C2-5635-0161787A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0369B-EEFB-E8D6-7AF4-CEAC3E71D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511AE-AEA4-96D3-0935-6DCE1A7F3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AFB86-E990-ACFB-1CAC-03D96D6D3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442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AEFB-A9E3-2E1F-9C58-DFFFCB99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27305-A528-9191-86E7-29DF8A673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97996-77D8-714D-D582-5BF0E8240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4170D-D862-C30D-E877-C0009698C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271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62C6-52FE-B1C0-0549-ED17F9B5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EADAC-0CEA-C29A-654E-2FF5A19B0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5E144-BDBE-587E-A130-7795E941D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6170D-D6E3-4FF7-AE67-D853311DE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488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C231-225A-03AB-0FD3-5B377B32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2B71A-D59C-8DBB-7D73-A2C117871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ABA6E-C2AF-B2B6-EAEF-BA5E20FEF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FF99E-F1C9-2E97-3F3D-7A9E2AADB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382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3423-4B1F-0F2F-6167-2F0849B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D2841-F6EF-7DAD-9D3D-2B9AF5F48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43D2F-58DA-2DB6-96A2-426BF12A9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0259-B0AB-D805-0DC8-D2D93254A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6178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2EFC-2AE2-0734-F7DD-C1ED8F52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78341-C178-BC5C-AC9B-F37CA89DF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C4EFB-97F5-7E97-D06D-6D814A682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93B07-47B4-F39D-50A7-A613C9DC2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8246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7496-94BD-8D6D-A207-303BE7D4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9FEED-47DD-D849-02A2-991FA1393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560D7-6208-BCF5-BADF-F920CBEDE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41DC1-5A98-7E11-AFBC-CDDE171A2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690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C174-4F2D-DA5E-5F68-D54D6C47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D2C67-CB24-D47B-BFD2-0564A109E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79A8F-ECA6-DBFF-753E-7C2376E50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59E77-524C-10C9-A2A7-4D27C65B9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689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99F3-C2B2-60E7-2B15-68E00BCC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35ACB-2F8B-B8F1-1EB4-3EE40A2EA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2BCA-7A42-89E9-4F23-64E2BAD4F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A235-C85B-8EF5-F85E-937C708EF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8049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D56F-3913-B29E-E6D9-6F7603A0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C9F2B-651F-D192-8FAC-9A36B3970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03821-8091-C06E-C832-D6061679A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C4E73-EAE0-81A7-0681-41AC9B1B3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997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E1AA-5EEA-BA50-9D8B-801B030F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B737-2F1F-591C-839D-8A48EBD6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B5D37-4CFA-F088-74BB-9C3BAFAD9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52598-250B-2BAA-1830-93015A348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25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677C2-ED0D-0426-B41F-6230B119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FA0C9-EA97-C551-7E48-B499D4C06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9EADB-0009-1BBC-C8B8-A34BE5A89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F67C-FE7A-74FF-AF9E-11CC3510D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4108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ADE3-7729-7B74-1F1E-7413574E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969C9-07C8-0B64-C710-91E0D05E0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55BDD-8868-E965-AA4F-9CE1C89B2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F807E-5BAE-42BC-C43F-706E8DDEB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0180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067C-DDF9-2A67-0624-D7763201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5B3F8-528A-DD95-5C12-A920DA1E9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2EA6A-D3C1-7807-97A2-2F2A72787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47109-5BD6-5300-44D1-34FC43A5A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467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064F-6FE1-DEEF-1E6F-6602CB68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02C5B-214C-E8B6-D2DD-76ED3DB08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C8ABC-C8A0-6456-EAF3-33935FFDF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125E-01B9-9DD8-36B2-CE48D0B04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9238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3E46-2F33-7945-C190-A2AF5136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14FD1-F1DE-91B3-0E8E-7182F56AB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4E89A-F0D8-C003-B65E-8AC78F120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F0282-560C-FD3D-5DB6-C5246C5F1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7397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C990-526E-5CD7-A9B0-DB93ADBA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33A79-0C11-FC73-308B-031D038D7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AF35F-0A3A-4D01-60B1-B3A5F8713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FB3BE-73C0-D7E4-EF53-EC4892EDA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67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F5B4-E019-9900-B3DD-6842DB4F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4717E-3FC5-FBD9-6531-9CD9696FD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6FCC8-0558-719E-24D1-15B7BF904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26FE-756C-04B1-2F4A-51F7B0F1F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243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27F97-CCC7-A0F2-7701-699DC44A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D4583-3091-1CB8-ADF5-0E094E25D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51ED3-0B72-864E-4308-9D7C0AED4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D187D-6EFE-8242-1178-9674706ED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583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7E1E-B7DF-10E1-CFCB-8557FBA2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BBC31-5E87-BD8D-7630-CE10F77C3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A22DF-AC95-A443-D413-E088EBBCC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A5C62-E1D0-93E6-3D1D-43FABB022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9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FA5A20-75BC-EB16-2434-6D7BF96E92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304374"/>
            <a:ext cx="4543224" cy="49936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3A3A-ADE7-9FCF-FA12-9698FB6E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9350F-4C67-7E5B-B232-B8ADB10934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thermometers of length 4 or longer.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93ADFA-6759-B367-F811-1C71C6555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0ACDEB-8CE2-5684-5853-38A0A4B2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061857-F6BB-BED4-D293-9D4BFA210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E32578-25CB-B114-44B5-DC0EE77AA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6ACB1E-0C48-D6CF-3E8B-FBEA5157E179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4E930-1B9F-06F6-B6CD-8A957AB8D2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BFA78-4AD9-CEDF-0861-925896BBF77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ECC0A-829E-0073-D752-B276C391231C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F02CD-6D56-6AD1-EA54-7A19C6F7AB3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04FDB-19F2-16FA-2FFF-C95DBCA64B5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C9B49-5F81-5A92-C94D-46B91F9973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142B6-C7CF-7343-4AAF-26ED0C84611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73D4A-DBDC-30FE-A526-51ECA6D1105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609E01-84E5-94CF-ECBA-74DBC3FC67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F7830-2CA9-43B8-2416-A9D7CE51FB3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7AF53-1A0B-A3F4-BB35-37AC08A64119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F1043-0307-C070-2F14-824225757B0C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6BDA31-5752-8C6A-9991-AFBD7C07773E}"/>
              </a:ext>
            </a:extLst>
          </p:cNvPr>
          <p:cNvSpPr txBox="1"/>
          <p:nvPr/>
        </p:nvSpPr>
        <p:spPr>
          <a:xfrm>
            <a:off x="5650090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14968-F4F7-A86E-78F4-C1F45EEFA7D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762B6D-AC6C-4DF8-BE2A-99C17768AAA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98AEAC-5DBE-8E20-4221-832619A4351F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72A-16C5-9F29-56A1-5EDD07B0B1B7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7D0D41-435A-2989-8FF5-C96AC88ED448}"/>
              </a:ext>
            </a:extLst>
          </p:cNvPr>
          <p:cNvSpPr txBox="1"/>
          <p:nvPr/>
        </p:nvSpPr>
        <p:spPr>
          <a:xfrm>
            <a:off x="5147734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BFD9E5-4190-691E-3569-45190F040B2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66058F-E580-4C45-5E9E-B21E107BEB28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3B7827-EFD1-CEF7-5269-C62CF11CE4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B5FE84-A0DE-8A68-5AF0-680A228292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E6BF40-DEB1-3F52-2841-21E5BBFEFD1F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9894E7-31A7-92B8-653E-8E2797B7ACB6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A19E3A-B581-C625-65D0-AF680D28FFB3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0C5930-4A27-45AE-FD82-2E2CFEE4460C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4FC99-41DB-F937-BCD0-2FA531B81470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29E3D5-A122-C64F-E1EA-DF8C594B6ED5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93E1F2-A2BF-8B08-82DE-40C5E1CAE712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5DFAAD-1241-EB3A-BDA1-9338AAA1BC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2EE153-D218-B349-E125-1C2C5E29F210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293DA9-1009-A9A0-43CD-4075B393DE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4AF667-5559-629D-2E20-B99B4119260C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8D50E3-1126-CB77-EB74-9120409ABB6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77590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648F-4BF8-BE10-4B21-6F1E78FE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31EF8-5EA1-4969-817E-F95602E0A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possible 1 and 9 in center block.</a:t>
            </a:r>
          </a:p>
          <a:p>
            <a:r>
              <a:rPr lang="en-US" dirty="0"/>
              <a:t>Then, only possible 2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9977E0-49E6-0607-1575-4ACDCA8F0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203348-8341-D05C-7506-BFBAE7CB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EC7F03-5EA4-309E-8812-A3B301FE3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CE3D89-FF10-5FE2-6BF0-CDF5004F8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8777A-9910-2AFB-38C3-E99FAC0618D3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CF445-AA02-2E60-7596-B4E29173526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DCC86-1E20-D9F1-885A-4CD3E8027C66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776FF-E8AA-864A-F024-B1CE954F98CC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88FA0-1B6D-750D-AED2-DA48D415358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DE1CB-9122-58CD-DE05-5EE5A67199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E88F9-5450-AACF-B29B-C635EA94966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1F9B6D-DF8E-C657-71A6-D348A51D6F3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AF427E-91D1-B8E7-77C2-3DE08B9C66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158B9C-F0AB-4398-54E5-1F8E712830F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B72E6-B4BF-F053-5472-811C61E0C8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88698-B72A-608E-264C-A659E824B4E4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185497-42EF-2772-D18E-0D09B5638B66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902F0C-853F-B743-9E93-6EACD2EA3F4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C1F51C-B86E-5D48-5CA9-BBB71B658A6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C87BD-C8ED-35F5-8044-7A8DF643E4EC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D7241C-3062-43AB-2B12-231444641B86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1081E7-D71A-48B4-83CA-39DFD9A5A085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6F4473-C534-3C5C-7688-E4A5B4575C6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CCE821-41AC-0C49-A5FB-44C270BB1B7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09B251-A7A9-117F-81E9-299DE6AE64ED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4DCDED-E4A0-89B1-B43A-9056D9351084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54F1B4-4E83-3162-908A-F848EC1138DD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78E84B-793B-AC9D-08E5-7F71A31A44F0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2D342B-1759-EBE0-EE58-3F0375E15D8A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2F37D7-15B2-641C-40F5-B889351492A9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16DE51-8C76-1BFC-026A-008C5C3AAD71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E6C952-24F3-8607-FAAD-40DCD0AEB0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C92B33-E6C0-A90F-F867-9A762B4A8E36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9E0708-51C2-F6BB-3339-6D03240CD6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D35157-5C2C-6CFD-4BA9-FB431B99203D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B693E5-70C4-34CF-6B05-C1E6BC4420C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D019E7-4914-7493-CC5E-5119889C3B8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BCAB5D-1BD2-B523-24A9-23681E018F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ACC47C-8653-5EC7-310B-166DF6A5DE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7052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E8CB-E2A2-F9DC-F2FB-4DB07E53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F3A912-FDAE-D68C-A414-7FF6F67C3C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85F6F7-14C7-F9E6-8EA0-38E0663E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A34A27-6399-6976-D139-423988AD4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4C975A-85F6-13F6-19D2-B878CE674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ABCF63-B65B-9FD4-8A64-BD0987935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2106A2-4D3C-B295-2B59-14EDDF33B8F0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4A74B-5434-EA37-9158-9965215C7E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02ABC-F894-2964-5516-8F850C9496A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3AB6D-F479-B973-923F-BC7BAA41E403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41401-2596-4AFD-6DAA-94CC770EE9E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92917-71DD-9123-0DEE-C6D37DDDDC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60BA4-6360-ED92-8C28-19EB00F6FB2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63D8C-D15C-AAC1-7303-59EF8EA33B7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FEDDC-0E9E-BDDB-9E1E-D69FF0B42B3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F8D164-1ED9-0C8C-6FE7-5931CA126E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FE976-B72F-733F-C0E1-7FFBF8A212C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74E6A-0463-BD68-5EDE-855098D6E82D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966F92-9500-C61D-A868-BC051380D6EB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2FF366-611C-0B63-B6BD-774E98071A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1F4F7-0959-6C36-B4BE-E257ED8501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C0D7C-8783-4AF9-BE48-237AB6896D15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4B6C78-8D28-2E3F-C833-C6F52B23C9F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F7848E-A0E4-3CB8-CB9F-583D49A27371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89477B-517E-4D1A-A82F-F326E9C99B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6A977A-FCCC-AF1F-85ED-605108A9415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BF6986-21ED-5FCB-CD81-2D712EC3094D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A7E3E4-7976-2D96-F679-F501F787777B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7D214C-6B6D-00CB-01FD-A4AA1F279BCB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1E1744-71A6-A55F-B97A-1A97A8FB738B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36B070-EC54-2934-CABE-F9724D142A5D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E00601-9C9A-0610-3B4D-94171249587B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992628-0884-C411-F362-0C4CD45EE11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90DE1-916B-270F-66C0-9FF2D76BA1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6A696A-4B6E-F101-EF02-5DE540532F92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12A61C-D6AF-395E-DC04-E8B94EC8A5C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62D179-269D-96AB-05E8-E41A45741317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A8B47A-BB3D-B30F-584B-8234A132AE6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0C9B-78F9-C0F4-AE46-EAF8A7A24B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5AFE5-B138-A616-5F65-C4B0356B95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DF64DA-F292-F0D4-CDDA-A531CF41E88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2675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7ECDC-4580-B7DA-0442-E425315E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50CE84-B6B4-0E41-1BCC-997CA9B887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3456/3456/45/34 quartet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68E7EF-EF7D-29D6-C7AC-B1F26B4BF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69C854-4F1D-2297-7C57-A8A0CDC60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2E4E91-EDA1-653C-811C-FAD906630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4EB9D8-0889-3799-8A58-03487EF27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E4FD02-5FBB-DA01-87AD-66D86B934F92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5AEE-68AB-028E-C756-07D0FEF8CA6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641A9-D689-7F4F-08CB-D5B04DC37ED9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A602EA-2A3D-5DDE-47AE-1551083898F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D17FB-4CB8-3206-1CA4-408A8BE55CB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11441-80F9-32AA-AF05-F467AE318C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9F3CD-D9D0-7C81-E53F-D8E344391EA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5DB63-E284-F33B-E504-A875199EAC7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43A60-4AC8-5BE9-AB4D-A2901504362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4C4D4-B86A-17CA-E36D-167D2FBF61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FC156-6A48-B2F6-0D81-4FC11EE9FC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2ACC35-2AF8-48EF-E2E1-2131CAAFA4C3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AB6209-CD9D-C950-B880-92F8296B16B7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3E83F2-BBAF-8326-CC2C-475E89BD17F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6190FA-5981-088F-4989-27B620B12C3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E92B10-16E0-DFE8-02BC-6EE9B33B5B1E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BFB652-833A-0269-0F49-FFE6FEBC426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595A4C-63EE-F5D7-CEC8-22B49A93D8DE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5832D6-AA48-09E2-A6E9-E181796473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3E86D0-AA29-4A24-C9AE-BF6187AFFE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065129-F214-56DA-5894-B3B005F0A892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851CCE-92EB-5677-FD8C-8E965DD236FD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9CC437-2B10-9FF1-5867-A494123AF791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39A54A-5507-1B37-B708-70E627901E88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A605CF-EBCA-C002-381F-5F74C8E16FA6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E21D09-D6AC-85E0-50A0-BD1F2F4598E8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330707-EB21-65EA-D589-21A405DB3F2C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983E0F-68BD-B9F0-3BBC-FA5D6BFE071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77399-AEA5-F91A-D02D-46C8BFD4657F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7A6575-FE13-722E-29B7-EDD10EFEB5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6D357F-641C-1D6E-98BA-0F8273FDCE47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A33A9B-936C-A214-0720-BDB675031A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A0D401-6CA4-BA38-B863-012A62C6BC6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72CCD1-B796-D848-D00E-A659C41F82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8A274A-417E-94DB-C705-CD94F44FF0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F15CE-573D-A2B6-EEAB-1C5561901C4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8BE536-9F4B-7F75-21E0-4FDDBF9C27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71789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D94B-BBCE-1EE8-5653-C4E9EC4F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E21FA8-25CE-2459-C0B7-C81B5111F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right center block.</a:t>
            </a:r>
          </a:p>
          <a:p>
            <a:r>
              <a:rPr lang="en-US" dirty="0"/>
              <a:t>Then, last possible 2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0E7019-E4C2-2D8F-3550-EB3F3DF2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E555BA-F70B-06A3-2B61-129245095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7C1A32-0228-7519-E4C8-09BE95E6C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BF3FE1-B4E9-C5DB-B0CF-E9287B89C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CA85AB-DD85-CF5F-275E-9CAE700DBB9B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B6D15-C803-E404-FDDD-1ED8E03EB31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7BA41-326D-20AE-2283-DADFCCB944F5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5D626-8BB6-CC04-0F81-49A9D750200E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2D1D9-FD39-A4BF-05AC-269056D7F4E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E1F72-2695-417C-2B01-F49604265B3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7E572-7E0B-AAD9-5FFF-06DD68EBFC2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0F112-3F1C-6920-562B-0E1BD3A1C88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AF179-9220-996F-FA59-08FC73A3584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89E8CD-E367-0314-5936-9D8954DF57F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DA6BC4-B892-56C3-F43D-F373CE09E76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D9D43-EABE-E96D-90E4-4EAD9115CFEB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6C80B-AC4A-93D9-F844-CDA77D0D64E4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0C8533-F6B6-F93F-B262-7EC276F528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56F268-22C1-662B-3DAB-6F69386B7F6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328C91-2CF5-308F-0A0A-27418138E386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9A162-EEEE-FAC9-CA4F-E54CE9EAB131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387A56-0E13-E9BA-CF78-561FE62CFBCE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B0833B-1A59-F538-1278-7DD57BD910A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6AA6BF-AEBD-E005-1B56-00CD286E80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4FA409-E00E-4E16-4FBF-7CFDBCD04067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D04142-9A61-9AE8-BAEC-ECF97B3D3D2E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4A8D56-87D0-DE72-C29E-CF67F5931A97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DEE6E0-E6C4-38A4-80F9-6E20E92F6AA8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3C3AE1-702B-B205-6766-9EEA4C36DA32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49D56F-7404-A189-D0D5-31717C295D29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18CAC1-3FFA-8911-FCFB-EE381185B379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B7FE93-C42C-C8BE-6805-5E3332ED0F7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076962-9AC1-F2BD-7D64-40312EB30BE9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019228-31AC-C209-726D-F36BB96AE0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BA0286-FBB6-21BF-439B-A66AEAF10B5B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2906DA-D339-DD20-B094-B43D80904B5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93EBA7-E896-CC14-8A71-764D619870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8AF6A-33A5-D22B-8523-62AEAC4746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0736DC-E43A-A3B8-B929-A1FD82449C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78DBA1-3AFC-0305-73B8-D3008162728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D33383-96BC-C2AA-5A70-853320A2DC2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344F6-976A-96ED-1EA4-B13A5EF503B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67B6A-EE1B-2C4B-0030-57A07B3083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217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F286-AC31-E7CA-154B-67E04FBC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9393D-F3AD-9680-15A9-890C121FDB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305D71-2998-432A-79B7-EDFF97DB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6B735F-1375-5EF0-1ADC-18492234D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FA5B57-CEBC-AF96-CBED-B7DF6BCA1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121217-B030-DAAF-0791-02C64C6FF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84421C-6DB8-159B-5074-11BB484BEA85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4CFDC-FE91-D5A0-27DF-1455EB6BCD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3D723-4DB2-26FB-0345-81D288A00476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4A4BF-1D41-F1BB-4B86-5E913D058BD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1B1A7-AD4B-0DB2-1313-8CB8043F5A6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D012A-B219-7447-8391-359ADA2BB95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930FB-4B9F-ED67-D25B-D1C6D39F6D4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B31C1-91D9-9C4A-1F0C-CA1C1C2BB4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073DA-EAA0-B7C7-DF01-5D50F979D39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DF97C-5D5A-7D8D-BE61-0840598DBC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81A44-9441-8370-F48A-8CD88DFFA8C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2464C-658B-6B7E-2201-1D1D225B8C61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4B3B-EDB4-7473-0725-90BA86C87994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2ED64-00CB-71BC-CD3B-409FAA69C82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BC17BB-6FBE-0E36-5EAC-67A5CD58CD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65F32-8732-0DBA-C2EE-1006622F4FD5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12E921-EB15-4A28-4738-18BA0A1E87B1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BD5D4A-5039-AA70-2B12-53AF136FDAA7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83784-828D-EF5C-A437-AE2738D064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6C5AEA-99BD-478C-EA38-1873ADEC60A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4AB0F1-2213-27D2-D564-D6CEA130FD8A}"/>
              </a:ext>
            </a:extLst>
          </p:cNvPr>
          <p:cNvSpPr txBox="1"/>
          <p:nvPr/>
        </p:nvSpPr>
        <p:spPr>
          <a:xfrm>
            <a:off x="414302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5E0A1D-9B33-D5FD-CEB4-21EC3E799FB2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483668-1829-8DA7-026B-97E1B5221AF8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749BC1-A402-4E36-BB66-997705B09A26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CA47B-A3A9-5132-06C0-73EAF8898274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C97AEA-46C8-A02E-67A5-5B9729A969CE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8613BC-B9EB-A9AC-9A87-DC15A6CB5894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D865D0-A854-0BB8-35A1-FF4A5B4521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B998D-C245-A3B1-9727-9B8B8F1E90F2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2FE126-8139-9FA9-1CF0-4C76C7E106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2EADCE-48BE-ED66-A0E9-EB7D7DA490A0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B3169-660E-E94F-5BFD-6BE51361031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48C6E3-F192-F420-2CB5-B60C20C500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7A06FD-49BF-5827-4D8F-2C16F57CFC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64A9C9-E87D-F668-4351-72B47B5B29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CA6044-8F89-17EF-7285-3610EC6DB5B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DE37F-EB74-09B4-ADF0-4578D2ACCE3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89ADEB-2768-137E-608D-3BCAF63BC1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B9649A-AC02-984F-851F-39FE59888F5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304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DE1D-D196-BECA-52AF-99420DC3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B40D30-7D23-1457-8B63-5AB1735805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1, then last possible 2,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C197E4-13B1-3FAF-39D1-B8641419C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F2EBC6-45A3-40D3-A81B-3753ED35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C91DFA-16E8-5098-9E81-4BD89251E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E76B72-4EEE-47FF-E5A9-AF534A90F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57DA7B-FB14-D223-5667-3B4BAD39965D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934F1-A06C-1B8A-0452-324165E02D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07B34-97CA-5278-9A9C-33583FED7913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0D6EB-3363-5D6A-2F2A-077CD27C6707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754A1-9344-6E68-CA9B-082FA131D7A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C0E67-0B87-9177-5571-12CBF2555A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AEBC4-89F0-8F48-F6DE-3F752C9D41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DE839-B28D-6E6F-BC61-A366ADEF44A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0B9C3-0C3B-8852-8587-D614205A4CE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D2BC6F-5C51-FC2A-833B-3245757FAEE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63D92-B47A-F9D5-AABF-AD1AF6F6050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A93A3-C282-0A1F-F33D-62670EB1856B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C99F3-B39A-0F7E-AA9A-9CF130C83134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8B342-7985-770D-3225-25125EEE92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CD359-358B-0B3E-CCE4-FC3450A6229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2F13F6-3AEB-F3DA-0B37-4BBBB2B6FDC7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CA6A3-10FC-236E-2C82-8C85311DD10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5CDCBA-81A3-692D-5B3E-10F330A91289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E45A9-0830-8C10-EA6A-A41D8E99867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69DA2-5215-EBC6-C733-EE93B9A7BFAF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CE7ED4-EF51-7EA9-C457-9B23BABAC8E4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4F3372-187D-8148-1EB3-278493258B79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D6803C-1E33-07EE-5DCF-9A241DAAAA32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2632FF-E4EF-EF7A-469B-9469B666D264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0F8869-42DF-C53C-3CCB-ED92F3DD2614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BE3B27-B72A-26E3-F9DD-78A5C6D9A69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8B22ED-8F9F-EC69-3B71-25870F4E7DE5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EE59F7-1E79-DDB9-98A7-5B9012B4A7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237049-F563-E572-1325-755B17E4CCC3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0F0568-8908-D0FF-3E89-07BE106AA4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330085-816E-293E-6C10-7A2CD9D2DD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1A5C22-2FCB-AE4A-C9AA-49FD03EAAFF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0ADACB-0686-1D67-F3AD-15607909CA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B5B215-93CC-870A-5077-4CF2F8D5FA6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0468B8-C7E2-2972-7B96-2C526BDC1C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BDEE05-FA6E-4391-EC00-25B1C039BAE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066423-478C-6A27-249E-F486618B767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5CD884-599D-26B7-C296-DDC39FF9DDD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C559E-5658-ECA9-20E3-A35EB31989C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4873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834CA-A959-8C58-BD93-06A085D1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0742C-BDE1-51A8-3930-1269F15FB4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1D3C71-7CFA-42BD-64B5-375FBCA48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39A0B5-93C2-FFC8-406C-F615634FD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D20E09-4841-D2C8-8279-DB9689742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CE2C4A-52D5-0367-B590-7A23128ED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1F0703-8BB1-6E10-6FB2-FA8433340F5C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8AA8D-29A0-AA04-103E-E3397C2561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76E46-A2BD-0208-7B21-36673AF121A5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FA982-350D-E9D8-3799-7ECAD338A69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A893D-ECDF-792D-05A3-AD9B6B2D1E5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21DC2B-07D1-481F-6A55-38DA31B9DE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B981B-4D4D-2EF4-6677-87E6BDE9E82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97186-C816-627E-2C22-1DAA9B7D6C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E6544-609A-9267-62F7-21AAC545C5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FF5043-0602-FFFB-86D8-9F3D351839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E12B11-50B9-F1D5-81F1-0E1A52FC233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40A6C-ECD6-64A1-97E7-5F4B65293C9B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F5CEB-988C-20AB-7F8F-4FDF975B8CC6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F19E5-164E-2044-D068-15AA092F375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34CE41-241E-9359-73E3-C142750D44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979ABD-0434-37AA-514F-0EC628F105C0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0FF82F-E6C1-6084-EA02-E3910D06EE61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F7302B-9035-56E0-29F6-0F3A13DD045C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711235-A429-75E0-D181-BD69EB29E1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0E484D-94FF-5D21-7B7C-C5920724BB79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DACE78-9C29-E00A-486C-E80C2784D4FE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BA2E10-1F8B-EC31-8AC2-46FCA43C1335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FC98D-BD6F-7F67-38FB-2FA7A4E438E3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E5F894-30F9-2314-5505-952F21432264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9CF307-4BAA-CE2D-1C1F-4E74C40E905F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E4F55D-10CA-6506-AF44-70C3A81CB6F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302AB9-08C8-7EC9-8742-25C99B85C313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833E71-71A2-E467-A6D0-7DD803169F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67B30-9018-AC41-A7FE-85007AEAACA4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AB0A2-1948-7564-63EC-FDE266CD86C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B56B55-7430-90AB-7A70-B3FB322DBCD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E0D445-CFE6-18EF-8E53-931C65CBAA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5A750A-4FED-38E2-ABF3-A4C7C06975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EACE57-E5E6-15EB-B162-8822CD628F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B9080E-0787-459C-BDAA-CD4AA9AC83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0083C-3EDB-DCC7-E5C1-03CFC635284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FDF907-D061-A9E2-62E8-ACB9D675943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89373F-2196-D7F2-82A9-73B1C72AD1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9D1283-EC60-58AB-207A-7E97C8A494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435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560E-1090-D3CC-CA0B-7A1C996D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FA8B5A-FF1C-4BEC-5ED1-BCBEDD546C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1DF6A7-CD4F-DA29-3353-EA4CAC2F8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DDBBD7-2688-CC76-33EE-59F63744A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C54C29-158B-51EB-98B2-C490265F8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210F8D-E048-7353-0723-EC98A0A7B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553F1-83B0-4776-AE5A-03555FA6A32A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75916-1461-A391-554C-793D50EA91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BEEDD-708C-7EB3-CA47-530C3A156A3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F5444-5B53-2497-486D-2B3C7FE33D83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616E3-3FC0-B4C1-EBE6-D269338E7D3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99E42-9AAF-52C5-50CA-8B6D0BB4783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2CA34-F4D2-59BC-8997-A40B51AA4D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C81E5-8886-6EB3-3FC4-BCCF6716E8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2BBC1-E6DF-8C47-B452-A60F1CD1BE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53FCDF-10A6-7EF1-FE62-FEAEB4D736C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B09B3-292E-42EE-2425-BF59971DD0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54C41E-4E95-8DEB-A8AE-D73142DE7303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4861A-77FC-2F34-1BAD-C2565DCDE9EB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C056C-CF6B-88AD-99F8-DDBC19F918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CBDDE-8EE2-A219-7603-C5DE787E0E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29201-D17E-80AD-2B2E-A6DC91D338B2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317ED9-7A92-8B84-043D-1190EB662CD2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33AA4-4EAA-5DE6-A8FA-71408A1C6351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F40373-7BB0-A840-A04F-BC1EAF31724E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FAB28E-DB0F-224C-3702-8DDE5B40F613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7E13AC-F2B6-C589-EB0F-EB4C4DB0E58C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0A4D60-2C51-5B6C-EDCF-F6F64998BABB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8CC94D-964B-3C6A-8554-CD74C67901E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F92611-A10C-68C5-9157-44262E449F37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165AD6-3B76-04F6-33F1-AEE66D1028B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1D9AF-79C1-12A7-4287-E23BD12B555E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3AA454-2D13-B89F-86A8-9352589A7FC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2662A0-D27E-43E3-5A4D-C65A53C883CA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B201BC-FB33-E98F-C582-FA726B6F67F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BD8C49-8A06-5E62-3EB9-67278C1833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3F13CB-1ED4-386C-FF0D-D2C4A78B3F9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5C32D0-3D56-A300-0EA7-183D9478A96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FC5B53-3D89-CE1A-2328-9C3EEF628B9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4C8F98-79BF-9EFD-9828-BE318B06404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B2D48C-A2BF-DBB4-29E8-BBB873B7A6C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A8A374-E298-6D03-4808-42C4AD957E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4513F2-3A8D-05FE-AE21-66D660C8AA1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57DA8B-516E-50F5-0BB5-18088BC20F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5D410-3ED1-CEC5-5689-E6696E77DE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136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B02F-CB95-A8D1-B582-D985B397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7DA870-95E4-04D3-D970-A4773D514A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896450-789D-43A5-48CE-3DB17E238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2AC76E-4455-570F-2DD0-E86850CB9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1F856A-FDC0-B459-707E-9FA8CFFD0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D680D6-112B-F650-26E4-67AA934B8D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57DF84-8BAB-51DC-53E7-222A8436BFEF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1D8C6-66DC-FD18-71E4-67D94964887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AFDC5-FD20-6A14-23EB-25FD5536D9A0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BAABA-A69C-481C-F8D5-CACD7215BA2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59A38-05C6-A513-9ABE-9CEE69D4F18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E2B10-F949-DAFE-520D-35DF41236F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DBCDF-81AB-2ED2-40B7-CBB00431754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CDCCC-90F6-3056-104D-38BFA19CC2C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329FC-EC6C-3FF9-78EC-40703109B61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74F3C-DFEC-1B00-AE66-EBFE3146BDE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5B60D9-D030-F408-F104-AAC08D3088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16D19-57EE-EE97-0490-7AE840B0860F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0EC6C8-3C52-E505-C029-8BF8060BB8C5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F4C08-AA5A-DE9D-4434-2F9ECF52477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BDAB12-2ACF-9ED7-7412-9CA401F82D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1CC58-BDE8-6B57-6D6B-FC30F632C2F3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65F97-F7CC-3CCD-CE60-CE99137EDA6B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B077D8-653E-C877-0CA8-E3A0E7350E40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3FA378-3F2A-32C1-8B6D-AFD5BDEA4658}"/>
              </a:ext>
            </a:extLst>
          </p:cNvPr>
          <p:cNvSpPr txBox="1"/>
          <p:nvPr/>
        </p:nvSpPr>
        <p:spPr>
          <a:xfrm>
            <a:off x="464537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A3CD30-FBCA-B29F-AF04-BCD83BF20ABE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B49E48-9D59-F140-2D29-1ACE28FA9841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56F64E-F72C-AEB9-162E-39BAF1C567F7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253A4B-980C-66F2-E5E8-96A8865DB826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92A605-EA49-1F8B-7DBA-C27FA563BAB4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27C9BF-7A60-4E87-0BD9-968255E7D6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341950-6388-6841-46A2-B2E1D074D5EB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C04974-E8EB-C9EE-C757-0A34B35FC43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C3B199-921A-787D-17DC-332E96DB7CE0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1BDFED-AF4D-D2C8-34FD-1063ACF279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CFC4C5-6EB6-0607-9535-42F5085550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9CD892-3B52-8C4C-B520-5EA246ED1E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F1F170-A5CC-818B-9609-2F93292D2BA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AF5C8B-090E-98BE-6108-DB03D592BB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16757-6252-DAD3-71E3-786D619878A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83796-25F6-89F9-180D-B39BC4CABD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A5C77A-4452-54F6-C9B7-D9E8E8CB27D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A2134-E853-C521-C878-F906EF0AC93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42C285-7615-CBFC-EA0C-C8A6D65E6F8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AF94B9-5AF6-31C2-6731-3391635D5B8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0398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A416-3B04-7610-60C4-E116D855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0F1916-81E4-8D4A-0E36-57AE0E6BFE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7D5A28-65B9-3F03-FB45-44EECB07A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6E681F-FD72-D3D6-EDF7-E2F6EEC21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9D2436-85FC-A37E-93D0-3EDFA2DD9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BF8E46-F5CA-70B8-BDED-2D2E89A8E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58174A-5C18-C959-CC13-8A9AF6AE140B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5F236-0102-FF86-604D-D20F7322998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A2726-3D1B-3D11-F629-0C4B0199BD4D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716EC-4DA7-DCF0-870D-6787A2FE165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1E035-90CE-760F-F7D1-8CC97DC2E8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96EDC-9334-807C-63AC-F9307ECACD1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8A7B8-4902-9D0C-8E34-859C995FF6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375F62-3E52-1F04-2F26-F43ED3B2847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A6295-3834-A8BC-6D8D-EBBB835A1D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C06F6-0110-0DEA-C8A8-8DE1E615F7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F702C-7BA1-309F-648A-6B73A1B33E2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F39E-D947-F7C0-3FEF-E36FDE634587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C3CED-4B86-C3DE-C76A-38069563813D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B84672-41A4-3274-2040-349BA9B0EAC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05C4B-D2CB-0E6E-4D6D-DF92585174C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D1BCA-EE2F-7010-83D1-5644EB8BE4C1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789F4-B495-2B6F-E664-0C3D11C7ED82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FDE12D-2021-B6F2-BD51-3051C704E44D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7CC848-A0BA-695D-DF3A-1A424A899B72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D35CD8-AE25-7C51-C134-91ED6AED88A7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CFB77E-9FD2-3E6D-2635-45F178ACAA19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6D80B2-2B35-3D5D-A057-A3C5A3F255E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B0A992-3E16-2DF5-143C-A75D01C40432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4D15D1-1F16-D1FC-3261-868FE473C59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134464-6618-A3B6-4293-02FFC18E8A31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45925A-7C7A-1932-BE10-87B0CAF77C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DF7A39-042D-3326-4019-15423C354547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CBBA0D-4323-D961-A98A-E7601FFDEA6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2D98A0-9FF7-7F30-5FBB-C90CBA89D7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F649D6-A72E-6883-A9B4-8D621E7D0E6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323AB8-2579-6908-C1E2-8103DCBF82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A46B1-2A71-05C9-1811-B1815603B5B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26EB96-28E4-EA0D-A086-A267306D34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997ED4-7602-84C8-F654-9329081EB7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517035-EA8D-3BCE-96AC-39E0B356D1C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10FDE3-0C3F-9EF1-BCBD-6F7F38CADBE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D8EE08-6062-687F-0F38-AFB4A1E28B5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EC6D9D-2C68-CFDD-87DB-BFDA47F6B64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3E5C6-1535-7382-3AC1-591A58E4F5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2509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FA69-11E7-2BF0-8D87-92611D26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3F163-6ADA-0A04-EA7D-0C9532B55D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D42DDC-12D0-514A-E359-7C6D84966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6A96AC-12AE-DEB6-DF12-866A74E6D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C43389-8858-AD3B-1A0C-B7A175DD1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CAFA31-3E3A-8D68-946B-57910ECBF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24190-4B67-D449-F467-1B39EB0C82CC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2C20F-6B71-34EE-E689-52560083D1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A5023-DC73-4EA0-AAB9-AE06505C972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9D679-273D-607E-866D-282A54CB82DF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31FEA-469A-2D04-D2C4-A9B218829C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F6A99-06A4-E6F5-95A5-595478FCFED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87CD1-F816-ABAC-3E52-794CC9CCDC9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47632-A913-B030-9325-04080C26050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B34E2-38BB-B91D-A6B7-33231E8DCA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D8B4F-706F-0949-1F32-9F74D789BA0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4A2BA-CBE8-2141-55F5-E2E3747928E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8B3391-4FDA-35B5-5312-952AEABA0974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0DECB-3E55-5116-5629-4CD99DB15039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5E910-1498-5732-9458-02F0AD84DA8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294870-A6CB-7254-8229-D8FCC16F1B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C9055B-0B53-9B3A-4F62-7EFBE6861A42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8E4863-21F7-C568-37DC-C5B531AC1688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6143AF-1A67-BFE9-EFBA-01E8342B3D45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4240D5-3FA9-F1C8-A6B4-58E07B59882D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7E9C6D-203A-7949-E49F-DEE9C97488F5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1744C6-E40B-073B-5284-6474037CBA39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648A64-52EC-2B5C-1CA3-5F4F7ADBC8F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DE7E83-B6AA-3AC0-7773-C542A853C82D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8B6B9C-D8C1-B8EA-8FBF-8206895F59D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6FD332-0540-D0DE-FF8B-5AEE1CB764AA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27BEE3-C412-D6C0-145B-DA2AC18348A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14C340-EF88-B8B7-AF68-BCB43F97EC92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88647A-ACEF-F5A2-F329-01B2474682A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E707C3-4152-BD59-D87B-1EBFCE7E8E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67D4EC-EC1D-7BF1-A0BD-9A461CD99BB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AC4CF3-2F2B-19E9-8718-3A59FB05357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5B3E3E-F19D-52B9-71F7-B4EC2A600F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F993A-0470-5DFE-3913-A7CE7EA505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5B3AC6-BA45-FDFE-548C-7554B4CDEB1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F21A45-60EA-96EC-6281-DAFC9BA2871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229162-DF7B-DB43-766C-C876DCA974A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792A1B-8DA6-BC58-92DF-CC4EA37BCB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ACF11C-A192-A131-37FD-5A922EC089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1FB7C9-81FC-F257-34F1-B16EAA599B7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6146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23C3-8EB1-5C56-E8D0-03C71B4D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D2D11-3B39-416F-93AD-B27B08A50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C6BB23-0ECE-5F1B-2E8A-186EDA46B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47F04D-0D34-DB86-5296-B802B827B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C5C28E-A428-2C1D-9678-C916A412C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B6C60B-B03C-E58D-467A-3B0069F0D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6B3F99-DF63-D959-8E39-3775E4BC0A2E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74ACC-C2F3-6EF6-4638-8EB23F3E2B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72B43-E961-1723-5209-F66F4FBBCBC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CB5F9-7644-F808-33B9-B50C2D829223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4A48DC-9C1A-F844-B003-C2EFE369CF1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889ED-EDE6-A13C-274C-BE1B14EA12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39F6AB-B0ED-6F62-F168-F51F368A52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32441-5885-BD81-D243-C353319759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A90931-D4C6-2846-E0E3-ECBF9D9DECD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7174F1-5854-3D94-88A6-D9223275196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05648-8F6F-63C3-3FF7-5A3ECDB355E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6BE8B-E017-712E-B300-5C5A2E101A92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553FD6-D3F3-B400-9B3A-3F42A9D6D9F2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DD0471-2DEC-5839-5E6C-6B1AC15CBA4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19B6F-24CB-7FF3-1CA2-C3435AD7DE8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B68152-4EEB-B71C-20F6-58FBCB68B0A9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495B3-7717-39FD-0AF3-D40E3EE4327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5F9992-4089-8DA4-C579-1E5AF9A6E9A8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B3045A-5DCA-875E-3ED8-01F6150BDB38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033D48-106E-6867-09ED-F49F19103DB8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481016-2D01-871D-C185-123658152CA5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7A12BB-275C-045E-EE95-5B04143D394B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88EBF8-B67C-76A3-B5C4-1A4DAC070F4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A6DC7A-5AF9-B6C3-7B54-A39A9FE9EF7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B957A8-F704-8267-FDA5-CB12F9E05509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690BD-50AE-D3DF-7393-648E665E331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F61A9D-717E-39E1-F20F-4A51776A9C22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19AEDA-B469-6D81-0BFB-B48DA99985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1166D6-543E-9FD4-FCEA-41AB302B40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ADF27E-F87D-47D3-B272-CA6C6604C01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E09834-6885-319C-2AA2-AC4A6E9B77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E8890-EF6A-47C2-4F13-7CFEDA08B3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72C74A-F1EA-1930-1CB5-20B2457DBE7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E43666-9F98-E554-3FEE-084C5D3FBB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FBC9AE-5C5E-FA5E-F1BD-23BBDBD705F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89C15D-F9AD-E375-CC91-12FD3088D2E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56591D-C8F7-2D5C-5CE6-5A7F86B358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1B0557-47E1-7BD0-328B-99AA920DC30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AAAEB0-9A15-84EE-6F6E-B96685C82EF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F8E3BC-F48A-5DA8-56F9-D44945B1F1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89543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9D71-CF94-F274-9FE1-B2532914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2D00F6-86D2-B115-613D-5E160AE15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left center block, 9 is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B9D776-80E3-BAFE-AD36-CBC43ECAA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E45CCB-90CA-F12F-07EF-86B0F3321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DB67FD-745B-C35A-53A4-E2BE841E6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12EEB7-EBBC-CBCA-2E58-580F1D610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ACB7E1-54B7-05DB-B139-6E007C1E9458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ABBD8-08DC-D8BC-C2D8-14491756F6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ADE2A-8A02-2D55-4313-AADBA5933B8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44413-462D-D0BD-49B0-BBEBDB2FF08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BF157-5A23-9F5F-94C2-12CE16DB055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9FF7E-38BA-A439-2D70-A708976BD92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653EE-A92C-F273-5FE6-E909F98B04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D7AC2-FFBD-73C5-F2D7-74BC81D1B8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0B68C6-66A8-87B5-11E2-F8123EF2D5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7379B-9605-05B9-E443-4C6EE2AAEBD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87295D-EAF5-F942-9439-5D1CA0DEDDC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D63A20-D1E6-9FB2-888C-9536F4D0D6A4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586439-E8BC-9CF1-D173-674427DCA79D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FB494-43C9-E23D-970E-AB05DC08D53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E8EA1-A614-FFE6-FB38-C877BC960A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828EE3-1810-38C1-F624-2E87461ABF25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EAEFEB-8E6B-230B-8037-AFC769B1BDE2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05BA94-DB50-C2C0-0FF8-00ED2E65BD94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CC9892-1BDF-E42F-54AA-D3EAF29E5886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C979B6-4707-E72A-3624-8C58C6F43534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75F46E-4D7C-56F1-34D3-221A17D41BC7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E7B298-F540-C4E7-3169-7F054E741595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05798C-9195-3264-A5CA-2BECF4D8BC5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777353-1935-AF25-82A9-15B7805B60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12A21A-4053-9BB3-D293-AFC005559503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A5D40B-B15F-3B73-2947-48A2F59115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6F0301-81B8-60F3-5927-3F7075CCBFC7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1B1474-5DE7-8F11-430B-5B2DD2BCEB0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47423B-52D1-A026-A220-1E220C9F460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5C8F3E-2B95-A30B-C7F1-392FB188046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EB413F-57FF-807D-02B3-628C8E944C9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CEA59B-4F97-1BE9-B3DB-6AFD93E4E6E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E3822-A2D4-F8FC-A53B-13A43DD10AF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9ADE7E-5E73-BF86-F5C8-DD78818692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4A325C-9E15-69D6-C24A-978B3E42698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E24735-524B-AE5C-29C3-FADBC740BD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16EF8E-E7E0-4694-3CDF-3FDB285A738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517F11-3248-7277-5757-23647962FC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4485DD-61B0-44ED-9452-6DBD10C2DF1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33E6C5-FAF6-2A4F-FF2F-2F24DBA5340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1532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5C79-D042-7517-3D0F-4BC60657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8A295D-4472-BE1F-DC00-21A2E0D592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2-thermometer.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084B05-516E-B9F7-CA6B-4C5F1D53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EF2D84-E77B-0527-76D4-98035F62F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EE5981-C426-7B0E-534F-5E5E6E74A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E70DAC-749F-DF70-30A9-91373CC0F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242EEB-9CE3-FAFA-20E6-6A567728CBE0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F9409-8191-9F4A-D39E-52609D156E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D39FD-A5A2-709E-8C5C-C9BD6613C8AC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E87E1-DFF5-FCFB-FFCB-5540F7ABCC31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58B73-0D31-4212-99B7-50A4E392A33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074E4-5D88-1557-E667-2A98178F82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BBE1E-047B-E665-5853-147C9B6EC37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E1369-0FEB-A14D-BFE9-71647FD21D1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CFD82-BAE2-AAEE-E094-7245B5E457F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7BBA9-5A6A-50C4-19B0-999F3D9866B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C65E0-C043-07E6-969C-60AFFCD16B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09FE48-C010-A9F1-B4BC-D0ECF695056B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121FDA-9E2B-1513-C08E-F83CB4273243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CBC201-043E-9BC4-F4CB-4952AB4739A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1D6C86-296C-2122-DB1C-60B33017AC0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4FD4F9-F728-E477-C6A3-A77CEAF4BB18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2A869-40F0-8DEF-D4B6-2DA3AFDEAAEE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B3EC2A-AC08-22D7-DAE9-49DEF7A041FA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6390E3-18DD-E943-0DC1-82824D098A05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82D22-B844-C1A6-6274-E07A1D1D0480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912089-1005-3DCF-F6C3-A1620EF08978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761C9B-3D81-B0C1-0D0C-985A1FCD6448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CD7685-BD1A-010D-E6A0-5568510C8781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F86E89-83B9-B152-7E78-A4759FCCBC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68BE8-B011-3105-692C-4C1B8D2B28F4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C6E101-65FE-2E5E-8F92-6FB8AF31F86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06014D-AFCA-3C12-D16A-CA1008A50BCA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04E656-3422-DCD7-AACD-758E61C297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5283C4-3596-67BF-A851-FADF11058BC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676420-14F5-8080-934E-4170350D2B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717E23-0D9B-DD5D-67AB-4229F6EFCEF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FC4E9-48A7-7668-5A91-0CACA957AA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22A56F-C6C6-16A7-231B-013314B594A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18E74-B0D9-2C66-D283-B8AA5BD4FF9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884AD7-0BC6-3EEA-4AD2-C1A99DE6B0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6C1880-F4B2-0E86-7681-2E7122962FE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FE62C1-E2E3-4C3D-6359-6DF75A0F9E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25948F-1CE2-A937-4F28-57D731E0672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2C57B2-6E9A-18F2-800D-C7E5FEF11F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0C23FF-F239-FA93-EE8D-AFF77E1D66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F2FDEA-1217-9D05-82DD-CBED835BB3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38276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F92E-B7E1-A2E3-A7A4-9131329B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261A13-7E83-17A4-8316-111080350B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47422C-52A8-A285-D472-8CE52D072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76D34D-D0AF-F356-952D-C0DDB9C33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769C1E-4EF3-9798-3777-DE17154CD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1AB8F2-F99D-8683-F76C-82B350450D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0FC80-1356-9D5C-B9F1-9C8154BAB2F0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45A13-AF84-50BB-ACD3-0F8DDE8576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952A3-3983-AFEF-9740-A2649B82137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F651E-9DE7-E13D-6A15-E3B6D18B2C6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1C451-1F35-9A72-8EB5-EA243318CF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78FFF-A676-9F55-0C23-6683883BBD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45F0C-6A4C-85D2-9983-696978F4DF8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D0667-15E2-B437-7F26-5B619982E5A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3B774-8332-0CF4-2B23-0322590058A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EEDA4-EBD8-A189-993E-672B35EFB2F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91547-6480-0744-8D9E-F2B0A65498A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BC8B6-F0CF-8292-99FE-7AB768713810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66ABF2-FC53-BE3C-FD4F-8AE589974946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8A927-7EF9-9C12-3722-B364D0E796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E11ED4-3CE2-37AD-3409-17ADADD30B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09CCE0-96BD-A46B-3BE7-88E0ACEA713D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B8130-4FB4-6511-D01F-6776B6C10B7E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D7A848-9BBE-C1DC-0B55-F158C2FAE06F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7C5B59-E5D9-8204-B2D5-F88E4E427AAB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35F77F-4A8C-F198-DC60-7AC817E6DEAB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472793-5885-BD5D-3B57-7B58C594797B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0A4718-C78F-FC03-736F-41F14955E8F5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30A02D-2C4B-4D85-C053-8CFAC5930F67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CECF77-5369-8118-C46B-353F82E4FBD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D6ECBD-388E-1A06-811B-8332B9610E1F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394B04-46B1-128B-7C88-BB7E3353997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143C75-4235-8B4A-9097-6127C0533FFF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25767-09ED-F502-EA63-34D8FD564CC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DF19E3-AFC3-204B-F533-9D4EDB7549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C4B74D-FB95-1080-1D96-17B441FE14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13A2C0-9CFA-A072-5BCC-ED273ADB8B3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F248C9-36D1-3694-72C3-36E400C590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17C78A-6895-E07A-11C5-3AFABCDB025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B39AF4-32FF-FD0E-D496-91CC9C2B7C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33E87B-51D0-79C1-963F-AA79493AEE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9194FC-8679-8041-55BB-ECC17DCFD61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A41A57-3CE9-EFDD-D678-2ED4A7FB415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BD0221-5419-8F52-4CB5-D060161DD3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6FD8AF-082B-4F29-91C8-5B69FCA29A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D78773-5FC9-6B4A-568B-1F85BFA708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8164F7-F519-05A3-CDFD-3139EF777F4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263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CB35-6888-38BA-4815-5B83D5E2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55AD7F-DE7E-D663-3880-F4F386BD23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2-thermometer. 89 is precluded because that would interfere with the 89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10C31A-BF3A-CFFB-39B2-7F490B05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191363-770F-09BE-D785-857F837D0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AB6845-F224-946E-928C-2103DC154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F8CF4B-AAB0-F196-C9B9-E5C7FB682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3A5914-A3EE-D3B4-1298-B0784357D835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8FAAC-1D8A-FAEB-D379-F3682BAEA98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99DE2-58DB-D3D4-5B90-44F311AE9D6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4DC05-94DB-2344-1E45-A2088A67A59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0801A7-8382-F51D-C3EE-BE446BD7DA9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E3596-9ACD-2281-B9A4-48411731ACF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21588-93EB-C9EF-643B-E333F160875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23056-2E8D-D817-DAC2-7CDE5A12056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9C32A-5155-3DD4-56F5-AC81FA148B8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218D8-D5F7-A374-1944-48D4BEE1E43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B5FC5-4B20-5FD4-AD9A-FE9D3B51E1E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02B34-F76C-E544-D79D-321F6EC8AA42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46E69-9C2F-8919-18FF-7A98DFD36206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A36435-E0FD-0793-8025-2589846204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B041EF-6F17-A314-E102-D0C944D8C70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9D028-8465-A069-0921-9831CF0DE912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7F8EF6-C3BD-49C0-24D2-64ABA96790B5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BABAE6-F6D3-A679-FCD8-EC6F4A2063FB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988E01-9520-BB92-0412-427A3062BEE6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E23517-6700-EDE7-B59A-D305565F7F9D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7C28F7-6DC5-CC44-412C-0C7FF844E6D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5C03BE-CE39-6B1C-119D-CF87D2F4914E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41C6BA-4864-F702-96C0-5AF917421EE0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4160BA-721A-C7C2-8E8E-04985BB951E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106C02-51E2-F7BC-F6F2-043B5919C50C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B993A1-FDF3-A334-6488-2AD0D2A1470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C394B0-9EC5-1604-58BC-D37486277E9E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42F4BA-48D9-B38E-DE15-530A8AC5305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433555-7682-C552-7158-99F52F7193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FABD9-936C-E572-A518-729841DF731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949EB0-D899-A1F0-B074-518D3DC0DF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AEB207-8381-6243-436C-F6F2E51000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187E7C-EB38-9744-05FF-A97F9B40DE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5CE8BE-DDF1-283A-DDB9-EFA3B28E99A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83777-5514-74CC-71F9-2D8AD0074E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25F9F4-6698-4C81-509E-D95E6C133F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D8E598-1287-251F-5912-6B7EFB831AF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BA2B6A-4E26-C2FB-88AA-CDFE356C1B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3FDE08-6103-9B5D-B5A7-4E85E26404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FDD102-EC03-D8FB-D725-7738FCA608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D1C67C-46C6-69F9-23A9-FD3E43529EA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EDD2D-9302-1B9B-A94E-3188B38ECCF8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FE4688-9948-EBDB-F318-708F480DFF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</p:spTree>
    <p:extLst>
      <p:ext uri="{BB962C8B-B14F-4D97-AF65-F5344CB8AC3E}">
        <p14:creationId xmlns:p14="http://schemas.microsoft.com/office/powerpoint/2010/main" val="2047228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4991-9F6D-F065-2AED-4722779D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B1CBCC-7A85-3B5F-340F-CFF5743B09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cell can’t be 7. If it were, the thermometer would have to end as 789, which conflicts with 78 cell, above.</a:t>
            </a:r>
          </a:p>
          <a:p>
            <a:r>
              <a:rPr lang="en-US" dirty="0"/>
              <a:t>Then, back propagate (bulb can’t be 6).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83C6B7-0C73-2D0E-85B9-CD50E1BE2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B0625A-8B0C-8492-0D71-BB038DD5B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69C3D3-2227-53EC-4645-3FDD8931F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1E5FB1-401B-3479-84ED-9AD393387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52FC64-3D04-1A3D-1A93-1D144CE537AF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DE2C3-00A1-89C0-028D-312C97F6A9A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2B31E-3274-C838-9F36-C27163840AD0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93A5C-6644-6799-44BA-AF9E97602EEE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70665-6274-E059-F3F3-9281C689DF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1A926-305A-45EF-1AB7-1FC3B6862A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25BFD-6B31-C070-335B-02E3FA72A82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3B934-DF7D-C5FD-84C3-9E8476E6A93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9743B-293A-D219-D9AA-72A606CA58B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0D5B5A-9FD3-1286-4DBB-FA0A11DA1C7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38E8B-E6CD-DEFC-7432-EB693340358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3D94C-E006-CB8B-E80B-8F11458FC499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06844-06CF-AFBA-742A-0F6A53A3F2D3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F9FC5-9B64-4AB2-5942-A3DC927F6E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9299E0-42FD-AA83-F553-498F56FC109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C2CE2-2FC6-6A39-2730-CEFF9DDAF939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CD1D76-7AE2-1A31-4129-A5B61CB7108C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4F3FA6-E960-22FE-1366-BE34E7072AEF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20394E-D5C1-61D6-73AA-8FF94BC77EB1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E6E93E-117D-D92A-A245-7406642DBAEF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0D8378-8718-545A-E45A-C56885960F07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FFE1F8-5490-5FFE-803E-1497AB2BB26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955ED9-EE43-6BCE-CF98-EE2497EED87F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8B718-4CB6-2409-3C1B-990CC6BC57A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96CA20-3BB7-7F19-6A72-2034360B636E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01D5F0-B1BA-DA29-478F-71CA2BA325F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7CA7B4-49FF-29C5-90FD-FA7177B4740A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B36187-E1CC-EC15-D9B7-8B195409533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1C0016-A9DB-C8E8-9AF9-FC5DB27E49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DB1429-8585-40A7-61DE-5442A1066C5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0F457-A268-CDD6-749E-076D4286EE0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83C249-D8CE-D2DE-F396-D76DEA37B18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A5FD9C-F843-7279-A3C9-7D2FDE6E239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04E2C-56AE-7BA5-9E08-FEB7A59F16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B6D6A1-65BF-115C-568C-339347B25C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30B962-EDFB-319A-B871-CB4D9F87B18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BB429D-CF6F-5A3F-B6E7-D1A467B1F2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181A9A-B551-822A-1FB0-154CACC335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8C0960-265A-122D-F0CF-4E7859E0C13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4F4A64-B419-24D9-84C8-954404D72F5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936EE0-4345-7044-09F4-13E2B305B9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6B9CD5-0B6D-2211-16CF-A7CCC39B0A9F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41A7F-5872-CF2E-0192-7F6D5DF44F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</p:spTree>
    <p:extLst>
      <p:ext uri="{BB962C8B-B14F-4D97-AF65-F5344CB8AC3E}">
        <p14:creationId xmlns:p14="http://schemas.microsoft.com/office/powerpoint/2010/main" val="2925531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5DD7-27B8-3CD5-C508-5AD38B48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436DBA-4ED8-76B0-B301-EEEC969E05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3 must be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A6E7D0-6804-711E-EDA2-68AA65EFC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40233B-C2C3-4A04-9766-30508244E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614DCF-AC8F-4C29-B3EB-41CC32589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2CC683-89F1-FAC2-0799-D0F92D9A6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15A921-9CC8-4163-E52C-0B1A95656DA9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D00EC-05C4-DF48-4ADF-F9A760718BB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C6767-D2E1-7367-6F79-0581A0D60607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ABE73-E94A-9EC0-BE89-7394EA05141C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BCA22-1340-A9AA-B3FE-179F18E37F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63C3E-B911-2617-6592-DA5641735DC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71FD7-525E-17C3-F82C-24E344B643A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17C813-9036-BCDF-A87B-B7193A30698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8F1C8-36E8-3D80-A191-80B92748E9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2B6E3D-D2DA-08ED-D146-4658A96A243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BE6C92-07A5-9BFB-59FE-5A170DAC3D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9E9D8-EDF7-3B55-9D2A-20CD39024CD3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D2DC74-CBD6-B64E-2ECF-B62ADD4A72CA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EA36C-B940-7E61-4BBD-A7D7B904D09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F3272-BADF-1CFC-97F3-9FB3348059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86046E-ACB7-3EE9-E527-61EFFB1D2784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95BA52-A7B4-99BC-7BBC-5C8F676E890C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9C81BB-118D-5644-A397-4D3CE3DF5C5F}"/>
              </a:ext>
            </a:extLst>
          </p:cNvPr>
          <p:cNvSpPr txBox="1"/>
          <p:nvPr/>
        </p:nvSpPr>
        <p:spPr>
          <a:xfrm>
            <a:off x="6152446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6FC6D-CD9F-DE25-A879-F3BA9CFB4B2B}"/>
              </a:ext>
            </a:extLst>
          </p:cNvPr>
          <p:cNvSpPr txBox="1"/>
          <p:nvPr/>
        </p:nvSpPr>
        <p:spPr>
          <a:xfrm>
            <a:off x="5147734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661660-407C-7086-E268-3857BF11FC37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6A88B-D1F9-530C-867A-A4A2DB8D21DB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BF5F06-25FB-89DB-BBEF-2EBF81312044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090210-0DE3-0B69-4E19-0A6D9608230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38D18F-7FE1-7AD7-5689-41FEE9E1DA3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63117F-D616-84CC-4C95-E7A7A8494D28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BE9C40-1BB7-FD1C-2C31-B7A6E18D25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BC24DE-E66A-B0B5-2AD8-613BF25E1780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E9A9D0-11DD-CBBF-C2DA-68F340E58E3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303171-1210-EDBF-8D23-87A4CB35DEA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BE3A74-F3D6-1985-FE15-F0C7AB8128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0329B3-49D8-685F-4E5D-223A917393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65043-F2B0-873F-E4A0-C5C686E598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0FC157-5497-7F1A-D11C-87AE9A33B60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EFA144-3E54-F57B-1577-E0C59258D6F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75C810-BFE1-25BA-6BE8-FE79169121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870435-E96C-D94E-6456-F941CC6C8A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C70157-2A40-2B22-3BF8-B4CD264A87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BFEE7-4968-4B04-28CD-DDACA5C6B6A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44C11A-4418-592F-8465-C92B390578B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6A5F58-76B7-71A1-1BD0-F1760F4AFC5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749C43-D16D-397F-299B-F23B6B5DF2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EC1079-FCA5-9EE3-1449-D800B4AEAE1F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9E5CFC-9E73-40E9-CD9D-AE8BD6F666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DE0A89-16F3-904E-22FF-08EFB096433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559A77-E77D-ACFE-F888-4E70048E87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797184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9BB5-F54D-4DB3-71AC-5423C229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132224-247A-CEFB-BA4C-D2A5D268E6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4’s in Row 6 and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6BBE9E-BDC1-92C2-0511-B4C1B461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B55D34-FCC8-C20D-CA6B-CB29AD48F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0EA561-79CF-2CA7-4FC1-4A57526B5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67FF19-7539-B0D1-6D81-1EA473D89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DD0724-3A21-DB09-1D7B-3BFD0CA583B6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C7ABC-4844-97C8-07D1-3B6E96CEEB3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94C57-5C38-7408-1C23-A99BBAE7BB2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FFAB-384F-2FE5-6996-CA3ECECA8396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B1C9B-2C59-580D-28F2-0141B2CCB48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2BBEA7-F59F-A0FA-6186-F1E336FB55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B80F6-EC73-5E56-4655-071370FA54F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37F2A1-611B-71AB-67A9-155AC25DE7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28738-6E5D-747B-5B09-9164D0943C6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7F0776-EBE1-C9C0-FF8F-4CBB3FF705A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86EDE2-F72A-A6A6-362C-6FE6D2D11C3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13860-D2E8-D847-C2CB-50FB2A79393D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56DA15-6CBE-B32F-C02A-41196363B75E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680AB-BAA8-ED46-F71F-1F9F80BDF3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29D81-96B4-EFA5-7742-0A8A8F57425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FE5132-525E-A614-BC73-9CB9351FD648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913B7-80BD-C222-5E3C-C8D092277346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D10FC7-38AC-52FE-D8E8-8D4133437019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F40E0B-0DBC-5801-0CA2-339A8C8A91F2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D2C771-BF01-6F77-5C5A-FBBD300BC54B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051765-EA3B-B6A4-9588-D17E6A73942D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516B25-93A7-5B0E-1585-4A7064ABC3F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AA0A54-B552-B70E-9086-F6552B0973DB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C1F9B3-7463-BB32-1E48-D4969F22428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5A1FF7-9C70-9CB4-8D59-0D38B574DA2E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AA9561-65B1-FEE1-8AFC-DFCAABD591E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770FCB-076F-BDF9-FA04-EEBC5DFFD4A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94E989-C162-163E-2C32-FA1C3881A0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CB5794-AED7-3549-07FC-0389EB652E3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3D0BF-FE16-5D8E-8665-131130D57E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319BF6-B177-93B8-F33E-47A6DF34246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5AFC1F-57F9-5729-711C-C8493D20360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64B2A2-1F29-840D-A6CF-948EC4FBB3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E301F5-C493-9473-46AB-5272F5FCF37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B9D9D-23AD-601A-48AF-D65C6A02E0F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A57F17-0D38-E953-0D9D-9AADFBDE275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3CF877-CD28-6844-91C7-14DEC194CB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B614E9-E983-11C3-DE23-B4FA1CECE10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E22E3E-9E92-7244-E528-9F792342351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CEECA0-9C28-0A43-C662-FDE8E24D5A52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B488F3-B3D2-4819-32C4-C047A308DE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768275-CE02-938E-6F28-EAF063FC81D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51237E-BA73-BAB3-0231-853926F8D1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C7B975-C098-E4C9-ECDC-E30825FDDF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1A39C5-FF03-5711-787F-8063C72450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0338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4C50-6D4C-DE69-4F9F-980307DF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DC343-0F5F-5257-D278-1471CB9DDF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6FDB60-B4A4-BB70-F709-B551F8AD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04B2BB-5470-43ED-CAAD-58AB75479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2F53DB-593C-364D-4AC8-39E344EB0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5B090B-81DB-E509-55A4-83591313F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3921B9-C2A4-0705-9CC3-D7AC3EC39F00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667BE-7DA9-D942-37A4-4F4031F52C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89C59-42B5-5DC5-ADA9-CE5505BABBCC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6472E-9A5C-3C5D-45CF-1C266C185A2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9136E-8D24-4C56-1599-54CD9FE7EA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E3150-0D9F-A5C5-DCEC-431700548B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2E137-119A-414E-D9A9-7C050F473C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25D89-B5C3-299A-B8BF-05F2029AE94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F07580-AE9F-B60F-7510-0D0E44E9702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540D9-60AF-D721-D49E-E60935FC608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4502F-69C2-C833-3836-680C2797123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14F40-CD0E-F536-F05E-E3634CF226FE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A33CD-0660-A6A7-4D52-73EDE9729690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B3B9DC-FF3E-A330-F0AF-0AF959A794A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93AE1E-3C30-77AC-786F-7515F35E18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ADF882-B2C7-6911-85C1-08ECB1F09ECD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095852-0258-CB43-41FC-FA4E224E00F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6E042E-E69E-4AEE-3413-72430519F64C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B833D0-2A66-055A-EA69-BC2188A1A71F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A5B24E-F097-4C97-3876-7AFD34709D47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0CC950-7D61-E77B-6D04-B6ADDC5892B9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28C6B4-6DBB-6704-E7BB-CBA6BFC90F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0031F0-F684-5590-FCBD-11FDB4E33EB8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4E1EC5-2BC0-FD35-655C-0BF8310173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FDE464-DECC-81C3-6569-3A21FBC7CF69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C61FD5-F804-E1EF-FACC-966587EAD2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0831AF-BB0C-0E96-4881-E7E9FB19C5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572A2A-BFEA-F15D-9B8D-F02765991A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B5EC5E-BD00-1E70-71D0-87E87EB46F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200017-1AC9-F764-078F-9A8F3D56014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5702F-4084-4CA1-8577-30D45F7322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BA4E19-9D40-A114-0483-9F405196717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4EDAE3-BABA-9038-127B-FBA54CBAD35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666384-A74A-931E-4F4A-9CD51694817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CBD9C0-0AC9-63E9-4CAD-8FF187BF153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5E23ED-C014-25B3-D974-31EAB08FD9F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48B01-FDF2-5067-6211-D8D2A9E723C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EEC01E-FB78-8EED-700E-5B50C37C9A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5723BD-169F-6F7D-C50C-75326A0EFAE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F13B7E-2B8B-97BF-0606-039BD5C365DE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8D15A5-66DE-3071-9027-E28D70CECA8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2AF02B-C493-3FCF-9670-E4F6D64A623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BDC086-A310-C44E-B35F-214ADB95EE5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CA0A0D-53B0-7DAA-5DD3-A7B24A78670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062722-D1D6-F4D1-23FD-4E4FA6FEADE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09746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55CC-E967-0D66-037E-E3153CFB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81618C-89D7-D494-B8C1-76CA90014B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7, note 89/78/67/6789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8D8B5D-58BD-F505-C8AE-6281EBF01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EEA92F-AF51-EC66-480E-D5DEF8FBA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68771E-164A-408E-66E1-56385FF45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B5EEE1-23A9-0673-1B04-4CE7D7349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B73E7D-D907-DDEF-77B8-2125FF1998A4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5F7B8-F8A5-72F1-3F32-1B0D7BC18AC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F1768-FE18-C46B-474C-929B65207A9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C8B7C-D52E-D987-DCA5-C2405C3D677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E1366-38A1-4A7B-6469-66B87C09BB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1BC48-2C61-15AA-8ADF-89F7E31F2C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E8A15-E951-406F-8691-FD7CCE14B3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1D442-374E-5004-31A3-C6D51624F8F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58B15-B797-A931-C6DE-54F6E1A3DF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DE207-2DAE-E04F-600D-340DE449F5D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28F4B8-58B1-F479-112B-FE16A08B04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20FA9-3004-4B84-F0CD-43316F3C3C65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AA682-A9A1-6F6C-D61C-50A8381183B4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79CB9-840D-7C18-B206-34B0CEFD7DF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2F8368-BA10-BA71-910B-763A078A9D0E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2E7A0C-D6D1-18EF-5DF3-DCD899CA1110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A86C2C-3AE9-757A-9CF1-A977D19AD552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BF4A28-A203-AD96-1E48-EB6B33C7DCD0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11CA50-210F-69BB-A4AB-EBD7CFC45578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6AB0D0-580A-AD3A-8D7B-93948E3F98A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EAD462-8A6C-4728-01D3-6F5E929A7B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96FE89-D472-0626-6863-ACBE48A63D9A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A53D06-8F5E-F1AF-E5E4-CAEB19E20C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42757D-3867-D2F9-E848-BE314BD5167D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816807-D334-2145-D0E9-7E2452D508C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FB3315-CA69-7721-AF2F-055ABEA9D33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9B2C87-BC5D-2C6A-D0F6-03A372861E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3F9BED-E3BF-EF42-2E74-55AA46A507F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B38B28-44B0-8C71-F7E8-9F6C2A7078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554C1-EF7F-EBD8-8746-B33D725C17D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CB665-D0FC-7705-7C62-DC7085A1FEA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9CBBF-B445-2E22-A518-5B56CFB6D74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31EF6A-7296-0E34-E706-22338F7211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D7EC5C-9C87-234F-08B4-4B57719E53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789380-A9A6-B992-6E9E-7D95C531F42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21923-0AA5-1E00-28F6-9E691405DF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F23B67-626D-FAA3-ED59-25DA6685E78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A8B4EE-540F-AA8F-0BAF-1B24B3709A4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94AAE2-F9E4-DF0B-5B30-AADFFA199A25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BA579D-BC21-AD62-C1BC-DB3DF24C98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487940-56E5-F057-CD69-27307CF3DEE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CE5C12-42B2-0CDF-1628-88BE08C038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D89DE-0922-D0DC-0344-3F557C13C0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B4935F-D385-05F0-D054-796C6C4B6D0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10E00F-66C1-54C9-0560-ED8D72796D7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4971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451C-2FDD-9575-098F-008A3A64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B5C43F-01EF-4A7D-0B5B-DEAA217313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E8B598-1361-E974-FB3D-37D8E96EC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5CBAE1-AFF0-A6D4-E6E3-535FEB7F7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B96F7F-52C4-9BF5-7193-07B30A776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DCAE44-4D56-F58D-EBDE-145A555BD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643CE-6DF0-1924-A556-F3C450A4202B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7C32C-212F-2F80-C1F3-8D220F03256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4950-FC9A-7723-EDB6-23075FFA9E60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AB262-83AF-1B93-1038-4C5C05C1241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505AE-7962-658D-4E58-ABE75699C7D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D11F2-189F-6DEC-ECF6-4AE0383246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79B53-4A0A-6789-D221-360F514D7D7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F830CF-CB56-4D84-2F61-DD24F334B97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DE1C52-8F34-A4A4-963B-E8EB493850B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6B7E6-F233-B7AF-4377-D6584B35BAD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5FA59-9E6C-94A2-9345-FCA16EC5193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DFC68-4A89-432C-530C-18298F59AFBB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5C142-656E-4ACC-B7E6-1DCE8A62CF9E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AB559C-7F9D-0830-23F8-36AFFAAE0A9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F09504-1EBE-BC24-B56C-8CF364EC24DC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C6EC01-748D-9C36-E66E-B26CEA789E6C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FD68EB-D2AE-9353-3097-696D0731C30E}"/>
              </a:ext>
            </a:extLst>
          </p:cNvPr>
          <p:cNvSpPr txBox="1"/>
          <p:nvPr/>
        </p:nvSpPr>
        <p:spPr>
          <a:xfrm>
            <a:off x="5650090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DD0865-D92B-4E59-50DB-FC3E0AA2AF2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8174FE-7AC5-1754-932B-18FED3A2755D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C2965D-96D6-1473-64BB-3E27B945A22C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E12436-5FC6-D4DD-F0AF-B13E6ED42E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45FF35-4221-94BA-001E-85394285A43F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4EC2BC-8B59-2034-2CC1-2E4A891641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5F2DC9-AC24-A379-10C7-753A6611B3F1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EC2790-576F-B6FF-CF3A-ACB64982BD0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F806CC-D55B-D729-6CBF-0064ED961A1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671992-0AB7-FA54-59DE-FBE9887C8F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C9380B-6220-3F68-7151-2C62E14B1F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A90A8-7100-3300-5FAA-C9B6042492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23E25-6FB7-D49B-0EC8-189BFF0BE02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12029E-8004-1349-3D4C-72E78957EAD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530B74-9C53-AF01-319F-08C145F697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181512-D36C-48C9-B844-6263962D9D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13974F-1475-4A92-ED94-D236CD043C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6C9EA5-59E0-2431-E783-778D636337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CAF85F-2D6C-6F54-AC71-3A3F6461F2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855B1C-6EC2-2F64-95EA-6C5F8D2CC9A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84A67C-40B9-6439-4276-184123F0A2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85688F-F60A-6683-1A40-0F3C6BA337AB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5265BF-F1AA-5BE2-60DA-34673CA5D0F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53B188-89F9-A244-382D-7B6D4CD2A6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6B16C5-4BD3-BB4E-787A-7E90B52C4BB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53FDAA-3F3C-BE34-DA46-85A4AC9961D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D1053F-EE5B-C8B3-D4CD-AD9DFA7021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8F7DD-65C2-6054-6409-7F91D1225B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70520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0F7C-E681-05E5-3857-E8602E81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C9CEA7-FE20-BC23-42A2-5FA540232B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E407E8-C5F7-BADA-C1A1-C2FF67B0D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7020DC-6516-F55C-BFB5-1C1D8C04A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387444-47C8-9DD6-69A9-EAF4754F8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F84880-0C6E-E018-3598-AC6DDBA08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DAFF1A-EC2B-A170-5A65-DCFAB71B5FB8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20FB8-9136-2B02-F7ED-E3E7EC2AE2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A251C-A0FA-A46E-4F1E-6C670F268254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B5210-FDB0-A9B3-E237-3292B4684A3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0BA72-515D-46BB-79BD-9CABCF24E92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5A4125-C5C4-AB4D-F050-229285262BC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E09F9-943E-4463-9DD6-9E8704D9487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6272B-BF4A-B099-9E06-5B3F5C2DE54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08BB38-2C27-90FD-F705-B3D0FEFA40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1DA71-2586-2461-37BD-817D0837EA8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2930E6-7AE5-2B7A-3938-EFD297DA64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D8D0BA-A685-654C-15EC-7F399DB4BD6F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E691F-86EC-1D4D-8B5E-0950C310D38B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8E7F47-0156-54E4-09D3-794F433B351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4090C0-1959-11D1-C8C3-32685979514A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F5C04B-32A9-527B-9CDD-2E0CB7DC9777}"/>
              </a:ext>
            </a:extLst>
          </p:cNvPr>
          <p:cNvSpPr txBox="1"/>
          <p:nvPr/>
        </p:nvSpPr>
        <p:spPr>
          <a:xfrm>
            <a:off x="4645378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39A32A-ADAD-8E37-3018-5F6A63A8FC57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CE25CC-ABB8-0194-9831-3C86C6C0125E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FED1A0-47F2-4626-6677-C26E13A998C8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FC9766-12EC-436A-23A1-A74B6ABDDA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9A08F-4FA4-A431-DA55-DEA331A88609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EA28C3-0173-F133-97C5-57BC5C7B772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AEBA1F-4824-B43E-AF1E-6061BC546E51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EAA140-7818-965F-EB24-EFD2480A1CA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F70E9A-341B-85C8-3B10-65E343F1820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94589E-5B60-0FC6-2FF2-617A29C92C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4B0B7F-C1FD-0D45-EB0D-04D75AB31A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2E5F5-A026-7303-8CA2-6D90169957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4B6CB3-B82D-5C28-DA72-83FDE9694FE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8B6B4C-D64C-FAA4-B897-40623AEF52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36135D-30D3-B669-678A-95EAA62C54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F73A75-8764-D0C2-15F9-F1F5F8B9C49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77DFA-BE7D-1559-C5C2-768D4C38DF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060A61-1978-1CA4-0A62-62EF944FC8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C1E62D-6D0A-EA77-8356-A67FE23995D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4F77E2-2100-1CAF-248B-8B601F2DE0B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46FEA6-F968-380F-0D28-3A1C9494AB6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749B4-23D4-429C-E45C-FC9DEFA215C3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69CEF2-81B2-9885-6CC1-9043ED32E5D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414D7B-8CEF-D672-B786-76B286BFAC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43072F-0CD8-094D-C208-5853FF6D4AE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B178CE-D936-95DA-CEA9-24A155CB580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E38873-6AD4-A124-27CD-A4E9E4E4B19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0426C4-D2E1-4FAC-A139-AB36EDB556D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BB91E-54A5-250E-60BD-304B94D86E8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385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FB74-D07E-F694-C670-7C672CDB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53D56-B759-1A17-6264-8B8EE858B2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A62A39-A31D-0DFD-E251-F1362251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BFC238-8279-288E-502D-433343CA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E6D633-2148-28C6-5F54-87129A874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1AA838-F779-2ECB-9FE3-1B3DB7174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B986B8-FDD5-0074-BE1D-4CFA34624097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CA90F-A7F3-48A3-DD84-3935770983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BD7D0-B6FF-CD19-8CF1-A2257D9CA159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26068-9010-E7B7-C12F-53DD7235C4D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9955C-359C-9A55-9879-5AA7007D19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26E8A-6126-3E41-506A-B36064F2246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56BB9-EA41-7A99-A71A-AF2CC3F23B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22854-DCE7-4E9D-C084-613F8B6464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146644-D0AA-8ABA-CA78-FAB6637A57F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A78D6A-8E4D-1536-8383-C57F4912F7A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7F0E7-867F-C0B9-8308-71DA2EC0BC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8D0FD-D348-BEE1-1C0B-C3AE0DAD68D3}"/>
              </a:ext>
            </a:extLst>
          </p:cNvPr>
          <p:cNvSpPr txBox="1"/>
          <p:nvPr/>
        </p:nvSpPr>
        <p:spPr>
          <a:xfrm>
            <a:off x="4645378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0E80E-5B7C-0274-3B8C-1204C2A7E743}"/>
              </a:ext>
            </a:extLst>
          </p:cNvPr>
          <p:cNvSpPr txBox="1"/>
          <p:nvPr/>
        </p:nvSpPr>
        <p:spPr>
          <a:xfrm>
            <a:off x="5147734" y="22628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B4AA8-BCC5-7874-DC4D-F9C19E82AA68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26DFE8-F486-114A-7AD5-9E6BC14BC0F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D10726-968C-BC21-AC82-2407C9FCA6FB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00F332-06F1-5C70-9917-01464030CED1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E6DDA6-2CCE-EA81-09DE-B5C404FE35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87866E-D33B-3181-EC70-298BE2BEA42C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842C2C-1443-9D11-1CDF-0CF5F4A5EA9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441122-9ACA-5D8C-EDE3-8E91A48191D4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5BDBCF-C9C7-2727-B731-12EEE291611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73969A-F8CE-40EF-FDA2-83FADC7B9A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A49CB8-DD2C-0D68-1FDB-0A4900B19CB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3F5BE0-1618-3618-59CA-F81C97AF7BE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AFDAA-53CB-8ACD-00F2-0674DF7483F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16A26C-C4A4-F35E-6F3F-38D23398DFA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41A97F-D6BD-D80C-8BBD-EEBB571EA82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E73528-80C2-78B1-EC2C-D86392C727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23D68C-91DA-4644-3C1B-FD62D505CFA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F8BA8B-752F-FDA2-26EC-FC6758DA3DB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A6EE1-D577-C165-09B5-25C842140D2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7DABE5-BD70-6CBD-9F2E-727A33732C7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8A50B3-4798-9C7D-5F3F-766588BFB94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339D52-4E18-83BD-E7F1-E5755DC4494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75D6CB-5B37-C337-A640-CA74EECF88F2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029BBF-D824-B8BF-306D-C5B1AF6F52F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001161-9141-9669-5FAE-EDDD1BE75EE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97BA98-8976-3F75-010B-B5FE139796F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E7A10C-6EB7-2E9F-D663-0E071635BC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83E6B4-28B5-8C8E-3624-2F11B35EFA0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4DB97F-4001-95E0-4D5D-9C81E18A0BE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4FEFB-B54C-C425-0A7E-16568E327D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FB202C-DD94-6A6F-4A97-437F6B30A54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F289FC-57A1-2A61-B2D3-6B26E37C32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17756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6054-9B14-067C-F107-C1162B36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4F5B62-F860-7A6E-AE06-3F3346B59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9E1E15-6E45-C1A0-2B5C-E146ACEFD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CA6FEC-09F3-80B1-AC6F-33D267876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F27251-06D0-F533-1060-7D0FF3EE6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2D212A-B50C-3F41-BAB7-784934984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E5DF8E-CE6F-A551-67E0-585BC28653B0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9ED6A-90EA-F531-A291-248E97FA81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28F06-CB73-EEA2-C785-1773C87EFC39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53E79-F75C-BFB2-9F75-682BDCA6B14A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334E7-6311-2355-1181-9965A5AA3D9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5B4F5-55B3-41D4-55AD-2F82CA9747B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2156C-C584-CE9A-E751-27B4C6C8A20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A6E94-AE27-7439-EE50-030BC3C9373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98CBD-2D42-1C46-BC20-2E45EA9566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D3ECB3-8550-2C9F-AA1F-342DD52D620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685D6-0077-7E95-EE98-E8404859245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1F10DC-563C-DF8C-1364-77CFCB38AC6A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63984-9E49-EBB0-DCA6-1ED7B7DD891D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AF66C4-5DFF-D3BD-F265-FBB2FDEFFD05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ACDACF-1538-565B-8800-9CCF9664FF71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C85C24-66A4-6C81-B7AD-1F66FAE994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78D537-8658-7664-1E57-B2C03702EA2E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8C6D05-63A1-27E8-F51E-017B23DB6D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E1CF4-E623-C73F-1ED6-4E59D6DD3258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1B2D92-5738-C417-A339-ED4C5D1B813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7B54B4-E1C8-193A-80D1-50C5458BB9A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D2923B-08C7-F343-DB13-8F49DA4D68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AA9A50-FF5F-1C97-7614-F1307D4004F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0802E3-68E2-78B6-A75F-1190914438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DF7F2-2471-5F8C-E3E6-D7DF0A8FD4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713DC3-B6B2-D453-7724-FC096F1BED3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CEEAE2-210F-91C9-3AED-C2A66347AC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AB2F86-64B5-96FE-E9EF-BFCBB583ED0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DD93D5-D41C-5FCA-A40E-8773EB68D1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F2ED80-10A5-B87C-B990-67479ED981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D85CE3-BA73-1C4C-3BE5-EA33E27A3EB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312ECC-EFC6-0BDA-C9AC-2FD75031499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78BB2C-4976-EE7B-0798-84089309CA9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31DF94-DA8A-4E19-B582-59F62838DC3B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3BA651-38BC-00D6-2681-7A61082786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DEDD34-854C-00EF-D2F7-FB35818515A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EEE1D5-0226-74E4-CC54-9095C226735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9A63A2-F8BA-D1D8-51A9-9EEC6D2E7F6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0EB091-967C-288B-00A4-FF92FFE2D6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391C6-D32B-0C2E-E3B3-3030134B5C9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09E2BF-0CB2-5933-4927-B09EB326A5E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4FE7D4-7418-F99B-158F-DF5ECFF459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D0F7E0-D098-3021-1EEC-3DDBBF541A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3F9232-49D3-337A-8801-0EF2F4EBC0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253DC1-65E6-AEE0-4350-77CCCFD860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31678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E7D5-C539-D09E-EBD6-C9617331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80D6A9-3EF3-6190-9808-192C6449BB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7C12A6-D80B-4383-37B2-B04842821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BC1551-A9DE-334B-B4CE-957ACDA2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D7045B-BFE4-29EF-2A86-935BBE193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C2283F-510E-B78F-E10D-CE4F8A3A9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FBFC29-3681-EC28-1EB2-651E67ABA5B4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3A882-7770-9CDC-76AF-FFDC57081E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48FB7-2530-14B2-FBDB-6F563EFD0DB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7FEA8-94F8-FAF6-CB63-DE219223581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BF16F-CFB3-EF5C-C5C3-A4CCACAF59F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EE0DD-263C-F93D-AD59-CC385BD492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8083A-BC9C-EA02-CB08-BAE509EB54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FF57E-76DC-8655-DB57-0136F238D9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2AA72-D963-818D-A79E-F0FFF3ECE6E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5220B0-E025-697E-6F3E-69F25CF9D5F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4A456-B65E-6C05-D749-D7F9ADB55F4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A6145-EDAC-2553-B317-B3E0C6EB8790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8E0F4D-9B0A-2540-3A37-9E8FD013CC4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1CB9A-534D-CAD3-8542-F80FBE553E3C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41B801-9F1A-7DD8-2243-EAFAFB71E05C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A1CA53-B5C9-24AB-9AE2-EC99915F252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EC7D52-69E8-7C42-4667-FE7502BB1F9D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48EB7E-7409-8AB5-8C6D-1891581E9C1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564ECE-F8C7-ABC0-2074-5E9D362AC1E7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64660C-1D59-6FFB-FC89-4A2D330EC4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61CF0B-9FE8-891E-761F-03E83F0CD0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7A8596-586E-552F-F2BE-166F5FD109D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7D7A23-C330-AF6E-ABEC-F15FBD3F26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B437BA-C8C6-6D6C-6700-CE65A6096D8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BFDD8F-ADD4-82CF-94A4-794348646D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DE02AB-76FE-6C8E-E258-DB8C57D654F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EA0C03-3190-0529-24CF-1FB969EE95D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766434-2FD1-7129-559F-72951F1314C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8837B2-C97D-F826-5797-374FB11BCB5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59C02F-ECC0-DF15-90B7-8FC665278A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E3D55-E58E-DE30-4478-AAFC7DBB94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B99D67-334E-719F-B66E-6D1F8FF7065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0EB75A-6FDC-2311-7529-CE322CF1F5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87F97B-DACC-24BE-9CC4-745E599B401D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3A1A9B-798A-E158-CAA6-F5463B8DC5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ACFB74-5131-C2BB-C495-749447F099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3F97FE-D74F-817B-61CE-AB50362369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CE3626-B12E-B50E-A033-E8368C0326A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5C8CEF-1B57-6F2E-263D-1A77DA620B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D44101-32A1-C7F3-607D-3CD117A0FDF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2F0D79-403D-8412-46BF-28BA6FF4C20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88BDA-8192-CD7F-A824-A78898FD9E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FA6D32-5E87-627B-4F5D-B6B0DC906EF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7ECFC-07FD-6049-8F5B-AC90DAA165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09B0E5-6636-62A7-9C62-70267A29B1D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46670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8C647-3568-E575-79FD-42A10A9A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CBF3DE-7343-E496-28D6-2F655125DC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F29293-FC3E-C326-4B32-65D952CC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74DCAC-E61D-F85A-940E-6BF7BBD11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AA1755-DEC4-28BC-4304-DA1A9F8A2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5FBA6D-F43F-43AB-FD46-C230811F7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079D7-F6C7-E63E-9E88-59CAE16F03E3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D596B-70DC-A98F-1D88-C1D554ED03A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56F1C-08C0-3019-1765-95044420445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65EFD-B4F8-3514-8CB4-1B06287109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CB8F02-969B-8539-85DF-5BF094E3F3F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23B352-9FD1-3A18-8D7C-56E6E5845A1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FE94D7-5DAE-4725-2464-2440CE6721E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BE34B-2808-F3CE-C16F-039702C4EC4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E4BD4-3BF5-BD36-AF1B-57BE57F816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01F4D4-C150-106A-3CCF-C7A180D4E3B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50AEFD-5446-88D8-8710-B75F16E30440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455C15-CDED-F36B-A154-F1FE7E13D769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D7CDAF-0B07-E925-3CC7-D212FCE5DC85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FD341D-825D-C052-56A0-C9F30C629E1C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FBBEDF-A403-760C-75A5-E3C856FBE949}"/>
              </a:ext>
            </a:extLst>
          </p:cNvPr>
          <p:cNvSpPr txBox="1"/>
          <p:nvPr/>
        </p:nvSpPr>
        <p:spPr>
          <a:xfrm>
            <a:off x="3640666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7F5BB0-E96E-E321-D977-7C0E216F23E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E0A9D9-5250-AA6A-55DF-F9E59107FAAD}"/>
              </a:ext>
            </a:extLst>
          </p:cNvPr>
          <p:cNvSpPr txBox="1"/>
          <p:nvPr/>
        </p:nvSpPr>
        <p:spPr>
          <a:xfrm>
            <a:off x="3138310" y="40810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125D55-FFBA-5F89-80E3-F2EB871FCD1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E212B4-572B-D5F0-A469-CAD129B381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110713-9064-8D52-1F8F-F3E41EFF78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A5C0F5-E895-F153-8534-94BC846514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B76BD1-18F4-E959-4B5D-71E3C8C5671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6C1119-2060-FE89-B23F-1C0F262058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F5A0E-FFA8-023C-5BDB-F86666EFC7B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000DA-BE6A-BD21-7E03-9E30CACE76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D3F966-1DFE-146C-358D-571F9827112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8EF098-1786-312E-E03B-0AAA2F0116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ACDD14-83BC-C489-AAC9-230A03ACA84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4C417-1E55-180E-DE87-42E914D57F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A5BDEB-D96B-9585-958F-7A5ED97740F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BC6DC8-E297-392E-F005-CCA00B8D0AA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D97382-020B-24F2-93CC-49421D9D6232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2B5CCC-DC5C-AAD4-4C4C-CCA1FBE1D3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5F55FB-329D-7F10-7FC4-2308B3CFF8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010BED-2188-46E5-7DB4-BD053DC91BA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244E6A-EE95-AEFB-087A-A8BAB8280B3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F98656-0158-A6D1-6E1A-732E340260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0F5470-FFC3-D4EC-D742-93FAC787C0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71E0B-DD27-315B-6565-21597C3011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DD0EB7-4FFD-AAFF-57A7-BD10EF1E73C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7B3638-E3C6-4DB6-F54E-868E7499582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3864E6-581C-BABA-6670-663D905C8A5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6D7BA-0DB8-79B7-31A0-67226F986D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AD64C1-2164-EA5A-15BB-02318F5AF69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632A87-9B14-E126-A3AD-A0165DBA40B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0759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C105-C3E6-8B56-E680-2D7B885C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BA7DE-DF52-6CA0-B12C-1D66E84454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348992-637E-A760-E89D-AC34BE693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60A0BD-9F29-2D07-ADEC-A23053868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43CBB9-70F4-D5ED-74AF-87C216949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DF3347-9FD7-BFF2-1605-D0023935BA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C8C2FD-393F-D3D5-B6F9-BAE1D9F0A614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3CD87-B77C-F77B-183B-15B5692394D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3F812-983F-B70A-82ED-43257831050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807F0-9160-D0DE-9E40-FC8D522982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3C25B-96AF-00AA-D3C2-4AAE7A7726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272BC-329E-3B1A-8554-0A0F2BB27E1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6740E-21E2-8183-7F5C-B19A323985F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2EE9E1-09C4-9503-FBA6-AC5F23D5A4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130A0-2406-AC68-03AC-14B9C95FD9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4DF04-5683-95DA-19F4-022CADD8AD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E57FD8-0384-8FF0-539E-84CE497F8F89}"/>
              </a:ext>
            </a:extLst>
          </p:cNvPr>
          <p:cNvSpPr txBox="1"/>
          <p:nvPr/>
        </p:nvSpPr>
        <p:spPr>
          <a:xfrm>
            <a:off x="4143022" y="30712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3F6E4D-2162-8E8F-6A29-E0EBD84CC75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F7BAAA-2D5B-3E2A-CB8E-D3719D3186A9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E3CC23-E255-B324-5559-42581B0DE6B5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BCBEC5-4AA2-C8AD-C50F-9A254C2BDF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A0DEBA-CE48-250B-6B00-6F263154807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4F5920-F849-745F-B361-7838872986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3B7C3A-02E0-CA8E-98D6-C6EF8644DEF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0D0424-69B4-760E-9A2B-D96047EDA65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82EA0-12A6-E911-FFF6-B4506C50EFB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5BB953-5B77-17BB-95D9-0238E4B0004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900BC-586A-B8DC-6E6E-639A5AFA2F5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74BA14-5B8E-37A4-A0D0-2DBB4F5679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4813D-60B6-8D49-954A-BC0B44093D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6369DF-0827-0E3F-8651-39ED5E74D1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1FE027-932F-5235-02F1-FE0877B27B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EA2808-BD88-717E-AC33-72CA31AF5F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8FF2E8-5875-5F50-A755-EE6E98D81C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61A043-1730-FE36-96BE-89927310B4C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58D8DF-0B99-DEB7-F835-010ADF4FB520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A3F997-7C11-7E00-F562-9D534F37FA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A8F1FD-EAC8-58A2-54E7-65290456C8C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78DEA6-7051-C447-3E96-64C54E18A6D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59DD2E-A5A4-0FC9-00E6-6AD6B7F324C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02614A-FAC1-BE37-AC5C-F18B0522506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A922E2-61C4-A776-7841-0F8DDC324DF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0F9B96-95D9-3B66-F64B-7CF4172E2E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5C31BB-F725-E312-2EFF-D6EBDCEF848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7A8B04-C1E6-0270-632E-5C5FAFD17F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F6913-3397-2190-15EF-3B8431F1C3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50691-E6CA-131F-454F-DA48649AB9A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5AE185-F442-969F-E089-C017967C9A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2731C-FF8C-D0AF-CDE2-A810009EC0B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0785D-1FDF-03E2-FD58-9C098080263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321904-88A5-6DFB-E80E-3BE9D0C444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8455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E353-A996-A041-4145-5205B1FF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49838-00DA-3F6D-28F5-8927C85073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D215DF-333A-76E6-83D0-D7C324467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ACC2F8-EFC2-334A-124A-7673C6A39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1709AB-7C98-1F88-6720-533B8BEB0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5EACEF-FC23-F868-49E6-0282589E3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770A14-5CA0-2E14-937F-6B57F59CA4C9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3A9BD-FF83-C5CC-6C32-0EF58FA56D0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54784-BB7F-1FD0-8F9A-987689102E4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75806-1D5C-FB93-FCFD-3C3D514D7DE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5E6788-40CB-04FD-7FD6-8214E05C01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01ECF-40BA-B1D7-B679-FD28CB5D905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1EC74-0022-068A-2410-38154111DC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B56BE-5369-5A60-F1F7-F38623DFB8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A7E50-D528-7E7B-D9A7-35AB84DF292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976C5-3534-AC66-4D7E-2B81AC5A6B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3EC48D-B05A-7EB2-B9C3-1182429CC556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3EC45E-0037-3548-7A1B-50595E8A37A0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07A398-5EDD-A6F2-F344-FE2732BC408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6047B0-B2FF-3BE4-CBF1-3FBE65626D3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4A4D53-2C9A-787A-5178-9564415CCBB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C436DC-2094-FC82-D9AE-F702DDAF218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5B2AAC-3BE1-DADB-5430-946BB494CE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80B81-3612-4463-DA07-37738982E3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AE9634-4917-571B-3ADE-A83B0B7DF8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62B2C3-E1FE-2133-A6B8-4B61055FC4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ACFBCD-DF0F-52A1-BA4A-EF571C1BDA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2F9968-BFAC-0ABF-DB1B-0A0AFFD2BB3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43F042-DC79-5EE6-E5B1-2835FBA0E4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D7C609-903A-0C7D-EA8F-7A7BFDD10B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D4CB6C-6842-20B2-4AA6-B68FD296D80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0CEF6E-5554-F84E-44A8-4039F2BA9E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509351-5C6D-59E6-8622-2153EB0B67D7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9EE960-3401-9D1A-9276-ABF9E86BB46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FDD933-8D44-8B80-5368-651A8271F6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AC3167-A2B8-D768-15E4-77D503D9E6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4864F8-23DA-A972-D629-78815995D9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9E5EC5-DE04-642B-EE7E-47BA62389D4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1FCFB3-B390-1E19-6CAD-345F1E115A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C381D5-4A35-1051-40B9-4095E2A477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0BBAA7-DF5B-6449-B59B-E5FFC98ED50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3FCD28-4B96-BA49-40CA-C7B603D67A0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62BAC0-B97A-AB75-7094-6137148110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C7D6E9-8378-4AA7-5952-59451EB3C0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31709-D517-9A94-77B4-B3465FD77A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8469B2-CD68-76C4-B7FD-462F86D28FE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7A0FCA-42E5-D796-4B0F-8AC0C05F979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DDAA8A-91C5-5834-62FA-FD461BF481A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8A05DA-E9E8-CB41-142D-11D9C0DB1F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F684DF-03FC-05E8-BD87-80C299E346D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C93AD0-937B-8E6F-9EC2-FE84CBA2B8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8357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251B-1AB2-453C-9EE5-0B06D4A9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63AA7E-C3A0-B1EF-7BD1-B79A33F121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2045C0-1A27-9095-C340-11221EE2F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5B6799-19FF-8CA8-F1DC-5E3996C7A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426BE7-F69E-22E4-4E8C-AFE1D39F9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28462C-B6B7-16AA-3C3F-C31E8F39F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576F53-7C82-9D91-4E59-924BA5B1C007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D12C0-0D6C-0C39-BB0B-4B9034D5898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FABCA-B36E-F265-D250-7AFDCB1DD1C8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63CF8-3DF1-C432-35B8-8E0128052A4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39C3E-60F2-D509-916B-9AB14543418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DCC07-8217-202B-CF9A-01CA0538602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0BC0E-F3AE-C93C-8ECE-3EFB173360E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2FB96A-5F70-0D76-7737-6F65B89BC44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094AA-4D13-36B1-EB7D-6323BC8B85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F9C69-9936-5382-C069-AAA87164BE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5CB5E3-392D-2AA7-4B98-9C61DCCB011B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6A2E0E-869A-38FF-C928-556F4C1B5FA3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DDDF54-A832-71C2-B378-BE5940FBF4BA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C5856-B703-C49E-9098-619FE3238EE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C3A32E-DAC1-26BA-4C3C-B3C0934B4E4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5CB4D3-E9EA-FACE-1D44-6F7269C9EB0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A4C767-CC3E-9758-2CB6-FF3ECCBD839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49FF61-CFB5-C115-8DA8-96243197088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C8A806-C2F9-4250-91F0-F568440482B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7D7E9B-C2FC-0F40-E976-CB70256FBB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3D7C79-F368-F446-5422-CCBC76E0A0E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C8872B-0FA5-77D2-848C-BAA0C082D23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2DF0AB-A86C-320B-B03E-3578AD8A05A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B65EC4-E38A-9FAA-A36A-487856CBE80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F15C59-98F3-C2C2-344D-F87FF196E25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3580A9-605E-76D5-FD0E-7434253858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5C9269-AB00-E8BC-F6AF-6B11A0D1A596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C6376F-3530-2530-3633-C867D84064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9026F3-4CA9-394A-F134-0778281E00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DF85F3-5DA7-1AB7-C036-7FB89A167D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BD9861-7FD2-F267-5542-64C0E10B59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1CAC2F-B786-5738-0726-F3F8F95719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AEFE59-594E-3BFC-5898-39C18DEA6D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01AA11-9C6D-732C-EF15-62B62F86A55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E42BCF-F0DA-655D-64BC-59A9623CD8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F0EC35-662E-3F68-38B0-A938E379CE2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CE000-FC0D-A5F3-39AA-30AC728ED1B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9BDBD-CB61-83DF-E57F-8D0278ED80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316237-B8A5-DB84-B8DE-E6835D249E5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A9BEC5-6E64-830E-95CD-28B3A6B60E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668519-93D6-F4D8-3CD4-09A3FE12208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DC1611-7FD6-049D-D85A-2C05E38EC80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8B7CF7-3CF6-3D87-996A-4864AECC0A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736DD9-44F2-3BC5-7E86-16BC28FB65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108A60-5D13-6E9F-89F8-65771ACD440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2794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29F6-4605-E53D-CE25-C87BC87A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2DBE6-AAC8-3178-F469-45D2404149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Column 2 (and upper left block).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625260-9EA8-51F2-6C20-7AA253A2E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930261-B91B-A48E-23CD-1F17FE62B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2AD2FB-00CD-04FC-B9C0-9404DA59D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E68F38-A13C-2DFF-4775-9287046D4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556B58-AF19-E657-DAF0-4E0BA602F7D6}"/>
              </a:ext>
            </a:extLst>
          </p:cNvPr>
          <p:cNvSpPr txBox="1"/>
          <p:nvPr/>
        </p:nvSpPr>
        <p:spPr>
          <a:xfrm>
            <a:off x="6152446" y="7758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BF01A-C59E-393D-9145-D3389B0BE0B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97BD9E-D713-071C-2D51-16E13170922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705F8-C410-DBA8-E414-398D49BED4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7DB17-75AE-12C6-B1F0-A2C13964A55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9C42F-89F1-87AB-20C5-01666C35B16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8ADF2-F8AE-55DC-180E-4D1ACAD8C63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45EDD2-1BF9-3320-4E9A-2E81BC1862F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10985-846F-AEB2-6DE7-914D692D13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D2C5A-A15A-C79A-A026-DF39C44BE2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BFCA81-5F27-7F41-21CA-BB9E67149A59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C894CD-1643-F04C-1C03-AC8E1FBC479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65290C-C70B-62B1-5CAE-55CD374B6D21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92F5BE-1029-CCF3-4DA6-4132D893B0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CC0AD0-5B61-BDEE-EA5D-C5071822D6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88EC5-F585-B991-E192-F5C6292D2B8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7C92BE-5475-EC32-5A85-5039F45E31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CF08FF-7A13-C795-ECF5-E8006A918B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DD457C-C5B3-7CA9-6858-A5326954406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B4746A-74E7-57D5-9CBB-FA7A91AC61C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10FC52-ED38-28BF-0144-17426A4FECB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6D972A-AC3C-4EA3-6ACA-D855319B9E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FD9F2-4D6C-0D67-9BCE-608714DC6B9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B97C4C-19D4-5BD2-A015-84D65F5351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9B33FA-941F-EDC5-D73E-19A5F374A2A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98FF4D-C2DD-A6E4-ADA2-14CD7BE2A2E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F63009-3902-791D-43B8-DAB3CDC51A34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232E97-F7D5-3467-8825-D204F816400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5515AC-396F-1BAB-50E0-3D9D863F2B9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AEED45-B98C-54A8-5971-1CE9610ABB0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7DD692-A000-A659-D5E2-A96796A64A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3F4F3-B586-7FA5-09C0-B31484FE71B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EA43F8-91C8-C888-0721-5F919CB57AC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4407F2-04BA-8CFA-0923-D31698C7FF9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9F2D51-8553-4417-B461-BCCC5412C96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561950-1F75-B8E0-13DA-8A9AA8B224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F2F0F-E13F-324D-0F01-13CED636AC9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E8B04-3575-A6DC-70FD-8920414BE01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D327-58A6-85E3-2F1A-DC205ACD9B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9BBE2-1875-F414-7A31-17E74639984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0B0506-59B6-727B-41AB-B17661217D4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72ECC4-AB45-A91D-1C00-3632D85B34B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9A65CE-3D38-D0C8-9E3E-0C709DDD754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2760AE-C74A-651F-8B02-504AE78E841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4A4D4-EFE6-A0D2-5715-142BFE31B1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A1B28-77B3-FB87-4136-BCF93E8492B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2193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43CC-43AB-8172-9D2F-F03F5080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79B91C-ABA4-B8EE-5B69-F3282E89E8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04440A-6AAA-4486-0727-572180BA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CA4A54-C4FA-9E5A-6899-A5C23E12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12FAEB-12EE-9DB6-F7B0-9677DB3D7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A82555-FFAD-5E04-53BF-A0F64FCA5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FEB3CA-B8D7-8010-520F-AC52AC36DF1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94790-1365-9734-755D-4CAABFD9238B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3D7C4-12A3-1644-27E0-260B165036F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A2BE2-14C5-618B-55CC-10BBD8CF51B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6B2EA-3168-5E14-DF5A-5E418527F7B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F0286F-1EC6-F01A-7D41-1DFE9EA18C5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DA6F2-81D6-7F9E-705E-2F57B91C6F5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1B802-CD11-0F90-61B6-651B1DBFA33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2A0BFB-BB8A-2A13-EA1E-0B8625044D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4F53BA-A049-BE56-C44D-36D6C5B273BC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117F8A-3D22-BFA9-F61D-BC9A8CAB1862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0037B3-3E26-B4F4-E096-B281CC04A1E2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4E87BD-0F3C-E4C1-89F9-3D56847F547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BF0684-F321-74BB-4886-9321A964721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8390C6-4228-A545-2FB0-15A742F38A7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E1A1BC-A95A-B832-AFF3-003E9FED618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A7D4F-4C7A-66EA-B475-5890FEA6B03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8C4D4E-D48F-455C-9881-6988E51D2A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FDC756-4D33-1043-9BE6-AA6B929F9F7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2E0677-0CAD-3B70-9191-5CFE58897B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1C6099-AE30-C2AD-41AD-459E575C99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46073-6DEC-04D1-12B0-2CAFD9224AC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AC06D4-BB5C-588A-4B3A-F3A59419760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4722AD-24DF-6FAF-41B5-A25ED87DCCB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417759-2244-FFE1-8F83-42D3C6FF49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4BED0E-9076-6867-C386-3D26C7CA909E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C85566-FAB4-7795-E525-671004C5334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41452F-EEA0-390A-584B-628B70642B3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E7B698-60EE-688D-05CA-1361A943737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CB89C3-19ED-A670-B436-0BF7258C0F7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4B3838-FB42-190E-0253-D44811992B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781848-F69F-4DD2-1DD1-4DBD3D50271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DE4161-7DEE-63C1-297F-EEA55B2EBA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09D9A3-9535-9546-E5B1-A77E3F6F2F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ADAAD4-3EC3-ECBF-CA08-1C14A07606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32DD38-AAA3-69B7-8020-2797C35779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134C3-D228-B384-1DD6-15E34EEBFB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DDC4C-45E3-0958-AB93-2944D711464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91C29-C5B3-3E3C-4335-5902D1796D8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B77F27-3E9C-581C-E81C-C495B737992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3378D4-BD40-059D-F263-DE77FE6BCE6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FFF420-7A65-05DE-31F3-BEFE72E0C6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6CA00F-6869-057F-9873-5822814994A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C7E88-2836-F93B-98EA-E209F8F6B63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15824-12E8-BD2A-F4FC-10B0AFA1FD2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3C5504-396F-A300-B808-5E71599E5F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84361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C65E0-FFA6-AF37-658B-546D3AA9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BF4FBE-D0E0-EB8E-B482-73A18F9CBE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998388-9E65-7727-E0C7-2EF9B337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13C42F-CAA5-EE3A-429F-6D99D6FB5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9E2848-91D8-8DF3-E9DD-3C0FB35A5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574B6B-9611-D76E-5FDB-BFB6A125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979D53-43F1-DF88-D865-9A5704968DF7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888AF-2104-35AF-32E9-C84647C3F93E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3BB2B-2274-E5FF-EF7B-E86395F82D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36158-8F3B-7047-078B-6BE31FDFDC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E6271-0E7C-2168-24FF-277E2BB6D2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226079-DB0D-430D-40B1-13F8C01D540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5F5DFA-8442-C785-D084-1008DCA94DD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98352-4907-81EE-0690-7A6AEE545ED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C06FE-B911-C93D-82D9-5C5414A689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6DE70B-D241-835E-7C25-EB1635D58A2D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11A81F-88A3-6607-8D18-0195A3629D6C}"/>
              </a:ext>
            </a:extLst>
          </p:cNvPr>
          <p:cNvSpPr txBox="1"/>
          <p:nvPr/>
        </p:nvSpPr>
        <p:spPr>
          <a:xfrm>
            <a:off x="6654802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1579D9-EA5A-3912-5019-4152669B538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CAE1B6-C31B-EEEC-4EAA-3C185373FD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B7E194-AFAA-3534-B3DA-6F0E84D9FDE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FF3C7D-A4D3-1E4D-62BE-F9868E7597D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B8F805-EF45-28D6-3A80-614C178FD3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6919DA-2256-B179-B383-620AC7070C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F4572-7956-4C5F-895E-8B9F978A3FE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E5C9C3-B780-638F-455A-E9F2EF931BF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2C04DE-AF7B-93E4-9B26-825401B91FD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86396E-9DB0-B2F1-1285-A98A23913C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0DCA53-AC29-71FF-F844-A5216F95C83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BE50A-DFD7-E0C6-5D7A-30767839CDE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666E35-32EA-1985-C283-914827A883F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2008A5-4D65-F684-E0EE-EA69931730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590B1C-6FA6-84DC-D4B1-BC6C9C669965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55E48-31FC-51BF-B91D-2868D31EE1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FEB500-4F61-00F0-ED3F-E25711C5EC1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E06CCF-F7AA-A4F9-44A2-90E1FC8DB8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663734-D3CC-ABB6-2402-FF3133F68EE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BD19D6-B6BB-CCB0-DEE3-8647DAA6FC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B87937-E8CD-4370-7F2C-FBB53A28EC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EC1E18-07B0-ACC7-05C5-9B8BF7F514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7552F3-4C77-BCE3-8162-06EA5283B73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E4478-D7D0-5735-FA07-A9D7A0A287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2DB130-DB0F-40FF-2EC0-3870E04D6F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8B5F9-AA48-1319-5C6F-22339124764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34E1C-C76B-FF5A-00D2-489DDEE012E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08321-3AA9-0F0E-6B90-BF7AF0566E6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A55A1A-B495-65EA-F6DE-234D41318B4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BED172-B43E-C69B-121D-4657918ED0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A71A6E-B591-6FAD-FABE-1661FF8711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9E02FA-9249-08CC-74D9-CE194514DC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9707A-B90E-F348-103A-E17B6D1EA61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34B92-6B73-C563-84EF-C3D5DD0A095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C5B35C-D24E-1797-8769-EA0FC7548F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2793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D2A9-0FAB-DB9D-6A77-E40BA7F2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066581-3280-9EE8-71DF-750FBF7859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097E1C-9B49-4C12-A39B-33F96196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D3C108-0433-247E-988F-100A10F07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4DEAC1-B084-D681-FC95-E8438E1E7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4F1B05-130C-824A-CBEA-FB88BE5F1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6D7CC5-F7B7-369A-497C-403B652C0FF5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196E5-BE9E-03B3-25E7-85DAA12E767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B183E-8CDF-6DA6-4236-9F4A82A179A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6C0D49-7760-399B-E530-D0C72E0C0C9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7E1C7-EC86-6AE7-1F22-EA845CD921B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E1CB5-F6FA-3A6E-D31E-19A189769D5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1AB6F-1634-D58F-7786-A6D3C424A04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EE4B3-3D95-2824-F2F9-DC0BF45A335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DE1D6-1FBF-5AC1-6F4C-76D685A9368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9FDC92-3496-F99B-B3D2-6AFECB9F5D29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A7898A-7D3A-0308-4239-2A7DC9B463D9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36D210-C1CF-6FC8-72ED-8203958963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69D199-2C20-54F3-136E-179E6AA0954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C5C009-EB5C-71BB-E2C9-EC08A0393FD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A29A5C-D469-1B37-9419-D591D408EB6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1FF018-8F32-2AA5-CF6B-274A2209FC8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200CAA-29A7-6393-2F07-CF6347E15C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C6ABD9-FAD9-BAF8-86FC-F1DC615514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3E821C-4C08-01FE-3347-60D470961F2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31B8F3-916B-4934-4CBB-4F0AC6D4E75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14FEB-EFDE-ED40-18C1-92669A73E6C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EC1DBE-83AB-FFD8-71DD-29EF0BC86C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14F1AB-EE6F-31DB-62B3-EF844992C6C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F64F3C-087E-4BD6-A799-CDBD8CFC786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346ADC-70D8-3788-E743-E562ED1C54B0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DB0A2B-AA37-1FB0-F6DC-D63038C6754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AABFEC-CAE1-EE7A-46FA-CB9571A7D0C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382A84-2871-E47D-06D4-627282EF11D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FCF173-FD4A-347E-0B6A-EA15EF1882E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AB12AF-20A4-81A8-B274-8F29888149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E77D61-BD59-3087-14E4-D0639AE31C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C948FA-4089-7868-D0E1-C95B3BD5C6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EE8004-9574-17C6-AD9A-76D0C081BD7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FD2856-83B8-6D86-98E0-83B8367AAB3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DFE5D0-FCBE-FF0C-FE61-E20EA8D0E84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74AC58-861D-4E4A-8A6E-48F95F7E75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C07A5C-B596-4181-D5D6-C75D56507A1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0A5F39-1A64-57AA-45E8-D2D29F27AE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073E4A-B22E-B984-B6D0-081FDA8F669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6356EE-F326-BBBA-4918-8F757ECD9E7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376BC8-4D75-5A9D-F964-BDE3AB943F9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F67E39-CB67-B693-4C72-300F2AA9FD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FD221C-B655-FA5A-CCF1-7DD667CA54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819B0-1100-D489-9BB0-4C47A45B41F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C28C00-2C1A-27AD-CB14-240809FAE2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D6CCB-5584-BCB5-9812-D3422F71E0A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1112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8749-C5D1-C9D9-45B3-4E4EFD6A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DE61C1-5CAB-DD84-7754-18BDF48F97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7 and the 3-thermometer.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2A743D-9F44-3816-EA5B-0EE79844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8A2114-1334-B2AB-C78E-435A4ACE4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FE13EF-1CD9-C959-C9AF-694260325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21B065-B99D-0178-F52D-4828BB12A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B7BC91-02F4-8C15-C8EE-E4E90F0EE521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115AC-B17B-8E4B-5B23-E05B26FA0DD8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C997B-E961-4FEB-4AB3-04CFB4C411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6569F3-F9B0-1592-32DF-AD4366A6391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1C4D0-0FA0-51F7-5584-726231A825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77486-77A3-2AC2-60CD-F3A9BFEA09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57258-B08B-6E63-CDA7-02A3F877D43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5658E4-FDA7-374E-AA4F-EB863432E83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51A9F-9F25-B4AE-4B6F-280D4289BBB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C13302-18FA-8FF4-F0F4-AA127A1DDA5C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1A3468-D284-FD0B-D010-9889BA23C625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DFB32-A52F-C2CC-59A7-9652FFA3AB7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BE0C34-6439-D80D-81EA-FE22247F25F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A403AF-D26A-E382-A079-3400EABC79B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BCE800-74EE-FAEA-1F81-133E6DD187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73A44-60DA-EE79-EFD8-46C6D70B633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57D6D0-24EB-316D-9DA5-7C07E19CE51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AC8653-9176-3088-1EB5-E7725135E0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18DA46-E92D-B250-80A9-728696042C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78958E-9599-274E-26FF-E575A8DD108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BDAA6-0CC2-A38F-CB2A-9DD2FD53E6F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C473C5-01E7-0A31-6C2A-1DF460FCBE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3DD110-CE46-12E7-A4F3-92F9752E39B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26F945-37EA-61D6-4AB8-0620E864AA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30719A-BAA5-25FD-B38C-5B98F298FA11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04364A-E62E-C148-C8EB-0B82FA5819D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FA8730-1DE1-A6B5-43A5-0B6AE258F6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364BE3-2ED4-1CF5-86DB-8448EC6E102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F70B24-8745-94C3-E9AD-FE8F1AB3C65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04993B-E553-7586-EA95-07672BAB97B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033FCC-1446-E675-F6E9-7A381296DB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24215-E857-6C38-FB0C-B0C18F87A9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59E9B-9B5C-FE93-0281-78282634D6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873171-2E64-A81C-DFE3-44C9E5648A1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CF633-D1DA-A029-3F2F-05FADB8960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202A1D-3B88-37EE-D711-0E756DDE364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E8D04B-9B3B-A179-00DA-65B6FAFACB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82F91-92D4-49CD-AE5E-73E9F9D1455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C2240B-8DAA-D22E-F387-8FE8F3BCEA0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E75524-95BD-8F55-B206-A962CE7BA3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7E3631-7C21-2ACE-6BCC-B37DB343749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2F4E05-99B6-34B9-5059-0364CADB2D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5A503-FB9A-78FA-E332-1850C3E6DE2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AD76F-A525-6F4E-2D1C-268C406E85D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DC4FC-A89D-C07A-AD4E-B5D658A5960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E743B-D43B-C1FF-1B26-3AD4764B202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F749ED-D7A6-75C7-A645-092C008D3EA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6B80CD-01BF-6A4C-C86D-B00CC7FC166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75B58C-D9BD-91A0-DB20-FB8449A2FB6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8DEF61-BAB5-C1E0-D083-8F3A28CD57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07F665-983A-B363-A4B5-7889794F81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46362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325E-6B59-8842-9F16-137998F0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F885D-E736-0E85-548A-87C013D5FD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B40C47-6B15-9BD0-FF4B-248C0ED93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97B271-9C00-5F40-151E-E495131AD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481EA8-FF12-DF8B-E74D-895AD08BA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C31EB7-9086-3FA9-A796-EBCFC04CE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3B5DD7-E5BC-73C0-9A94-03AC7D5FAD28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5BEC8-C630-2DC5-5959-CE852E031258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D4C70-2DEC-354E-F989-969C697CDF3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71E45-9E45-FECF-33F3-58B94525D5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DAE8E-41A9-78A9-A2A7-E8B7CC36436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AE1EDD-5BDA-E70A-0BD7-19060E19E5E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876C6-2D25-8BF6-61A8-022CF2644F9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AF507-30AE-4F59-D424-E7AE11B2CED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2658B-A9D5-C703-A99B-3527B86B675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0456F2-6471-587C-0DCB-3849EC747F41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E046DD-EE5C-8BD6-D252-37FA73F0CCC0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C18E65-DF21-192B-5A5E-F9C17F6682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F7C59F-CC21-C0A3-B679-7D6B724EB1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3CD08C-5526-65CB-6722-9590C93B7C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D74ED0-7D71-3C16-AA48-F997BA4F55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5E4581-9F0C-6023-06BC-53469148A1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22129A-EC2D-D23B-F1AB-89840B9017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3D3649-6DE9-6995-37DA-1D65DE90003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DA1FF4-A83F-753C-D736-EF41E90101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4C83D0-02BC-7B20-C36B-84D52D26E5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6EC8B8-7381-A4A5-BEE3-2FE6C1C388A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4D9DD-05F4-AA60-02A4-142171A8A6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E04850-E65B-95B7-6F47-9CBB2058A7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CBD07C-FCF1-4CA5-12C5-DF826266F2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B20650-C606-3FE8-BCA1-1167D61616A4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26B43B-B590-751E-4305-3149CE3B747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0101BC-C1CC-8BD8-D295-63FA5ABDB8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2A6420-A7AB-B2BD-B697-E6FF548C37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22F9A9-2CAD-6717-8B64-7CDBBA1C8C9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E379B3-5BAD-43E7-1FB2-274FDD66F2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9F6C6D-AFF3-DC43-0ED5-8CF962A38EF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DB548-40E9-63BE-3987-C092C22701C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3D6AFB-45B9-70B9-2F90-B259A63F978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3DEC37-1713-432E-BA98-D31336961E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4B2915-BB94-B599-04F5-6EAC4EA85C1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1A4DD-B400-B519-F3E2-895A3488234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5AC7F8-FC29-8D65-046B-7A8266D0AC4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A251DF-1F2B-DAF2-D02C-0A3BFF636E8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97EE72-6884-EA5E-7A32-725DF03AEA0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6D63BC-3E9E-BF4A-3CDC-CDB8F08F3D5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785401-A053-5EA4-6AE4-A4029279E83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3F4DA9-43B6-AD4B-27F4-529F518EC44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202B4A-B8CB-5E29-00D3-A2FEA98F24F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B74D9-AC5E-2FFC-AECB-EEA78E671F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BD8BE2-C9D4-5AD6-867B-410CEE6ACF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9CE3C4-F6D4-6889-AA1B-D5F1F17329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99BC52-CD11-BD66-86A2-37D4492FDD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82AD06-D643-93F7-06C8-0FD3D541C6A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4CE62F-77AA-E970-257A-39288D0365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A98CB9-4878-E8B9-2554-EBD71B3891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8CAB0B-7582-D5E9-A91D-87A7EDC4844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3524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B5B92-32F2-C48B-2147-9F7445CB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AFBB6-23F8-16D1-477E-853F30BF83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7 is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327D60-07A3-19EF-B72A-C7DA5A7C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45F033-0259-D079-D718-B4984E9EB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CD472C-6962-3B14-E2B0-15F21D9DF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E721B9-07EA-1C61-00C5-AF29C3B64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ED0693-3483-BA33-6FCB-F4FC10ED6B0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579E1-7FB5-8801-422F-A60862663EB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45B615-AC93-1A3C-A4D9-178827FCA1A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109C1-E31A-B90B-6581-679BADF327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B1090-9961-AA12-F119-70BE9473F4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B6F5B-420F-BDFA-8988-26B34752958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ACD19-1A1E-0437-0BB3-2E02C8D65C7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1D16A2-2A6A-7AB3-303C-623A6312FC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47E82-3CA8-B0BB-3F4D-1097FA7A3B8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5D2DD7-75D9-1B34-27C1-974DE992800D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060180-B23B-2328-CC0B-AF1A8252106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6F1033-40EB-1A27-E5BB-6C05EA2E6DD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0BAF83-F884-98DC-3408-870F43109AC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FCC72A-99BE-2EC7-F89B-0DE6129C96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6B675A-E974-9560-F235-2D3C8AEE0D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759FE4-0A8C-82F5-D9D7-B9E096E986B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733D57-A1A9-895E-292C-D0B087F8D9B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C6D742-8722-D59B-5FC7-BC23DAB40E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FCAC43-3B6A-2287-A2B1-D94E63EE2FD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16BEF5-362B-C158-0BFA-0154BF1B6B8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584D7-16BB-7558-888D-C778504BA24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1DF8C-D1B4-B8D4-AAAF-0937342E17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6063DF-0873-B586-DA9F-1489FC7FA7D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B8209E-5EEE-9FD0-010F-1ACB9DC051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C0E777-0051-2994-4625-F43E3047E825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1F6E6-8793-E35A-EFC6-446741704A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3926DB-3511-2505-39A5-C69E2A4468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6EC2C0-B4B3-3F66-A981-7667AF72704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1DCE65-8827-9082-C3AD-2128886982E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5A98BB-5819-AEC6-B736-CD6F18B0AB8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4F6B9-7F67-2767-940A-2B3DC24434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66CA27-E733-FF9B-BD2D-EF4EC0CD76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0AF1CF-2FBD-6D9E-B042-E08C623BF32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77FBB5-64A5-7EB7-680A-3A91EEFFA99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BFF32-47A1-D7C1-98C6-BE3083B591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0EEB7-FFDE-6728-2467-AF61240CCE2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C99A99-2AE1-0220-BDCA-18226141A91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9CD5E-7108-4445-4DF7-8330D6098F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DC1635-D5F4-2E44-7B87-8C4266599A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C2D537-EDA5-1C9E-41CC-CFA2C2033D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AF434B-41E4-DBDA-080E-AC0AAA64B55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E66637-280A-5838-A8F1-5D92A05F0B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4832FD-0837-E42B-A997-9B604B9997A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E579B-5C1B-E402-14DB-ED2F94162B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16A88-6F49-EE0A-8274-D43249CD65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820933-EE93-B6A4-2E9B-AFAA62A3897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8B1C0A-AE5D-8162-7813-AB25C9E8B0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889184-0346-0864-7986-3CB6BD23D13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4A8C0F-9708-1BBC-3214-A2ADF402AB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E79D2A-C743-ADD4-AA4B-AA087B00701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F3E37D-F1DA-833B-79FB-6830CFF7248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2061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BBE1-1EAD-B83B-41BF-0F815D3F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01E5C-1D4E-C2BC-DCF7-F80F685014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right and lower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9E59C2-7B2D-636D-6FED-92445DA7A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1C1093-BB23-31BA-3C4D-2CDAE6FC4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0BC801-5401-2CDD-0AE8-283E0514D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A3FDA3-5FA9-E88B-4561-9A6DDEC38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D5E7AA-D139-2C8D-67B7-63BF04B7CFDD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DE5BA-FBBA-233D-1B20-7E88C7C9507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81795C-4BD1-A8D5-17A3-909783B7CF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0B3D5-1BE4-6012-E77D-06F5A81E8E6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3E787-1B15-942E-0756-14DE3B866F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FB0A3-0781-A8AD-C61B-59D39986CCD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4424A1-C764-ED0A-9760-E2AC628EF6B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6744AE-3831-ED78-620E-20378949DB1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4FAD28-3793-D539-960A-821D1FBFC96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7020F7-C4B7-3D67-9EEE-CA800A1E91E6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EB7A13-B708-F614-1660-5BDB3EB1B667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0A5A3C-0D61-FF38-FFA2-82C6A5BD8C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4A89FA-1272-D1AB-082D-4C2D955596C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D7072F-1C29-33EC-E2BD-8C53FB0C1C7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BA72B3-F586-47F2-4372-1E7753A4BB8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85BF9B-42E1-387B-7712-658ABB69F6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66DF62-A148-5B56-E379-0B715BA8015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7D067C-D587-9DD6-DC99-9D477B6903D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FDAB72-9543-E06B-852D-6F3742C23B3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3ED530-6D8E-8998-6048-C2100124AD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7B1AD-0B85-4C37-3348-1F839CEC720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A80D67-BF16-8453-30DB-80E45BB2F3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7D2C81-7F98-EC95-F9F9-3ADCF64696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B3B932-53AB-3527-72F6-377C1465BC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F96AF2-E6EB-D9AE-4ADD-BB9FB81C945D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F3E55A-4A5B-668C-78B4-FD6BADD16A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C1035D-62B6-9252-76EC-EE9A079624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5F3EF6-6061-42B7-FBAD-E77143130DE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201122-ECE6-E17E-E1D0-363B432638E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8EA67D-BE75-CFEA-5CE9-C299BEE444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26D23B-F393-ADF8-C37C-45FF5CCCA8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553BA6-C27D-5DAE-8014-57C33730385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C1A92-FCC6-5E22-DD87-CEF37DB0A3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5BB42B-1175-2FA9-FF6E-9971607BEB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7A20D-8884-63EA-553D-65353B5425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9CCFEC-78EA-2C3E-D483-155A4F021E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766E58-0FBC-3649-0555-78B01A0154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3368FB-6540-974A-D715-C1E5637E3D8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9322F-D6D4-D384-19A4-5EFA5BF870E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58087C-958E-88DE-564E-D1900A25364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99469B-75B1-FAAF-ED0E-B40FC3E98B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C2E7DD-B740-0E6F-DBA3-BDEDB34D5E1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9F2C6-85FB-0683-A463-D4C83F6967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E28A4-56A8-DA92-D1CA-754A89FB02C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5C89FB-51BC-B582-A585-B45F7E0226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8026AF-DDA5-ECF0-2FB2-098A6E7816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2D38ED-5030-1AFD-DD8B-B601203CE73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DF21E1-905E-E5A8-1EF0-865D8E2213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A4B8D4-AEEF-F022-BD61-92C547373C7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BCEE62-C5BF-EEFE-8661-CD9FDA4DBD6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0E7C35-413D-2758-C956-151780E588D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ADE93-2DC3-B14D-DD0B-7E2F980B29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A4A080-D595-191C-C2D3-7A468A4FBD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9E8888-C2AD-1B6D-AC83-75F5E65336D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B255B6-47C6-1BF8-1F24-1019150965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E15226-8E39-DEDE-1D35-EEA7FEBB90C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4189765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20E7-0E56-84E4-95C9-708BFF01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B9A935-8E7E-BFE9-AD0C-DB67F51268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2-thermometer.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7AF99D-DDEF-596B-CFA6-51C9EB34C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00A17F-2BF0-5706-ADD6-D344BCE5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AA42F9-A949-447F-8B23-CB0607C9D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ED177D-B3CD-6F10-B90C-796C65512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76A766-381D-007F-7A83-5624CDB1ABA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78234D-479C-A3A7-333C-6F6A4DE2CA4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46B5B-F397-D4D3-2717-AC4CDCC65A5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C74E9-552E-3636-BE80-37569492C70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470A6-76A5-0F11-E503-3DF35BD7C9C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02388-46EC-FF57-4616-30882989475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72BD8-33B8-2BAE-7F0D-515570A388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E36F5B-957F-8DAB-76DE-9552479A9B3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DE093-73F9-3879-6827-F13B8235221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934C5-8BB4-A6D0-F18D-D3BD68AECB17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BD9F80-DE80-DD41-E39F-E678B4CB8A8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A5B3B6-637C-DF72-6731-3C4BE0729C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A20820-D5F4-BF3F-BC13-5E232A361BC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A13812-8548-4526-44C8-9323A243DA9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F1EB3F-8EDD-1387-7025-873F515A40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B59FA9-643C-3FF1-9FB6-98FFDF6F1E9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8AA8A-9E88-9CE7-F762-0B6D345C2F0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5D9DFB-0EF7-B2A3-B4FF-0B12E29192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EC0FE-B728-8830-35B2-E1E2CEE9D9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8424E9-5DD8-94A0-BF91-3977F3F7750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70B1E-1C3D-4ACF-65B3-8A0C83465E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3E2538-B382-2646-C873-43D80EC83CB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E53DDD-A0B5-8492-B170-B1C8A8B6D12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FDAE54-5B8E-2942-3F7A-1768FA728D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7D7B33-E1CD-424E-B0B9-A786C2206716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08B7E4-83A4-A5F9-3D46-E12214AAEB0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A8C79A-C800-81C5-E920-7AB851E3D1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C76F93-AF5E-00CB-A448-1D2014D602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33D1AB-C509-B0B6-1215-E2C8C0D935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69B8FB-2409-6DE1-55E5-317C15AAE29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1019D4-F151-4F5E-45A8-BB7D4E3CE57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AF80C-B192-78CD-EDF7-3AD06E4EA3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DDD5CC-AFF9-3B87-94C6-4414331DDFB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65D766-F5F0-7B64-F77F-023B1212B7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B9DA3B-0863-6F5A-F99C-DE48026E42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E5A685-CC3F-77D2-7781-21A69ABF7E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9E8E9B-3028-1E48-057D-4880E8C0057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DBA9EE-DB62-D320-490E-1F63132E312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7C5AAE-7C81-8988-3784-DFF98AF77D4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E7404C-E3AD-CACA-34CA-466137690FE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7BD0CD-016A-ACA7-F721-2E39CE3A99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4D6D73-7D4E-AD36-04EE-03634A4DA40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E7A3E-3F7E-6A32-040E-DC17F6F45E1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63A6E-CCCB-BED1-2ACF-6C1F5E9125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EC4605-8194-BF3D-8EC4-6B4E0DA94F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67CDFC-E680-1E3D-8A8E-30BC9D1B1A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11A7B9-46C4-916E-BBB9-5DE4A3060B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898E2E-1F5B-D288-9052-C1EA64BCCB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360D3A-D56A-E476-C30E-274897F480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F0E923-475D-D615-9B50-1F7BF457C4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DB5242-BA67-E9A7-4A73-2BBE81EC0A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DCDD7-3309-6F6F-8375-DF99053201E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C7CC43-DBAE-17A8-B077-9D9EA1A3CB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7954D1-1DE4-FB07-C23F-56ACDFC744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2C4E0E-74CE-9C70-81A0-994D20FF793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D2C280-9B1A-6B7A-C562-C55641C7342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145FA3-8967-98A7-BD6D-9BA210715C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E2C1FD-D64A-3EDE-CA3D-001987CAC83D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</p:spTree>
    <p:extLst>
      <p:ext uri="{BB962C8B-B14F-4D97-AF65-F5344CB8AC3E}">
        <p14:creationId xmlns:p14="http://schemas.microsoft.com/office/powerpoint/2010/main" val="3760163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956B-B8BA-2E89-0584-EF76AB13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52F900-75EC-B69B-8F30-0DF975EC42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A5CA2D-08C8-4B0F-3737-499ACFA5D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721B0D-10CF-A8F4-6A0F-ADEF7F2EE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160D30-2A70-55F8-AEB5-A5E5E733B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5A0E2E-07CF-42FC-730F-BC7AD8951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14F07A-376B-5D5C-0AAE-A4C88AB99C54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30B52-9A14-CF9A-E1E5-0CE89571A9F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1A6E5-B05E-6170-04F0-8594BE3EC88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8B3F54-B422-AF19-ED63-8B1B1D4FBB3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9BDE5-DC2D-3F41-0A18-2205E07F735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FD6F18-F1BC-9F96-B580-BFF2186027A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1185C0-3ABF-F444-4F7E-4EDB4D00B4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E03CAB-1749-E1C9-4D99-A7331D50B85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A3AFCF-4CD7-E2B0-E69C-7A58496D01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637978-47D4-A058-559A-453D80EB9056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944A4-1766-1305-F99C-79FECFAA9806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D04ABA-C003-7383-90DA-649D3C4163B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834579-BF3C-629D-B990-D96D3F894AF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63C1F3-4A37-2A6F-140D-64A3C67CF70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13509F-8B80-4EDE-3692-2D5DA2B997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0CBC73-44D1-FB84-CABA-9BAA1E2B32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D23B43-F2AE-AF67-8A6C-4C697F4C9AF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0CED2-F62B-8066-30AF-8D89B482CA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47EAA8-8154-BDF0-9F9B-4042839BD6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244D58-2DCA-D30D-6039-C49AC482F80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A86A4-28C4-D479-6888-28ABF90A59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FC7705-D9FF-C7DF-8FBF-17497D1B8A3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F00585-3582-EFA4-58E0-3105A9BE227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E54D4-666B-A256-B4FA-37D77FC4C2A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FF1591-33C3-35AC-DFC8-3E6BA1AF7524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6A05B1-9E9C-9BD0-B224-A4B955329E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5E122B-E86D-78E2-FE52-67CB630DB98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662145-24D6-825A-4A5A-22AAEA15EC4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0D7C58-4A58-C5B9-0A76-6C58BA578C3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27458-0F26-6A6A-AC74-1EDEB0B71B9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45FDB4-B4DB-A09F-CF17-5A077810D7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572B83-1C68-00A2-0A9A-6F686F67070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E2DEC2-56C3-872C-FABB-1BE0BB9FC10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422FDD-15D6-B9DF-9072-75E3B1E97EE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E04D7C-5AD6-770F-DAB2-02EF675F8A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9609CA-EE00-9F3A-7C47-24B4D35D91C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450D0-71BA-77C3-ACD6-E81A05DCED2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DDA5FB-9A5F-F988-6160-2035F1865AB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25C811-3BCE-A356-3345-08E8C5F4154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6287CA-A524-C7A0-6A04-5076E62A08B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462C05-5123-B28E-CE5F-6584B582D3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F7CC05-71EE-1290-91ED-3ACB310EB93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D401D1-81C3-BA02-71F1-2BA6D798E9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C32D1-DC00-23A9-07A8-CDFE9B17910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C1B610-81FB-DF2D-0AD4-60EE7FF0378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9EA49-EAB8-6CF6-D295-816D034EB7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A204DD-AA8D-7902-B27B-FA35B7E777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2FAA4F-3B6C-8332-61F1-6EA064FC2E8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378616-85CF-690E-47F6-4273A12F671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1D745D-7B6A-C2E3-06C4-ECE8130466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472C9C-C960-6DA1-38FC-3251F0E716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7C9A3-1240-1614-22C7-7E9F85CC69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53955-6636-C3D4-7D05-48145DEBF0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401279-F7A6-D86A-3343-45D3C30DF31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22B16D-AB25-FE96-4626-1CA9AEC071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AEE0FD-2656-C91F-064E-B99494F10E1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86B36D-43CF-2AB0-1530-40E9B178613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39C1C8-E3CD-6DAB-6397-FB99C6F53823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0919F4-FEA1-D882-14CA-9EB3349DC9F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94EF8B-2B6A-232E-3B03-E57E919EDA8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910156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3B6E-4050-34AE-B1F9-DA49FCC0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85374F-92F2-6A7B-1B86-684349A867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06AD4B-6940-A818-C50C-FC27054B2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986A1B-ECDB-A187-D68C-EC993B3A9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F6A780-6E46-3EC1-82CA-AFC61F386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45626E-FDCD-2B2C-F3B5-6D77BF5EB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22BC89-F75B-FE8C-741A-092B1585467B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5FCFD-B907-89BC-16CB-AABC685841BB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7C0D3-904B-D407-E833-8C445571E3A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D276F-025D-3828-B541-4AC81323D54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A704F-A8D9-E39A-EB63-58BFF76C6F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4C7F97-6DA1-D130-CF6A-89393EB6340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7E17C1-1522-CF01-26DA-87B2039964E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E708D-45F8-FCB6-9DC1-16BA19DC28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EA37B-72A0-72F3-680D-8273C79527AE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EA2DA6-880A-3A62-E51C-1E726E1F7B02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576B11-3454-B2AF-8C8C-E56D550D1BA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BAB20F-A639-BCA1-9556-C44FC5D94B5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372650-B652-7C05-B524-8A56B1F925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808C75-79E0-55F9-8044-3861C47907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A9C280-B097-01E0-D770-01AC6E5B701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F1CD35-5064-0B8B-AF7D-B11F6B1918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EBFA2C-7DEC-F25D-7DCF-BFF032D1A69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9BD38C-3D8C-E00F-3D37-1C8A32D6AB6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F591B7-288D-5FE7-8217-9E21C4BD75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E98B30-A0A0-2AF9-9E52-CBCEC25BA1C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2FA1E2-AC6E-B8E2-D5EF-922EA50CBA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C72D85-E4F6-64A7-D4EB-817605C483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06AD19-0B18-79E1-2738-AE0E694B87A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68F81-EC76-81C9-BADD-8A778B25CCBF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2BD61B-2DF6-F5C4-3E05-22B7F7EAEC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A71339-7FE4-EFDD-3B89-F3B6AF6C11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AA3532-A9DB-952E-6D2C-8A753D9394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334980-F64B-D632-5B29-4989C0EACC2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7EAA6F-2DA3-7771-4227-D263543D66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EF8C3F-5212-926A-C58D-3DA143A850D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CFEE4-9DB8-8D4C-EA75-417F4739CF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096F87-E0CD-3FF6-A8CD-B51B4BFA7A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FE4AB4-1776-9F8B-0289-08D25EAF150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2A9BE5-B8C9-2E3D-D2BE-A21567463C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DEA378-3F56-3A98-10D6-F535D94BDE4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EDE1A-D113-ECFD-BE92-9350DCAA840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EE9651-85F2-786C-DDD5-06FC0A213E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613449-30D9-BAE1-F06F-5F6A71F7F4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FEC5B5-F1CE-0ECB-A4B0-D0675BC8690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7A7F55-A2E9-B215-7217-F191CEB4CEA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C37036-031D-4D1C-E947-261AB1B857E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A2176-067B-7AA1-C842-5A4F6192EA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B5972-DBD4-F8B3-D641-40849ACB64B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36620-AEAB-8223-F0ED-8068D4A0BF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ADC2B2-0E53-7284-2A1F-78423CDB855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E47A87-B97A-594C-90E4-D09D6CCC36D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63A460-B687-31C3-229B-37A3D8F8147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EA18FE-67B7-D5D0-8EAF-462D2253ECA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055AC3-F15A-2918-CD59-99C2010BE7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1D42BD-7CA8-7349-2847-306923FFB18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44828-8066-EF0B-7635-882D8A2CCD0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E29D6A-34A1-558A-547C-FE23754503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A6DF4B-7B86-FA21-17E5-6CF9F667A8A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99505D-36F1-4E78-76DE-FF62583258C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0AD508-8111-A113-731E-CAB986530D0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B15444-CF49-D02B-79D3-B8AF3AED55D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79DC1C-7FB3-8CB5-C02E-C1092654B1FD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D6FAE5-725E-1BB5-DBBE-0BD74F10152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FD49BD-C04D-0325-C15B-76A045AA7B5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B7BEC2-B9EE-6320-B7ED-71F630BFDE0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9533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8052-0729-BB69-7638-C4898B3E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015B7B-5A1C-C2A9-F504-0BFCEAF12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7CFDB4-F980-31A6-99EF-791F1BA00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D35B14-00F1-8779-7D90-A72A6E74E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5F2352-4E08-296D-EC3A-BA2102907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859631-3AE0-01D4-9689-7D9180734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EB6365-3F8A-ADB4-5982-37A70EDC6175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6E855-EA2D-E0AF-8468-19B2F82FE026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C32B9-25DF-0A10-EBD6-1BC4D809602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566DC-08C7-D77A-75F0-CFAADC4B156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5E24E-5BD4-2F59-2193-A16271BF437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FDC17-86A7-35EB-3610-2C0EFAAEC67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AF7B3-0693-A160-3FF4-57A7FAFAF7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815A4-4518-3153-FA97-7CBDB06B3ED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F9A743-7893-D751-72C2-72DCB5E30233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13E0BC-D073-BF86-B139-C408BF89E3F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00382D-794B-5F1A-1F38-97A04E5F1C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D693E8-AF85-3580-CD56-348EA603CE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F501A8-62F7-E5B9-7FE9-22367F24BF0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B9E922-7A3E-C65F-00D8-E6288F6168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F744E4-D968-D41B-D729-D7DC7FAD5EA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0F8898-A003-5DE3-F3D2-55A538C257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9F4C1C-4737-42CF-6553-4915830329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AFC0ED-A9A3-07BB-43D1-A8D6E305F4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B334BC-F390-C9F0-C8A6-1570CC2AE4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3FCA1E-4D91-2A83-7358-014C294A5E8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931234-4AC5-CB5D-C181-994FDC8BFD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37AF98-2D92-AE9E-586D-E4E30BBE5F6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31DD2D-2BDA-4063-7EEC-BEF218CF8BB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C40A7B-FD12-16C8-9243-0772618D7F70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B1F317-CC28-86C8-03F8-722AC44D17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6B6BD3-962F-F574-1B9E-D774AA121DC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D6A9AE-2532-2F12-15DA-1EB60F7951B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6F64E9-698B-C2FB-088E-32809EA735F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83C35-42C3-8AC3-9B9F-0D22F7657ED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2901F3-0EFA-3334-28BA-943FF2B177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688BB0-5776-3AF3-CC22-291F23214DA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A9E02A-7DD9-38FF-90FE-15DAC9D006D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318248-8509-5AAD-4DB8-554FD924496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16EA8-2CC2-9C30-C8BB-3EC15CCFE95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E50B3E-CBD0-AA9F-02C3-CE8277DD218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D74FE-0745-F1AF-ABBB-15E43772B47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87BFA-1A07-060C-0D98-5FEFDFB7BE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CE26C0-A06B-8C93-5759-1A7918662C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573BBD-DB9E-299D-6368-DFA2CF9897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5CD02E-5D06-5A83-BD83-A553AAE1C1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2C8E45-06B7-A114-8BE9-54209B9E59C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6364C-6D8F-E93D-EA30-6FC44F6761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7D6C7-AA44-6C15-4933-E339F4E844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335E5-CA6F-1927-B4F6-FD434AC1CEF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783BE1-2600-3C6E-80C1-6B7335C2F5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5EFDEB-24E8-A7C5-1766-2A7710E0C23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938941-00D9-E3E5-9188-B7E389E8AA1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0BE26B-8C59-24F9-616B-562B3FBE38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AD52D9-E4E5-1677-AC98-D135EFD581E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1FE81E-6AED-43C5-F4ED-56499FC805C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F1669-ABB0-8A3C-E7A3-09729DB6339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269D53-2E05-5430-37F4-C3B24A45BBD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CF507B-3EF8-5A7A-CA96-87C77E29A4B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62CB61-E805-8E03-AED3-A7CF3E41257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DCB0DC-C7F6-2CCE-FB6D-D9FD21C1454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E1F869-2093-1830-D533-32A3E737FD2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0E4D53-A842-28C1-C44B-AECF20754C8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74ACAD-BF5A-5B40-36B2-189CD6835F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A5B03E-BA4E-AF8E-15F2-61AF38710AF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7A42C4-D462-8976-114F-B77B33446E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0735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CADF-619E-B410-DDFE-8DCDA9D3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32307F-E0D0-E9B1-DF48-EA29091B56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 in upper right block.</a:t>
            </a:r>
          </a:p>
          <a:p>
            <a:r>
              <a:rPr lang="en-US" dirty="0"/>
              <a:t>Last possible 1 in Column 4.</a:t>
            </a:r>
          </a:p>
          <a:p>
            <a:r>
              <a:rPr lang="en-US" dirty="0"/>
              <a:t>Then, last possible 1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1EEB12-3C8D-9161-FEB0-D2C7C622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079720-D998-71F1-01C8-8381D0591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C4B781-4CAE-6DEB-8D3A-DCC89078F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DE0575-CC8F-CC70-8B4B-011BFCD86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A23E0E-E9C6-F7B6-0C93-1201B2397D1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6AEC3-472B-D699-5E88-ECFF4468831C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F5F56-359B-EDBF-965E-D5845F093B7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659D6C-7C99-8D6D-23D9-98D167A1B8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27BB8-A66B-ABC0-F5D7-2A4AC8133A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50FD4-4FB1-E908-2951-931BF0D4EA0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418568-FD70-DE42-8001-AD3CCF56DF4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85478-B071-1CC1-0399-24CBDD7A00B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09AFCA-3532-B463-A586-1D389FCC93AF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BBEDDE-BD7C-8702-D674-79BD734C7FB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093D73-2C65-278F-40E3-B8CE079B73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E3027-3AA5-0DDA-D8F5-299D6C92DB5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70A589-BC14-C562-83BA-663E790A4A7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21B84-9D03-501E-2F1F-1D9EC96A155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25C0DC-B94C-3413-BD68-E83979DD69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44ED1A-0E80-C5FA-69FE-A740DFD9014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401663-5922-6251-F0D5-14898D18C3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5311D1-4AA4-2D0B-9F9E-A8DBDAE77F8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5610D6-810C-FC7B-5369-5DFAB31125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8CD7B6-D171-C9BB-D1B7-C63E2ABB129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CD122-BFB8-55AC-F16F-F2BCA986628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369981-30BD-22C7-D315-CB0A0507E8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0CBB6E-E39E-E425-67A6-A883BC1E1BF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7CDF92-D3D8-EF2E-F6D2-FCFD379342D9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1443C2-2119-94E7-9A2A-11554EF8DA6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616327-5AF0-8D8C-9385-804B1A1FF53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998553-D850-BD98-5397-D44C02DAEAF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417770-4C04-92B4-A371-F085EA0193C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24070-6CC5-0C46-9085-7CD79149F9F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10C821-23B7-51F4-561F-8272DD1162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81F99-7B2E-8D3D-69F7-41B0A61BCDA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753F2F-EBA1-66EB-06F6-B36C7B33742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0BC95F-F168-E719-CAB3-05D15AE9E53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CEDADD-1DC6-7C75-BF46-ACE2C7FB2F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33700-4E65-7647-6F94-67DFE5A78E8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5F666-D155-0C3C-BA00-8DA19B3118D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620DE2-77EA-C8C4-C517-772DB509F2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41FBB0-FA0F-728D-1006-E24AB081527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6BA6BB-486C-60EE-518D-22E81479B8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EE8C20-65BF-A7E2-DD76-96CD0F36353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BE04BF-2A32-D29F-4112-222CA8F579B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058E7-BA78-C84E-8672-69B232449B3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288E3-16D0-0F89-94AB-E4C040876C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A2BF9D-73A6-2D48-DA0D-AEB8574A7A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8E219-BA5C-C4D8-3091-46F9F6CACB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452D19-8BE8-9143-FC30-24ECAAB4C3D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DCED06-7E18-5F17-C3BE-81F792FFB2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EF937C-DCEE-5C79-ECCB-C2D62CC9E4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FDE5A9-6E59-189E-5815-DA3D720CC4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B36BA6-08C6-F704-879A-0ECDAB9F30C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286D19-22E3-AE9C-9087-CE2CA3F05F1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130E0A-4701-35CA-A7C2-D47FB2996E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E2C0FF-507B-AE6F-DF53-54FE19B0947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0A9767-56E7-6B87-DC65-D550F115FF6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CB84A1-123D-1877-47D5-31A6C1D9D1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3E05D1-444F-C02E-5035-CD68BB0C527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E80220-408F-BFA1-D508-934D4968874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5B2FAF-336C-4CEB-68FC-581671A08EE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42ACAE-88E6-1E25-605E-2610EF6023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ED656E-B668-23E7-0EC9-BCDC9FE3B9D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7173CA-7F53-0ED9-BCB0-AEE043D635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75AB72-E968-55BA-3E28-23000327F46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3864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E043-AE03-6C45-A09C-604A55BA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7BFDD8-FC0F-FDCB-F6CF-138528C6F0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4.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904CDD-2607-0C67-091B-94DFD0F3C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52E958-5459-E77F-FD53-FC34ED47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F44165-3957-8E8F-E818-63CEB0CB9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BADD13-C7EA-7340-43B9-BB994B3D41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ADC100-F317-680B-F098-C96075F484A2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5E546-5CDC-64FC-5A71-762B9B056C18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B3EF0C-3B52-586A-B7C7-6A3F28D935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C87E5-8C73-B699-7D62-0A03D4FE5C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6E44B-3226-5EDE-5C29-CB9678E8C1E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4B7413-9BD0-BCA5-CE3C-7CC59D2524C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42E665-E713-2242-A639-02FC117ADD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752DE-2B33-4C6F-AE81-070BD740B0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BBAA2-2DC0-9AA9-6973-E3734E7FA636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F1491E-6899-8AB8-5F35-5E7E99AAB2EB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FC56A6-43AF-9ADE-9ED9-C6A09E0D38E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AC2A35-6292-42C7-3907-6AAD705B493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2172F3-DFA1-E749-2B37-BF0D3171A5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043EA2-799E-A3A5-5E68-02F3F82F93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073FF-D593-AF7E-5F7D-DCF6B6565A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0E67F-DA13-9D45-AAD2-C82B8414493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052AB2-B455-D10A-D76A-F45BD9615B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EBAAB6-5980-41CB-D588-93C69420D5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241231-FEC9-142B-755E-1F8B6BDD22C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57A051-3233-5279-D150-3BE4DC90ABF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E9054A-67E1-EA17-3923-789C9081A79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0AD8D-E453-882D-75B0-01EE69EFAA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07440-9F21-5810-4F97-CB424E7E73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1C97F3-3196-E36D-EB05-3C7CCECE0C6D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405A51-7905-06E8-BA87-2D137E2CC4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FBB390-DC73-9CF2-29CF-DDB2F0C292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4A670A-D87F-BED8-E654-FE4C5DB59AE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F8CB99-283E-3334-3DFE-D2A016B867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28FE08-6520-4EF9-F33D-458F0585FA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9A5FA-4DA8-52A5-5D97-FCD07D75B5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F83BE7-EED2-4A93-0CDD-B8C5DE2EB8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6AD22-9CD4-9C27-9452-2F99AC3C734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E3351B-0FB0-DECB-A6ED-C07C1916D01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0E4619-B1E7-9CF0-EC8E-E709C6E160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E490ED-8792-4D20-6A4F-401BFC63AB3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C09BB-0979-B499-730A-28E82635CB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C4BBB-915C-E016-5B81-9A4A79A1B0E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EB9E1E-3733-8650-8F11-9F6C244B2C3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5B5C6F-E10D-9A3A-CBE4-EEB3CEC4E8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1386EA-8453-FEAD-3A4A-AD0DF6057F0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649F21-5CB4-E5E2-0840-916A17384B6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36175-73D3-8FE7-FF7A-83BAAFD425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656C3-DBD5-5601-BD3D-7D199759B7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8D8DD7-FCD7-47C6-E7C4-C83281D50B6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4DD2B-71B5-5C9C-7C45-9A2F13870EB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3F3094-0A7B-CC45-E790-75235542C95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E4AF51-62CE-3CEF-4197-C1A4D868A68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168ECC-4F85-0228-0D1A-6EE099035B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B7B761-03CD-100B-447C-D2A8642967F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C48292-9F12-A684-4310-5EBF2F42939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F395F1-DC43-5246-81BA-26349D172AC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6813A5-CC0C-76E5-BFA5-38E234C8A03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F06E30-ED94-C280-806A-D3DAF4C43E0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A9F604-D27B-49CE-FFCF-BFFFB1DA9E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9D82E3-660A-D678-33D2-BD20EEE39D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8A7D42-9E7C-30C4-2FB9-CC3B0B24C789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D80267-B58B-A7E9-5A9F-C10F5949404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FFA0D9-FD6D-1032-B671-8E57116245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FC989B-936B-C7F7-D70F-AEE67A25034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8047A-3FA1-8DE7-F885-D1F19668829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326BEA-FD69-9993-E932-E0B8A89FA9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E1DDCE-BD79-23AD-AC47-5B5CD0FE94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0546C-5C37-18A0-E854-C6B4484535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856077-49F1-9E2C-CAB1-8AE1FA54E66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228467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D5DB-FF3E-2194-F90D-AE90B1EE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ED3469-1E20-13A0-B8B7-8EDA8D3886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6A6CD2-6C71-830F-2F07-9082DAFFE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0CC30D-9F68-663C-34BD-E54EEDFDD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CFEA11-C1C6-7294-28C0-21F20062B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3C2097-7678-C1AC-E4FA-BA9407A61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A0EE37-DA3B-055B-C8F4-ABC76E5EBFA4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BD0387-1CD3-E084-7239-D1DC9101741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66A16-FE70-B17D-4ED3-6F4C95F847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D802A-D499-01D7-F3B8-BA0CC155080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28BE6-BE3B-DC5E-2CCF-1E5C316639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47EB95-4E71-F2E5-3937-6C8AAEFB885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8EDE6-B8A1-EB4A-8E64-22172FE901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7DD07-9F8A-9D12-3105-CD9D9E6611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E3B8F9-555D-7C78-BA18-D08AB0E115AC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D536E3-25D2-1D8E-F8F6-B927E2C97100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DA52C5-22F1-8F1B-24D1-4BA0231107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087D32-3B63-E30B-C0A5-FD7DB214DDC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CBC8C9-EB14-A6FF-BDF0-06359B92230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7C7E05-86F1-5D01-A883-862AFF07CB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63AB2E-AC12-C8F6-1FF2-5418AA02ED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AC5A44-E104-7012-4D2B-A5848839A7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5C1FC7-6320-2059-133F-83924AC763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82881D-23E4-F897-DDA3-811CD251E5E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755AB1-FF49-C763-849E-4ADFBEDD62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0AF7B6-0A7C-FB70-A8C1-66333CE287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093AE6-CC56-739E-FF8C-B386FE8EC17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AA8C6C-7F9C-819E-B26E-EF3F3E936F2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3A9D0A-0F66-92C3-EF19-80AED509EE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A80319-32AC-CF5F-6C43-54160177A01A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D03ED6-290C-D89E-F612-AB94BBF509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E33499-39EF-15F3-4CD8-A69A171C42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5ED2B4-B341-EE19-5D01-56E07072E4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126AC-4C12-3460-99A9-534DFE0FCD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4C2881-5668-79C9-4453-ADB14C0715D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45595F-1F71-BF0F-528C-6A4565F9E49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E9FE96-A150-243D-CAB2-C69594CBE5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558E56-C180-9FD6-641C-451B519BBF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B07D08-A22D-33AF-CA44-9D402D2C235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C6400-688B-A995-0EE5-C98615B8BF1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5C3A5-3CE2-9BFC-41AE-45B73FFF8C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B0DA74-B425-73DD-DFB7-29B90E0756E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8DD3FF-6814-1048-B5F7-85ED8C8A553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ADCA3F-A3FC-72A7-55E1-93A6A6A3E1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473670-D894-F448-564D-6BD335E6A0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A63D8A-B3D2-4C8F-5F81-4DC5C9599F9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E73DC8-A71A-F056-62F2-365B285041F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3B413F-22BA-3C2D-DF8B-0B3A2C0877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78BCA4-C392-1673-5F45-CB2B84BFCC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6C3471-47C6-0FAD-5A88-166EF7B247A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CA3EB-8678-8ADA-F120-F809C0B1C2F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99B566-6235-1011-24D8-C6C1F07485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B9BF16-89AE-C78B-D467-04DD68B5568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7354CE-95B6-B8FA-C0EE-4771416B549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6040E5-1C9E-CE03-731E-8CE16D0124D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E6E9B1-AB99-88B6-9D22-5FF6B5F37A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AB022E-F48F-6BF5-7ED2-AC231E2DDB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D619B4-3023-A572-D831-74460113CC3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17C69C-37C3-A96A-FBFF-AEDA3A1CC6A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4115F7-ECA5-CF33-EDF0-198BD71CCBE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A0FB04-A691-38F5-8C86-9847F0A63C3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448936-E1BE-F973-E275-EF67C071206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C4EADC-2BC1-E9F2-E5C6-BDD9478E7FF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66D3AF-F1C5-5552-841A-3119A66C29E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94C2BA-02B3-4F18-43FF-416BF7C155B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FA5C1-7917-65FA-1291-E0A7B23094E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854E82-3208-DFE7-2EE1-1E22D1D12B7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6AB835-ECA4-6CD7-DB3E-035D9A76BB1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CD691-6DEC-54D7-D128-FDD0BEF8823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CBAD40-DEDE-EAA2-A9C0-0E1E9A07648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52D033-CB60-5C15-2D52-5693FC793E0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1253DB-C2F0-06B4-09FA-0CBEB6D3194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</p:spTree>
    <p:extLst>
      <p:ext uri="{BB962C8B-B14F-4D97-AF65-F5344CB8AC3E}">
        <p14:creationId xmlns:p14="http://schemas.microsoft.com/office/powerpoint/2010/main" val="979253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0CFC-5A78-882E-47DD-F16A5E4F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83CEBE-9BA4-605B-2C3A-2165EC4E65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columns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8CE1DA-26C3-75CC-DEFE-689B111FD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BDE045-99DF-83B3-99BF-D457BDFE8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97C9F1-19A2-9A0D-D28A-287730C9F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D38E79-CB60-95A1-B0E8-9AD5CC299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21FCD1-548D-7A02-9AF9-FE6FD5309D6E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4AA25-B9D1-A852-812C-3D31C60D7DAA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A3801-6F19-CBDA-1B41-C65F81B7456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3E56B-7FCE-F385-9200-20C1C5420A9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E6BA0-1346-BD09-53F3-D498B254A56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6A158-BED0-D555-86BE-BCA617FF436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3021BE-2F12-8AD5-8C37-8ECC28A167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81ECD-18EE-4EE7-279A-802D73D4B06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3E25BC-02EF-B3F2-1E49-557C319C6105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4362C1-C557-FFF6-8094-7A3C6B3C147A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757258-555E-C7DE-71B0-A84BE7B722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7F83BF-597E-E037-C8D8-09CCC5EA996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CE52C-5F35-C77F-7BC9-198E7A76D9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59288D-207D-2B95-5053-71ABBDA93E8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7E637C-2344-FBFA-B726-5EBEC7E41A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138646-880D-994A-09C5-4D2C92FA57F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BD8049-7226-BAA0-0875-9EB916C3C6A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AEB231-1D9B-FAA4-AF92-798B7D3380E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F6FC25-34B9-12D3-ED70-6121032F460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66A89-2F28-FBF6-1DD1-820D0D2221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7BDA0A-A282-AFAC-828B-625B6D24C5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B0AC1C-60AA-3496-6975-EDAFE3EB37F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7988B5-59C8-D8A6-D7C2-2F0E1B46C9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F42B0C-5185-8439-DAAA-B44B50985B3F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540F04-AE91-15A6-A31F-8DFDB0880D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23D3F2-A448-F4F9-B0BA-0CE6C9EB10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91499D-FEF3-1D39-190A-34ED705DE6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2730C2-8B42-BFB4-C402-D979C49CE3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5DB039-73A6-A914-1909-13457E05D8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6AD4C5-BB38-EF8A-5B18-499CC4F3CBC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612416-D94B-7242-AA9A-80F207FA03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C9FECD-3069-086E-6459-E6A4AC6FE75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251C76-B68A-C473-FEBB-7423D4FDF0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43936-404F-2DAC-5274-30A45D030DD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77DAAA-FB6A-1ECD-768D-F7C37330C6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B94187-A80A-8843-41BD-D0D9B111032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C9644-B875-0E97-5141-7EA47B801E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0F2A04-E0EC-806A-49A8-DDB264648A0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89F43C-9C9A-5D71-E598-F3DDA90F4F4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25FBC9-5B25-A2A4-38FF-28F63957447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4AA0A6-138B-D787-20D7-B816193B41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4D299-CC0C-9CCA-4916-45B299DC26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978C4-D6AC-D502-70B0-40508CD9083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E0642D-FBA6-8B78-44EA-E645DD33F82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FD4277-9346-C092-607D-3A88449367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8CB557-2BFF-0F60-81A4-A94B5B44976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E44298-5CB1-EDDA-85BB-3E9EEB611AA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0A2366-9558-FDED-D056-B00708FFC4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A9DFD0-3C26-FF73-5F69-76870AAD6C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7D3722-F9FE-6A46-671E-7AE1FF1F431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B63C0F-9E37-61D8-99CB-0BA2BFD734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D18A10-AC98-D4B8-B465-75E94784677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1EA1E5-A078-F28F-7DBE-8468327158A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24C1A2-0F5D-13B3-4CE8-3DDDB6C6A39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C79CA7-7D84-FCFC-7F56-1F1C9ED27C5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E8603D-499F-2526-8588-D5B6D6EC72BB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74DBDE-7BF7-A406-E49B-5FB3E5A127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647826-0F4E-90CD-7B09-C48036EEF7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CF9A51-170E-A4DA-ECD8-234173EEDC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29C60-8DE9-D4EF-A042-65613809B6E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B343B9-C8D8-A171-CCFA-4323AE56C9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AF5FA5-ED48-B73F-2124-1466A2BFFF4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6A3C1-D62A-3327-B055-A49649F828B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E30024-525E-A97A-F47A-FEC7317AC32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F0C66A-0B40-9EA2-23E9-4983DB362A0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67ACB7-33C0-EFB2-5CA5-D6984DA1C01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5F4100-052B-282C-C2A5-86C1B97985F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0FBF66-BEA9-4880-8152-54C59FF826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2C189A-9373-83CE-2ED5-88C10263007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1171C2-319A-77A3-08FD-A2620A8D28E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BCD9D1-9EB7-F903-3E0F-EB2F06170B5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780C2C-64A8-55BB-2163-F7D0A18FEB8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549F7C-61CD-4179-BB80-8316C5210D7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7681AA-7FA1-B256-58CD-FD71C190B54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EBB3EF-0928-4B85-6E6A-C4F39DE2D7F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57F9C57-F94C-BB4D-F787-B300FA7B9B3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2A8469-195D-4578-9E37-B4C5938C8F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8354F1-CE93-C279-5F29-7C1BDC29473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94966E-8CFA-166A-BBBD-3D74DD166FC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4AFF11-9371-4A65-5452-99896206974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5EF6E8-956D-6215-D468-78ADBA76474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</p:spTree>
    <p:extLst>
      <p:ext uri="{BB962C8B-B14F-4D97-AF65-F5344CB8AC3E}">
        <p14:creationId xmlns:p14="http://schemas.microsoft.com/office/powerpoint/2010/main" val="5265771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81C66-6561-5FBB-1218-618B681F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22C444-C535-E903-2EA6-E57A1D28EE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FAE228-B27A-1F6E-DD08-5F5F07172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4BB3F2-4141-796C-28BE-0B951298F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5ABBE8-5305-6D1A-4835-B2FA45A71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9BAF7B-5981-D5EF-E2E2-865C12DAB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07A4B9-F492-4ABD-B1C0-C415C82861B8}"/>
              </a:ext>
            </a:extLst>
          </p:cNvPr>
          <p:cNvSpPr txBox="1"/>
          <p:nvPr/>
        </p:nvSpPr>
        <p:spPr>
          <a:xfrm>
            <a:off x="4143022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17940-1413-8839-0DB3-063823574073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65521-0E73-7561-EC3F-BDF1A22695C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6E297-A219-5D46-E0DB-3211D9E9BA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1809C-FB97-8605-77B6-F033FCB4667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305EA0-E3D5-B47A-C6AE-D3D38E17160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A7434-46A7-479D-EDC7-5A503FB3BF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54177-D9C6-A2A5-AEB3-7FA54DADFB6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22186A-E9B6-DD9A-B024-5EDDA0045420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237F57-4883-5417-D351-395C32A7E97F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80C289-69F8-3B0A-A60F-F3C4C1D5D8E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395B42-1388-D9DA-648F-DC0703F6C30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221870-72E4-5822-8D80-05FF2D1B3A3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089C12-8FE9-EB70-C8EA-5A47FA500E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187D01-966D-0AC0-C587-7CA0B2E44E6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90655-86CF-D3DE-ECCB-6F4C67A8032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FD4A0B-2892-C8C7-818A-AB90A123A2F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495EAD-C29B-8D16-AE6B-9BF3C2309D2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6617C3-34AE-D97E-F077-9029CB813B0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B392D-3160-590F-A58D-2F76043655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4999D2-F495-0939-7519-F28125589E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8DE9C3-14CF-729B-1EB5-CE56FD5F161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FCCC92-94E9-4F1E-452D-023A827147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6E9377-346F-D19E-9CA3-FF47C572D2AD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BC6703-4A6E-511C-80AC-3F7DF7E357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408F70-F0C9-EDF4-7D26-9476EA91B5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ABD2F4-9EAD-4238-1CBF-FAA242D2C0C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EA5F7C-A14D-6055-2690-5953D1A5A5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46CA73-788A-931C-1D9F-97A741B79BD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2A033F-3F9F-1FA6-B495-67BDBDB109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69D7CC-E2BB-31E2-8BAF-8EED109391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08BBE8-72B1-AE76-2A2D-09C9F82299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FE4D3A-E894-8695-7656-909C872021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4428BC-DE79-9CAC-6E82-D1EEC8BAD4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95A8E9-8A2A-E8E6-73D2-5305A5F2813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843D3-0EEB-1E10-6A08-50E1AFA36B3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41CF4F-E033-96E7-33FF-53037865B99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3B1F59-F158-7F69-063D-6F619B7A66F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DF737E-376F-D9A0-E7DF-0977A3F8570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71194D-73A5-3C29-08C1-FE4CAC44B5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DA5D12-F06C-D71A-6889-1F41A8AFD3C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D04F80-F02A-D9F3-111B-65884398CA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5F2DB-62CD-BAAF-26AC-97894D9735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8D8D11-4424-8C4D-F5F1-2BE838070F1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69CF1-7A5B-5189-1807-3B5241F5AF0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E951C8-D1E4-A8D8-8C8E-9EEADCDDEF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5BF9DE-BEA7-177B-314B-AF551A21AA5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C4E759-55C1-54F0-DCEB-688C7D55EE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6EE201-1378-56F3-47CC-604645DD562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63D6BD-5B8C-1CE5-FDBD-C0EB5064E70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F84A9A-7030-80E6-3663-CB203600D2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877D14-0714-CAF8-02C0-3E771DD4BE9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E514A3-AE11-FBBA-290A-33384B3A952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80A90A-3EF7-DA9A-404C-E933B897E7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036094-2B31-8C34-9F4F-E8680969D11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1AA472-46B2-9DFC-E82E-D1D723D9C14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24D02F-F18F-C143-482A-65367CF35A7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8AD52D-F597-E825-11B3-B2DFFB744A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53279D-FB25-92B1-D16B-E1F613E6CE4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FF3C0F-22CC-BC79-D6C3-97AAC0F32FA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2BB521-F962-D0A7-31DB-6B4D326043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607D17-4DDA-26B6-53F3-93E585204A0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1CFA0-FD1B-CFFA-E494-D1BA17B7584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B7EF4B-7BAA-009B-2281-05183343D2B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DA6AFF-A1E5-5F36-EA5B-383E0242772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E8D9FD-DA26-8BC3-3A0C-F9B5E104251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556A43-7EF7-65F6-E50B-E722FB74673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6C5E6C-10E6-46C9-EDFF-A078642545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F54D28-ACC2-C87D-698B-E7BCC402DC5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40A90D-29B4-E88E-D3C5-D69E1C43385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75C253-70D7-CD96-E4C6-1F5E6C586CF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B4607E-D0D3-40EB-9E29-94E2D17E31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481663-0133-78A2-7729-B3E8D570CF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C6165D-3CFE-0817-8D65-DB939E74B91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48406C-93B0-50AB-AB75-316D5109DE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C1ADFD-5E43-5D7B-408C-9C0C4CA93E2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2FBBB72-78E5-FE01-C004-BEFB67BCA2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708F0B-19E2-6511-8529-9BA8EA00C07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0A3772-F9AC-4341-D327-EF4EF02838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526EA9-14F5-FDC2-C41D-CAB7AD0795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971BFD-9965-8193-988D-0A8C695C03C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</p:spTree>
    <p:extLst>
      <p:ext uri="{BB962C8B-B14F-4D97-AF65-F5344CB8AC3E}">
        <p14:creationId xmlns:p14="http://schemas.microsoft.com/office/powerpoint/2010/main" val="8835464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D173-5689-8C23-9101-81459315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23D8D4-3D6B-CB2A-0BC3-93FF4E0D02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upper left block.</a:t>
            </a:r>
          </a:p>
          <a:p>
            <a:r>
              <a:rPr lang="en-US" dirty="0"/>
              <a:t>Last possible 8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2EBE30-E43E-8E45-324D-2AE789D78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AD6F32-34C1-BFF8-C556-B4BAF93B5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57C845-20D5-1AE1-FB68-CB4A48B4A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24272F-B4B9-2F22-702A-2EFC9A709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7408E-9185-9F61-A624-50225223BFED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BE769-9C27-5BAE-127C-3C25F71D60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81250-7FE7-A8A3-A021-E29406EA16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C072-3158-8F4D-8106-2018E985888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2B3A1-6988-584B-CED0-C544ADC2119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63DD3D-1C98-A03D-99FE-09C0F6488DF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BB53C0-1C2F-399A-7ACD-52E413E298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BD81BF-AA79-7FE5-CCC0-F313A6D29F5A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B426BA-B16E-8545-8CC2-28BF485167C8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4ACBFD-B093-2668-0759-9E09C8408EB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6DCDFD-2F36-D953-3549-3BD71644E52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6A86E8-AB44-AC56-D375-5C5FCFCEC8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950515-2DA5-BD81-A995-90FBA6CB136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7C97BE-994C-5856-710F-C0C91592070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9725E1-80F6-69A1-ADAB-94C8C85A60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E4E2B3-2680-2B82-493F-3297B069A2F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16A8F0-59ED-5CEB-9585-79239D64405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2C4F8-D89F-08C4-13B3-43AC24B463C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FE417-D1E0-5151-B085-EAA2285FEC0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4D324F-6BF1-A1B9-6F35-66571B06BA0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DB6290-8EA4-1AEA-2B68-6C86DB9EB5B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E18609-D281-F1F2-5472-4DA4CD9E232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438BAB-6516-A4F4-B5FE-787A4AD793F5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B062A4-6F1C-FB17-DD45-6F5C64C26D1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60E9D7-3A97-FB69-3B52-DE6587EC1FB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D9DD76-6258-7207-7937-B92D8C856F6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95A005-2F3E-B2A2-C981-5CA616CE45F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6E7823-8F5F-D745-1A8C-BD3F410776E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81A214-6B38-8D91-2F13-FF7AAD81DB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2E6369-28E3-247C-E976-AD273ACEA13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D86B77-CFCA-FD38-2E46-59F8CC1BB34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0A83F8-C0C4-B712-43DD-F201A2ACC6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ED7956-D155-1D54-E42E-19551C1714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1E235-6029-94D9-C02C-F5E6385D09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89B32F-94B3-6F1F-3BC6-81BB2187E79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CE133-72CF-01D3-F5A0-0BD9E8E83DF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BA1826-DB89-964A-C624-F44E7F74272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A30B2D-F1B5-460C-C120-B56CFEAF58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3C26EF-1B0C-923F-5D56-D86736AC5C9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10C8ED-2A9F-DD51-6D6F-7BE62922E5B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0283C4-3040-86FE-DD79-CC914743AD5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75ADA-B160-1911-4850-5523A8FB47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B72E8-E409-3F59-9197-4FA097816EC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D25B2B-C5CB-79F0-5492-A6EB324D649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10DDC3-9365-2838-AA31-FB74FA5B89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FD3B32-92D2-E161-C2E6-7A64167111C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9001B8-BF99-9857-4F8C-5944DA1E37E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DB0A14-CE51-B2D0-05E2-44F9CDD2A7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CC6478-0C0A-C7F0-5513-DB615D5573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36FB08-F75D-1B7B-4A6A-9E6BE1D426F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757C02-2568-B63C-7CF4-29EAD3724C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618567-7F67-8892-52B5-D24E2664AE4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B63396-2CB1-722A-BF53-9F7489D93B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E51463-5A6B-8D98-1519-DB9FB670F91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6310F1-7440-4692-FC4B-004E2976F6F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8723AF-C531-F06B-F2D3-74E114FCEF1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6AC875-B69F-532E-8F75-69EB3C5E98A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0FA87F-50BA-E6CA-C80C-079DBE0D61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DA3D43-CE29-9435-07B6-C7FD1833A75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6C351A-08F2-7782-D797-9D4DD19021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A386B0-D1AD-0073-2090-26E78DC50FF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5E0E6-D63D-8A25-D609-8E1BE63F8D6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0FB5B5-CB57-F37C-11F3-436E11C3893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1D018A-8643-87D4-84D4-40FF599FD6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01A546-17FB-1E23-6793-2471D8E114A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4B680D-400B-1BE9-A619-7CEE45329A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2A586B-5EBD-4479-6EF0-FD2A8BA9AF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35C236-8290-2D40-DFAD-2FD4B152437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DF9687-7101-3E8F-C366-35D0858085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57BAC1-F288-41DE-80FE-094A376CD64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52BD9B-39A4-6877-6F80-C9AE8976773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D08690-1864-8148-7651-3571FB8F160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7B8D58-73F6-56E3-C961-F1361FF093F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1E1D64-6A6A-02FD-1072-B256F1C893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170CF4A-E21A-3EB9-A973-D4EB290EAA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8619A1-6078-E1FD-0920-9CA9F37B55F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CBED00-18B1-D94B-4B77-3BAC6B5FDCD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8A4A2B-6211-19B7-A5A9-16636B6A92E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E9C58EB-4527-6BC2-55BE-3C16981FCAD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30632C-0ED2-F611-C84F-FC459060C19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31C59E-81C1-87BA-B4B5-F624B5FE41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82609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AD1D-BD20-90F7-F888-9234E3BC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7B50B2-841E-113D-4C28-D73889490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ED9AA7-C231-22AA-6172-599A1520E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E6E6CC-5055-435E-5F51-8F7FC55BD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C7FD15-B3EC-063E-DD5A-CD8A3290C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D5B983-A1EF-C136-F891-C53B76BC2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B843D-3A2D-E8E8-B4AB-16F072AE665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B6676-A7BC-0644-B100-2435D3F7E97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83427-8AA4-21DD-9262-1F13F7BAFDB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56AB7-55DA-D975-B8BE-C407030E30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A6AECA-296E-D0E7-4068-0A92571B723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7FEF22-CB04-A379-9F24-6B3ABB8009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3BA2C-45F0-1CAB-961F-4144BA90F6B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02B515-8950-C5D8-3F37-4C29404E7948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E03C6A-5856-3EF9-E3CE-B292F827D5F6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2CF64A-C92A-6142-7171-CA019C2E322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007DE2-7848-793A-7987-9576DA74151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076F0D-5AA0-93C3-2CDE-8A4AF5F6EE0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5A2D54-EDCD-59F3-F433-F1C255175EF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41E30C-DD27-84B1-05F0-F10C8ADBDD9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ECDE5-6B40-85F4-B185-EA252BD9D3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CA71EA-9413-0F82-27A6-098EDD35E92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E3674-093D-781A-AD53-D1B513AAB13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147379-9DB6-B7A3-8BA9-01F6446DC9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CCFA03-707E-02FC-4F8D-9FA8E770492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A4BFD7-03FC-47D3-5C45-BB42F8C2292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9173A8-73DB-2B60-8642-49E3365D2E8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4FB95D-4336-8552-FC77-FBFD627ED1C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8E1541-E321-6BD7-20CD-7F5CFBA5EA1C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5CE0F2-215C-63CF-3491-0124646486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DFB379-C535-AAA6-B35B-D5C5AEBDF4F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627178-7782-1E83-F7F9-6339826ECF6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2EA891-230B-3B05-F7DA-5B097392238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D38697-702A-B15D-AB1C-84FB7171B4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9D6A65-C910-E591-26AA-20C582B8A9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72388E-38B3-4542-86C1-3E1C74C6AED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DE1A1-DABE-519A-0B2A-C0D4E11460A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B6AE8-E18B-E486-ACCC-D2E07936941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C72FC8-A88D-5C35-8360-5616DD49A1E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0FA080-C334-0EEE-B2EA-D433082CF8B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712C72-053E-F463-D733-715A41B367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6E0164-8FAC-1E32-F4C4-C126C66D87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6426FB-E4A6-9517-F685-7DFC02345D7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FAC531-3E38-15B4-F550-6DA27585F81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1CA0E0-3EFE-FCB1-0635-84FAAEF135D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4D266F-C02B-DD90-B1F5-D8B8F6CEC60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ABAB2-C206-BCEC-21CD-81267258D6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21FCD-BF81-9C2C-E717-5D616FD3FE1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BBBA3-2255-1D4E-BB89-114EC3EE98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7014F8-0782-DA1A-DAA1-50643BF162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9CA0E8-D917-F620-7CE5-7092700E280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A68398-F25D-5C2D-12CF-E1A42B1829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0E0E51-740B-5EA4-4C6E-B7AFE9ED749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030090-2FAC-2AD6-C37E-7031F9E565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6D1CDB-4C4C-E8C0-F98D-9B8A551EC07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1E0ED2-A42D-EFEC-7060-057C8A84F32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C1D703-0853-AC03-08A1-8286D3ABF86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796302-5FB5-B4C8-2E3B-3B8EF1EFAE1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6687FC-F151-C945-5CB2-B597D80699F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58E8D1-EC33-0AB8-2F84-30BC1C15DD6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66574C-EF88-3794-050D-D4414432B13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C9CF85-6D78-8EC3-5CE6-F9AC318CB50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33A104-5011-ADDC-42CB-6F089B23E90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0368B2-8887-9B51-76B8-8120C357F9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4C7D0-B277-B25B-CD6F-EF00B5E1D7D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1E05CD-52B5-54C1-D86E-3A9DDC6D770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E9602A-C74A-B78C-B822-8CDABD1F732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42CDD-D1CA-BC18-BAC4-F16926D8791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4FC96-ADAD-70E1-CC40-8BE706C517B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A9C3D4-98B0-36C8-795F-74713E283E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BB991F-88E4-F4B5-3A03-CD9C0BE2471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D62907-EBD6-487C-845B-C2A52B0366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949A0C-BE3B-158E-6F71-5BA58A56762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115841-A1EC-9F7E-8E1E-6310FA356E4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27E8C2-D459-A147-899C-7FA295C78E1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6D478A-537B-B9DF-22F0-B08489BD79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D0DD8C-1271-295C-DDC1-4A7281D297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388D1D6-7493-9C1C-73F7-D02404C3186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AA8152-6225-13E9-2491-36072457FAA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01D293-FE0E-D18A-5A72-C488D026411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C4E11C-65B1-C0CA-15D3-52A9B8D01EA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59DC72-F29F-4308-A9AE-801B46D0927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397289-C26A-2A4F-2E11-0F44023AD46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9EAF45-B828-165D-6FDB-7AB3B44726C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2C4832-133B-2E0F-BC39-EC57AE6B62E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A3B83E-4550-EE6B-A1DB-882D75BF245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E5761-7351-4D6A-3531-8A614DC8D2D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05057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8529A-4D9F-91D2-DE09-3B0F4095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A6589-5809-9A0F-0085-2C3F518A0C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F35F44-DE4E-919D-0F1D-88F9EC498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28DF73-68BC-A0EB-004F-3AEE62A66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72EB2E-789B-8C53-E1F5-0E6131F4E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23E377-E14D-34BA-D819-054F543A5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0105F0-1DE0-5D0D-CF25-6CFD60373939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FE23F-9BBE-E913-B96E-6B12691CBF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A5FC8-3C6C-EA28-76CA-A5939D35035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70B343-FE7C-7C94-3A36-FDB1E9023C8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BFAD82-9EB5-27FC-719B-A0F45934ADB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DCC88-A50C-A1AA-9643-766270535D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DB020-DD2B-9931-C1F0-B3ABD52E178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1E2011-ABFA-2DFB-C832-D0FFAED9417D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1E55DC-C437-7C98-5A22-2422F36CD706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E37398-BE05-EE8C-345C-D6E2977B82B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56BB46-5CDA-73EB-C658-E9C4B6DB823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E8ABB2-D66E-DB21-1535-C512C8557B8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A4A336-1DC7-1E78-B395-AA3FBF65FD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3E2A93-0C82-1751-68EC-38F79AE019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41BEF0-C247-2193-443A-EF1D166EEA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2A9531-8E13-C393-5E32-77386DD6DB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5B281C-73C8-6569-B6C5-3A5B65F9D4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0D7F7A-D3B4-08D9-130E-29FF288960E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A95E00-EA70-D843-44F7-AC70538D3A2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9809F-A2D6-C96C-913B-CBDBFDA0B5A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57E8D1-80D4-F8F7-BF3B-7D71CC90858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A0B1B2-8FF2-E64E-7BDD-42A6C589CF3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82326C-37DE-B405-2E87-848AA4A102BE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126EE-99F9-AC8A-3DA9-222925FED1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F8BAF-E9CA-88C7-ABBE-B0F987C6B56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383C6B-C805-5B6C-5672-248695833F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144B01-0DD6-B742-83EF-86E28CFDBEB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283E4F-DDEC-CF94-F483-4B98DEABEC4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3370A-F680-DF97-38BD-B96D7613DB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39CFD-CAA9-E29F-51F7-495E2934A13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18D225-338D-3356-24D6-E9C8AA228F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E41BC-1D00-5B66-40DB-2E2D360A550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A3A67-237B-C676-525C-DDE94F82C77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FBAD65-2EDE-7B63-E0B3-260E008D9C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2407DB-905F-EB13-E024-5FD69D5C7C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96B010-0EF4-0190-5A2D-75431E11D3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505732-CDB4-2BC0-ADA8-885B09101B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740BEB-7500-2417-558F-3093DF7C70F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ED4B57-D0AC-496F-1F9A-F94BE2D8388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8097C4-D16B-0071-4AFF-5A3ABEF5301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D129D-9B8E-2A92-3F1C-4D68AEC39EE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5024C-5EEA-B57F-F952-23011CA9A2C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85673-63DF-7FAB-A660-7637234F7D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04B854-3080-1CB7-7F19-28169BDA75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D0459C-14AD-D75D-32AC-5516E3BEE9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75D411-3DC9-D64D-3E7F-5B7024A47DF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BEB442-7CEB-1A92-E189-E066B6D676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E2FC2E-D89A-DF32-DBEB-EDD224757CC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93FF3F-13F0-44A1-551C-A3B7FAEB69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784CCF-92C5-CB03-A05D-B541849479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DEF4AD-AB52-5037-44A6-DFCEBE77244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E3B6FF-36E0-7149-7670-1B68BC8EBB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975447-C7DC-87E7-2629-985B6B42194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8F1DB-7C6E-9AEA-8664-BE1870F25D6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3FC2E4-33A0-994F-3E7D-92EEC204F1E0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5FE4F0-4873-8273-4806-FF051608A9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C5126E-1BB4-F634-0A21-CC13DCE2DE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DA7628-C201-8FB0-738B-F7C0844AFF7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E72B6-026B-FDC8-E476-63FC9DEE268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932EC2-1E61-2951-4AF1-738BDC3FEF0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B37CD3-7042-873C-1DA1-089F2F5846C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D45FB-299B-14C0-5E45-26EB50748F6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B915DC-4246-C56C-B2E8-6B5419C9D06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101F42-4070-A695-8FF1-F1FD88336FA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EB690A-B991-7666-1656-C4D20A86CB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4DEDFB-98DE-73C4-94C8-4C17440DD36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1FC739-F756-6E83-B115-AA220505D8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DE42B8-9784-265C-EADF-710BAAF984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07F96E-592E-3E80-2944-3F4AFAC91D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1F41B0-C96C-C2A5-CE5F-7257D05032C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FC2A16-A896-255F-B6D0-B975A5A7B96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B4A149-99BF-E29D-94A1-0CCDD884AE2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C84FE4-0912-7A1C-9B00-714AB321A0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BD8A33-6462-A033-D51F-8C21DD68E5C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EBD31D-19DD-3622-A582-D6DB46EBC28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EC0F34-E6B7-4312-4F47-46B61B2C63F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873200-31C6-3CD0-9EC6-BB73FF18A9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08586B-8081-2A81-6CA2-5C58F0A3E69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65D0D1-0377-8D05-9A28-58A3E4F191A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DA3CF-AC66-0C2E-B0EE-7018AA728BD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FBAA19-1794-7D50-8CCE-55C161B8F7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7901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9D92-7DBC-B579-FAD8-6AA22C10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5E4890-CB2F-EB83-84B8-C0369D86D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left block, 3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70DE3B-8E55-9C77-8C8A-795678976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08E627-6482-28DE-27C5-DAC961E8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799322-1785-9887-2866-EAE589565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C6C8B0-08EF-4044-7E5A-D32BEC788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6AB2AF-7F8D-7334-A524-CADD865A1172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AB0D4-E4D2-550F-EB28-E3D82123762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AA0CB-9B70-8A8B-B1BC-94AAE95BD55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E114B-9F9F-E02D-BED0-DA15561E256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42E2B-5C2A-DC24-5465-E4F865CE3E6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23946-2F88-EE48-F257-1A5ACF3E5EE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EC553C-DC3C-07B5-03C8-E0E3F97CBD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2EAF61-BA5D-DEE2-B337-392071226145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8639D-0363-89FE-E48B-31DFF1772897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73175F-D5B8-C6E4-CDE6-5401AE8465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28AAA0-7302-20C9-5329-D36071F89C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8B7E52-B2D4-F684-0E6C-167765A381D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DB20B-8CE7-F19C-4268-C55F33B9EF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908D0F-D49F-B7B1-1E2C-1D811D5D010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478511-E441-F56B-DC89-D9DFC5CDFD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88AD67-A057-67F6-59D0-C79B35465BC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3DA79B-52E7-96A4-453D-A0CCD75E7C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D433F2-D25F-101D-1C3C-5B4BA2CF01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BA20D9-490E-0A81-3012-A86F84DE89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439DD8-97DE-C266-F948-493C2216B9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FE9B20-822B-86F7-0E8B-E70979F923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476098-EEB9-8219-08FA-1B6471ED218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EC5394-6D9C-A774-CA4E-A6C54DFD6275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BF1A43-25AD-9D02-5987-F1501AA18D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F7C475-1F54-7763-5710-4355BF589A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3E38E4-56BF-0450-4296-1713F7A7B2D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090FA2-AC02-14C0-FA20-23478160C8E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7908A9-99DF-69CD-C198-9E92490501A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9C270-F158-3911-A16F-5BB87104535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EA29D-F15E-8BD8-CD3D-739C8C801A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5A9545-8EF9-768B-BE55-D7644B38473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368AA9-E789-6AE9-378E-DADEAD2C6BF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22DB9-554B-9A65-D35C-CECF184EA49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8ACCC-322B-7023-5B62-C167281D6B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267496-02C3-D870-B80C-EFF41A92E9F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96122-57B5-7700-91E5-200CCE5612E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2AF153-E032-9C27-69E4-80B8838B449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FD0A72-256C-8DA5-7670-4CC050DEF8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8ACFC-7FD8-A032-1090-F9821B519B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2A60AF-DEDF-E9D3-D86C-12CC3449F8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23C47B-0DB4-BD15-596A-B8053A49F93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E02CB-28CA-FA4E-DC5F-B0DCE322118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EED55-BBA5-3603-2E85-E8890E91EE9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D4E264-55CA-85BC-7127-010F4E4BD6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24952E-EC88-714B-97DC-4E94F4F6DF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B297B4-EA1A-2ED8-6A9F-6CE9933DC9F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AFD9A4-3D7E-B1C9-37B1-4E677F99AF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CB505A-E08F-ADE1-4424-495570206D8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42743C-9D83-8676-645B-F67B24A17AB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DF54EA-0CDB-A564-6BE9-EE21833A8E9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A14B2F-84A1-B76D-DED5-F64C2ABF67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3A1D44-C014-B8D7-77B1-B4612AE47A7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2653CB-73A1-09E7-90C7-D556F6B461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6ED659-B1FD-09A9-9B9D-54C43CB623B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AE6D9A-6F16-E5D4-9407-5073445A66A3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7F7A6E-5393-8F2A-CBEE-0925F002FA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39B0CB-6C9D-AE28-E312-272102FC6F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70689D-2A03-F7C5-6D1D-8B721F5338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CFDE2-3D6D-DDAE-B934-D24B71F7CFD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815867-F0B4-6210-9F73-9E5BC7F373E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BCFB3D-33E1-3E57-B35C-B5D9EBCD29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4E836-B396-2916-6BA1-587E7379691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571332-4217-E4BF-7B05-5D0919A390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65BD25-99D1-85FC-3D13-3B03CC5DD6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3A1C2E-7623-3B9C-4DEA-5ABE4973EBE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F02BA7-1729-8CCC-D0C3-F372DAFE265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A91745-C430-310A-657E-819EA6A3125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7B629D-1D5C-AAC6-6D8F-F0B97EA2E48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2DEA6-4346-E8D5-3EDE-7B34E68190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E4580C-A534-3666-619A-51E069FE0A1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A52602E-DD7D-90C8-5028-3C34670C424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C4E90C-3015-8B47-4FDD-4B561A448A6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49CB39-F692-A0AA-38E0-72FA59780DE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1C2B18-622B-AEBB-3B15-3292EA0F15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67469A-5D8C-7E69-2DBF-F25C5F64E0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FD3CA2-7714-BD06-41A4-80A2625DFD1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6ADD83-1D76-547C-72DA-7C7ADFEB4C0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E0313E-538C-07FE-4AEF-20CE2959E31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EB9A81-99B1-3E91-3360-2DDEEC01526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7E7EB-CE55-92D4-1ED7-6CEEFA9C71E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6AE877-F3E1-081A-5143-07B22104ED3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774102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55150-933A-066C-5EBA-DDDA2C48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A57B4F-3A72-ACE8-3CF5-DCB107CA05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3, note 4567/567/46/45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1B040B-9EA7-870F-38A7-FED7C6DBB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77DF2D-4666-37B0-0785-8145BD0DC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4B83E5-FFE0-7530-7503-4583EB7B1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87D02C-E13D-E865-5D17-CDC742B86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9B4EE3-9562-C869-C10B-F9F40BB1CCBD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72FCC-D2AC-9A11-F4E5-A18E4FF8B78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BB193A-7378-93AD-FA93-233E9A32E3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BF15F-5BEA-E039-B748-3A8A1468E45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8A23A1-A2C7-A0D9-E0B2-ACB974C1D71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4EEBA-1ABB-90AB-2CD6-3A89454CA9F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10A056-F111-C86F-0D54-64DCA55D974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5F4D2C-9A5A-2EE6-A14C-2F20FB85CB45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2666FF-57A0-0FE7-664D-E45A693D2CE7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BA3D88-AA47-A52D-5AA6-7609971BF2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B4BFB7-0142-EC9D-7E25-1F962C410BC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211F2B-D534-1E66-D889-0D5975F70F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BEFB9F-70F9-25AC-8BD7-751B3043215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A82E1E-4713-0725-B0FA-A547977C3E7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4AA87-C98C-F8AF-60C3-2DF89CF685B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61D24-43AC-B3B3-87D3-D2CF7CD475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98CDFE-D944-371B-CCE0-E901D9D0990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55F524-ECBE-4815-D170-29DC15703F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2209F9-CA52-D7D9-4D9C-E77515E07CA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9266A0-2CAE-A9AE-8AC4-811A1243DF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9F9CCC-8D12-D910-705F-561A21327D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C7E89D-AA12-2B13-6C1E-8717667DBA6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833DC3-E562-A9AF-9807-DF0292CADDCF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5B993E-83EF-1F2A-ED4B-29A159F5E5E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530214-E763-9418-23F6-1ED5A238DE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80CEAF-7619-B7F7-291C-94577A98384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B56D01-1D20-08C5-6603-3E26029E430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756976-6B44-6BFA-4446-988793C94C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7CAD82-C415-BD36-67F6-9D8DF4E0096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32F88C-317D-AFBC-B129-92F660386FD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66DFB0-3461-19C9-4693-86A09F7BB47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BEFB25-C56C-3421-0B6A-BAA3A843C3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19F4B3-BE7D-2F7E-0791-B813F678F3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1E1BB4-944D-2D15-BE05-FE6E343D069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6835B1-DCB4-85C1-7852-B4E4A3FC6A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B445D-8C38-EFC2-F3BA-460C831011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883E9A-2150-7A92-2A40-AB2BDD1BE0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53C709-F6DB-300E-B19B-31A47BC6FB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66D3D4-9637-EEBD-688C-5722638C49B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619540-0888-4D93-BFA9-E7484CE75B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6BE0C-CAFB-8059-9C1F-6EC5D9217B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82C95-2790-04BA-1DFD-6EE726076B3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3D2C82-2CE4-B887-D642-28C9BF8D13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D2B5C5-1705-0263-A685-F9A378EEB58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37BE82-86B5-3EC0-C6C8-3D499E0B3E9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2C5C69-9A56-6DE8-8F16-4E53CA4F57B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4BE31A-70A4-FD7A-01F7-8DBD25C04C8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1C0D40-5839-3D06-33EA-474F44387E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7A8FF-1BC5-6D1D-94BD-334368D0BFC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1E4AC6-832C-C2E6-BB15-83E82BE46D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8825F6-E12B-E234-FC9B-741C3DF83A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BDD6C0-CD16-D07B-2D04-3FAD2E888D2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D735DE-EBF0-16A6-46C2-1CF1E010A2A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BE3190-8D5B-E690-6995-54E9AF950D7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F6A557-86F2-2132-E8CC-D086E604979C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741BF6-7066-CE25-51EC-08931526A95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E30DEE-33D7-04C5-C90D-9EECFFDF97E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F5BABC-0795-C630-35B4-325A1433D4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1BC63-4E5A-14A8-58B6-00B25035E3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D53692-2447-7C51-8FBC-CAE0D94A4D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B579E0-A01A-A30C-C704-270A0FF65DF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F6B3D-FDA5-E2C2-3197-5EBBE47F01A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40ACAB-D0E8-DE66-2FC7-C819E136146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AB25F9-69A2-6F43-7561-8003AB4C6B7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6DD76-6E84-EF85-7AD9-AF9342D626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F5971C-1865-D1D8-766A-ECC3C5B3F46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772C1D-9A6B-26BE-C1D9-090243E5433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72A837-9A4D-18C0-49E5-A69CDDD6B22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C9FD9F-B412-43E0-0396-9EC8E4535C4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016328-226D-82B9-CF5A-B71D5938A9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B8F26B-0650-C661-71F9-DC1F4EEA25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B19F94-E149-6C1C-7406-2A2C7AB6CE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D9AD8D2-DACB-1D73-4442-BAADDC548C5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57B038-BD5A-347C-93E9-E05A2206B9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19C281-11F3-8F5A-14F9-AB447921F19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277F0F-20A5-6C62-D2D8-1FC1797C936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AF6EA9-1D50-0F85-DD5A-4E0F594D5FF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B00EC31-211A-423E-6D45-F27BDC6459B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560E7BF-1BBB-3B24-F9CC-728B6872F8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75260-91F5-292B-F528-B4EC7BF0DBC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C33C181-6E54-647B-AFA1-8C391AB331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1767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A1C1-A328-2D0E-C5DC-A5CAEF82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5E3755-0313-B9FF-6465-F8CC65110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BAA4A1-6830-57A7-5ADA-8C1CF5A1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5FF9F1-B4B0-3A85-0D9F-36C1B3EDE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7926A3-2053-8AC8-5129-964345790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8E343B-BCB8-4C75-65FA-6E41D7B3C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A09582-3989-E161-F4CF-5D4D97155ACB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51BAF-D51F-6859-9D16-C2DC5870FB9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8526D-BD67-FBFB-5329-5D206F6D000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9829C-3C68-F28E-DA93-5FA415F0A6C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7BE66-837B-A3B4-922D-81AA1617E36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D4A1B-D952-76E7-15C1-E0F7CB41C01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CEAD97-12BD-1064-9C2E-985B74E9DE1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9AAF5F-5D71-9146-458F-42080A24CAF4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5A4DF4-090D-5278-011D-3EF977F5F1D3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892049-AE1E-4F86-D741-4C51DB4ECE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329032-7CD4-97D0-2B35-996127AFF1A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6EB551-CCC2-C50F-BAB8-5C2005D12E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CD23D3-97FD-4815-AD8F-BDA3890F380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E715FF-CE97-3187-C4B4-A974EB89039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219C70-73C6-B940-E804-D42C6CDDB6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D89177-AD26-8B02-F335-22D30D46E4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D64F4D-D45B-2C0D-F139-27FE8E6B47F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A57F02-6A4D-A6DF-4309-66BA52A84DC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2D6E14-03DC-EC8F-9303-E8C9F9C057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B6D73-F959-64A7-3AAA-5928CA8BA9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277181-CE10-D832-492E-7D5A52C544A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F44BD8-91FE-5324-FC87-00698353E4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E934DC-D1F9-C91F-E8B0-7E03A7638DFB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48B40A-40AF-9213-2A4B-9737557452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A5E6CD-7CBF-3403-62EC-088125C43C9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5A4ACF-3681-AF27-55BE-DB458904139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26E13A-A41C-4C84-76B6-9909B203D13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8B3B9F-326E-D990-58BC-E578986137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4E2A5-A880-7651-32FB-2A798B9BB2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6C6457-DE46-0C00-E596-1F1644FCE42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37CCC3-DD20-38D4-0589-3E279816CA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81F615-F8CD-7F06-0F43-2CC65ECFFC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0B8621-F340-AE9D-806A-F1B06378641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0F736-8178-C936-5DE6-852624FC439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E08DBE-C11D-0AA9-E59D-5B10B8083A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064FB-0290-7FF2-A36B-EB2F0834D1D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7C3BBB-0FDB-8A79-CD74-923D0EA056F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C2C0E0-87DC-3ABC-C8AF-011DFB3E4CF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ADA6CA-6A6C-3044-D3CB-B07A05029F0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6DAD91-D918-E004-B69D-30FF3929411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8FA958-E47E-8FE7-D2DE-E302CF3DAD7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84505-BEBC-869F-8681-52E4D0D47D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7AF5D6-5C66-AE2A-F1BA-65FF8EC6AC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03F9B5-2BC5-D115-3CDE-58EE8BB6910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4D29A1-5D35-9816-A8BE-99CD5CDA17E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02035E-7F93-D734-889C-3E93F22DB98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933C73-B891-EE08-1E42-BB7D7DCCDB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A22F99-ACF7-2F33-C8FB-5D2B6164F2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681889-29A8-F879-DBE7-418EC53320D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861C5B-F42A-2523-432B-9836B24C2E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F809C5-C1CA-0CA6-6C08-3FA076B083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51C5B4-BFEE-5D18-9EE7-80C15C7377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CE71F8-E961-406B-4C15-3D79BDD15A7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FC250F-143C-AE7E-97C3-80B012D92D3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A9B203-2D08-80D4-302C-BC52A7591A5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11D574-D7B6-4C86-7840-CC34554BF5D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128580-8233-6C48-7250-268202D8C51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44E95-15B5-28E5-AF72-C887EEB706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5285D-EBDC-B88B-C8D1-D15D6D1A2C1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F7787E-29B7-9B1E-3359-4B77619EAF7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2AEF4B-3A79-1C16-A5D7-6875EDC0BE5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905E1-9617-3ECF-B9F7-9D80507FD83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A1D9B5-66F4-BC94-B0B2-3C249076F05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CD0FD4-AB15-C945-9447-670B19F4F92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7B066A-31D9-327D-EB37-FC9BD7C1C33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1FE503-468A-578C-743F-DD2E6F73EE2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0631FD-2B48-D7E3-DCF4-0D1383D906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BCE201-D566-A844-46B0-DC88F2A9239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2228B7-630D-78FF-DA19-96BB4B49C10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B79973-3FE0-D2DB-8EED-54417790EDE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EF2697-8F2A-3569-324E-397EAC1EC4C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4D527C-B1C1-2CF3-F2F5-24E84D7A14C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278798-0927-92EF-3AE9-194FE2A10C2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D0DFCB-863C-23EE-5C3B-F91210AE61A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68DA62-D519-CFA0-8810-FB975DB4775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B3D926-0508-7A54-CAD6-12BE85AB1D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3423A0-CE62-9F70-6525-02D74F685D3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2E1A7-0CF3-FD39-2E7B-8EFE2F3D139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CD05F0-8414-BACD-A8B2-C7BE7465968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794EC-D5E2-5D64-9AA4-F1ED20FAE5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F4AA7C-8A81-C958-ED03-24BDDCA445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46840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F28-C16E-2F20-C184-E5B49AA1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A842D6-5BC2-7389-FC68-D10353D0B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45/45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A403E0-A188-4958-C9FF-EEE5E4632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F50171-DBA8-1703-30B1-7BC0C918E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1A1B80-D499-E42D-8F74-0AD963717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E8CB91-0246-567D-9CC8-AA4052E16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08F4F-CDE7-17E7-1A04-032453F2963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6FEFD-740B-AA68-E925-1F7A9F32322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2E2EA-2BA3-EBF5-413F-1809A62E46E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C216A-F236-7326-86BA-88875163882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8AB677-D91F-3DFE-D6B5-B1142733EAB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89D25-CDFD-CD14-7548-D2F1B167E6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25570-081A-7467-C2F2-C63457BA330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B14D61-FAF7-6570-9374-ED5F871E5B8B}"/>
              </a:ext>
            </a:extLst>
          </p:cNvPr>
          <p:cNvSpPr txBox="1"/>
          <p:nvPr/>
        </p:nvSpPr>
        <p:spPr>
          <a:xfrm>
            <a:off x="6152446" y="3256878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FB3E40-4331-9B4D-6AD7-59CE12657DF0}"/>
              </a:ext>
            </a:extLst>
          </p:cNvPr>
          <p:cNvSpPr txBox="1"/>
          <p:nvPr/>
        </p:nvSpPr>
        <p:spPr>
          <a:xfrm>
            <a:off x="7157158" y="3256878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21B0FF-79EE-77C3-1C06-2172A458387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6C6BCD-0BBD-B845-AF8E-E8CC36FC5D7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B6EF11-5030-17A1-67FC-8455645AB5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A9C953-D9CE-2FE1-5214-366990740F9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CBE799-6198-D46E-C816-DA0E173688D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E18007-1EBD-D5E9-C792-E2A8390B62E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BC90B6-E812-542E-C9FC-33A19A8297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A6A0BE-933A-4EBD-4C84-80CB3F22998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A0A27-80AB-D52E-CA16-E4F47AACAF4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0BA04A-4C2E-384B-DB15-CA8BAFA394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DC8AAF-2362-BC14-1A4A-F11A55AA62A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C36464-3AE0-0595-1235-34A72859D0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E6BFBA-3A33-1E74-BAA5-F23747320041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7557B1-A26D-8E4C-07E3-673DF9F02C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A6DDC-E517-5BDA-03EE-8F54AB63E4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70D7EC-EA41-5C00-6A68-6BD074CDDC8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BCA99A-653C-EB5B-89E9-7F55252986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F5F2AB-23B6-FEB8-E3F6-653C32A2179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2BEFE8-E9EF-44EF-D991-CCD093A144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8A0D7-DA65-F127-5784-DF7BC803CC9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D79C86-2E1A-1FBA-F6C6-17DF0E05247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F714BD-9D12-D94B-7CA5-6D5AFED5947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0A1599-0A20-88E9-8A50-1A246CC168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42978B-4C99-D7A4-3F25-57D6C190C21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9C0B76-713A-881D-3880-B635EE357C1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83283-D9C6-00B8-6C17-538A0A2117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E1F740-8148-0724-1047-9C94E3193A8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6870E0-5427-57FF-661A-DC293C64041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56441A-B793-EF0B-FC89-125D9A9CB1B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A6A554-EC0A-2712-5C70-6D98435C64A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8C793-8967-3B65-0FF5-A5C8F19F9D1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308A3-0CE8-D862-9F4E-20CE6A30E5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8852E5-38E1-F5AA-CB60-171177C199A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1A2ED-CBCA-D79C-7590-72784C5F58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6E345B-A3B1-D944-88E5-30A94DD767F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6D917E-3E96-4AA7-8C8C-97A70CB3B0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B79C1C-FD61-AEF1-F1F8-D6A71F1D50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F4462F-5BC0-7EB6-A044-765D1E965D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B9C87B-C71E-4AD9-EA30-65DB82E8435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76851F-6C7F-AF65-0EE6-BBD6EBEABA3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F546E3-30EB-8082-981A-5F9B89464D3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A6EE53-11FC-D59F-D002-84CAB9083F8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A99ACE-0FEC-72D4-B585-5108560628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F7F76A-1643-58F4-2AA3-BC6DA79DF9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02523B-895C-E9A8-C9DC-609484C4E13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FFA78F-F5D4-B23D-B222-CDFE0CA1DAF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920AB5-1FEF-1504-1DFF-D95E8EC6314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C87478-D7E0-9385-382F-DEE41A047B5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D6CC4-61D7-E003-0B7B-D54AEB68E0F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68E8E3-D89B-D9A0-B8E0-2C9FD66EF3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8B1556-55D2-BC21-AE8B-D72E2DEA68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53B3E-555C-5D12-4A4E-97426AA2638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A070BF-D6A2-ABAA-4548-223444D5678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1EB42-0231-2EB2-9E38-0E13C4A2A45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6BBEAA-B2B9-BC9F-DC5B-4295A5446E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CE1A65-BDAD-67EE-C034-8A7A7CF565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A0938D-C7CC-B20E-B0D8-95A2020A68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E155E9-F99B-4438-5A19-6D3EB1709C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154796-FFB0-084D-54C9-3F7D3C552BA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9F3D33-F4C7-373E-4738-86763452C9F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C722BC-16A6-269C-28C6-8BB7BB8B2EF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C9F68A-5FD1-D19D-9489-F92570292C5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E2CF39-DBFC-0495-A359-8045561B2F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E2C330-5A80-2169-2DF3-57BD7A6B632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F748A5-468F-4987-EF99-03A6EC8D194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1B2BD44-C1C8-B373-C31F-BB69207F172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7D8813-845D-08B4-2A0D-BBDEAAF8473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E6A688-90A9-EC35-1BB6-CDE54659AB1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480862-2DE2-FAEB-C8F9-503F7BE2206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F3E9A-0575-CB40-2F45-5590C80BF04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A7EA19E-8F2B-DA3C-415E-AD3B93E5573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A87AF16-AAD8-CB4E-D2DD-FD48B5BDEDD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986711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EC46-007C-E94F-A41B-7F160C44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1886B6-E6D9-2219-F838-050588CCD2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981005-5C8F-E229-AA7B-803362C60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CB085B-0B41-1FBF-F3E2-55CE6826F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3F7E21-DC68-8946-32E2-25ED4B916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1F29F4-A935-9BAE-FFCF-FADB57D6A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88A1E7-3964-FEB2-8FE5-D836C18C738D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9F731-9D5D-E99A-0BA9-560D5D85F12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883E3-2CD3-E0E8-F155-7A7DF911D12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61A91-0473-6357-7118-76F5296CB2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B7B11-2933-1291-066E-0A3F1902DF6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84DD53-E8EF-A25E-D545-F72A093BC34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6D486B-9EFA-6E92-69B3-950F0C725FD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D87616-516C-683F-A207-02CED00A7D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BBA0FA-C153-B9F5-854E-64E6E56B2B4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BAD5D0-6C89-43BD-BCC3-EC6B2E0EC23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EA1E0-599E-4DB9-B73B-AE5EC5FBBB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FF4596-9155-4B25-A7F5-D30A155898E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0FB2DC-0087-6956-61D2-554C181A8A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057A58-56CD-1A0E-ED52-885DAED08DE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E4324D-ABB9-377A-D2C7-8FE10F75DB2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EFB8E-D3BC-D270-AC8D-C7988DF50B6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8FA820-848B-B55F-63CE-033AAB5E90B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6332B0-289D-0FDA-2D1B-5451F22A3DA0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93A68-777B-CD02-D017-2AD46C886F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0C9DFD-4D07-D9F1-AEFB-A790677A5D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33F6DC-0973-8FA9-2724-631B1FBF13B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C1E21B-B0EA-E6A6-51DD-05134E5DC2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C54EA8-6F9E-1630-D446-9E1CA50B4B1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F0CD21-09E9-7279-5BC6-6F38CB6F41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9F4BC-2AD9-391A-9B2E-6AE931F067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C332D5-497A-4995-619E-49E6B1322F0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E3C085-B764-6E20-97BF-A08B41008B5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311315-3260-72D2-12B9-A72B0A75B2E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0B76E-818C-2AE4-7CDD-C279C07587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8D536-0515-68E4-C356-2C8BB19D48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8C3B2-73CE-53EE-2904-005178D21BE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86D9E5-636C-BB9D-3F0B-B4E397813C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699580-CCDE-16FD-82C3-D746D20275B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443C4B-4006-B0C3-B02E-116C522E493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3CAA58-D3E4-D552-62EC-B9072290FF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B1890C-D358-3DFC-6463-3C07E12F4B4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FA359-AC54-B041-8594-DD83FB947EC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4254D-369A-3EDD-829B-61DA4C5BFF1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E43768-9CD5-C5F6-81BA-163E289594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B7854E-EE33-AEBE-90E9-A808027D36C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6B2FEE-AF69-4696-DC1B-422C7550F85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E04720-2C75-5620-FAAF-CF24C133CA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D0D83B-1434-50DE-8334-326F0000216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E8B300-E2EF-AE46-4139-21A42785A58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4890FE-2B1F-ACEB-975D-21737FA29E2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EA5CE0-62AB-814F-26C1-F676326A837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54F712-AAB2-9182-52D2-F173CC8C16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BAC3AB-E343-0667-C8FA-08DD914CDB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E088D7-2EC4-3B19-4D87-04B6CA8F3BE2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FFE2E6-FFB1-82E7-1056-05412AA5FBA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E1126F-C466-29DA-A2B2-31526968E0D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DE42DB-7109-47E3-101E-6D644973C6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40C48-2B6B-7998-DA5A-F7FC68F4663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79215D-3F73-90FB-2188-A3AE014AC1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B8E3CA-153F-7FFC-8067-F35E84EDC31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4F50A-0712-3BBE-26A4-7422512C05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C6300A-13FE-C72F-03BA-57C8954A237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2A4078-3196-1F41-97C7-9C56FA603BF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669F04-CCA9-3E75-774E-CC78331F4E3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B6D4A8-B051-2498-14E3-93C47E651C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0FC19F-3F0F-0089-80FE-833667BEFEB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2E8B59-5BF7-9D34-6B71-CB0894747F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9646C0-7D7D-C0C1-34E7-33DC68CD841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2B596B-9E16-9C7F-35F1-183F537726A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F9AC6B-7256-7D42-BCBB-8E2B5DEDF86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5AD88F-D2CE-91C8-7CE6-39F120A75C7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10ED25-32F3-AE2F-A532-BDA8939785B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90A5FF-8001-4D46-B4A8-3FAF7652C06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959072-F7D4-A07E-A0FD-82570E7AD43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82E786-9F2C-676D-1BBB-491B745418F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675FD4-EFE3-16DD-EA29-8817FB4BFF7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7C4A0FF-ED9A-932A-9CE6-3773FB7D43F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54BE03-31E6-4C5E-0B58-B8B4171B33F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7FC52-00D0-C068-0C23-C465E4B2D21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304831-9CE5-5D25-C1FC-166A759ABF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538F66-B818-F527-3E21-86ECD82494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18C6A1-36FD-C11F-FD2D-4028F1D993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55B3497-A5A1-68A5-407B-16ADE4357A3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3FCCFE-6907-AD4D-8331-D257EA58A0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128068-6841-18B2-3B77-06D01522806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23573FF-0C56-D1C8-19CA-EBEB0B2A84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78303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4A4D-0932-F724-E2B7-9DBF321D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F23AAC-05A3-4D00-121D-950F63B6C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7E7C4E-CE74-87A6-05E7-AE34D296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F95E5E-C6D9-C6EF-8EE2-6760BD114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DBE4FD-508C-2F76-D727-EF767A671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50D976-BFBC-F16D-C501-29DC885E2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EB8D64-BE44-4CF6-4F20-26D40630C4C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329F5F-3A65-D04E-5B62-ACB8B38F0D0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A14FD-A6E6-D1C6-2111-CA2204758B2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29A9E-3814-70C0-7744-1BB42E760E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884C6-8669-6255-5413-2A75B357E9F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D69F0C-5457-D713-644F-9AA3AF8431E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66315-DAB2-61D3-0300-516957459FB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C4DB62-168B-D60C-6D08-9D7C93A545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21CC38-F257-D29D-360F-2599BE10D04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8E6AD3-3594-F1A5-FEDE-03BDEB3C828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6D3A92-C223-7541-B21B-0224FBD4AF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A4D82-E753-E2AE-5221-9E7B33F4498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B45164-2FD1-A4BE-F7C5-A435731C86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F4A280-D789-AF65-4B78-07CD8CB2E3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0ADE93-8AE6-9639-7C0B-452C4AD49B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22388F-C0C7-96BE-A29E-C755899389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6A7A06-F061-C52B-F062-676C1DB8C4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1D1EB-38E0-29DF-86F3-9FE75D3E11C9}"/>
              </a:ext>
            </a:extLst>
          </p:cNvPr>
          <p:cNvSpPr txBox="1"/>
          <p:nvPr/>
        </p:nvSpPr>
        <p:spPr>
          <a:xfrm>
            <a:off x="6654802" y="1276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B4B7FF-6889-0A1A-D3EF-4E52DA874A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393427-A4B3-5C29-298C-DD5EA8155B9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BCD9D1-25CE-E506-C9FC-CFE275441CA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9C27BA-C259-BE06-925D-44136F41816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48DF43-3B1A-4149-709D-50246A49C9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3DE4D0-45D9-7E06-25AC-836C417B90B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4F6F90-372C-EA5B-162B-29EB6D9ED68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414EC3-7BC8-EFD7-DE71-33F3F35E541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A37C40-50EE-B6BD-EC9C-F2ED993BBA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472210-91F6-ACB4-BD29-4FB75EBE8E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614EFF-B382-4B33-77A1-43869D9412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12B8C5-3DB8-9CBF-71BC-EC1EA6F2A9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61D93-36C3-D00E-457A-29737DF535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722F22-D46E-E211-6B9E-37948D8175C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E2AB4B-4AD2-C64C-46AE-2E702C663E4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0557E8-0235-8D7F-1054-D50992C39B1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FD29CA-2064-0026-ADCA-5F36DDA19CD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5D746-AF1C-0D34-8232-70695EA18BC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93F1F-7B37-E41D-D3B8-8657CFB695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5952FB-B62C-AA61-8D10-6904D0B2CAD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C8B72F-C231-A168-074E-246B4993E83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1D0C50-A009-C775-8621-9136CE9CB84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2931EE-0C1E-89D1-15D4-314761BE6E4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2B11E3-33E8-4F1A-CA7B-13931D21CE9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08A0C4-A809-7582-B903-00385126144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A5E777-B4E3-05BB-2A8C-893DB16B09C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AC8CEF-E5A3-9158-B3FB-55AB10540BA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2EF35E-DAE0-9855-EF76-120D699ED33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2E60A8-A1AB-CF52-C3DA-2CED3DCAA9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2A27F1-9FF6-B36D-EDCB-C92E68EAE7D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74A3FA-0491-3C09-2889-15104CFA7A69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F1FF7B-3321-AA53-1CC7-6B096036E4C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D4A1B3-B32C-1123-70DA-CE5694F76A4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68C889-8CFA-3A64-19FB-06E8E41419C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DFF79-F337-4EFE-22B1-A1C66E81AE3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46272D-8C75-8DCD-8791-CB93061EA0C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C15A38-C050-6E17-B148-00BCD3452F9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7992D-ACF0-5C2B-DA39-AFC6C8B9C5A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E59A3C-A90E-61C1-BC4C-85C4C4DF84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33BCEA-5890-DB16-3C02-FDDAC36B764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51BA4F-F22E-67B9-C630-566459290D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DE27BF-F5AF-3DBF-714E-F03D651936F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0423FC-E4D5-1380-BB27-36BFA93301A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50B54F-2E5C-C579-248A-AEDACC6A3B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2DADFB-4752-048A-64D6-9605D7D2DE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4F6FD8-7244-06C0-0733-1551EA13D9D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A811E1-A1E6-2096-8F9D-E83C7DF34A7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14F78FB-BB50-601E-D1D8-E9A1E117C2D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B4AAD2-8B44-A537-78DC-EF530CC9EBA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7E2172-A3B8-2971-6EEF-BA91488E4FF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3193586-79C2-4167-E418-33D4C2373DE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B9F7B2-1FFE-ABBB-835D-6A7F3A4B3C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7240A8-8436-39A7-591A-90CABAD45E0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670D3C-850A-E070-A0A5-8FFCB76B916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D21CDF-7313-0467-4D18-9AB78AB896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CA592-A7DE-EFD4-5DCD-4B1480273A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756321-7A99-2A99-498C-8DE3E68628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5E9B48-CDDB-C7FA-B4E3-38B393292C1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9DE1A9-45EC-A888-6093-232D8982AB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8C5C13-9E5D-49F8-8CB3-5070DEEA85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7E3A63-E0D4-6853-4244-17D2AA3CE0A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509DE06-F899-9A17-30B6-27E93280B44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2BEA91-4D14-05AA-535B-BEE868D800D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675484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E0CE5-B772-5353-47C0-B5027970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602BB3-D5D4-810D-9F82-67AC9F052E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7 in upper left block.</a:t>
            </a:r>
          </a:p>
          <a:p>
            <a:r>
              <a:rPr lang="en-US" dirty="0"/>
              <a:t>Last possible 6 in upper right block.</a:t>
            </a:r>
          </a:p>
          <a:p>
            <a:r>
              <a:rPr lang="en-US" dirty="0"/>
              <a:t>Last possible 8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7F5B08-671F-8639-6A72-AB0AE36AE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903822-3414-3EF9-1887-482A4ED04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B7220B-27C2-C055-DD1B-58E13FB64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1A13F6-572D-E359-F546-31DA154C5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2F02A4-0B10-5E75-AEA3-52F5DADF4B40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1E2C8-8991-A8AB-AA99-B20389ADEE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B7305-12B3-255F-D002-ED91B08F1F5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C9AC8-449D-CF74-DA59-7BACB047CB4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35FAD-A98A-2902-7110-30A1EF91433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999277-A91D-4FEE-51B8-8182DB9BE0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B81434-A7D7-D55F-88DD-FBD271F241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FBCDCB-AE81-AAA5-C614-D4F1CC0799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87A96C-915B-7BF8-481D-0C1A6482ED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0BADD6-228E-CBE7-E658-592A0324BA3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A15F39-F1A7-1BBB-1AEB-EFF8F54FE8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954D30-163D-515A-9B0C-768DC01716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94994-B040-5B5C-D14A-2CDE6F68AF5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A51D36-5FF8-CCA3-A9F1-281F05D1E79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10E7C5-47FA-5A32-F667-F7A65F81B25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FEE2D1-0AA3-F0AB-00FC-2BD0E8330B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6CD834-E78F-2D15-01DA-FFCC2992EB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FA4C7E-70A4-09A1-7CFE-9A7168704E0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39FB6B-17D7-24E4-16A8-7F40FF7D25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4DD365-90CC-2CBC-33EF-A952E27054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48404-A7B3-9EE2-D454-789235BC2B7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26B48B-1A26-C964-3455-190D0BD85DF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4FC3FB-3360-E16C-E764-9FB8BE5DCA2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E09D2-4EE9-6D7A-B0BD-E4E5BA9A8A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E933E-953D-C374-4D50-9F61B30B92F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7570C-E51C-83AC-1D78-2AC707D8E9C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256E04-BDD1-0F8F-0EE1-18AB8D59C16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996486-EE5A-3117-B242-4110313BFF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23715-2676-46F2-A85C-D25A8563FF8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79879-8089-7CE5-7263-4E01FD60D5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65FD58-FAD1-F564-E393-23D86B42890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BAEADD-61B7-5E7D-974A-A91B01B468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7F89D0-1831-B310-777E-705B2FC79D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2A7BAE-9719-E64F-0F73-F2392FABE94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43D010-7D0C-EEC8-46E5-0236E91835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12FBD-C1A2-2DD5-D242-D5968D861A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DD773-EA54-898E-B421-2A684104BAF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F711E7-841B-B65E-8A4F-B9290EEC4BC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617153-CD11-694E-7ED5-DC64977A83A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94C91E-7DF1-329F-7A9D-6A96BFF51DC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E271FF-C3E4-0049-E3D4-B4A1D538B4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EF5876-396C-46E0-E81D-666A4284DF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B11C75-D78A-BDC3-A276-EB45DFB3ECE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AFE05F-4B0E-24D3-F0A6-A730EDC1A9A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B53FD1-0468-477C-5E93-0BAB2EA338B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7905E4-BAA1-62BF-668A-88FE190EBD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95E762-56EC-BB50-95B4-371E67C83698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77003C-6A8F-BBE5-2C74-689F585F78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CBB92E-99E3-F95D-C2A3-0E6F3032EE8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1882E6-7635-C4FA-4AD9-B45DBDC363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41B51F-0796-AB82-D6E4-13D81205081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5E4950-70CA-246D-EE84-4499ECF265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270425-37DD-0A62-C444-97D462B4B33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00BDE-AEEE-428C-9393-7942E1AE168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073E86-1C0B-63B8-AAD4-F88B6331A8F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E701DD-1390-C168-D20E-44EFD72FFFD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EE03DC-68A4-E2C6-FE01-B93FC1D2D91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DF6F75-E4A6-4ACE-C847-E5256D50AD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D6A8E7-8B52-0508-E659-A1F6809DAA2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3B51D8-5587-05F0-D334-DBFC3EA820A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6CFF02-0140-5C45-88A5-5B1FF5D70FC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473C70-69CE-5732-D597-7E0DE7B8556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286FE57-62F0-25CE-3708-04ADE7AF42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8DBA73-7A3B-2F04-806C-787B012E5F8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4FE081-B547-3D78-F61C-7B43F7D821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EB0B5B-D9D6-AD39-3691-92C5816441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DE5794-F499-77DE-53AC-243CEBB9555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3A1ED7-941D-A5AB-BE16-3D56A87D3EE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74B9FF-34D5-FFD3-1BF5-218AD1009F3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14376A-9893-9A95-0CD4-05C80A26442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DD10D-43DB-C8C4-AD60-92B23DA67A4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EBEDBB-2827-51AE-6B75-50BADC02F30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40710E-577B-215E-D670-6A2CA4D66B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0FC809-9B14-E3C4-4601-0228D5ECDF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48D55F-A1CC-C154-56AD-ED0B7C887C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02EFD5-EA55-1E81-8A60-099A32E1E9B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2AC05E-0E74-DCD5-F2C2-E5EA901500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38262C-28B2-4C64-547A-3E1AD5DCC9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A00951-78F2-3B12-B621-B7FA68DB43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51571-8D08-0F24-44E2-8E44A8084E6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61AA96-F2A0-2532-11D1-293C3F2FA3B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2511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7956-EE51-C29E-498B-C89AE472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E1C21-7099-ADAD-9910-CBE3CA5B62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56DCAA-36EF-2F79-7A1B-EB1BF5B8B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FD83FD-F874-4FAD-1297-BC06D5C2F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0B8456-61F8-7EFC-2CBB-0355EB308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19D492-271F-19B2-885B-F956D624B7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36FECD-E297-2DE8-F1EF-95EF8E4265B3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FC14-F11C-5648-F6C7-D43B7E2D66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006AD5-9F64-97A4-F2D2-5A1F2B2B33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680A9-F25B-FEFD-9258-6AEE36C58C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473C9-5477-571F-F51D-E9AFF975240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0BE9F1-E9E5-0160-97E1-B46B33CE43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30636B-0584-8AA1-0C15-857F0329F6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D98500-9B46-517C-F848-E1EB2040A8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81C25A-64A7-B620-A53B-A8924E23FB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96E4C5-0DB6-F53D-7D21-AE199420457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BE24BF-35F7-F2F9-13E8-8CDD24AC232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0A12D6-E59D-E713-305D-0357AA0A55B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FF206F-D349-8D73-A583-038EE6830D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DFA485-25C4-B758-E928-9E579C78FF3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D3510C-7D5D-6028-A9DF-BA7E460C228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A026A4-48CC-63DB-B10C-7CC73AE90F3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CBB213-624A-BDA7-A0DF-3DC0CF7B7BA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00AA3-B581-0AB7-244A-4314E9CB68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1DA063-A2B4-36F5-D05B-13D7AD1FE91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06707A-BA72-7C26-11E7-06E00544E61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8FED7B-C397-D537-EE80-18B2B8D76E2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0A237-2951-9AAC-C686-3FE1FA9B05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41B31F-EE1F-FE3D-02FB-00CF921760D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F46258-4BC9-A4B3-B061-B2FD15E7C2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8EDE2-9680-9EF2-62B1-FC1AF127C00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D3D5BA-5CF6-2D0B-A053-0737340E794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140FCA-DCEA-2252-F039-BAE90AF471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FA3D06-7EB5-402F-9DB4-CD7710935AB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14E734-BA8B-511B-A794-26294C66301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4DD29-82BB-B67E-1AF8-2B11B0B3FB8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4842D-378A-E95C-C9F7-BA10341E43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9C9CB0-B916-4138-6E80-317D2421747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EC830E-3D35-F4B6-E0D5-C05312987D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8EF1BD-03D1-235F-E27F-A6358360BFA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2FEA6B-AD02-00D9-D5D9-EAA292751F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FFCD9-0588-0147-249A-610A110CF9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2E1B1-F5ED-6644-15B3-BBD343861F8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0E0E45-EC0A-B9DF-D901-8A7D848DB6E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7C8568-6691-6A82-539F-323F5210B0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2685BD-214D-C174-E545-30C1D2F8A9A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A62F2B-C96A-A7C6-BB72-A8392E799E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F85A8E-8011-1296-5924-58F2FB36CD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9937EA-ADA5-9B42-3ADC-0337A9986C9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B7BF0A-1E06-B6C8-D4C6-CA21225C58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EAFC08-1009-8444-D765-2C6748B9B9F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A2449A-4533-004A-54A7-DFDFD22BA6C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1D4BB2-2B9B-C7F1-1132-A2F735C998ED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6F125F-2EA2-1C21-3B42-443AE64838F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C61B37-BFDA-11B1-B6A5-67827F232ED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406226-95AC-9092-0045-CF61791A68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64314-5F8A-9DA5-F63F-166AF8429E8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3C9585-37B5-FBFB-8555-B71879CBE81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C0278E-4DA6-BBFF-5561-197E068EE4F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4211A0-C031-599D-44FD-679B15164F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E0AD03-8509-D2C9-98A3-EE665AEC26F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9D418D-157E-F52F-8F9E-5A53CDD1F81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B99CEA-4AFD-052D-7C09-0A6E3A20921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BC019A-F269-1B39-DDB5-FBF9071D4C7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43CB3E-1ECB-972A-36B7-BF1FA3A6D45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A8D8E0-9303-F29C-C56C-D4B6436E7B9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6EB181-9BF4-2B17-115A-4828798C306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402C43-6697-FBCC-B0BD-16CF325D962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45C1056-BA54-3FAC-3981-7959099A436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ED212C2-EAE3-D9F6-5648-6EF07FB6B4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EBEA53-7969-565C-FCD4-7F81451B54C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07CA75-DCBA-189B-EE9E-E9947611A8D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A7E3B9-30A7-67A2-9B5E-71531AC1491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DC6B04-DED1-82F0-04C4-242AB2C4F03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5F837-D216-3FD6-3C3F-56D5856B5D7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D705A6-C27C-B746-C6F8-FA5BDCFF45C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5DF053-DCB9-65B2-0CD7-8EEE71ACF2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150069-34FF-9144-1634-5C1976DD6C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55B8E47-DE64-687A-E4F5-7C29640F946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34F483A-52F9-3610-C2D0-26FEC03C11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9B242D-047F-063D-0F06-A29EFE4E8DE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5FE7B2C-CA6C-AC96-8284-9D1441B1443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BE7F1-B9C1-9CD5-3C77-9703AA49B4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A323DF-EB61-6F34-8C75-5D88E7F38B8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8E7625-37B2-D988-AE91-617F91FA6B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8A8997-8C6E-3D6E-6234-DC3312B4284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659170-C141-222D-156E-95586B4E525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96409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9D39-2943-C95B-227E-FF88D3D0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79602-6EB2-28F0-1D1A-3B90C3C93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FC888F-7BBE-EE99-7127-EE14B808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D6E9C9-E803-4476-4436-0B9922228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608FFD-F45F-3CF3-EA66-82CBA8692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6BA9C3-8DE4-EBFE-1A3A-7CD04A6FF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B9BC41-9654-BBF3-3861-3ACF79762F87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F0B7B-338A-1461-44C5-9DE269E4D0D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14C205-E976-A6A0-36B8-DFC3298A00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9DD0A-BE9F-F646-380A-FAFFED0353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3C594-67BD-6053-487D-CC77573A8B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310271-9B3B-3F87-FDC6-F43CBCAD246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CE2EF9-02D9-DC94-382E-20077CF39B6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891C89-F21F-BB11-6911-C3B5E56656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C17A41-CA2A-E8A2-8D3E-2B623D3FB45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19F42B-BDBE-F309-98CA-E34AB54A9FE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DF6869-6662-01A2-2EEB-5FB5F4484A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66C62B-49D9-FA5F-40CD-5AD46BFE74E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22DE97-A847-C7C0-775B-603E4C3B300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C5055F-CC70-BFE4-D6CE-765846825D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6A472F-F77D-BE17-C2A1-6E5C235E41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0D0C75-949C-136F-1BC2-C32C4298AA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744F46-B93F-FCE1-12F5-CD35E6B8738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58FC9-6E1D-9898-B1CA-7155F43BD7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5395D2-8B13-18DF-88EC-45891364AE9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0AFC0-A6C9-99E6-754B-43E7486EE28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71A496-AE45-7C0E-5FC7-9DF271AFA58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471AF5-20A9-4028-D8C1-5620CFC433A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FF6372-D902-96D6-4983-6AAAEEA4780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097B1A-94EF-977D-2ED9-4AF3CBE5BEC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C3148F-1226-96EF-34B1-A433178E218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33CB64-9493-3A6D-E0D5-3C123995A5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B95223-46AF-BD2C-6A16-105C9197535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2B0F7-673C-FD5C-D996-5CD411F4E8D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BDFA-B396-18BE-C135-5A08E3B1BEA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CB914-EB76-BE92-A671-EBF1944FA9D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82571D-5380-10A2-51C6-BDDF3E8DB45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32878D-ED6F-AD53-922C-7CCE9C3B8CC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209B0D-685C-6854-958D-50C264CE8D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531ADD-F029-17F1-DAF0-816A34BFBF5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FE82DD-1DB7-5780-3640-88627DD89F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EE2A2-042E-DB3D-035F-2C62740CD8B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4171D2-4702-BD4D-E82D-9EC3F52C4B6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33898F-3C9E-A420-9424-3B8BC93D8F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132AF7-4EBF-62B0-A04B-C63A1EDBAD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00A906-2CFA-FFD7-D3DC-9068531DEE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A937D-DA55-F0D0-5E3B-4F45BF3FA0E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384E5D-5FFD-73DF-9BAC-DDBCB427390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8F63B8-4D78-08C4-5CD3-B6A38133D96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D796EB-85F2-6AC4-C11D-6ED267B609E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5AA9D6-EE8D-D6FF-B703-37BD0F85D9D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A2832A-A98C-BD10-5946-C026E27383C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7354DF-6544-E455-F794-E5F193C43637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6F8601-971F-7684-7894-D5A5EE27BB3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8116AD-616C-E4DD-AD39-FFDBC975B3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CEC646-662B-F0A3-AC3C-C510651A0C9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E4DFC-8C21-C210-2051-288FAFD3525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2301D3-3A13-65FF-2616-BF23EF9E00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71D71B-386E-0449-81D0-EE6F9D4FE3B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B5C025-6992-0F70-4E7B-483C9A83D5B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F0894F-A148-D20D-5142-878AB277CCA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34E865-5F3B-4287-291C-9CF71F44342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A1A8B4-007D-AD19-2070-D8C4C71BB8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3CF274-8CA0-7F0D-A300-19972B8B07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2AF43A-EF40-5979-D4AE-ADA77A938C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7E451C-7A71-D03A-2B3D-2C3CDE07AB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57444B4-6D00-9B9F-BC3F-EC9318C5F82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B8DD94B-682A-DCD1-00CF-A1266B1721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CACF84-49CC-4866-4420-FF01D102FD8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41562B0-BC23-3B9D-C59C-B8640293E2B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CC9831-32BC-FDB5-7880-0B00DE008F5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1D2973-2265-4C66-F21B-556AA9B956D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BD56E6-D69C-07B1-201E-B940A1F8623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8B03E9-1545-6AE7-AEBD-0572A034E61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5435D-B116-D3B6-76DA-BD453F9C219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FBA23FE-909A-0928-0222-9290A46471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08337C-A463-9A8F-EC79-AAC6FAEDE80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130EC8-DD48-EBCB-826B-49FD65817B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E0DD6E-41C0-3717-81F9-093DD4CF9B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49491F-E8DD-C32D-F3CA-07E603F8E29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F283AB-2080-899C-1087-E344B09AD3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0FC27F9-D3C2-23CA-D026-D12416500F2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EA1845-D14D-EBB4-1A34-CF6502E455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9858D5-D908-CDEE-813B-62C7C866C61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9BCB31-7A7E-9802-5C59-E20BB6DCC0A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7355DD-B859-CB02-D687-1C33B834E5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495DAE-441F-63DC-933F-90A98FEF95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43765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CB79-3965-ECD6-BA05-E9AE6EAB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B5C5D3-85DE-81F9-CDFB-895D115E8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2F9789-79F9-3A0C-1083-EF12E64D4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E1A040-16F3-A535-01E6-DA87A36B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C550D7-3A2D-7D04-6BFB-8E1F23497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391E10-EF8E-4782-ACA0-E3488F5F6E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CEEA7D-F083-5309-5628-E69D1E6D8A16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69626-92B5-FFA9-9F77-D27A97DA17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0B6F0-C4C4-EA20-BE99-C7B180D29D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CC6A5-F5C7-F65B-C990-F8111F751A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21868-079F-BDC8-AA0D-467ADA2D5F4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AAA931-3E89-6815-4E48-523B80A5EEB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473D34-1854-C269-45AC-D90CE316F34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1C99C0-DFA5-34C8-6127-2BFFB4DE9A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742039-A37E-3DA6-8BAA-2F742F77E35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4DF2F0-9371-5E6C-60FD-A40C2AB819A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E4ACC8-B24F-3228-45AC-5F7A4C7176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1C8368-8991-9202-1FE0-E4F3AF062FF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7BEED9-9236-1041-1225-701154191A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1A9116-7D4F-BC47-4703-DE9C77B8102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B5A7E0-3408-D10A-90A4-6611F791F9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55379C-204E-0CDB-F91D-40D97D201E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F45D61-AD2E-27D3-C9BD-675F84FA73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597EE-C0F2-2D21-CDF3-77B1FFA07B8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E7AE7C-F4DE-8EC1-1570-B1C79A38614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5A095-ABF3-E6FD-7374-9CB2717685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01C08F-AABA-923B-6A2C-AA25F88A472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57135C-FBF4-754D-B97A-C9D76A1856C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1ED0F6-0365-6B47-B58D-F6DB5058C41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C63FF-ABD6-F4A1-E091-B2F508A9AA8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034D04-E7FE-81C1-175B-05444D3CAC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ECB1BC-56C7-B7D5-6CEC-16FF610822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A657F-253E-8E64-A69B-8603D41C5D0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F7970-1C6F-05D2-0DED-5F4AB42D171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6BD59-7869-3223-7E82-9065993EFB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3DC259-7F1B-BB27-5F01-46CFADBAD22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ABB6C7-21A1-6779-CF62-395327BC994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BC4378-5CB6-1A1E-AB6A-BA9EB26321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CF27B2-73F3-8966-A71B-BE2506016C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8D843E-FA32-6D19-D16F-1D8CD1E7717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195B5-9672-145C-2862-BDDBC87F166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DB867E-A29D-3141-2B96-5CDD503CB40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F3C33A-431F-B697-8F23-5BF59226EC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7E92B1-3D01-370F-ED7A-571FA86A155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485057-07B7-7C90-6CAB-04FD13B003F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A5AC15-F0C2-9BE0-9E3D-0A785894D4D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25591E-FDE4-1180-716B-297468E7B1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F96F76-7520-013D-7F22-05E7E5EDF20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24317A-1788-6412-AAF3-5511A2ACEB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B0D404-3E2B-DB37-A531-D7DBCE56F4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DB0DE3-5216-B5BF-2CAC-455BEBE97DD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69E09D-CAC6-8511-55FA-94E40F90315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EB0197-8053-A17C-ED64-08DCC7ABF6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E5F7F6-9A92-A87A-DC2A-65248A54A4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5926EE-142B-82FD-5837-B40B0556C8C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23FEAC-58B6-9988-29CF-74D8CCEEC98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DB313D-DCC4-5EA7-8D52-0478398415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995F37-8F2A-01BF-B4CB-8D4D51CD9F2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CC2ABB-826D-7EE9-7FCD-FD6D333C32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943904-DAA5-1C61-9AEC-071A2B22CD2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23D6F2-BCD0-3A69-87AA-72CE2688C7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767827-F660-CB2D-2FB6-7243E46800F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4FABA3-A206-D1CC-ACC9-A10AE6CF1F5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75C593-BBB9-B497-07B1-91775A0F770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3A051A-0F0C-CEC6-3A2F-90FC368AF87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A81058-DA20-D4C6-5D12-A39C574D96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258F44-B5F6-F0A8-3080-0AAA63BC16D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759A11-DCB4-0681-C273-F501BEE5BB3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16DD57-0C02-9B34-7FD5-C378C6AB4E3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D773DC-FA49-9CBC-CE3A-1084C96594E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A49EF9-B190-5C39-D930-50B3D77BD4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29E43E-5BD6-A6E2-0C84-78EA87F01D6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2049A2-96BD-E247-61FE-A028C7981C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4DAF0-6C8F-D4E4-682D-848191AFE69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355CF3-749E-FDFA-54B4-B9AF64CE068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BAB417-CC6C-C0AB-2500-76F2262359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4F0615-42CC-F499-3994-856F4979F0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DE62A0-A242-C941-766A-6FC6A1F76D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439D6E-F954-CE4B-7258-09CC76E949B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5FB1C7-6828-EAB4-3E52-4F5F7E8F06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1FE7AD3-49E9-8167-9C9A-9DCD404674A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61584-37A9-4767-4C3D-792A451241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80F79-34CA-B67B-D49A-CF76D340554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54C250-3323-AC50-CC1E-DCA18E4A2E6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3D0E26-2396-319A-1696-3FFF683092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AA4CD5-3070-80EB-F408-9830B50D68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F1EDF-0E8A-0D37-FE87-495A4B8212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011144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0412C-1DD7-E8F9-F4B6-7639D4E3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59D0C-E010-D479-E260-34130BC740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left block, 6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05DBB2-5892-D1D8-6A77-B7FE3784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B0406E-F2A1-C17D-D1BE-6B611BCED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7A1C79-E350-DA96-3729-E135C1D53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059FEE-0784-AC7E-6AD4-FB8BB3C4B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F55DFF-093A-E8ED-2130-931430C8F6A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01D15-F1F2-8D0A-B45B-19119D34D6D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0FD8A-6B6C-5EFA-6C42-15CBDC78034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E47B84-D45D-7277-E5F5-4C28F1ED26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81A5C-7E3E-5F13-FFCF-CB07F4F4A91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1D9DCE-6872-632F-A388-751A49C79A2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F1EDDB-2772-C962-5D3E-42C8B1AE86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DBA2CD-5FB1-1B5A-FF93-850D20ABD0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01ACF9-4235-3122-43A9-BE0F5D56D77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1D303C-B100-3395-D861-1C8DD4DC8AB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A34AC-169F-1796-1277-47B454C4DD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1E110C-8991-CCC7-9B20-C9CFDC7DBD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C360E0-9E64-2001-36E1-195DE2D090B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72FE67-1B03-36CE-0C9C-96ECC079F3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B01C08-2729-E97D-C212-380E52A6FD8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7964A9-6017-1CDD-12F2-B3764AA379C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42B03E-35F0-AC2C-35AF-BBF7C82475B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22254-894F-6407-2BCC-65CADC7022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723B41-1735-B962-BA86-4E7034C07C7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EB46B9-E77F-702C-98AE-8B91A1FD644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638F7-D40D-46EE-EEA5-F140043979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616BB5-D65D-F02C-0074-16157BEAD6A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1AC2A3-BFF8-94D7-1DD0-144FEEFA51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42A060-9324-2953-D53E-7E412F18C6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EFF84B-8A25-39C3-5869-FE4FE1D072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E92FE-ADA8-2F63-EFA2-D530D8F4A3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41283C-3298-3890-6D01-0D86C21B575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681AC-FA10-D036-0931-426DD4E344A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D5996-CF04-5751-A8AF-D9883B24CA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2BC970-D081-9D38-4853-922AE58AB2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4AB096-8AAB-DA91-D9BC-D65536A061F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2B1EF1-2283-79E8-CF05-B2363EB0EF3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904B7E-F330-493D-929F-7E42925ACE3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1FA1BC-087D-DAA1-D575-01631FBF5FE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6AE11F-83B4-97E9-BE08-88EC834AB37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E52D6-CE3A-2004-70EB-7666F82C10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3AEDCE-3468-704E-2132-A955D1054FE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DDB9FB-1FE8-6186-B107-FB15FA0402C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70142C-B1CD-AF6E-E549-3491EA685A3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3DD20B-7F1F-AE47-29CC-8A9E0A9447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6078BE-2507-8EF1-E7DF-39064863D5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6914A0-EE11-26C7-1F6F-5B35AE6AF92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797888-D0FA-42FA-0272-BC6217B419C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EE9D2D-DF13-944A-3723-68ECAA7067A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EC1289-EAC2-AA39-44A1-3245BDE7432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4BE759-7347-1333-B562-4AE9B608ACF6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AB2E14-A603-5B34-8D94-50F4225B48B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3D63BE-05EF-279D-F7AD-D3A6D2BE7C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6600C0-AEE7-F370-D582-E999A6FBC46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FF5EA-2C10-EBC6-C9CD-A7F4FF9C2B5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9915C5-E5D9-DCE0-BD6A-2260B145C6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8A9906-F743-473A-7064-5CAC572F7B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B51E42-2EE7-11F3-9B6E-053395840E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944126-D0A0-58FB-6026-069E3C818E1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F73EA3-351F-E28A-A9CA-257F6487280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CA89D7-167A-E829-B48D-38B50C6620D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3E6DD5-9C4E-1296-8541-5E614FDF801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2BA1F7-6258-B22D-9A4F-C4B700C2EAB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49E38F-301A-F22E-9877-5ECA6D1980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EAB397-230E-7E5E-41E4-D22413A5A7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3A20E2-3FB4-D97A-8C5A-C42F6E6B3B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A0FB42-F2E2-5D75-D10F-0A40DBC1B7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484B76-ADF5-BAB8-ADE2-9776C0C674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AE4585-6C39-1904-2388-4074EC7EFE2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26B716-2EB6-0D76-312F-CCBBA299EA3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4463E7-6A56-184D-DDC4-11A9D817A37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B4B8D9-494E-37B6-0A90-B498F434B51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3DFB2-75ED-976A-4AB0-02BD5F99EF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44D3413-F8E3-3B7E-E923-3A0D69CCBEE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0A7B78-6367-E87F-AC62-DA39ADD5412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73A6A1-A10A-FB59-01DD-F783DC58617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2DA601-682B-E342-8FBD-1A3D17353A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320A73-C26E-25B2-51C4-CFD3A79948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1DDEA39-1B74-6308-16CE-33A0F2B19EE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5FD24E-41BF-EB69-E72E-262C8AAFB2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17A5E-565C-6B0D-F38F-3DAE5719EC9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34D4B-D1FA-5A43-0EB5-8046DB21ACC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A35371-6F69-A281-5448-C519521D16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67D6E-C06A-A287-E929-152DBEBE7A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3CDC61-EBE2-9AF9-F592-077BFDCB9BA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9975F-DD8C-FDA7-BEF6-5B53275507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96214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0E17-B836-4578-4CF6-D6A7CC8D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87AAC2-863A-573E-C93B-543D90E62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45/245/245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58779B-94E3-D41D-AAAE-632C02661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22A9CB-28EE-CF5A-DE07-1AAB4CC4D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3BC087-6DB0-6577-00BB-A87ED3A8C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072B88-548F-C080-C20E-B60DD7A37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F90BB8-802C-9F89-B514-AB8D7BEFB6B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2E22E-CF1F-6403-C411-47D81992B4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6B585-F4D9-3FFA-8075-C6BB7AD0AA8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01453-A5DD-1726-D44F-0530BD20C1F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A82E20-D576-51F5-1C03-4192312AFC0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B72797-635F-C8F4-0291-88038E4194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2D44A2-6838-9381-1161-560605E1A3F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8DBF73-5733-B9F0-EEA6-1AB70AC2F90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6DF05F-E551-CB2A-2CCA-95B3686C5E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7D28A-99F6-153F-AFC8-A49FEABBB2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706C8E-B2B4-F5FB-DC7C-87DCBBE88E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53FC0F-7E75-7AA2-8FBF-7A55515BBA1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D7AC85-3C1E-249E-6B2B-67875FA595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00FF9-3004-2A43-188B-4A1156F08B2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F85ECF-3E55-922E-890D-8DEC0C9AD2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46A28F-77E7-BEC9-6EF4-D91DE48FC8A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86D988-D6C1-D770-1375-2F9BC7E93B2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4AB4E9-7C29-7776-13E7-1FC68531BF3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AC0111-FD6B-AD46-CEA7-4F5A0DB013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DF4D1E-C7ED-8661-D997-03E82F62FDF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003C7F-21EA-AD8B-7B12-9C8570C576E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59CCF2-08FE-5DFA-F361-D57F77D97C2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1F5DB-A17F-D196-FAFA-A2DE130D452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D77BC8-DA56-209C-9C0C-0EF5D070859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371CB2-E239-C184-414D-4E10BD77C34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D3CBC9-816D-C37C-42CC-809F6F25343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89139-2A81-D305-FC76-D0EFCA030A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861F38-8F5E-D745-3D1E-1DC27B411E5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9F5909-64FE-7442-1E38-646B62981A2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AD926D-424D-C4CB-A6A5-902CE6C80B3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F46E2E-B7A8-B70D-B8F3-259A8B9EFD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465599-45D7-D721-1DC0-38B4062A674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7044B1-11DA-C9D0-A327-77564BCFAAB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DC704-2850-BDE5-FF20-EDAE239EB8A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555F4-E219-836E-7118-4AFD1DB0AF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776B4E-453A-B4CB-BF09-BD2D7568BA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9EA109-84CE-A5E4-3FE7-1035A3C3B2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0A0882-C008-15AB-3225-677B2684EC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E772B1-31C6-F3AD-2031-9D5F0E8933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D5D897-C478-3974-4FDB-55D499683A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C36686-4C7E-C52A-0D64-793ADEAF6B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6CA624-1442-1DA1-49A7-BA2331E545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ADA2CF-620F-9263-43EF-AB3456215A0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F11404-C27B-6E1A-3277-3AAB5EB5E4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10AB14-DB71-149E-427D-CA1772979C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E906A4-6747-48BF-EF3F-F8545B35DA9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B40B92-D187-8890-BA03-01F06FA7159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B0E5C6-5A63-E412-B10E-7FA6357EF11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2C2F35-9A69-28D1-46D9-33102D34D2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8EF481-A948-20E5-B65F-53BA369C72D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28F589-711A-781D-B946-9D807C9B1EE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CA30BC-7F86-580D-9BE8-0CB31A19A92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88332E-7706-28B2-63F9-892E839AA7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476F11-43DC-7C0D-F3B7-14FBE1A044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BF17B3-DE5C-C1B0-65F8-EEE9C90819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140071-99CA-9F51-8A2A-C3BB210C3D1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06F764-6463-47DF-8576-59B86C262F1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C20EF1-DC31-157A-0BCD-5C7E8A5F0C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CC59AC-158C-ED0F-E5F0-DCA9CEB51F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928566-AE59-F1AD-D0AD-8852BF6AB5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B0290E-1966-C185-58F0-73ED707F677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9D1D74-82D8-F712-7824-5803749AA27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578A81-3A45-64DF-E779-69CB220DDC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1329E5-38CC-5D27-100A-57208F7BDE8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18824E-21D7-8B18-12C7-B6D68366D7F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400224-658A-DC37-8C9B-54F2252DCCB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36F72EF-9C86-DBBE-E50E-64A2F043D1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742D1-8901-23F3-6283-33F8DA50FA8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D5D976C-E2AF-864B-8444-7ABA99175EC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2C4917-259E-3A96-815D-9D8A25028A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36665B-71F7-F222-CF00-F36D814535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BCBAC9-1A35-F4A8-7B35-42F5F3143A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95DC4E-4BAF-9086-C4CA-A0E71192AD2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FC80BF-E28D-AB52-8F11-5846A00A3B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1E5680-F681-6DF0-F0CA-D329BC082D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56D6C-D0B0-5798-0CB2-8FF87CE0AD6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C14FA-1BFD-27F7-2F15-111F79039D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E5B75-3A04-3C37-0B40-FC4808CA9F0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34C2C6-DA50-C443-56BC-50FBC048F7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ACBD8C-E622-87D3-0F12-CFE6641B77E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D56FA-A8A0-B1A6-7609-5F36ADFB6F2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83927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A8A7-EE94-F484-8D65-39E9E972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C8286F-A60A-7EC3-D24D-B69F04B7DF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45/54 complements.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B24EC5-ACC2-DC52-882D-AA3BC51CA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74AA2E-7694-E3F8-55BB-EE22A2FD5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70A832-0886-99A6-216B-FEB2FF47F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27F96E-FA19-164E-1624-2E59BBED1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FB09A5-64FB-E43D-0613-37B104640F15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F7691-8100-32B2-D836-E92D0D229FC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5C263-9BF1-E8DA-1328-9954D40D522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0AC50B-CB59-E1C5-28B6-F385D806266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9A419-93F9-F626-BB4F-AA039E4656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5B159F-9FF3-90E5-1B39-81D0A088AF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556EA9-04DD-FD72-0E5E-C7727C3A286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289ACE-8B8A-EB65-B1D1-DEA5CD531A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779DC6-2640-A7C1-B8DE-CE0CD09990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AE51DF-AC69-998E-6C67-85C35E24F29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9BD958-AD6E-A703-B148-80A6ADBC688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F2FCD6-6629-6274-1754-B6012A6B393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0F1BD9-EEB4-D963-288C-B4D8994D0F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68B309-B7FD-EF2F-6D3B-D23539EEDF9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4F0105-8BF4-3718-F416-318F267203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BE2E10-1857-EE96-C2FD-955B88BDB34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097C02-E6F6-B0E5-D568-2286BD115E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F46E57-E409-60C4-3A31-FD6860546B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1F7B7D-DCF6-98C1-D631-687FE0A353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3D1FB5-4032-406F-8665-910BB3A4551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EBF040-0018-D0EF-E386-1891004CE09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FBF068-FA07-75E3-B6BD-12E2F6C14C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C97C07-83F0-2419-8605-ABC5B03C04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D656AC-65BF-F21B-6AF3-A98F4D37CA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47E821-BF5F-A52F-C218-B34921FB11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EFDB21-DE07-01E8-2F6A-B22F05D7BC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E18C3D-3E5F-F0DF-4C10-47EB9045F5B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D557F3-AEF7-F837-D90F-AD86FE9EBBB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DB2892-61EE-3F90-2304-679E638F3F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C6406D-F1E3-DDF7-BF7A-057312449A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C7D48C-B53B-B7E1-32DA-EFD08891E8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2BBD7-39CE-A4D1-A18A-7B430AB2275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229C59-73D0-45F8-0B23-DD04D0EC9E6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02E161-FA79-6211-4F06-759F8F2308D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11571-01A7-ED2A-8CCA-8616FB35CA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1557E9-2914-544C-75D7-C522432456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A820A4-EFFD-54AA-BCF4-A7444E12137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89D241-BBF1-9A86-C3C3-F7CD8CDA510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9CF7F6-D65A-C526-6258-9D518987A4B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A6A55E-683D-B4B6-3A8F-6A1AED17ED7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B183AF-FF3B-CE64-DAAA-F3B61D69B08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BB4F0E-CE7A-C3AE-E708-51FED78AFF1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A05358-670A-D484-A0A3-65C50781AD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3FFA52-F92B-81E7-13DA-087B307532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B8C21A-7F3B-DF06-4096-E971160E30A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1CD0B9-EF41-3D62-B7F8-5A82D2484CF1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45AB8F-2DD2-36BF-1C34-9CA2DA707E6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FF086D-ACDD-4F7A-133A-98837D55933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E244AB-FD67-8C81-A9E2-03770984DAF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88BEF-DA2D-A1F9-6B57-9C27BF0BE3F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21FD42-A812-00EE-3B20-98E29FF1A6F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0B501D-6B59-C328-A89A-0DD0357B400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DC6C93-1DD7-5078-8912-EF1790E37F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0D29FA-F5B2-1B0A-FA92-4D3EF00D358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EA46A2-15EB-4010-E9F5-46C0C63629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E68972-198C-78E9-3E8A-1FD8F33FB95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747714-7603-B3D8-6EC0-356118E270B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035663-160F-6CE4-0B30-197F2FCEE9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FA3E24-7C67-DDBE-7269-DFAAE4E61B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524336-8C7E-86CD-7EC7-5E09A67F2E2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74FA27-A01F-1647-16E5-AD55F2C38E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D8324D-C8E5-522C-763E-96A72A6C395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106181-2203-9B46-006B-E6C35AEBAF1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EB1DD1-3DBA-707B-F572-1F4BC33A4DB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3E79DB-26B0-91B4-85CD-9A023CE2231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6B5339-C30D-61E7-A3D0-1AA36C7EF87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1EAC24-6345-1E08-C10C-B11CE42E6D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B5A48-1D7A-DABB-DDB8-8F77BA3F256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DC57014-CE32-5182-6099-BB0849A1C9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DE3F59-FC1F-F2A3-67FC-8339A8E21C8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AC17C8-E95D-DC12-D348-1E2E6B44BC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EB8E71-5DFA-6FD2-F911-E4419263992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0C0339-23C4-AEEC-5113-56253765C9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B8A13FA-153A-FAC3-22D8-B89086BFE7F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4644E4-C244-9F66-1E20-1EA8CAD455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D0F72-677A-6211-8DCA-4A321AE9F04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269C0-0E1D-87E2-5E80-E3447D2954E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AAB2FF-E213-961D-220B-053A0173D3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A44727-5B20-72A5-7606-E7D91DBF05E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FE381A-6BFE-ADB0-13ED-6D8D5F9ABFE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81F0B-B372-3B8F-CA8E-64FF9A3CF23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859111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A365-F01C-0E65-615B-336DD07F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047A7-CA4B-2467-6D37-227778D62D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cyclic permutation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5F398A-90BB-70DB-2D59-A6FFF05F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E7A11B-492D-96DB-367B-C01570DB9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F95E2F-652D-D07D-66A1-39EAD7645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E87AFE-1BD7-02D0-48B1-03561C916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BF322B-2336-0AB6-60CD-8E72334E5904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05414-DE6B-D8B5-1326-B05009F300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2E41A-86AA-C329-857C-775B898BAC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A7BBCF-6F17-DB75-1C49-5CE12019E99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70C39-0024-C4FB-30D8-05550D0F5FF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BD0D94-A118-FAEA-B26E-E14BCBDDD03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D8A32F-58DC-F921-E1DC-7FFD3A50D50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817DA4-5CCD-B883-0C63-0082916E14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B0BDD9-0A68-76A1-C154-62AFF5851D8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F10717-CF74-42AB-CB04-82B1B24E12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E77B81-22E5-AB97-6FBB-5BD82F884D4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779789-F4C4-15CD-9C41-9C08C30AA7E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F93563-1EB1-2A85-431B-D5B0C4F029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733FB5-7CC5-EAE0-0762-7AC560154AD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152A08-24B5-7A63-A9F2-202AAA3B54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798248-EA11-7683-DEBD-D68B5C9A55E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24CDF5-1B33-D942-2328-3A91D894E7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897E97-4339-95AC-7166-711393D97F3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6F005C-1139-BDEB-EED0-55D28C6376A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4D9A7F-8C85-277D-C629-D0EA60A1110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CFDA0-BF88-A040-EA7D-C1E4A883F2E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873601-C461-D223-2D74-6C8CE08AFF4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F192E9-3163-8C8B-142F-DC6C9DED42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3DBBDA-8D84-5CE4-DB74-A4B5A045EE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6357A8-6AEA-8382-68FD-9631F02EE9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5C1696-8566-3179-67DA-4F9AD81929E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ED891-8FBB-10B3-FFE9-BA800019FF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EDF18E-BE8F-F113-6AF3-C899670AF6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57BD0E-74FB-F2E3-8A7E-BBA43865B43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173C9-EFE8-9ED1-F09C-F38F9D6BED7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26DEBF-1352-9FE6-C8C9-7DF7390F17E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668558-20A6-87FF-3875-D22FEB6A4DF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165372-1634-3C80-D13F-5071832F05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A3C136-271D-C7D1-C273-F4B7E39B6D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FC3FD-C6F7-E3E8-6811-2FBEA6E870F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9DF8B-0F5D-8235-1EBA-FAB5216779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093FD0-3D42-720C-A4EF-15C7EBCA8F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F52123-4A66-EA1F-F131-D3EB88FE23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ACC6A2-7361-0B2A-4936-91C86099B2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721DDB-2B29-38C4-9B4D-B41430023EF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F690C8-EF8B-FF55-69BF-70153033C3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F87558-C66E-4CBA-63FD-13BF0131F24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9CFD9-DF6E-EDB9-49C1-6593368FC2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C88E09-F945-BAC0-D0F1-E55AEA999C8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822538-7156-42F1-13A2-F90CE6437FC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8A8C42-CFBD-E9BA-9516-64059B4E3AE4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B47B4A-0245-C923-482A-AEDAE29E78C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23CFA5-4BBC-C82C-6B51-309D5A90AC8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CCAB74-F8E9-939D-5765-007E4F8635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49275-F573-5FF3-B5AA-192C7BF0181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653183-9DB9-9409-59F7-46F084334BB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D1910E-C7B8-C333-9F31-37A4806F24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658171-CBE9-77BC-F1E7-318EFD4E624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26C05E-6A24-DF39-7D99-E571E0D8D0D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1B40C5-FC40-0433-620D-45AC9E19AC3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FB0F53-608A-8BED-8CFB-C8A2DB3A02B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459BE2-442B-5356-E833-9F72E39298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AA4E02-8A7B-330F-1156-B159DA5AE3D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B1395A-3368-58AF-2618-4206F4DB408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BCC2A5-CABB-34A0-1D0C-F6102F77728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966C63-9F22-FBC6-5153-1C264E15DA4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58890F7-A1D8-B969-A6EE-C96886C9918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D1E908-4FA0-ADF9-8E8C-6B56746435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94130B-443E-6ED6-06F1-CF3EAFCD61D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B17C77-4AD4-ADB6-0744-2D6E38B10C6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FFC6FF-D17D-6483-FC8B-5E9DF06AAB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60BE13E-94D5-43D6-DBEE-D9ACFAF858C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20F2E-4F4B-630F-5C00-BAD53ACB830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01A71D7-788A-7360-4608-5288646353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984D1-E571-9486-2350-8C025A70982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AFD53-F9B8-740D-BF18-C0073533551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E7A39EA-C7FB-6032-9E20-656C1919A7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68846C-DE05-DEA1-467F-ECE701635A2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40A97B-9D24-FEA8-9158-DB6715C28F7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23124B9-5B99-78EF-DB06-D7CCDD7281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A12D4-050D-2773-5B1A-B96612A891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14830-13DC-71CB-857A-3864383C8A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76ACC5-9F8B-D8C0-388B-DCCB2F1FE47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0D3920-903B-9F20-56DC-D7F8E1551CD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928020-E741-CB7C-F633-262C32393D3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6ADE9-6DA8-BD79-0DC0-A6ECA231B48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167160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7400-FA09-30E8-7FED-C1E071A3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DA5C72-A9F5-CFFC-435C-40679B482A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cyclic permutation in Rows 3 and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4B9487-F42C-92A3-A53B-21DD6803F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167C71-826D-E0D0-86EC-C34F4AF93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A0BF50-1847-3F43-739D-E1D0056E9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0A46BF-4BE0-A90D-1B9F-3783DF708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E839C4-F7C7-446A-1515-7BE8EB6502AF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74E84-EB55-45AA-BA5E-66C38D5A0B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C2227-9F23-6A8F-19DF-5803D53CF8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CCA56-F6D1-C364-216B-4EF10F76B12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E0E3D-D66C-FE4C-4E82-5110ADAFA44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84E167-30C7-899D-EE6F-1398042112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D7C20-FD7F-20D0-B3BC-8219885206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5B66FA-F3E8-6C2E-DED2-B903F4681E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BFAC63-0189-EE9A-923C-DFFEE2CC9E9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125CCA-1BC1-F469-55CF-AD1C5B72315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1E60F9-124D-406B-02D6-C6AA4C1EAF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D6A9BD-B8F9-44F6-8A3D-093E1B4224C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AC8E91-1232-9AD9-9D73-BBD2A362FC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DF848-066D-B09A-6796-A35AEBF15D1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FA3CA4-ABC3-C3DB-C5A2-E746114BAE4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6237F0-8A40-3271-F5D9-2A088322DD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0B0947-8AFE-B65F-BBB1-5726B520EC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8B5E3-D7DE-2AA2-FAC7-1CD647B00F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7F7109-9392-3688-9A2D-B40AB1FF7C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0F9905-5286-C532-3CA8-E5CAD4CE70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8A3E89-25E3-AEC5-BA7B-BFA838BF59C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C94EF-AAEE-4B97-83CC-8AA38CD0BEF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DE2B9-A764-4003-4A53-F27C736E3B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89FA39-D921-C5FB-61F8-1BF66C639C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2DF578-AC1E-D6A5-BCAC-E9B61467759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B7E93B-9234-3ED6-3FE3-D4CE82F375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E400D-CB27-7D53-6E30-B3E116AE97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FA69D-B8C1-4CA7-DE4D-2CC6E1440F6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F40B63-F9EE-7675-42CC-4E947C36A50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30C252-5077-BB3E-6FF0-9479D471BAE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8D90CF-BC4A-E6FA-5299-B559B4818F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F6DA6B-49EC-FB4A-08FA-0C1EB30DFF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2FEC40-6339-F564-9433-890864A912A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A034B-C8BE-B2EC-B603-A88EB0E378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B1B15-270B-CC57-D23D-02BA3D4342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DC8CFC-8939-8E23-C957-B4B69FA66D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DAB5E0-CC86-87F0-9C3F-A7E113218A7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8ED5D5-6869-A486-B99C-FB9A27228BC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EF1F9E-14A2-F452-DEC2-D02D5CEB04E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3E3663-BA2B-EC8C-C42C-F65EC95428B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EDAB1E-B736-430B-6254-9E35F9CC8F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C4D85E-A2F0-91FB-5E74-B61D4B6CF59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4C496-07B3-1A49-D2FF-313D2969CE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63AF3B-291B-50F4-4828-ACFD246DC38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D51F7C-BF45-D1D4-1ADC-8E3E5FFF876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43337A-9822-73C8-BB17-D16903E801C9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6B4AD4-E654-7E47-18AF-86363230516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55E750-6547-A678-797A-09C34782B2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CC982F-8921-FB09-E933-CB8FD78D698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F5B22-1C89-9226-775E-C50D7F8082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5E17F7-2036-8FF5-4B08-9F261CD2B2C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1AC7C3-A2F4-D026-1822-08AA3EF1D23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F85480-3ED2-F1EB-2AD1-0C278D58875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5FA987-DAD2-3745-808C-E074719F64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9C9D96-7BB1-36B9-B2B1-1F8F216B6A6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24E210-0237-1294-E1C4-D1F287C136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25E1C3-BF54-003A-ADEC-0D3873A7847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C1ED114-F3C5-8DC7-D9E1-65BC63E228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59972C-1625-AB6D-8AFD-F05E1BED11A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18E1FB3-74B9-2A6D-A506-E27CA50170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89D6C3-558B-83A0-740E-526667D69F0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CFA23A-BEF7-A853-DCBA-D1391F6134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EB2400-CA5B-BB0E-D0FA-954A9C61F40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F54F93-DA31-85BF-F0A7-D80A996FD7C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8B11D7-F155-B67A-2DA5-B7A07791B72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184FD7-565D-C60D-09BA-63714023E3B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BE063A-8DF1-0DB4-D344-A255E95397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E9774-95AF-F3BA-9529-2A0E94FAD5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F1EF19-CCD0-B902-4FA9-D7EA3CB7B2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9D9D6C-346A-7B88-F44D-806555D9EF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217AE7-549B-91E8-2E19-ED6EA283A7D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A83C27-339F-E1D2-B658-44339C5F7B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FBFDB3-E31E-59EF-41F7-E2E1DAE74EE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1F614D-CDB7-04EB-28F0-A536861AC8C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BF4C03E-71EE-3AB1-D56B-C3466806F31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1B46E-CBD2-EDD7-B861-793F98CDE2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738F9-0A38-4CC7-16C0-7EF4B99EBCD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CA3BD-FB47-0DCD-DB7F-65016BD5EAB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F2D92D-2B03-837E-4E5F-BC64E60243A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8B5491-F4FD-AAE3-1B3D-979405CA13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A496DC-DC47-9CB1-986D-768E32B4ED8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91741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56A4-12B1-576D-835D-98E2655D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EB80D6-0DCC-B1A4-910F-E8D10107A2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45/54 pair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B394C6-23E3-9D0D-7A52-B33B1EE90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976D5C-C328-6829-F153-8FC54276B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242BE2-6AFD-BDBA-CDF2-1814CE56C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3AC75F-B951-0095-E0A2-B7CC93D193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D24140-7B9E-DDE1-490D-C8EC1799D07C}"/>
              </a:ext>
            </a:extLst>
          </p:cNvPr>
          <p:cNvSpPr txBox="1"/>
          <p:nvPr/>
        </p:nvSpPr>
        <p:spPr>
          <a:xfrm>
            <a:off x="4645378" y="1268868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9CA66-58F5-B404-C959-32161C62600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7731B-98D3-B90D-62CD-09052613EBE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D7CB07-6DF8-A907-FB16-C2EA3DE276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E730AE-BADE-E91A-636A-3ED7DEF4D38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F1B105-D56D-24AE-797B-6B4CB70CCE3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5CF625-1DBB-1779-BEBD-387E2F40EF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83A505-94D9-1A6B-3EE6-2838B0EF34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161E30-FA55-EDFD-E601-7B0087268A2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8B800C-987C-01F9-A597-8306299C3D1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FE21AB-B1B3-A783-06B8-ABFB4E799DD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B21677-35C8-970D-42D2-971D1763BC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5F3AE4-2CAF-C48F-4A5C-2123886E32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D166AF-7888-CEDA-0CBB-CEC9E84D42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280DE7-D451-6779-930B-450DD7657B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EC7F52-500B-9DC3-920C-15A7149294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458D08-4E3E-F389-3C4E-92A02E66DC0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09A62-F074-3C71-448A-0F7C221440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0E52C7-9589-749A-802B-DC608E72573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0D0FB2-850A-BECD-51F3-1FA6FC4018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C5EB62-298F-A813-72C5-574D61EEA16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941BAB-0D7F-5E8B-B4AB-EFF4D59C158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5E351F-EA2E-C2D8-8B57-060B31FD4A8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E6C062-D63D-41BC-77F5-EC461B5C733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2EEA6A-B686-EDE7-D630-C56E3AF2C08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EB6947-A92D-DCEA-5B40-17F43AB562E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325B77-3810-6AB0-39D0-DBF833A552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60392-EEC8-AF44-36B9-1DC2DAFD918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4AA82-C32B-9B3B-6B1B-286C937AD1E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3B9E1D-56D8-D551-BAFA-59EF0245D33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C4BFF0-90BF-4585-EC5E-D93F37F2FE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8E3CB7-2B59-450D-7F99-A3DF3484407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165A1E-658F-C4DA-A205-D2FA54FCFE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7BF6A1-8CFE-6CF3-DE91-C1FCC7148FC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B819A-BA36-1AC4-52E8-A6991CD354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F251E6-46D4-BE98-1472-20FD32E84E2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812B9E-FDB6-755F-92D1-5E67866FE22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0F7A39-997C-7807-7094-50D0AAFFFA9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789FAB-DC6C-1F4D-CAC0-FA0B18A082F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AEE4CF-368A-A634-A8F6-812EFA6D8F4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BCF25B-A09E-CA68-E07C-C1530C9ECC8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BB06E0-92FC-5041-F62B-CC94AEA027E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0C4F9-28EC-BB0E-471F-C9C8A18D4A4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B0C73C-20A2-8DF5-89A8-8B10F7336D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930400-F89E-959B-BCAE-23D714FAF3C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8374BD-4AAE-52B1-B3A1-20F240AE9E21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CF8C85-5D93-B567-14EF-3DB6817D517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5CB50C-02DB-D6EF-FA02-C8F38F77B5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B5B6A3-7810-E029-6DC1-9ABD2DE7AD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86DE5-7AFF-33D2-E4A0-A9AC309BDF6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7B1856-1C50-8077-B2C8-82876D108C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2EABBB-F0DA-AF62-E859-BDCEDC8144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403183-D2CD-6DC0-29E4-7EECAD6862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BC141E-EA3E-C8FE-4391-EE27572C9A5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ECDE22-5785-5ABE-5E67-E6DE7CC07E0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D3A3B5-DF75-B29D-D3D8-6BE070857C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12CE7B-FD5C-7339-8489-7E2D01D8AB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B4A59D-C715-C1EB-EF2D-EA800381971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2FA9F6-BFED-4A89-BC31-E510FFF3DD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1711C-22A6-6A90-273B-7B6E3A17BC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4E16D4-0A57-58BB-66BA-ED7313A1BFE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4503EB-D4AF-6FDF-5E73-D7887851601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7BDA3B-B408-4302-18C8-D07905EDE61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6BA989-A2A9-F118-9F39-B66DB04D08D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48BE3-4EDF-EAC0-3173-65474470743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F0B085-B7FC-3CD3-7B61-56886705B3E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D07076-241B-9D85-269D-B2E9E02247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42EBA-E7AB-E9EF-E943-50D3F85797D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69903D-E87E-62E6-E0FD-6C6B4029AE1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663F96-CDF2-5E9E-91A8-A3D6DB9453C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2A8FAE-B3F6-F7C4-F59D-3DD20DAB287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66BA991-047E-8685-FF3F-80186BF5D85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9358DA-4C19-2F86-2475-075988DC412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BDB1A1C-0420-D177-8DDB-B6DEE7C21E5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B712DBD-5AEF-AF31-1244-FAA78A3A8E6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42ED0-8D08-1932-6CD6-80886D3713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835F63-A4D2-6AD6-15D2-BC545105077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9C9B3-C93A-8E37-C35B-64CEF4A1DA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A52C10-9CC7-2481-BDB9-252315BC636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CAB2AA-0163-4ABE-9AE2-77F71BDB77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A9EBF-10CF-4657-9543-EE5D4AFE71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836929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194A-67CD-EC7D-0AA9-246990D4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05B7E-EF69-BAE6-4E90-B350C134F7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second possibility of the pair is not possible because 4 cannot follow 4 on a thermometer.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9124C9-D5A2-95A4-9858-4CEA33BE6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941A08-8F64-0915-2F6C-F67B655D6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8D0084-1223-4D54-02ED-3DA49A794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2B4D06-73C8-B489-99C3-DB9A4EF53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131E712-17D7-5DEA-7FD5-D0DC4EE3D11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E3830F-DC95-5132-69FB-9C0AACC462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BE7FA-7B12-3941-124C-D7EAA6EB900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D6E7D-B890-95B0-40BE-0673BB8F5E9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21F792-490E-DA7E-F3E2-EF58E527956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A5C35F-A736-16BC-C2BE-76D629C4748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626F10-391B-A7A4-6B62-E4A6265AC1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884AD9-D4B1-93AC-0AFE-64A8FB351F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AFF69A-38BF-1413-CC35-A8DB0F8582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405B67-9CFB-776C-4AF5-A114BEB906A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C8D8F3-5FF6-11E0-8B67-63EFF8BCC9C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0F1E51-5177-4DEB-585C-48771B13ECC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351EA-9E2C-2F29-136B-710D604416D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A55AFD-EE2D-EEF8-FB50-3352E86426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661A69-D32E-D425-C2D2-6644E6DC6E0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4CC92A-3E71-44B8-2B6C-B925E1C08B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EC0DB-E5E5-930F-3C48-6BF690E6625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F805F-F957-6B8A-38C6-0E2021B5274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E8D92B-3C37-25AC-ECE5-12BC0EB442F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908843-44A6-8353-4875-7BB49B16D77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AEA390-0D73-F7D1-65A5-4AA6DC1F5D4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232F05-BFB9-4452-BB2D-6C2C23EFFF4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F8E88E-EC7F-FD3F-5443-62E3780DF5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6424DE-C1E8-98F7-543C-B49FA26D317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53CC3-CF04-6AD8-EF61-ADA558C8EC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8A277-BE65-ECCF-2936-5A36D573293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A81E1-0875-D098-A8A3-352A54BD9D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B13B98-39A0-3A26-B242-6A284AA503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09C007-364F-2676-9E5F-0B3C737F02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E3282F-79B0-9B5C-FC0A-C02BFC883FF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4C03FA-F4C8-1705-52A7-52BF77DD243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04DD64-A8C9-D2A8-17AC-C9CEF4DCC39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7F0ADC-3696-8C9C-C46E-57C4FFDE99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3D0165-EA5E-9A1A-8DC0-0BC2705EA9E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905005-B3F2-E9C2-7B02-D70CE05A75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2D456B-C30E-9AFE-E23B-2D8CC03462A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0BD15B-0B05-F85D-D823-4D6B178BFC79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7781EB-1E63-E972-88FA-9B38142CDA0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F7EA4-AD85-3609-0149-ACEDE5D4136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B789CA-C827-6D37-1D4D-DE719ABD45E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12238D-4C7A-EF8F-0FC6-2ADC07C7D68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BA6EEE-F185-5E43-178D-2862D68E1C5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771FD6-3360-62FC-C857-2464BE45BA5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ADD814-3834-68F9-BF3E-18FEB399AC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AA2A1A-951F-9BE9-49C6-8423ABB2B14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636074-F1D6-C75D-DCF6-5B60ACF2E4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E46333-1B9D-03FC-96B8-1CFAAC4BAB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D6DA86-2139-04A7-17F2-C8F69C8741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15DC95-9D5E-1A9E-30BD-367D5CC9408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5C8320-53B0-0309-0843-DA8457955D8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C923C4-3F12-8CC6-26AD-493F0347DB5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228A28-7A66-C459-942E-8EB6069268A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785F6DF-6C83-EB55-4844-24E220A13CD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8C22988-E56C-EF38-93B9-FE72086A28F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0CC92-3A80-D5BA-FB25-2AC04AAB395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3D913C-7D0D-4D42-A6B4-FB5AAE442AF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858B26-1FE2-E839-AE76-56C2E3AD1A1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80D06E-7085-1EB4-FBF0-31D06DB77E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1E528A5-E691-3B6F-29D3-27D5C9A7EB0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0FAD8B-4E87-EEE7-9D6C-16089E106B0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745FF7-2FFC-64D0-2AD1-19E4C6F8714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BE9126-CBE5-1B62-38AA-B22BD7E359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2876E-E2C0-5736-A6F8-78500EA8C7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022CB-0C4C-E1C5-5A11-02A9BA41A3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26FB22-E582-E9AD-D498-5F247F4D98E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F1DED-55D1-1C90-634C-9B203CB297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E5D89A-C6F3-4BD4-2898-283FBEE965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EB3CF-3807-2562-A976-E1CD97485A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5D2A40-8BCD-95F6-89C7-5F233F23D25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895D9F-5C12-7D68-AFE6-605E3241B02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9A015D-CB37-F6BC-3EFE-9740996792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FD80C1-0081-5F4E-18E4-1FC92EF74DD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B6F783-0C25-3959-324F-8E91826CDD8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651006-97FD-72A7-A6BA-B060BFCF7FB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2973B0C-DC3A-6979-FA45-77B1D766056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D59328E-3FDF-9FC5-F177-212B80B0F7B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E82698-80DC-ABF5-4604-426A17F8883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106608-410F-3C77-1647-6AA6FB8AD7C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B7D0555-8FF8-B77A-C36D-8FBFD2AE7E8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E0B0B-89E5-8554-4D66-ACCB5AD7EC2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766DA-18FC-6634-16E9-8AB07CC6C6E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282745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E5B2-748B-F926-2A44-FB0A342F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93D050-BFE6-DC89-54AD-C88B527636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0EBC33-0E68-A30E-638C-5EB3AE8B7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243761-76B9-8A0F-41F1-B8104B861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4C1413-3F36-745C-95D8-0B1BA0E62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71A4A6-7C6A-1688-64C7-CDD31A164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2E04391-47CA-D90F-C153-E4DF286861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559B81-F920-4655-CA68-685DEB4791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AB46AD-6749-8E02-845D-32B49EAE09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BB2FB4-9BD7-95D8-F35D-363C47784F1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229071-DED8-13CD-280E-F179DBB5B1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ECD152-7241-E6B9-AE39-45842534A49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80CA74-91A2-FE55-E182-4F9856A702B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E953A-5329-4302-BD43-18DDD6338D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1BA4ED-CD1D-3E04-AFA3-CAB8DC77D31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FDA1D1-F295-00FB-BEA0-B58568CE47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8076E1-1589-6190-2DDF-8CAF5557368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510643-4E1A-9353-29D0-1B9BD81DE1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D17B38-9237-C9A6-0E9F-E31BCFF96B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9F925F-0755-22A8-3917-A7E2513476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FC5D93-E438-3C94-5671-3111983256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0A7C3C-1152-5F9D-CC93-ACB55A62FF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6C4CE-B47C-CCF1-790D-C23263861B8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E40907-A625-203A-F71A-CF2B5ED02D0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E6B8D0-62D2-2D99-0950-212F5EBD96D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411924-5217-A51F-E22B-5ECF803A6DC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FD531F-321D-98EE-DEA2-11A3E656183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B84E2-08CA-3610-2E42-4708859C0B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DB0D3C-C01A-7805-491A-6E9F3CF010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6739DC-EBFE-619E-4A82-9467A44638A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B4DA8-4330-181F-5F16-715DE4CC3C7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13F75-90A8-53A5-3C05-D0411EFE214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BD957C-FD0A-BD9D-32B3-412C96D27B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505F4-D2E6-220E-D107-C3422BA1EB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E1829B-A959-06A0-A260-10D4B9E1A50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7BD974-6A56-1F89-5571-48DBB4491FD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02F32E-DF05-07BE-E3F2-711A571E935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201942-236D-E890-0CA9-39E5CA35751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2C1A68-5367-C93D-91F7-6E16863D088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2C02B0-D699-AFDC-8072-B901CC52AA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AAC5E9-6648-81F7-0DB4-F47EE102686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57E996-BD17-60A4-BC15-15AF779B373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F8385C-2202-0E35-7DB2-25A41DEAE2DE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13E026-A3F9-1CE1-AC3F-5AC2D1C6D5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85BE8-8C37-36E9-C4D9-0558495F80C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A9BF98-6ABE-E5B2-0892-B9B354CF740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035056-0907-C71C-0DDB-4C6F941DD5C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07AC81-E876-8341-8F12-C06219D6FAD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375DD6-9298-2905-AA1F-39A0E76B99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11D96A-5175-3B49-D4F9-ED7F5AA15B4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8389BF-878C-4DE9-8862-2554733ED03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855C97-87C8-92B1-4B11-76C9D14046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C2A8AE-61D9-649C-69EF-E2C215D8707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2B0963-8925-75E3-17E6-F43797A523B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3F77A57-9BA5-298A-906C-BD767A238E1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C59EA7-A841-73AF-F517-4891E2BA035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D4A457-C3A0-5471-D6D2-984942474AB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67E989-8D96-7B41-BD66-84ACA13044F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33FB5-D7B8-A5C9-064A-9638E129167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394FBA-C7CB-F142-97F8-7007067740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717F4A-186F-AAFA-9D3E-6448BB48053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B1D60A-16C1-E96F-F547-D27B1BCFE00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56A086-4FD3-3183-07DD-A875C748D5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D9C2A0-AE6F-6B72-77D4-A256AFF2EC6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5B245E-B2E6-4799-3B07-A76CBB7DA7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9AC6664-601F-00E0-77A8-EACE6A8A62F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32FD2-15DC-40AA-B344-2DD6DAAE7C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57F8F-E221-80D7-0651-843B5EF737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6A948B-2589-37D0-0981-6E2149DFFB9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D4263-6D61-FBAF-4EDF-74B2B905DF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04C7F7-6EE5-7458-ABF2-1FA7CEBDC0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CC97D-EDD4-CA3C-BDC9-09C641795A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2E56DC-3B20-88BE-1A99-EB74AB8857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FBD341-70B2-7F51-E879-5D845B05565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F8502F-3420-8DD3-0B79-1DC6C5BB8B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AF25A9-7B8F-F8D0-B711-9BBA13178E5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800B72-AE57-83F1-7365-6646874165F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99CB67-476E-F8FB-3D28-C00D33C224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E79A811-EA2A-20BA-5908-036220F1FCA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80061D-85C9-6C0D-3DB4-E388A298692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366740-3F5A-7F09-9FD8-0C193A77CE0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30153C-C608-BF09-9EDD-5C7289A706A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2C9589-9F20-7213-F144-D35FA78BC6C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F56AC-FCF4-FC94-8977-62B9C66F2C2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2556D-C9E9-058B-4F6A-C169AF6E04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81FCB-2B0E-7E66-48EB-A09AC0D78B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0DB61-75FF-5E99-EF1B-C846F750E2C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398100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D1F6-5B6B-4045-D6B0-80B38449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8AD811-B2EB-66AC-F2F2-9155025A26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36/73/67 in Column 6.) 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986668-8DB7-FA1E-2ECF-A2498C21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266168-08BF-21E8-EFA0-154DE5471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81DAF9-E366-02E0-1F96-14A6514A4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82D26E-BF17-F9EF-EEE5-149315AE3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7CE9D4A-081C-7034-E046-C7643454CD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906998-2FF5-67A1-3299-72BCA2E087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0CED8-73CA-5A98-2393-A7366CE9C5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EFB0E-EF53-D6DC-0B49-DE80A3BCF2E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1883DF-037E-8BF5-C4ED-B3D142CAE1F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50A134-EFB0-ED64-2499-AF227B5637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284828-810A-6A94-FA69-7389793EFA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27DBC0-2BBD-F3CB-2385-A891A4CEBDA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8EE42E-9118-B892-266B-61A460F974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022B00-E792-DFF8-2BD5-B4ACDF9AB6D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B6A5EE-B451-CF2F-7BFF-6FDAE2141D0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263CF1-2866-F939-D4AD-00DC8277819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935F3A-6BC6-5E47-F8FD-30BC1C7680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98EF41-368D-C395-F718-2DC48ADC67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E5ADA8-A9A2-E082-906B-9612E9838C6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6AF6B0-874D-6047-7CF9-7C6051AC5D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C43EB4-6720-EA89-F108-E2B91818694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98A6A3-1305-9F2E-BAD8-BA7D4195075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B3C6B-BDEA-6F49-ED50-2F6BFE7C2E5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FA3677-E4F1-C385-6CCD-860351BCA93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FD32F8-85AC-7784-568C-273C9ABD33F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A7C2E3-ED9B-4713-58FC-BF1B22D8F6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2AC49-B676-59F6-9387-3EDADF5C3F8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243BE3-0BD3-667E-1CAD-B6C44E5E8F9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3BA061-39FD-FE11-C8EA-378B265C7D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EFCDA-6B13-2A6A-2745-FEA3165F644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A7A34-F691-2EB8-BC0B-4BE3ECC639F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29DB5A-F16E-EF3C-AA13-DD4A532C15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1227C0-65E1-D728-E0C2-0B04C4600BB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880D53-060F-4284-AC99-A691F431132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62F49A-6361-30FC-1187-939CDD09F5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B0A2EE-C699-71BA-D720-70789F1C036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1C4EBA-ADA6-EC2C-B6DB-A329D6B8729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F8CDFA-FB37-08CB-B543-444A85A51A4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6AB11B-F9A4-A40A-43EA-566FB5846E3B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1AB8FD-24AB-7C7D-3AB3-6EA724843DF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24817-F8D1-E658-2658-96479C4ABBC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EF8FCF-FB2E-7894-6D5B-553451162D9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A3FF3D-170C-274E-9463-B7C201C047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72D9B0-E591-7F7A-3E7C-020C11993D2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3E5C7E-858D-923A-CDFA-5D5A360AEE6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3E77C3-3D7D-95EE-D515-1AF0B9EA5A2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7D0851-622C-75B5-6FAB-F6A955F7B34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1B4523-E1BC-1964-6AC1-AFF41A4CC40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EAF819-6D58-3E41-5D9D-279CBBB7BC6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DBB6FD-3404-7E0A-7E9C-5267EF53D47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0D1CF0-F0CE-40D1-A917-FDEFDE25D44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740EE1-404B-51B7-82DF-106294F34E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605A45-EF92-8987-1BA7-0594A0AEF6E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47279-4564-6591-D7AE-86506EF878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CF70559-0A30-A974-877D-AB11FCF814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1AE25D-47C6-7648-327C-18574FFFD7E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C2E281-505D-126D-1105-2C3A45BFD5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D9EA0C-4A4C-39B1-8675-9EC1C070ED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0373F3-BA64-8A29-B85A-E8571B1F13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E638D6-53A6-642E-6CB9-7B16B7AA2F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A717E69-9E63-3426-F56F-DD840A098A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F6FBC-D0E1-2B5F-329F-A3D967E0A5B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8563F-FC6F-93BD-BD56-98608CA0AE5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5EAC57-8038-6F08-56AC-6FA132D36D3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7D56CA-431C-9123-0F11-2D277832643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8C088E-9ABE-DAB0-C16E-441BEAF0BD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EAE79-A3C3-ABF6-484A-023A51828C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FDF15B-BAE9-1C47-5755-B4FB8AAE568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D4ED58-C813-3822-3469-865F445DDD6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630204-C50C-9689-6FC4-D6B25AF403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DBDB51-0F5D-81EE-AEBB-AF55566791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28D0AB-58F6-1BC7-8464-41E6426547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C96024-BF9C-7964-7D3E-BE486A33C58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970043-4E45-74F7-DDDC-D957380E827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5297F7A-2545-862C-F498-07BA841B92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CE1224E-C16D-60E1-E524-726759A3E9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0E32F1-6A14-725A-ABAB-9EAFEEB211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5A01147-617B-27AD-7BC1-397C22DF442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BACCA-C519-F23F-D2AB-1E27B283A8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49DD95-1435-6568-109C-4A5518DE449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3F3E4F-C38F-8867-C4BE-C5314A038BA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4A4789-A59A-5258-03C1-CCD8149CD2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F2E485-5F18-7581-3E85-E7E463D74E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4F7A29-F7F3-961E-CA13-6A0C60ADCF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ACADBA-351C-5AED-8C19-B771891EC0D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99312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5CE0-31FE-1363-96D3-A2382266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29203E-64DC-1C05-72ED-6818C38B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89EAE3-BA51-CADF-1C19-35FA5A42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A2A8AA-0BB2-41B4-5951-44B9E4E9A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AF2E5D-91C2-16BB-20D7-8E9D7CC41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CF369C-0840-FFB8-C810-734A2DA91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B3865C8-F728-AF9D-5D6D-8674C634708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21CCB5-CB93-5CD1-B674-BC0614FCAAC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32A628-E706-0A06-A913-2F1BDEB1E4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6CB687-B9A6-D5BA-995E-D57030AEDB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54D751-BFC9-9DF1-ADE8-09664AB8CD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58014D-6492-C6EB-7406-156D2E8987B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2A911B-E865-F1C1-85E0-A5CD42C0DC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1656A6-180F-A138-A45F-999289F279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7E8F4B-96F5-B564-859F-C3622054006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2EE093-0E36-FC14-ADB8-1342253139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912CE8-03D0-8E8B-F2F1-948E593E3FF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65D911-6A07-37EA-A8BA-893D664404A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496D49-FC6E-DCE5-3292-ED1F7B45E73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B166-174C-24D3-A751-42207CEF05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AB1C0-DE69-D222-35A6-ADB7A853067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6FC73F-8AC9-81B4-AFF8-1D84CFC98F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9FE34B-5DA5-7F3C-9381-B636A50B669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3E317-D794-B126-6602-CE33DF7839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0DC4A4-975F-1365-CF2C-9DFACAB0A0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3B5377-BAC3-C820-9D8B-A1CA4AAAF5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901656-B332-6B1D-658B-EA9096ECFEF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886E6C-AB0B-2FF2-B6EA-93F462B8668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F1A6E2-49D9-9669-0261-D189FEFB70C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066C8C-23F0-F964-2777-46EDAB1DEAB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3135-C3FF-F01F-A146-63E710EC5C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21865-2001-1EFC-20EE-F236953FC0B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4CE2D-FB08-4EDA-933A-0FFFBBEDA1A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4E0906-D17F-D14F-4BB4-CECA56AA418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EA9D8A-4EDD-7018-F70D-F66F6E55D10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3E12D-C7AD-7FF7-1BD3-0143573FBF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F48591-4B7A-2DBC-8B5C-1BB7A763E7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476AF3-64A5-29B6-B67E-9CC012E3C8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CF0BDD-6392-9235-31E2-8B9323497BD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547024-7526-9F2F-FD93-963B9EB80F9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ADEA1C-BB21-7CCB-4B74-9E53EFD78D8F}"/>
              </a:ext>
            </a:extLst>
          </p:cNvPr>
          <p:cNvSpPr txBox="1"/>
          <p:nvPr/>
        </p:nvSpPr>
        <p:spPr>
          <a:xfrm>
            <a:off x="5650090" y="506714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BCF7CE-2B91-712D-966A-59C0BDD634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B4C944-B5DA-036C-D6BD-8A4E6D10349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BAF880-D651-66B9-45A3-A34FBEC349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5CCEE9-2EB5-5014-9E34-C228ACF0CCA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E7B47B-1145-548E-332D-B3EBC563273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213966-6333-C3E1-26E5-50A8D9D6D3E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E8B04A-CB19-B76A-0E55-C6365FA9EA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7095BE-13AE-CDEA-DF4B-B7246DA2510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644160-9E5F-196F-2CA9-2AD58D4CDB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8C269D-2A3E-3E6D-F356-9DDD88E937A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6E6DED-0008-DC0C-45C1-A82EC04C6AD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744BD10-5D61-815B-A6B7-B84E6913B3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CB3A1-3A7E-7998-D320-8375E3A3946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95A62E-290A-18F9-797C-FBFEB1A022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0386C7-5340-E3B9-078A-967D122B6DD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5FDFE5-4F68-2EC8-42DF-2AAD9332B5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73695E-943B-B153-D044-FC9DB51676C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3C0B10-C7CF-D84D-2086-D946558BEB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8258D7-5E95-1C30-DBB4-4F93AA3B3E4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097506-3736-F9A1-3631-34AD61A0141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D29BF-5176-1B40-D410-8A329F0B0EB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C85A5-3669-FA60-ED95-DB06C1ED09E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DB81DC-7255-A45C-22B5-B351A637BE1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FDFECD-8F30-D2C3-D616-F64754D396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F184C6-BD9E-277A-0972-6FA002EA56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9E000-2626-E2EF-9C43-1FA07A0A8C3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E60834-F9E2-EF09-22BF-FF2425F4D9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596606-276B-6FB8-C503-908BC8DDA34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BE0210-ADF5-307A-DDA9-AA9293A0D50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C8D00B-FE53-E6F0-8953-C00076AC63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179EEB-0E45-2B63-B161-1BA690B0C69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450C83D-6052-EE94-7F32-80CAC5A9D8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534370-D59A-FA5F-8939-3808B76C3B2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FC9E24-87E2-4BCA-5887-B6716BE067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3DE11B-9941-0B5E-4ECC-BF4FCF264E2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8817DCD-66F8-7E1C-50F7-243DB1A04C6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E4DC96-B976-F726-DC67-EAC62164BD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64271-CD1A-6219-6DDF-4AFCD6E446F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5B8B2-68E5-8C5E-8188-DC399E7D37B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C9776-E5A8-B2BE-2859-821A6E4DDE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6E517-D7AC-0F80-75C4-3006BE7059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7D85E-1544-D8FF-1FA1-F543C62BBBB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E74528-0E26-5D18-EE44-39CC00E7F2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25F597-C741-8875-D0CA-189A1479314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BB3956-79CB-5D95-B070-350A460F2A8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9D6DD3-5085-BEA3-BD7F-A2CEB9347CC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16872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4626-95BB-B695-3C33-393B43FA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51F15-6181-C086-156A-FF2C03B05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 cyclic permutation in Column 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62778B-9F2C-C4E5-174A-87711BFF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FA3180-5559-35FC-A589-C7206E692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CC67FE-B32C-D1B0-5AFE-519C4173C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807B75-4D7C-D833-368A-1EF0F8FA1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5B350AB-306B-5FC4-A47A-91534DCA5EB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27CD33-DEC7-1101-8ABE-8227EDB26F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7B6B72-B080-D64B-1F32-31A4A1D9BA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2A589F-5846-E57E-3553-003BEDB75A0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83A8B-7747-3C4F-A2F0-950578F8B07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8C2853-28EB-10ED-10AA-CDF54CCC1A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3AABA6-8122-4D1A-16C4-40AB5B5543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D2410A-8844-DFF7-863C-3E57160CDB9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D10951-3D90-F208-424B-6D00F6B648F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36866D-F937-A466-D9E0-0EB18ED5045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7B27C6-42CA-406F-EA42-1793CEF126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8DEC45-4E08-B324-8873-B42DD254958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F2351-F453-06E1-5DE0-3FE0965D016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A6E6F7-205B-C237-BDDE-963A98EFA15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4059E-605B-6D5C-2F35-A3CCB87232C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4DBAE3-5C0A-8AE0-330E-961ADA3BE8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9807DC-DA17-5774-427B-50388CB90B5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F6F120-105C-4644-8330-357EA04506C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3891B-7587-6707-AA50-166396ADD4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6B11EE-4BB5-2391-EE40-F46AB334DBE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1EA0F6-D138-2CF1-97DC-4416F47590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C14DB0-12A3-3449-8E03-61D46D550E2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BC8E8D-5B4D-A012-01EE-5158EC1F4C6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6A047F-9260-1AD2-2342-AD1631B58B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2E1648-55FF-50B7-E434-34CDB80E26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7BEAF-9FEA-5EE7-9628-5B10DF1926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51DE24-338B-D597-F6B4-AE0D41A7A4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46D1A-4D5D-E737-01EB-92B38E8672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8D861A-83A2-E55F-4234-A060977AFAE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10D2EF-E732-CF4D-34D9-FAF212F37AA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46DE16-9BD3-0050-4AD0-E521C647737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03FBCF-E943-D14E-ED1E-FCC2FD9F8EC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6B111F-9BDF-9D87-1E01-76DEA47281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A87B34-390E-CF5E-2EBC-B302DF85EF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26AEB4-1DDA-86DD-72B3-9DF26B90F4B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8AF737-F168-F36E-5F74-CC0172ED9E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B56A18-A852-AA7B-95D2-85237D7A45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128985-EE6C-65CE-FCA5-DDC74193876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F6B88B-A636-F0BB-4190-F9CD3C58013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9A35D4-7077-DDD9-3E42-7C9E5A33B6E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456DC1-B007-11D7-5896-8EAA41349E2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FD375D-33FF-39F9-BF4B-9E97E4645C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3680091-9E7B-B200-90D9-BD482CBEDA8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AE995-D678-7E89-E3EE-5837DF8AF5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61D481-4EA7-7628-A4D4-3A498AAD68C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F77CE4-DD46-78E0-2134-2A0EC379EAF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C16D24-0BF4-B646-93AD-3D2AF44C06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125EDB-DE47-8FCC-B828-B399D15BB52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8D5D44-4BEB-7145-EE60-F7CF7BE4BD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96961E-61B2-CECD-CB21-3E3DD39E609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7811246-6070-7CBC-F789-F4ADBFFD59B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BC593-CC26-3F15-FC1E-458E76C910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F8D92-2D1A-830C-715C-036953BB88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367FEE-FE66-ABB6-7D10-70C7921BFC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D71EBC-EEEF-E1C5-1EB1-6777F34B84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754DBE-53E3-35C3-CACC-ACA53665DEA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32222-BF59-FB84-2E98-7C1E9BFB39F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D7212-5BAF-4EEF-17B3-4226A4EB981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58C6CD-9C23-7F24-FEAC-336050610E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50BCA8-E56C-3784-702C-039AB700854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00DD50-9A41-4045-322B-24B89EB6C85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CF4DE5-4946-1357-DC48-BE927E77BD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DA5C7B9-1A5C-4147-21EE-FBB3D7BE1C6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134D641-B1C5-BAC6-E0A9-295AE33E5CD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96BE36A-3CB7-0FE7-7A04-99B307A940F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9E8E03-8D5E-1913-81F4-47F62A62435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125A59B-6E19-583F-4983-29E50188D28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67E14A0-E6B0-59C1-9463-0E659B6C61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65B27-5464-D2F3-8B24-EC711648607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3EBC8-EA5E-47DC-728F-D0D90D2D128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F9D06-61BD-4F8B-ECB3-69F9B323E65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D5BE7-B4D0-C942-F6DF-AAE30E8E4F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114268-ADFC-84C6-1AA2-0786737395D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EC299E-3BF5-EE06-7C9D-75025C9C9D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82A4B1-2177-98F8-2C03-A9F123020D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52A2F2-6B88-CF29-BCE3-C6A36B9C433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18F8D3-5B08-7763-CE35-BCE8B5C1D99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F69448-FDB4-F4F8-A712-4470DD891EC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A93332-9C28-2240-C0C5-DEAF9CB50AF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0BC583-47E0-8004-F001-AC5B5A7A4F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231E72-A0B8-F814-4D57-E76DA5868E7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906547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556F-9813-6F2C-AC6E-DB1AAB7F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C6E31-1631-9D5A-EDD1-98CCE28A08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9E1D12-683F-5388-0DF2-6784156DE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2914EF-46AC-E116-5577-655C5DD1F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ADF3FA-3800-F3D5-C942-D076471A4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F71274-1953-1AC6-9937-5E8BB804D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24B5106-2956-011A-7FB3-2D746AC7EE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9B5CB7-B542-D548-D537-9EDA22920E4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51B23F-2B49-6C09-1CDC-2431AD29319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360380-9C5C-1352-031E-B09189E70AA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E66E50-BFF8-42C1-0305-088B75BFE49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95C7D6-CC31-6E99-0413-9698245C5E7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57B963-DE75-75E7-9E38-5BA7D3C546E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52D321-45D4-3B9A-860F-BE074593DB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C81D0F-A693-CEF4-307D-6F97E3254BC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46CDE4-1928-0A0F-D357-48C7159919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21C018-C2E5-FB6C-C8B0-9ED7A7AD76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B38EC6-3602-42DE-AC48-4DBB35E8B66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FE7A1-3C25-5B02-E16E-E58DD98376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2ED83-2E1B-3B3F-228C-134490DA24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98E6B-3B87-C914-A6BE-1444EFCD67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D22AC7-4F9B-B51D-CA36-EAA1A0A6A8B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BFA7B-2E47-CF99-785E-F34DA0AA24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F8BA2A-1F17-5380-B40E-FEF7A33B653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C21CC7-1AA1-C121-7C83-0D0F632EBC6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E43A00-0E56-EFE3-6B15-793830CB504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A3A07A-34BD-E068-4BFB-ACCFB17271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274023-E257-6BF1-6AE1-1A6DB6F34B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A13F7-CF21-B0E2-5F72-0B2A4F753F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5FCB5C-A719-2C98-1975-8E4B4BD95B3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D5FEC5-34B5-5548-81BB-D907579E11B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4CB0D5-A751-BCB3-2588-86E776EF14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53489-E2A1-353A-E037-DD86FFC6493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52A1C7-F132-9ACB-8107-C516BB27B0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350657-C531-08B9-0A3C-77D0F149C2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3A61E6-41DA-5987-EAF5-DE5B30A757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B27E26-E247-4DDC-65E1-15A87BF97F5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93FD7D-2BE0-3AC3-B5DD-98139C99B5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3131C2-1F4B-3C98-8B18-5A487A267D1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999373-4A2F-677F-6B53-6E19887DB0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E7AD51-8AA3-E159-F0BC-CF66E79D269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AA024F6-403C-54D6-FD11-3CE8DC776C3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9D87F2-5BCD-A1A4-CE96-8EC17BBF464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4004D-8109-A18D-12AA-DB795F80B7D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771570-AD50-01C7-8CD6-078DEDA5C9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5D6BA9-6AE1-328D-E829-790AC14F6B2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697013-D250-2C39-284C-130995D419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167FE6-E367-890B-80D4-36B4C26FDE2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D3F7FC1-BEB4-2192-00D5-F64B08BFF8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9FF16B2-57EB-2E38-76F2-EDA5DF2B73A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AF6E7E3-48A5-6FCE-9CFD-49F1820AAB1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7809-0AD0-2431-4A3B-52C1C792824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A05A9-7B95-BD4A-72B5-D7D1F4E2E8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99091A-18F0-1AD7-DDA8-A6AEBB9BC1B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8AB636-522D-79EA-3B1E-6DAFDE5ECA4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F24BD-76BB-2EEB-86EC-792DDC2C24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3A043-E19B-0BB3-5121-66FA3A1C3F0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F5C26B-4693-EA83-4681-2658FC79A1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90B924-F6B5-2773-B41F-09F9A296C62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92F3FA-7368-3D99-77AB-3F677D2D6DC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A62AE4-B407-8D2D-7D37-D2497A8D493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C3BB07-D290-CF5C-D46B-AEEBF575FA2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A803F4C-7E21-3627-6289-22F068C2804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A9D6E0C-CE4F-5DFC-76CF-FEE61A32A98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58CB41B-7CF9-CC83-8B9F-7E4D10D2390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9C4B30-8751-B441-6575-0925FFC8B60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6C25BF-356C-7575-C00E-B87FC2E56C2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DC77AC5-4F05-DD6F-5A4D-CC00956952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6B2C9-575E-B9BC-D10E-AACD09553CE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F0D9A-6897-1DCF-42E0-121CCEA1F4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D6BF6D-50EE-FD62-99F8-9C6C130371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A923D-8776-AD56-F446-98DB454D2D5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243F1-0740-72C0-04D1-786043BF6F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CDC2EE-0461-9932-59DA-06371660A8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278BF1-2940-01B3-F553-A9F4D0B39FA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3B0D4-E232-0179-12C8-CF7CAA817EA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2A72A6-373B-30C0-3360-BD07F28D9D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5EEA0F-31D3-097F-6923-1E27E7B6AD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286F57-C2B1-41C1-BFAB-E230E46BFB1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43285F-6BC7-4027-6BE5-4B11F95D4C0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15332F-F781-CBBE-0F4C-5FF576D6CD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280388-96F7-B51E-2431-6DADA9E1E4E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D318D2-F5D1-1446-07A7-C55EF7744D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C2C907-617E-5D0F-38AF-A221A65AB16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507B87-3BF0-7ACF-E197-571A3ABCF63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9E7E67-D7EF-FCF4-0D7C-A1E985A13D0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0B937D-B7B0-193F-D0F6-EFF249C5081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05210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A21D-7758-0D4F-0E2E-ED15866E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8304DD-217E-81EC-CABB-A011061C74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35A074-9D97-7882-F3B1-7EAF8AFD7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EAC4A7-18EE-F75F-8A1D-9940718B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8EE688-0C79-B272-56EA-D06B1A645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D05BD4-1852-B821-15B3-419FD0942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6E5759-D155-461B-DBFE-E3BC76608EA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B63EE0-1C8D-9BBB-BDA9-40628F731C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6A60EB-EDF7-74EF-A71F-2CB20C10C9F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2F4420-C475-0BB6-4765-D08FFE06B5B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7CBDD4-C24D-86CF-A290-D35BA3800D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7A6513-9EE7-6F65-90FA-4AEE9525629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CE6754-3C8D-7904-FB18-FA4E16D8F1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998712-52F3-30B5-F6AA-A144302513B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4D5B62-D3C8-4906-5E1B-F91019ECDB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FC71CF-2B79-5D8E-93B8-6CFDDAACE61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81F343-A651-1990-5EEC-8BF3C0F7CD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C22D58-FC26-66C7-D66D-ECFE9B0B03E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55709-B80C-62F9-0C10-75B91DDA42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66449-F431-63E1-0184-79EC21750C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EC7137-02D9-95A1-D58C-27FACD638B8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CC35C6-4399-F120-1AE7-7A7CF256793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5B8DC1-BC25-E073-8F76-C09BD6361A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F8251B-1D99-0EA4-C6A5-6A51DC1A40F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F1668-4CC7-4718-833D-9093D6AD94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8782C1-B337-06D7-EF2B-9DA44194033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349A71-FB96-47E1-ED55-6B418101485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168E0D-8AA6-D21A-82A2-059D4A74CEE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2AE044-6FB4-267F-8469-410EE27234E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53E119-4335-D425-A557-398037CAC1C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98E68C-A724-C8CD-56AB-8128C38A559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F265B-6EF5-DE35-8C0B-141D20E7E07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4708B-9014-5F08-D2AC-AA6A97BB2B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207DE-25F7-75F1-A5A2-CD79360C69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45178C-3313-A3AA-19EF-57B05AF57AA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6C8BC8-E287-4C09-D449-1F084363C3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BD1C75-2EE3-BFBF-45BF-5AC64F9BBC3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FCD756-5B9C-F156-2099-263F899300A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89AC8-D60D-C46C-32D0-B47DF4D4435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A2464A-70B3-25D9-E5D7-75324671CB1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1B3D50-D1D6-29D5-9E99-4032B8E66F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6ABEC7-000B-6B0D-34BD-4180FBDF3B3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61C9F-739E-C7D1-52EA-5BCA0F65550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7155EC-092B-FA81-6D6A-CFFB0B5E7F3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08D0B4-A98F-D934-522D-C1136B76380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9911EA-87C3-F8FA-CED9-4341691296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B3A29CD-F8AB-D696-D174-B1614359FF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B3884C-CB6F-7A96-AF41-91FB44BBDF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8553D7-4AE2-573F-44E8-BAFBE9695C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AEBB14C-D7C3-D603-CFD1-C32F313C477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43AE9-FC51-F1AB-EB2C-6AE8AFE1C3B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E0E768-C6F0-A42D-AA5B-F5D44534269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49244A-A8DB-B7F2-5157-03DAAA1EBF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AC8288-FDA2-6C81-8D81-BE99B2A3D81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A230AF-0B52-DA45-CD7D-9642E063653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74BB1-B922-4181-3443-DDD67E02F9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286237-D68A-990C-C720-EB0052481F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7751AF-A8AD-E60D-95CB-C6F2A51B535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5FF000-90EC-38E5-C0FD-C33DD7556A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D14BEC0-43F3-9A77-13FD-326ED9ADA7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56B3BE-9F09-3CC8-7FF4-80E657410E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D59394-5463-7D9B-AA59-ACFEEDC7345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0AAB146-6C82-9849-1C9F-34A49510954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7955D8-F512-13E6-DA4D-98F3A70DF1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33E9A8-86A6-F653-DFBE-6432B8E1104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924B54A-F915-FED0-7DFB-0671658BBC9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3F16D8-F9A3-771D-C857-EEC1AC3A624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33E3E-EE8C-E995-1345-8EF462AE9FA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797A4-EDCB-DD91-5B89-7CC1DCEDB3D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825A5-AA2C-B205-132B-265BA99B428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D9DBB-269E-6CA9-92D4-419B945824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1754B-52E3-D691-0C0A-D6851BCCFDD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1E6EA3-2A8A-03CB-6FC5-3154EC9D33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74EE10-17F5-31FE-1834-278A33DF34B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FB3169-BC83-A954-2F87-3C689A6878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3BF24C-8125-8348-01F5-2EDCD9DD54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1CAE5C-86B2-B34D-9CD5-C63DF75EBB1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9DD0B5-EAF3-915A-8062-244170F935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804040-05C7-5026-87B4-BCEBF527438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D1CF13-EA30-F456-3249-DB6A497DF9C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4C91D9-05D0-7DF1-5BF4-6B136B76C6A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B1A047-CF70-AF37-B24B-2EA5F8E8B21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3CC1D4-2421-97BA-D787-502A40E826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4194BE-52FF-5DF7-A15E-C755372CB3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05912F-C958-D19B-50B5-CE6EFC6B1B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18B8BE-5AC8-2ECE-E23D-463AE218CF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8B8C12-811F-485A-D106-A92D0313163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15242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10287</TotalTime>
  <Words>4950</Words>
  <Application>Microsoft Macintosh PowerPoint</Application>
  <PresentationFormat>Widescreen</PresentationFormat>
  <Paragraphs>4537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407</cp:revision>
  <cp:lastPrinted>2025-12-02T00:08:17Z</cp:lastPrinted>
  <dcterms:created xsi:type="dcterms:W3CDTF">2024-03-19T02:13:08Z</dcterms:created>
  <dcterms:modified xsi:type="dcterms:W3CDTF">2026-07-03T06:31:09Z</dcterms:modified>
</cp:coreProperties>
</file>