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457" r:id="rId2"/>
    <p:sldId id="531" r:id="rId3"/>
    <p:sldId id="532" r:id="rId4"/>
    <p:sldId id="533" r:id="rId5"/>
    <p:sldId id="534" r:id="rId6"/>
    <p:sldId id="535" r:id="rId7"/>
    <p:sldId id="552" r:id="rId8"/>
    <p:sldId id="536" r:id="rId9"/>
    <p:sldId id="537" r:id="rId10"/>
    <p:sldId id="538" r:id="rId11"/>
    <p:sldId id="539" r:id="rId12"/>
    <p:sldId id="540" r:id="rId13"/>
    <p:sldId id="554" r:id="rId14"/>
    <p:sldId id="555" r:id="rId15"/>
    <p:sldId id="556" r:id="rId16"/>
    <p:sldId id="557" r:id="rId17"/>
    <p:sldId id="563" r:id="rId18"/>
    <p:sldId id="564" r:id="rId19"/>
    <p:sldId id="565" r:id="rId20"/>
    <p:sldId id="566" r:id="rId21"/>
    <p:sldId id="567" r:id="rId22"/>
    <p:sldId id="568" r:id="rId23"/>
    <p:sldId id="569" r:id="rId24"/>
    <p:sldId id="570" r:id="rId25"/>
    <p:sldId id="571" r:id="rId26"/>
    <p:sldId id="572" r:id="rId27"/>
    <p:sldId id="573" r:id="rId28"/>
    <p:sldId id="574" r:id="rId29"/>
    <p:sldId id="575" r:id="rId30"/>
    <p:sldId id="576" r:id="rId31"/>
    <p:sldId id="577" r:id="rId32"/>
    <p:sldId id="578" r:id="rId33"/>
    <p:sldId id="579" r:id="rId34"/>
    <p:sldId id="580" r:id="rId35"/>
    <p:sldId id="581" r:id="rId36"/>
    <p:sldId id="585" r:id="rId37"/>
    <p:sldId id="586" r:id="rId38"/>
    <p:sldId id="587" r:id="rId39"/>
    <p:sldId id="588" r:id="rId40"/>
    <p:sldId id="58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08"/>
    <p:restoredTop sz="94618"/>
  </p:normalViewPr>
  <p:slideViewPr>
    <p:cSldViewPr snapToGrid="0">
      <p:cViewPr varScale="1">
        <p:scale>
          <a:sx n="111" d="100"/>
          <a:sy n="111" d="100"/>
        </p:scale>
        <p:origin x="140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9/17/26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A2B67-C58D-8D43-DF65-F7670E882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C6428-C236-731F-8475-D2D53BD90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D30F4-05FC-7EDF-69A8-E1D23D9747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E0345A-C14B-2AD5-4211-E9A2FD01645E}"/>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3144021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D3641-08FE-00AB-AB82-F06D6945A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B03DB-765E-8E73-43D9-C8A1BFB28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C534E-9E38-F1FB-94BB-066640991A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6B5323-3A30-6AFF-EC64-BADFED6D8EA0}"/>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3728250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4FA52-479D-8178-1A2D-A7AFBD6A6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30B8B-344A-1F23-D932-D761E8B23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AF152-4621-A21F-1D5D-79F18ADE23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A55448-5FDE-5A33-2982-866C91EB8120}"/>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717288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915A-0C52-9B60-BEF3-748134589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202EB-EC30-8D85-6C3F-90ACC1B7F7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1FB9C1-6BE2-CB01-6FFC-832EEE0A0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CE2E07-DAE5-FD1F-EAFA-BA7B917CEBC7}"/>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2436392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E6CAC-2206-7453-E9E3-C978FF686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433B8-E83C-AFA9-F86E-9D21B5B10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E40C3-E35C-119A-0FA2-F9CC0058B2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CEFA3B-81F2-0ECD-D452-146AC1150F42}"/>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114372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C37E6-CDFE-564A-3735-B3DF7B4DC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C3E0F-7C24-8309-2D5F-60F234B98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FC021-932D-0F83-CE89-80FF37928F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02C98B-ECBD-69F2-B392-3D718A1F4AA5}"/>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260770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8C0B-B73F-693B-ACB2-382430C58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9533E-91E5-0815-A02A-C05BF4654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AE92C-8C17-8070-5C11-64FFD5E06E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B7E84A-41DD-5822-793C-86E6F201573B}"/>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4160563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0AE4E-8D28-ECEC-FC36-B265936E5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3FF85-3AE9-BC6C-4CBB-69E48CE5B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0122B-3577-6AC1-487E-22D35D9EBB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9CDFF4-F45D-59B6-052C-3EF90E044F51}"/>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4224556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461AA-EE60-0EF7-AADC-38A9F6E90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3AF22-C3F0-B0B1-9FDE-2AE3D6142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F2590-9C5F-A03F-6783-55FECF47A9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3989AD-FBBD-0A61-0360-25E98F1A83DC}"/>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2944298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7C49-F39A-1BB7-B368-1EC4975A4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50C4C-0A9E-6B91-55FF-966567D25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E17A9-8AB7-9333-0DE7-47EA99164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31DF3E-3C0E-31D4-7E32-9740ED18CD31}"/>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2768243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9BD4F-54B5-D5A7-2376-68DF5E266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65DD3-00B2-D493-AE7B-3AAF99D696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E9605-7F2B-D9D0-5807-D61D3CC1C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6B59EC-515B-AA60-61C1-58876F731DF7}"/>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156458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745E-059C-6965-D518-633FB17F5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B4BF0-4A99-A5DE-25C3-3E62287E7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CDE28-3D1B-7D57-E5F3-42193970E4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1C1DFF-89D6-4E17-09D8-16F8879323AE}"/>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3506409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DF5B8-C594-8811-6B02-74B76C2D5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0F2FB9-F8DE-BBB0-36CF-12F4C4F9A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72657-BE70-8730-A1E7-493D29802D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DA71F5-BCB1-D608-B4BD-06E8B29D7BE7}"/>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531393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500F-1A9D-0009-2134-153FDD366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E2B4E-58DF-A567-651F-A0DF54776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42D87-38F5-391E-1C68-8A0BAC5918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2C087B-B541-5DD2-086A-4A69DE79C1D7}"/>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449784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361AA-111B-4781-ADC7-1418D5BA9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7C4E6-30F0-7C78-7362-0932CAF49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3A483-ACAA-49CD-7C45-6633A67DA9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6A0FA2-1468-0FB7-4517-C059A6A9FC9F}"/>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1879304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BF999-5AFE-7F38-8D6A-F7BCDA0E2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F73D7-1E92-DAE1-C322-C3DA9DEE5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12078-7114-A41B-4051-4887EE3CF0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F7660D-2E9D-59E1-9F18-E3BD40323736}"/>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856247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29F46-2F02-AC46-D422-59DAF3477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85D8D-71DD-9322-781B-8E59C84FE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ABD43E-5EA1-A083-B256-565E996A0D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1A20F-371D-25A4-D795-68C0BD3178E3}"/>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315506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D2347-2EEA-7B4A-EDA7-CFFE1CC83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5AD8F-6C52-492A-96C0-F53E5C296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528CD-DD30-98F6-AC04-398F34780D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08A653-BCBD-D0B3-AB00-9277E83F392B}"/>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2573089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3BDC-B119-C8A1-4748-5869B977E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4EC71-4496-2529-6F0A-569F6C951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1A525-09B9-DD96-A6AC-EF5A66285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9DCF79-367B-2AE5-5C9B-34137E00BAFB}"/>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1708015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38CB3-9F6D-09D3-E91B-D5BDBD807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6C030-461F-EBE9-DB5C-514267772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0BFFF-248B-AB65-D3BD-97DEF9BBA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F17EA-C3E4-C178-1E7E-B043C8C3A279}"/>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41349479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568DF-86FE-E027-F297-CFF9BB57E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C81DB-07E6-8A16-35EE-81F5F17F3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8CB9A-3CF4-DBCC-5035-D12C42B90B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53173F-D9E5-F5A3-4A54-8850F83018F7}"/>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10863886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669D8-F58C-0757-38F0-ADCCB58F0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482CF-D9BC-6AC0-7036-D53A6FF28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9148B-1A73-4BB8-5DCD-8DD79BA77A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A7B143-C12E-D2F0-111A-88A5E3DE1FEA}"/>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382522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6E4D-698F-7140-F1DF-5F75A49C4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BDD81-72EF-9A9F-F388-A03D0E7FB3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1E17B-14FE-D9B4-A063-84BE6D7641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A3AB58-151A-529C-AE41-340F75F149B8}"/>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10762428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3ED79-89B4-6C35-8AFC-6501AB582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16A49-E231-E230-FC28-8E048CF6A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F0718-8732-E8C9-790E-5CFCEA6C76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712823-E5A8-D303-88B3-0FF360486ED1}"/>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3841739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8742-93BD-0D39-0074-85FD220BA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75DB1-37E2-BD51-BC66-219B66F32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78900-0BE3-006B-9F07-98E1A686B2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D11AE4-921B-1727-8862-2CD7C183C0CA}"/>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2384989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5F117-8AA5-49F7-9BD5-1A0BBB292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C8128-B6A7-1D44-3097-A160245E66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1BE06-0273-0044-EFF1-3387A12D63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17661D-2569-6570-405A-92F4CB520A06}"/>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10120818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38F00-9287-60C8-8E45-7785AEFE9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0974E-0E21-412F-89BB-E40D21CCD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E24AB-6A3D-662E-FE5C-95533E780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65819B-06A8-4DCB-EA26-83A18CF537BB}"/>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28698561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035D5-C529-93EC-C35B-C017FD819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910D0-75CD-A97A-E539-E7CB0A146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1EE2B-277F-F4B9-7162-F68A39C69A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9E2BEB-4D44-4783-51D8-CE997916C649}"/>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205622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99641-A3A5-2EEC-5C01-BD1811EAB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ABB3E-3CF0-5AA7-C9FB-2F62DC89D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D0353-B047-81E1-CA06-00A1393348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7C40C-6520-832F-19F7-ED6AEFCCBF2D}"/>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1102341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AE40B-2F30-336A-6AB4-E3A6543A3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95D8E-461B-7270-DE10-B7B5E1489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F881E-0891-8FC8-B754-97BF7C84F2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F8D45-2078-9825-F7C4-8BBFA8F11225}"/>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883050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2264D-3E6C-C855-0D3D-8F70B8429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99B88-7441-C114-EC24-BDFBFBD0D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089FE-9C1B-2306-2ADB-C30D32A6F8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D3C74A-CC51-695D-1453-C399D788ECE2}"/>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21467940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C34AA-650A-CB66-E453-68A304870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A76DE-A3DA-2209-9B2B-538F52111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C5560-9D2C-303E-1CD8-185CF6CF14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099469-CD9E-E88F-2918-6BE262C52994}"/>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8567357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4FCF7-196D-70FE-DFF8-0BB4C00FD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AA68C-518C-5824-42C7-9A50E8F93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D94FB-FA5D-54FA-62BF-ED472D9F5B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04ADB7-F1EF-EC6A-6AB1-8759779BC59B}"/>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36769441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BE421-0DAC-FBF4-3592-6E3C094C8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E4541-8F98-4BC1-0CA8-1982BDA3E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6DE00-4630-17F0-0D26-BF37071719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0EEFAE-2644-F642-175C-027645D4131C}"/>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13820190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BE1AE-0FA8-F2F5-D95E-2DE884FC3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8734D-DBB3-FEE1-E637-38D28BD36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41F98-380D-1295-B7DE-0600FCAC97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C86FCA-1E5C-3B55-682C-56FA1E4053F4}"/>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451875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1A70D-BBBA-7C2D-3697-D63701D20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AB7D4-C958-AE3A-2C9E-C0E56AD27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7D45B-A5B0-B529-1312-F9AF22B0DB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C1BEF4-DDA3-8629-28A3-F72702383DE1}"/>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27380663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DBB8-C01F-28D3-F350-EAAB2060C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8F108-EA43-3BF0-FA3A-5F7B0E9A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24CB5-E45D-814D-8D17-765C32443E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256FE8-FD62-DCB4-1480-6EDF7A2A8500}"/>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4248928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6175A-D93B-4B62-AD11-7B9D79A65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7CCD2-62BC-A603-95CE-3D745E626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3C974-E5E0-1BB9-02D8-7EBDC800AF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D268A2-9A77-77A9-4606-C7DB826A9C00}"/>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1074288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C836A-DD8D-F905-3582-7CB59FF17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DA17E-3464-4F40-6812-BEE7ACC289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B42BB-CE12-7F2A-2808-51546CADCF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0D4658-65EB-30E8-090A-029C79A6CF4D}"/>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42244980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3" name="Picture 2">
            <a:extLst>
              <a:ext uri="{FF2B5EF4-FFF2-40B4-BE49-F238E27FC236}">
                <a16:creationId xmlns:a16="http://schemas.microsoft.com/office/drawing/2014/main" id="{C9D2E576-87CA-1BAF-6F8A-85BEF11612A3}"/>
              </a:ext>
            </a:extLst>
          </p:cNvPr>
          <p:cNvPicPr>
            <a:picLocks noChangeAspect="1"/>
          </p:cNvPicPr>
          <p:nvPr userDrawn="1"/>
        </p:nvPicPr>
        <p:blipFill>
          <a:blip r:embed="rId2"/>
          <a:stretch>
            <a:fillRect/>
          </a:stretch>
        </p:blipFill>
        <p:spPr>
          <a:xfrm>
            <a:off x="3164562" y="143927"/>
            <a:ext cx="4543223" cy="5154077"/>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9/17/26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9/17/26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10F3-DBDC-42D1-EA15-E0917B195C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029341-4A43-E191-46D7-9F102454E8A0}"/>
              </a:ext>
            </a:extLst>
          </p:cNvPr>
          <p:cNvSpPr>
            <a:spLocks noGrp="1"/>
          </p:cNvSpPr>
          <p:nvPr>
            <p:ph sz="half" idx="1"/>
          </p:nvPr>
        </p:nvSpPr>
        <p:spPr/>
        <p:txBody>
          <a:bodyPr/>
          <a:lstStyle/>
          <a:p>
            <a:r>
              <a:rPr lang="en-US" dirty="0"/>
              <a:t>The long thermometer has eight steps where the digit must increase, because the corresponding cells are in the same row, column, or block. So, there is only one solution to this thermometer.</a:t>
            </a:r>
          </a:p>
        </p:txBody>
      </p:sp>
      <p:pic>
        <p:nvPicPr>
          <p:cNvPr id="4" name="Picture 3" descr="A grid of sudoku puzzle&#10;&#10;Description automatically generated">
            <a:extLst>
              <a:ext uri="{FF2B5EF4-FFF2-40B4-BE49-F238E27FC236}">
                <a16:creationId xmlns:a16="http://schemas.microsoft.com/office/drawing/2014/main" id="{8BFC83B1-2131-CD86-ED16-CF8552A1648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95DEEA2-E25B-FD5A-B582-D9A41972C4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54B6E37-9039-8CE2-B1BC-F3314F76688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DC980D-315C-E293-1B78-FAFCE1B38CA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5283308-7294-1789-5513-B4D6C9932B75}"/>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7C5BA486-3D5F-B0AE-F820-2DAD144EEB58}"/>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7A75D87-2CC3-8D04-4805-C9552163D75D}"/>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68C3D0BD-9FAA-F673-C4CA-153055A05D3E}"/>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E41EBA6A-0F40-38F0-2EDA-CA64C1045DC2}"/>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6A9BBBC9-CEE9-F44F-8BC9-BFDD7F6EFC43}"/>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D584F83A-714A-9A51-3E6F-C351160249E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5FD96AE-CDAC-3EAF-0DF2-716DC4BA8488}"/>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D87739E-BB6D-AED3-DE09-4C3BDB4FB0A3}"/>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18486AE9-B462-41FA-A854-FBDE336C536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D6B4DFB2-6EA9-3F7D-4127-56A74B48C94C}"/>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31A97E1C-97B2-C4B9-7594-E9D62A2547CB}"/>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DF20305F-9379-4DA3-545D-BBA80D7ABD3D}"/>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4E6FB64E-B61C-2D09-BFD3-4F66DCF641F1}"/>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788C23B4-2D58-6C92-31C9-79515BBAF55E}"/>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3556990C-56AE-5493-65FC-2EC55F147BAF}"/>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D661FF3-3120-B5B8-9F37-292879E5FBD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D781432-777B-D8EE-5198-6F936EE6D3C8}"/>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747018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509C1-63BF-1061-4366-A1172A313DD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E7E17B-D1D2-5653-133E-40EED6441D44}"/>
              </a:ext>
            </a:extLst>
          </p:cNvPr>
          <p:cNvSpPr>
            <a:spLocks noGrp="1"/>
          </p:cNvSpPr>
          <p:nvPr>
            <p:ph sz="half" idx="1"/>
          </p:nvPr>
        </p:nvSpPr>
        <p:spPr/>
        <p:txBody>
          <a:bodyPr/>
          <a:lstStyle/>
          <a:p>
            <a:r>
              <a:rPr lang="en-US" dirty="0"/>
              <a:t>The second longest thermometer has three steps where it must increase. So, we initialize it this way.</a:t>
            </a:r>
          </a:p>
        </p:txBody>
      </p:sp>
      <p:pic>
        <p:nvPicPr>
          <p:cNvPr id="4" name="Picture 3" descr="A grid of sudoku puzzle&#10;&#10;Description automatically generated">
            <a:extLst>
              <a:ext uri="{FF2B5EF4-FFF2-40B4-BE49-F238E27FC236}">
                <a16:creationId xmlns:a16="http://schemas.microsoft.com/office/drawing/2014/main" id="{6C9F7B80-351D-FBBD-E728-84742F92C1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6DBE3B-D55B-0C86-400B-790449CA745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7FA0FC4-F0E6-C229-11CB-63D3915743C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04609D9-5F63-DAE8-020C-185A63FBD39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6B2433F-20E9-55C2-0D64-5974CFDF2802}"/>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471760E-AA6D-335E-3711-C7D6AEC3D61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32D92742-815D-54FF-81E7-F035835A51A8}"/>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268AB18-5740-D820-F461-4A6C37C2663E}"/>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23D5A5C8-91FB-72A3-D076-10B06EA9BA7D}"/>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33B4B51C-EDFB-1403-DE65-74AE7A7E130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82EBC92F-32C7-2183-4756-AF416FED742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E07829E1-0C17-BC92-89BD-BF842F93A045}"/>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F39A111-4AF4-E49A-6E4A-240510366ED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6E61435-412C-BD53-E486-78FE40486F7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C5578654-DF71-E05F-2A25-6D6400D05E92}"/>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7D5DCB6-7FCF-18C8-C196-E19A723CD135}"/>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FA1207CC-7A2F-A559-E9D7-22E51DF06025}"/>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A46168EF-F0F3-0465-D4DC-728F7A49D79A}"/>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C291D312-356C-3D83-4718-CD4B4CBF5AD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BE87F96D-C478-05C2-727E-BA7E1E4FAAA9}"/>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3262C442-9B2C-2C64-2081-116E976074E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804B0D4-30C1-42B7-CAD1-7400075A8FC7}"/>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CC950B05-DA02-D033-9DBB-DB4032715FC8}"/>
              </a:ext>
            </a:extLst>
          </p:cNvPr>
          <p:cNvSpPr txBox="1"/>
          <p:nvPr/>
        </p:nvSpPr>
        <p:spPr>
          <a:xfrm>
            <a:off x="6152446" y="754702"/>
            <a:ext cx="570089" cy="230832"/>
          </a:xfrm>
          <a:prstGeom prst="rect">
            <a:avLst/>
          </a:prstGeom>
          <a:noFill/>
        </p:spPr>
        <p:txBody>
          <a:bodyPr wrap="square" rtlCol="0">
            <a:spAutoFit/>
          </a:bodyPr>
          <a:lstStyle/>
          <a:p>
            <a:pPr algn="ctr"/>
            <a:r>
              <a:rPr lang="en-US" sz="900" dirty="0"/>
              <a:t>345678</a:t>
            </a:r>
          </a:p>
        </p:txBody>
      </p:sp>
      <p:sp>
        <p:nvSpPr>
          <p:cNvPr id="19" name="TextBox 18">
            <a:extLst>
              <a:ext uri="{FF2B5EF4-FFF2-40B4-BE49-F238E27FC236}">
                <a16:creationId xmlns:a16="http://schemas.microsoft.com/office/drawing/2014/main" id="{91507F5D-8702-1B14-8AD2-2CF3A1557B20}"/>
              </a:ext>
            </a:extLst>
          </p:cNvPr>
          <p:cNvSpPr txBox="1"/>
          <p:nvPr/>
        </p:nvSpPr>
        <p:spPr>
          <a:xfrm>
            <a:off x="5147734" y="1565606"/>
            <a:ext cx="570089" cy="230832"/>
          </a:xfrm>
          <a:prstGeom prst="rect">
            <a:avLst/>
          </a:prstGeom>
          <a:noFill/>
        </p:spPr>
        <p:txBody>
          <a:bodyPr wrap="square" rtlCol="0">
            <a:spAutoFit/>
          </a:bodyPr>
          <a:lstStyle/>
          <a:p>
            <a:pPr algn="ctr"/>
            <a:r>
              <a:rPr lang="en-US" sz="900" dirty="0"/>
              <a:t>234567</a:t>
            </a:r>
          </a:p>
        </p:txBody>
      </p:sp>
      <p:sp>
        <p:nvSpPr>
          <p:cNvPr id="27" name="TextBox 26">
            <a:extLst>
              <a:ext uri="{FF2B5EF4-FFF2-40B4-BE49-F238E27FC236}">
                <a16:creationId xmlns:a16="http://schemas.microsoft.com/office/drawing/2014/main" id="{E738DD70-583C-F427-1299-FC299F7B41A2}"/>
              </a:ext>
            </a:extLst>
          </p:cNvPr>
          <p:cNvSpPr txBox="1"/>
          <p:nvPr/>
        </p:nvSpPr>
        <p:spPr>
          <a:xfrm>
            <a:off x="5650090" y="1565606"/>
            <a:ext cx="570089" cy="230832"/>
          </a:xfrm>
          <a:prstGeom prst="rect">
            <a:avLst/>
          </a:prstGeom>
          <a:noFill/>
        </p:spPr>
        <p:txBody>
          <a:bodyPr wrap="square" rtlCol="0">
            <a:spAutoFit/>
          </a:bodyPr>
          <a:lstStyle/>
          <a:p>
            <a:pPr algn="ctr"/>
            <a:r>
              <a:rPr lang="en-US" sz="900" dirty="0"/>
              <a:t>345678</a:t>
            </a:r>
          </a:p>
        </p:txBody>
      </p:sp>
      <p:sp>
        <p:nvSpPr>
          <p:cNvPr id="28" name="TextBox 27">
            <a:extLst>
              <a:ext uri="{FF2B5EF4-FFF2-40B4-BE49-F238E27FC236}">
                <a16:creationId xmlns:a16="http://schemas.microsoft.com/office/drawing/2014/main" id="{0DC8F855-1388-479E-C2FB-49B10B98E9A1}"/>
              </a:ext>
            </a:extLst>
          </p:cNvPr>
          <p:cNvSpPr txBox="1"/>
          <p:nvPr/>
        </p:nvSpPr>
        <p:spPr>
          <a:xfrm>
            <a:off x="6654802" y="1565606"/>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667853AB-AC88-DEC2-70B1-DB064C46B6A1}"/>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123456</a:t>
            </a:r>
          </a:p>
        </p:txBody>
      </p:sp>
      <p:sp>
        <p:nvSpPr>
          <p:cNvPr id="30" name="TextBox 29">
            <a:extLst>
              <a:ext uri="{FF2B5EF4-FFF2-40B4-BE49-F238E27FC236}">
                <a16:creationId xmlns:a16="http://schemas.microsoft.com/office/drawing/2014/main" id="{21585420-8188-1E13-63C2-C186EB163E96}"/>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123456</a:t>
            </a:r>
          </a:p>
        </p:txBody>
      </p:sp>
    </p:spTree>
    <p:extLst>
      <p:ext uri="{BB962C8B-B14F-4D97-AF65-F5344CB8AC3E}">
        <p14:creationId xmlns:p14="http://schemas.microsoft.com/office/powerpoint/2010/main" val="266270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5B041-CC5F-E3CE-13C1-42BAE3871D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74AD91-CEF7-EB76-5C0D-79AB8D88FEA6}"/>
              </a:ext>
            </a:extLst>
          </p:cNvPr>
          <p:cNvSpPr>
            <a:spLocks noGrp="1"/>
          </p:cNvSpPr>
          <p:nvPr>
            <p:ph sz="half" idx="1"/>
          </p:nvPr>
        </p:nvSpPr>
        <p:spPr/>
        <p:txBody>
          <a:bodyPr/>
          <a:lstStyle/>
          <a:p>
            <a:r>
              <a:rPr lang="en-US" dirty="0"/>
              <a:t>Eliminating a low digit in a cell propagates on the low side, upward. Eliminating a high digit in a cell propagates on the high side, downward. We start by eliminating 7 and 8 in the upper right block.</a:t>
            </a:r>
          </a:p>
        </p:txBody>
      </p:sp>
      <p:pic>
        <p:nvPicPr>
          <p:cNvPr id="4" name="Picture 3" descr="A grid of sudoku puzzle&#10;&#10;Description automatically generated">
            <a:extLst>
              <a:ext uri="{FF2B5EF4-FFF2-40B4-BE49-F238E27FC236}">
                <a16:creationId xmlns:a16="http://schemas.microsoft.com/office/drawing/2014/main" id="{20FF711E-B2E2-69DB-4B9E-B551E57438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9FBF02F-4544-F45E-8D50-9B954203434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F6617B3-2FB5-6942-525D-ACFCE6CF639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A163F1-1607-1891-10CD-EA35958B1D3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292CD5C-7E83-F0CF-443F-DA1567018B50}"/>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504E42AF-C97C-6110-6B9C-F923C7AA5A2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5F1564A-8AD8-137C-028B-BC6B380D87D0}"/>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E8EED295-CB65-0F6A-0FE4-B7A10BB11964}"/>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4FD73708-4BDC-20E9-549F-514B885AEB28}"/>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F1604849-E49C-E002-3A18-961F3C7C1B2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6C2ABD9C-B55B-6E78-0D9D-428D16E3666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358027C2-63EB-E418-F28A-74018C60E400}"/>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D13ED8A-B7D2-5616-EB5C-61B69D3A9CF0}"/>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BFEDB99C-1055-0AAE-CDD6-581EA39DE5C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6374ADC1-AB2A-4DB0-8A5B-2C6F786D648F}"/>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F3F5C61D-9EC1-F52B-F120-B6D07D59BF87}"/>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9776F0E8-4968-9B56-77B5-2B9F88F42EDF}"/>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7862FFC-8C9B-C7A0-103E-E233C52A93A3}"/>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71FD441-EEC7-49FE-2294-2D9C61F65966}"/>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C312450D-A952-DBC5-B5C8-0AE418B13349}"/>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CFDC314-4654-1512-1E21-B65D64202EB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7476AE2F-0510-E999-8A27-131A334FD9BA}"/>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CC2EEE65-2408-2617-1C3A-83B44CA46F3C}"/>
              </a:ext>
            </a:extLst>
          </p:cNvPr>
          <p:cNvSpPr txBox="1"/>
          <p:nvPr/>
        </p:nvSpPr>
        <p:spPr>
          <a:xfrm>
            <a:off x="6152446" y="754702"/>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F755837A-1CF6-AF0E-6512-DDE93CF1A257}"/>
              </a:ext>
            </a:extLst>
          </p:cNvPr>
          <p:cNvSpPr txBox="1"/>
          <p:nvPr/>
        </p:nvSpPr>
        <p:spPr>
          <a:xfrm>
            <a:off x="5147734" y="1565606"/>
            <a:ext cx="570089" cy="230832"/>
          </a:xfrm>
          <a:prstGeom prst="rect">
            <a:avLst/>
          </a:prstGeom>
          <a:noFill/>
        </p:spPr>
        <p:txBody>
          <a:bodyPr wrap="square" rtlCol="0">
            <a:spAutoFit/>
          </a:bodyPr>
          <a:lstStyle/>
          <a:p>
            <a:pPr algn="ctr"/>
            <a:r>
              <a:rPr lang="en-US" sz="900" dirty="0"/>
              <a:t>2345</a:t>
            </a:r>
          </a:p>
        </p:txBody>
      </p:sp>
      <p:sp>
        <p:nvSpPr>
          <p:cNvPr id="27" name="TextBox 26">
            <a:extLst>
              <a:ext uri="{FF2B5EF4-FFF2-40B4-BE49-F238E27FC236}">
                <a16:creationId xmlns:a16="http://schemas.microsoft.com/office/drawing/2014/main" id="{5C971F3B-FE86-0B39-7AE7-7F2349C72FBE}"/>
              </a:ext>
            </a:extLst>
          </p:cNvPr>
          <p:cNvSpPr txBox="1"/>
          <p:nvPr/>
        </p:nvSpPr>
        <p:spPr>
          <a:xfrm>
            <a:off x="5650090" y="1565606"/>
            <a:ext cx="570089" cy="230832"/>
          </a:xfrm>
          <a:prstGeom prst="rect">
            <a:avLst/>
          </a:prstGeom>
          <a:noFill/>
        </p:spPr>
        <p:txBody>
          <a:bodyPr wrap="square" rtlCol="0">
            <a:spAutoFit/>
          </a:bodyPr>
          <a:lstStyle/>
          <a:p>
            <a:pPr algn="ctr"/>
            <a:r>
              <a:rPr lang="en-US" sz="900" dirty="0"/>
              <a:t>3456</a:t>
            </a:r>
          </a:p>
        </p:txBody>
      </p:sp>
      <p:sp>
        <p:nvSpPr>
          <p:cNvPr id="28" name="TextBox 27">
            <a:extLst>
              <a:ext uri="{FF2B5EF4-FFF2-40B4-BE49-F238E27FC236}">
                <a16:creationId xmlns:a16="http://schemas.microsoft.com/office/drawing/2014/main" id="{E8E8D1A6-F276-2AA8-0D2A-7C5B1D8DFEE4}"/>
              </a:ext>
            </a:extLst>
          </p:cNvPr>
          <p:cNvSpPr txBox="1"/>
          <p:nvPr/>
        </p:nvSpPr>
        <p:spPr>
          <a:xfrm>
            <a:off x="6654802" y="1565606"/>
            <a:ext cx="570089" cy="230832"/>
          </a:xfrm>
          <a:prstGeom prst="rect">
            <a:avLst/>
          </a:prstGeom>
          <a:noFill/>
        </p:spPr>
        <p:txBody>
          <a:bodyPr wrap="square" rtlCol="0">
            <a:spAutoFit/>
          </a:bodyPr>
          <a:lstStyle/>
          <a:p>
            <a:pPr algn="ctr"/>
            <a:r>
              <a:rPr lang="en-US" sz="900" dirty="0"/>
              <a:t>4569</a:t>
            </a:r>
          </a:p>
        </p:txBody>
      </p:sp>
      <p:sp>
        <p:nvSpPr>
          <p:cNvPr id="29" name="TextBox 28">
            <a:extLst>
              <a:ext uri="{FF2B5EF4-FFF2-40B4-BE49-F238E27FC236}">
                <a16:creationId xmlns:a16="http://schemas.microsoft.com/office/drawing/2014/main" id="{16BDE863-7529-2D44-D616-ED6C15207C09}"/>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30" name="TextBox 29">
            <a:extLst>
              <a:ext uri="{FF2B5EF4-FFF2-40B4-BE49-F238E27FC236}">
                <a16:creationId xmlns:a16="http://schemas.microsoft.com/office/drawing/2014/main" id="{2D8760CD-40F6-C93C-5098-58C1EAB715E6}"/>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1234</a:t>
            </a:r>
          </a:p>
        </p:txBody>
      </p:sp>
    </p:spTree>
    <p:extLst>
      <p:ext uri="{BB962C8B-B14F-4D97-AF65-F5344CB8AC3E}">
        <p14:creationId xmlns:p14="http://schemas.microsoft.com/office/powerpoint/2010/main" val="53764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A96EF-D3AC-7378-13CA-D0DA992590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2434E4-7634-5605-BDDA-65A0FFBEC26B}"/>
              </a:ext>
            </a:extLst>
          </p:cNvPr>
          <p:cNvSpPr>
            <a:spLocks noGrp="1"/>
          </p:cNvSpPr>
          <p:nvPr>
            <p:ph sz="half" idx="1"/>
          </p:nvPr>
        </p:nvSpPr>
        <p:spPr/>
        <p:txBody>
          <a:bodyPr/>
          <a:lstStyle/>
          <a:p>
            <a:r>
              <a:rPr lang="en-US" dirty="0"/>
              <a:t>Continue by eliminating 1 and 2 in the upper center block.</a:t>
            </a:r>
          </a:p>
        </p:txBody>
      </p:sp>
      <p:pic>
        <p:nvPicPr>
          <p:cNvPr id="4" name="Picture 3" descr="A grid of sudoku puzzle&#10;&#10;Description automatically generated">
            <a:extLst>
              <a:ext uri="{FF2B5EF4-FFF2-40B4-BE49-F238E27FC236}">
                <a16:creationId xmlns:a16="http://schemas.microsoft.com/office/drawing/2014/main" id="{D1CA4139-BBE4-EAB0-0150-FCE723AA131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5A9B253-9A43-7E84-2B65-078F5BE10CB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1BE9EAE-2FDB-AFBB-6296-CCFAABD82F7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69CE1C8-F0BD-04D2-AB61-627B1FD2DDF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42A86AA-C6A5-36FC-4008-F892A5BA9145}"/>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C9784FF-A9A0-652E-A4A5-903759C89EB1}"/>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BC7B4AE-93E7-3F02-1D94-C87A1F17F05B}"/>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AFDF346-48FA-48E5-53FA-673079AE1F1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BFFB96E1-F76B-DE63-170C-0CB57B2AE981}"/>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B2AFC89-FBA5-1696-C82F-729FBCC0F755}"/>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3EC51231-DB63-F0E7-2F84-CC4564A7A8A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2FA22A5-B75D-4B81-F3D7-3A951628CB15}"/>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F991CC1-0803-4CDE-D143-19E48821A131}"/>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A661C7F-6A5B-A60F-C451-9996443B1A6B}"/>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0470A8A1-6A3A-9F53-6417-933F866AFB7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3DD4B88C-4249-4060-BA87-F916CF27E00A}"/>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F44D807B-407C-C256-0782-4618E67EA38C}"/>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F4510C11-125C-374E-BC5A-51B86A04F7AF}"/>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13609793-4DDE-55AA-B1FA-06FA023FB9B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5BDAA0F-EBBA-7BBD-5DCA-DFD3CB68ACF7}"/>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1280287-36A7-3A63-8AB3-9F1768324B7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8DC999E-3D7A-04FD-40A6-F5C1FE420337}"/>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CBDB981A-AF8D-6914-95F4-4FAD753BCF6E}"/>
              </a:ext>
            </a:extLst>
          </p:cNvPr>
          <p:cNvSpPr txBox="1"/>
          <p:nvPr/>
        </p:nvSpPr>
        <p:spPr>
          <a:xfrm>
            <a:off x="6152446" y="754702"/>
            <a:ext cx="570089" cy="230832"/>
          </a:xfrm>
          <a:prstGeom prst="rect">
            <a:avLst/>
          </a:prstGeom>
          <a:noFill/>
        </p:spPr>
        <p:txBody>
          <a:bodyPr wrap="square" rtlCol="0">
            <a:spAutoFit/>
          </a:bodyPr>
          <a:lstStyle/>
          <a:p>
            <a:pPr algn="ctr"/>
            <a:r>
              <a:rPr lang="en-US" sz="900" dirty="0"/>
              <a:t>56</a:t>
            </a:r>
          </a:p>
        </p:txBody>
      </p:sp>
      <p:sp>
        <p:nvSpPr>
          <p:cNvPr id="19" name="TextBox 18">
            <a:extLst>
              <a:ext uri="{FF2B5EF4-FFF2-40B4-BE49-F238E27FC236}">
                <a16:creationId xmlns:a16="http://schemas.microsoft.com/office/drawing/2014/main" id="{BD16D362-62E4-4D06-7AEB-91F93B805FC7}"/>
              </a:ext>
            </a:extLst>
          </p:cNvPr>
          <p:cNvSpPr txBox="1"/>
          <p:nvPr/>
        </p:nvSpPr>
        <p:spPr>
          <a:xfrm>
            <a:off x="5147734" y="1565606"/>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61092336-DC3E-AB2C-AD2D-7424B70E09BE}"/>
              </a:ext>
            </a:extLst>
          </p:cNvPr>
          <p:cNvSpPr txBox="1"/>
          <p:nvPr/>
        </p:nvSpPr>
        <p:spPr>
          <a:xfrm>
            <a:off x="5650090" y="1565606"/>
            <a:ext cx="570089" cy="230832"/>
          </a:xfrm>
          <a:prstGeom prst="rect">
            <a:avLst/>
          </a:prstGeom>
          <a:noFill/>
        </p:spPr>
        <p:txBody>
          <a:bodyPr wrap="square" rtlCol="0">
            <a:spAutoFit/>
          </a:bodyPr>
          <a:lstStyle/>
          <a:p>
            <a:pPr algn="ctr"/>
            <a:r>
              <a:rPr lang="en-US" sz="900" dirty="0"/>
              <a:t>56</a:t>
            </a:r>
          </a:p>
        </p:txBody>
      </p:sp>
      <p:sp>
        <p:nvSpPr>
          <p:cNvPr id="28" name="TextBox 27">
            <a:extLst>
              <a:ext uri="{FF2B5EF4-FFF2-40B4-BE49-F238E27FC236}">
                <a16:creationId xmlns:a16="http://schemas.microsoft.com/office/drawing/2014/main" id="{7A5C548B-A1F5-D9E1-C308-B73AE5EF8442}"/>
              </a:ext>
            </a:extLst>
          </p:cNvPr>
          <p:cNvSpPr txBox="1"/>
          <p:nvPr/>
        </p:nvSpPr>
        <p:spPr>
          <a:xfrm>
            <a:off x="6654802" y="1565606"/>
            <a:ext cx="570089" cy="230832"/>
          </a:xfrm>
          <a:prstGeom prst="rect">
            <a:avLst/>
          </a:prstGeom>
          <a:noFill/>
        </p:spPr>
        <p:txBody>
          <a:bodyPr wrap="square" rtlCol="0">
            <a:spAutoFit/>
          </a:bodyPr>
          <a:lstStyle/>
          <a:p>
            <a:pPr algn="ctr"/>
            <a:r>
              <a:rPr lang="en-US" sz="900" dirty="0"/>
              <a:t>69</a:t>
            </a:r>
          </a:p>
        </p:txBody>
      </p:sp>
      <p:sp>
        <p:nvSpPr>
          <p:cNvPr id="29" name="TextBox 28">
            <a:extLst>
              <a:ext uri="{FF2B5EF4-FFF2-40B4-BE49-F238E27FC236}">
                <a16:creationId xmlns:a16="http://schemas.microsoft.com/office/drawing/2014/main" id="{E7E44336-4122-43AF-398C-F3A172E456F2}"/>
              </a:ext>
            </a:extLst>
          </p:cNvPr>
          <p:cNvSpPr txBox="1"/>
          <p:nvPr/>
        </p:nvSpPr>
        <p:spPr>
          <a:xfrm>
            <a:off x="4645378" y="1903821"/>
            <a:ext cx="570089" cy="230832"/>
          </a:xfrm>
          <a:prstGeom prst="rect">
            <a:avLst/>
          </a:prstGeom>
          <a:noFill/>
        </p:spPr>
        <p:txBody>
          <a:bodyPr wrap="square" rtlCol="0">
            <a:spAutoFit/>
          </a:bodyPr>
          <a:lstStyle/>
          <a:p>
            <a:pPr algn="ctr"/>
            <a:r>
              <a:rPr lang="en-US" sz="900" dirty="0"/>
              <a:t>34</a:t>
            </a:r>
          </a:p>
        </p:txBody>
      </p:sp>
      <p:sp>
        <p:nvSpPr>
          <p:cNvPr id="30" name="TextBox 29">
            <a:extLst>
              <a:ext uri="{FF2B5EF4-FFF2-40B4-BE49-F238E27FC236}">
                <a16:creationId xmlns:a16="http://schemas.microsoft.com/office/drawing/2014/main" id="{0C673A2A-F6FF-2459-3C7D-562B2B4A0B4C}"/>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1234</a:t>
            </a:r>
          </a:p>
        </p:txBody>
      </p:sp>
    </p:spTree>
    <p:extLst>
      <p:ext uri="{BB962C8B-B14F-4D97-AF65-F5344CB8AC3E}">
        <p14:creationId xmlns:p14="http://schemas.microsoft.com/office/powerpoint/2010/main" val="784221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D4ED4-5D4E-AED7-C2C9-4A3E18EB2A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FA186D-FC58-99C8-C3E3-1F2328FD72EA}"/>
              </a:ext>
            </a:extLst>
          </p:cNvPr>
          <p:cNvSpPr>
            <a:spLocks noGrp="1"/>
          </p:cNvSpPr>
          <p:nvPr>
            <p:ph sz="half" idx="1"/>
          </p:nvPr>
        </p:nvSpPr>
        <p:spPr/>
        <p:txBody>
          <a:bodyPr/>
          <a:lstStyle/>
          <a:p>
            <a:r>
              <a:rPr lang="en-US" dirty="0"/>
              <a:t>The 3 in Row 3 really does the trick.</a:t>
            </a:r>
          </a:p>
          <a:p>
            <a:r>
              <a:rPr lang="en-US" dirty="0"/>
              <a:t>Then, resolve the thermometer’s bulb (must be 1 because 2, 3, and 4 are precluded.</a:t>
            </a:r>
          </a:p>
        </p:txBody>
      </p:sp>
      <p:pic>
        <p:nvPicPr>
          <p:cNvPr id="4" name="Picture 3" descr="A grid of sudoku puzzle&#10;&#10;Description automatically generated">
            <a:extLst>
              <a:ext uri="{FF2B5EF4-FFF2-40B4-BE49-F238E27FC236}">
                <a16:creationId xmlns:a16="http://schemas.microsoft.com/office/drawing/2014/main" id="{4E84D00E-A7F7-8C7B-985B-74999C1AD4C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E723C4-DE43-A1D6-7365-A5845163934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26ED0FA-E9A2-4323-4D3B-C7D71B76D99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5365E8B-D0C0-468C-2AAE-224E5B67678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C41F2F1-1EAE-698B-4B86-79A20E3FF0E4}"/>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73AEA2C-09B8-D660-093B-1B0D96FB324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47B2036E-B5B4-C906-D485-534798D01A18}"/>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3E9D60B-8B6C-636D-CFE6-8B56D2B1EBF1}"/>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E58DC7C7-D35A-B3A5-0010-5BD3A14BB7E6}"/>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76FD49DE-A753-F2BE-8681-F5D6386A7BB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AB2EF3B-7B78-4565-E279-7AB2491C256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6CA97D5-7E98-C2C9-1EAC-95125B356A81}"/>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5D84543-42AA-94D9-8EA1-23A8803DE797}"/>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1530B910-8BC1-3FA5-B8CA-6A97A549801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7821B845-B5CB-A313-52A9-A108A6DA9F1B}"/>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6032E05B-2935-E8D3-ED76-B2243BCE435F}"/>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B06968E5-7E41-A869-5C63-6D85851AAC3C}"/>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4C9095D-E85B-0267-451C-A21700F9FA49}"/>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D67AF93F-D314-ECD2-0792-44D974990011}"/>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73090BDB-D1E2-DD57-F4BF-E6CE6F1414DA}"/>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9BFBC887-EF2D-1264-4025-81C9E6898D5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E40F339-3AD5-7A0E-9B00-AABD8990C709}"/>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F9E353D6-0B10-36EC-11B1-F3159E9116EB}"/>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14FB8D2D-B22F-8CAC-C1DB-140113D701CA}"/>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766BBBBF-D1D2-3CE3-4934-EDEF3DD09420}"/>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CB50E879-755A-9907-162C-7049CE52DCB4}"/>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3D29656-2702-A814-AF58-7352CB65486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8AD1043-BB71-4270-CEF9-3E644D5456B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693161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80071-FD83-BC53-F5EC-F1560051A3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88C7B3-7F35-D47F-848E-2DAFD48B666E}"/>
              </a:ext>
            </a:extLst>
          </p:cNvPr>
          <p:cNvSpPr>
            <a:spLocks noGrp="1"/>
          </p:cNvSpPr>
          <p:nvPr>
            <p:ph sz="half" idx="1"/>
          </p:nvPr>
        </p:nvSpPr>
        <p:spPr/>
        <p:txBody>
          <a:bodyPr/>
          <a:lstStyle/>
          <a:p>
            <a:r>
              <a:rPr lang="en-US" dirty="0"/>
              <a:t>Last possible value for this cell.</a:t>
            </a:r>
          </a:p>
        </p:txBody>
      </p:sp>
      <p:pic>
        <p:nvPicPr>
          <p:cNvPr id="4" name="Picture 3" descr="A grid of sudoku puzzle&#10;&#10;Description automatically generated">
            <a:extLst>
              <a:ext uri="{FF2B5EF4-FFF2-40B4-BE49-F238E27FC236}">
                <a16:creationId xmlns:a16="http://schemas.microsoft.com/office/drawing/2014/main" id="{84B74FAD-5D89-6303-4B3E-5D13BA748B0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847691E-7C9D-9951-6B75-7A5D7D10B84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8876B06-D3F3-0FC1-CE9E-921E116800F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062038C-41BE-E14B-8B82-E836C2D07D3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411EF0C-BFB0-B32B-85BB-9FF936995FC3}"/>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F75B9DDF-8D4D-D267-E6CF-6398A2A13197}"/>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A8909E49-6053-73A7-9D1D-AB68E45D823F}"/>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09C190BF-F061-9B16-BD37-4F7097399553}"/>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C8963AF0-832B-F518-A1C2-5DC7A2687B7F}"/>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19ADFE6-AC67-515D-29AE-8ED2186C5DA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6A7C3832-E0C9-DAC7-78EA-28D10D17447D}"/>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350FBD51-F3EE-8094-A3AE-5BD32AEA1BDF}"/>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15F5579-4A4E-9A27-4F0C-16144203E907}"/>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3930E0F-A4A5-EB26-9700-BC695EE8A8E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8569C435-20E2-3925-5AA5-73CD1DDEEBBE}"/>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DE1C92D-52C8-0F78-3B09-4AFBF337ECE9}"/>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3E55AA69-6AE0-9A0D-C191-B404B45CE0C0}"/>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DB97775B-DC46-DD28-B506-48802C807D83}"/>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ECD6CBCE-B9FB-4C52-7396-4EC7EFC40720}"/>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2B2C8EA-2E9E-26D6-07ED-BB602837AE2D}"/>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4E45503B-7BE8-AC91-EF61-0867DDFF194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8E8054F-7D9F-B00A-F22B-7F8C62021A0D}"/>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72AF10BD-C360-6CD1-850D-8291CAAE7E53}"/>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EB919099-C473-5EE4-0966-1B5F38B52C24}"/>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42951499-A8D1-1B7A-51F1-BBC2D4AC33E1}"/>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8FC62878-0A2A-DFF7-D908-E3D07AED54DF}"/>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7C207ADA-B4C7-A9E8-ABC3-0179CC1F627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6399D12-65B4-1DD0-8658-4446C4379FF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AF39BC4-2D1B-0A27-3E22-7C53E06EC6C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917683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2FE1C-15E7-8A13-3AE6-0096F8FC4B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A9A265-3998-794C-7F46-C68288AAA458}"/>
              </a:ext>
            </a:extLst>
          </p:cNvPr>
          <p:cNvSpPr>
            <a:spLocks noGrp="1"/>
          </p:cNvSpPr>
          <p:nvPr>
            <p:ph sz="half" idx="1"/>
          </p:nvPr>
        </p:nvSpPr>
        <p:spPr/>
        <p:txBody>
          <a:bodyPr/>
          <a:lstStyle/>
          <a:p>
            <a:r>
              <a:rPr lang="en-US" dirty="0"/>
              <a:t>Remaining digits in upper center block (379) fit in only one way.</a:t>
            </a:r>
          </a:p>
        </p:txBody>
      </p:sp>
      <p:pic>
        <p:nvPicPr>
          <p:cNvPr id="4" name="Picture 3" descr="A grid of sudoku puzzle&#10;&#10;Description automatically generated">
            <a:extLst>
              <a:ext uri="{FF2B5EF4-FFF2-40B4-BE49-F238E27FC236}">
                <a16:creationId xmlns:a16="http://schemas.microsoft.com/office/drawing/2014/main" id="{38E2F27F-E615-338D-90E2-10CC504FD16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906C718-072A-1724-CE8A-6C4D5B7697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5EC1E93-3A3A-54AE-B9FC-39C9BC315B2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F69A500-9508-D17C-5F88-44BEE28202B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48F1BA-7436-5C38-D079-F44D9BBEF52C}"/>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005398AF-8231-50AB-EF76-1C54EF77BD1D}"/>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13561BAB-AB6D-239C-1F01-1E9EBE69EA32}"/>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08E5541A-769F-CE64-FEF7-C9BED0489A02}"/>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7171E040-4B7E-C195-B822-4FF163F772E8}"/>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E48CF80-0AF3-0220-1B90-A3B3984873C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5331F3A9-432E-EFE1-C021-81A5180E19B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220E0CE7-4D44-3E23-2AFF-095B468E2BB1}"/>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BAE3E006-CB2D-888F-9022-39AA583DC1B1}"/>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F8111BC9-6DDF-0649-F7C4-A4EAA18C61A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A6521711-8F40-E7F9-C0B4-FD7C70682A12}"/>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FCFE5E6A-5D45-9606-CBB3-9E5F7EB19B82}"/>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A1449401-C27C-BA86-F5BB-944AD05FF345}"/>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F7810D1C-D99E-A1A9-1330-868AB42087EB}"/>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37DB793-58C6-F8C0-B944-231F97173DC9}"/>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54AF6FDC-01A8-A9F1-BBDD-96CAB6FEA44E}"/>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3E7468F-F882-D6ED-9F5D-05A32368E6E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DAA0BF1-A823-1C75-FC19-B1DFAFEF3D8A}"/>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119BCA6A-013A-4CC5-85AE-E08CB50CFCBD}"/>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2E2C3199-F5CD-252F-9523-361363004F4E}"/>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F87CD3A-AD1C-426F-A037-3666CABDFB38}"/>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35BA4C6A-E4E1-B9AC-C88A-918E82C1631E}"/>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AFD5DE28-6DC8-FA35-8196-63ED8E4BEC4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DEFA665-8820-CD1C-E80A-4AE1C01399C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4F19F61-F10A-EC92-FB9C-964328B5F1B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FFE53E3C-9CEF-8493-E22F-BA01B9DA5A7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77313E0E-D95C-CAED-56B4-FE43EBFBAA44}"/>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2EA4BFA7-BCCF-DBCE-0D2C-5D280B851C0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197267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B65A9-37A2-54B0-CB61-B3CDB376D74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EAEC85-A55A-3C13-DD55-41414A311DC5}"/>
              </a:ext>
            </a:extLst>
          </p:cNvPr>
          <p:cNvSpPr>
            <a:spLocks noGrp="1"/>
          </p:cNvSpPr>
          <p:nvPr>
            <p:ph sz="half" idx="1"/>
          </p:nvPr>
        </p:nvSpPr>
        <p:spPr/>
        <p:txBody>
          <a:bodyPr/>
          <a:lstStyle/>
          <a:p>
            <a:r>
              <a:rPr lang="en-US" dirty="0"/>
              <a:t>Remaining digits in Row 2 (134) fit in only one way.</a:t>
            </a:r>
          </a:p>
        </p:txBody>
      </p:sp>
      <p:pic>
        <p:nvPicPr>
          <p:cNvPr id="4" name="Picture 3" descr="A grid of sudoku puzzle&#10;&#10;Description automatically generated">
            <a:extLst>
              <a:ext uri="{FF2B5EF4-FFF2-40B4-BE49-F238E27FC236}">
                <a16:creationId xmlns:a16="http://schemas.microsoft.com/office/drawing/2014/main" id="{A54AF229-86BC-4113-CC9F-955DE0B211E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61C982A-C234-5263-3AD2-890AFE6246F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BC2E5D-D405-2DCD-B8A7-7D1470624C1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E23BB79-15AF-F626-43BA-D2A441B51AE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473B8D1-DA7B-BA6B-1345-18AB8094EB7E}"/>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3E6E10C1-3BD0-67B3-B71F-9A449C52EC87}"/>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2C8AE65-4D9E-53A4-18F8-E39F3E658139}"/>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1C8414B-1B50-9EB4-8D80-315B1A73F4C7}"/>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383EC336-89FD-4997-7E5A-9F3610B00A84}"/>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BA67680-C941-1491-9416-9ED8D2CE68F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A4F8D88-3145-A39B-8DAF-CD16D04D676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1AD7F5C-CD83-A1FE-E52B-09D2296BE769}"/>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462852AB-F669-8BD1-8CD4-5ABE17AAB52A}"/>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A43DEFE5-7433-199D-5ACA-F9B148D8884A}"/>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F894CAB7-F135-36FA-0792-60861D64996B}"/>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8A50633-E19C-E08C-24F5-797F0BA08440}"/>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01207E47-078B-F214-325F-348946ED7265}"/>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5E02021E-B0A4-F70E-AF69-FE73302A24B9}"/>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86CAEA6-0E28-023B-A96D-D62581D5532E}"/>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C8BC989B-21AE-BA80-5982-C941D42B0584}"/>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56C0FFD-B967-D5D9-9A3C-32A57222B83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E7DC206-46A6-A20D-2CCD-8C5F4E231D07}"/>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7BDF8058-9FA4-F915-A9CE-1153F7BDA385}"/>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919BCC04-EC84-BF00-9374-898C7FC0E405}"/>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B33C491-7D3D-3ACA-7192-E59611D1B51D}"/>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634CFD53-A9D6-0159-D77D-C773F6F9EDDD}"/>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9B3D6BC-196A-5E5A-1CF1-D6C4F42F408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A5459AF-B9D4-614C-0EBE-CB2070E8136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FAE04BFD-CA69-0B4B-2CEA-72490206252A}"/>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E7F3C0E-FE26-0937-FDC1-56B4F03AF7AD}"/>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5366F398-4319-B7F6-4518-FD1FDB8F794E}"/>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89038260-47EA-0519-3631-00EC381728D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B1DC5959-B57D-2A39-609E-17B111AE1167}"/>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50A2278-DCB5-4048-224E-72E47238EEBB}"/>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214173E3-B75C-6D73-C575-F4A2468C4B9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455465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A381C-29EE-7E2F-9CAB-3A9BA01A46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242671-5BAE-BEB7-664C-16752348AE52}"/>
              </a:ext>
            </a:extLst>
          </p:cNvPr>
          <p:cNvSpPr>
            <a:spLocks noGrp="1"/>
          </p:cNvSpPr>
          <p:nvPr>
            <p:ph sz="half" idx="1"/>
          </p:nvPr>
        </p:nvSpPr>
        <p:spPr/>
        <p:txBody>
          <a:bodyPr/>
          <a:lstStyle/>
          <a:p>
            <a:r>
              <a:rPr lang="en-US" dirty="0"/>
              <a:t>Complete Row 3.</a:t>
            </a:r>
          </a:p>
        </p:txBody>
      </p:sp>
      <p:pic>
        <p:nvPicPr>
          <p:cNvPr id="4" name="Picture 3" descr="A grid of sudoku puzzle&#10;&#10;Description automatically generated">
            <a:extLst>
              <a:ext uri="{FF2B5EF4-FFF2-40B4-BE49-F238E27FC236}">
                <a16:creationId xmlns:a16="http://schemas.microsoft.com/office/drawing/2014/main" id="{9A97B093-0817-84CB-CAE8-1592BDF627E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E3CB182-51F9-809C-F3DC-74C95D1C365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25DFEED-1FB5-811E-AEA4-AFE7D563935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FF2F1FF-9BFC-8764-EBF5-48F45708EAB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80A0D49-8084-8EBF-2C11-68125A5329AA}"/>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786B1DF9-34B8-8618-331A-5B13EF09471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86D47C8-1C9F-9090-05D7-CF7EC84E3A9B}"/>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988DAE2-AB50-81EC-F442-B54AD8A552D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803CD154-979F-6B26-1331-D07103FF7A2B}"/>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59206B02-87C7-1BFB-2FE4-810EC2D91A5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2B8C92CE-E6E9-50E3-C3C6-4385560A6B5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15F15BE-D2E9-4797-5694-8C319BE9EDEF}"/>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EF99309-96CA-A17A-D501-17446ED814A9}"/>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97EF74C9-45C1-8F4A-5937-9E9120E5B04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65F95ABE-A4E0-DCA3-AEE8-3299B18CC8EB}"/>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6C7AAB92-D574-5F36-0DA9-69933AA99FD7}"/>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B290CC1F-E6B5-CEB7-F468-9F4EFFDD02D7}"/>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1B9235BE-E7BE-6D47-CBA9-1400404ED4E4}"/>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5DE65B1C-0ED5-1018-5128-866372238F6B}"/>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BEFD611D-E33F-D44F-431F-24761AC12385}"/>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7152654-0666-191E-CC0D-B4CCD2C172A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A176143-A975-A170-C1EE-4104AA48815F}"/>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5F92744A-A927-AF30-21AA-05B3E084D94B}"/>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4F34E4E7-FB07-E9BE-D91F-7C8636DCD53E}"/>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BCDAD871-2FFE-C259-DDAE-BE56551FE0E9}"/>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095B6325-E582-B1B0-16A1-17702BA4A119}"/>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C2265F98-5AEF-1499-EE6F-4A79A509528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AF657FF-2E57-F6B5-13CE-6EE2493DB7F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125316B-9CA1-C1CB-C169-5C690E7F58B8}"/>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C4CB592-1847-2BC8-B8DB-C5B6FE16B76E}"/>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788218A0-471D-1783-BC2E-3B374851C140}"/>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E793B6A5-AA10-3BFE-655C-A2B7D2BEEBD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FB2E3AF4-843C-EFAE-EB99-E9376E53090F}"/>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8D23CCD-26A4-3596-ABC8-1FF7BDE41372}"/>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2EE943A7-48F9-ED46-4E78-8BE7A1A40EA2}"/>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C7E3776C-85A5-DA82-CD95-B7E5E656A64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38988AEB-630A-B9D8-9929-E5613F32B770}"/>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3BB7EDD-C2B5-AF09-7B59-5C3A5A28CC6B}"/>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05823C68-189B-5170-48FE-25336454EAE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199337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C675-B25F-052D-ED61-AAAB38AEDAF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8FCA23-709A-38AC-B767-5A0712A02A5E}"/>
              </a:ext>
            </a:extLst>
          </p:cNvPr>
          <p:cNvSpPr>
            <a:spLocks noGrp="1"/>
          </p:cNvSpPr>
          <p:nvPr>
            <p:ph sz="half" idx="1"/>
          </p:nvPr>
        </p:nvSpPr>
        <p:spPr/>
        <p:txBody>
          <a:bodyPr/>
          <a:lstStyle/>
          <a:p>
            <a:r>
              <a:rPr lang="en-US" dirty="0"/>
              <a:t>Complete Row 1.</a:t>
            </a:r>
          </a:p>
        </p:txBody>
      </p:sp>
      <p:pic>
        <p:nvPicPr>
          <p:cNvPr id="4" name="Picture 3" descr="A grid of sudoku puzzle&#10;&#10;Description automatically generated">
            <a:extLst>
              <a:ext uri="{FF2B5EF4-FFF2-40B4-BE49-F238E27FC236}">
                <a16:creationId xmlns:a16="http://schemas.microsoft.com/office/drawing/2014/main" id="{6F2F0FA9-41AF-936B-E548-1DEDA75946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0405BBD-E56C-0566-B5DE-FEC5AAC7F96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2B592D7-AA78-3532-C2DE-71C05B7E06A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09584A9-2419-F819-3090-F61D20C10DB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3AA9434-A7E2-58C0-B82D-34C791C5C764}"/>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38E23844-B747-504D-33B0-FD95BD05738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8829D72F-DE43-2FA4-8BD9-1BA892E60D66}"/>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15FDB76-9543-749C-25D0-292F069948B7}"/>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C6F03B55-5A58-AD0F-DB23-AFFD5FE8530F}"/>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45BC97A-DBAF-757D-86EF-1AAE80BD670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878F03F-1B3C-D036-849A-9991126FD458}"/>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8A1375C3-2B33-4286-E944-768C965F1A23}"/>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838E3B0-493D-F8BB-95AF-408A4B1B2403}"/>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091F4BE6-767B-DAEF-ABA5-7FDD111E6A7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0E5586DA-959F-1717-CC08-20DA18558BCF}"/>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C7D23694-8489-E1CB-CE81-3B1023964268}"/>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705A4996-C363-BD68-CD30-7B7E41B359BE}"/>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ACB463E4-1AD2-C3A0-6201-2D467BE65DD5}"/>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FD2719DF-85DA-5441-067C-DB68D1A47EDD}"/>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71A513E-81EE-2A84-1B16-D41919EEC907}"/>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E087EF5A-7A9D-67D5-BBFA-394F25821B2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90634E9-EBC3-6D5F-468C-A5F5485BA143}"/>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6A6DA10-FDE1-8258-3699-89EFD1B2C483}"/>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21DE44DC-0AC8-C448-2244-649FFD27CF8F}"/>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ACD69CE8-0015-B589-33DC-E2C8F344E8E4}"/>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4E09E98D-8D11-1CC0-9DCA-BACDA5316FBD}"/>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068C7CB-28D5-70C1-A0A3-19FD60BF9A5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0B2E9E9-6412-2854-07E7-791ECD6BD12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EAA390E-93D0-C201-E127-9DA5BE94043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F932170-BECD-CFD8-331F-1F0521AC91ED}"/>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FB11AA8-5142-1481-2661-872F1E0EBA20}"/>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5345984A-AB7B-0CA7-06C2-92C2AC47538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3FE0C355-FA4B-F36B-3719-AC0DF5EB5847}"/>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43EFB4D7-5923-124B-C49F-D6328F4C1AFF}"/>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727A7E8-E771-5E40-2181-22B70B8DB10A}"/>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A67C9801-054C-A33A-6982-F3C2380C14B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419C508A-6DFB-6688-67B2-6FCC5EC054F5}"/>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C45576C-9B61-B654-DCD0-56CC4B9B7269}"/>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A86BC6CA-3753-BC44-6BD2-0D5BB9B11DF2}"/>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6172908F-115B-B4BB-B922-ACADFAEBC88C}"/>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25815D93-A615-A082-2A75-71918CAF53CF}"/>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9DA0D6C9-8389-3B3B-79A8-2012158EC52A}"/>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5C448F12-1AA9-3587-CCDD-3F544A3EBB24}"/>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53D10006-AA66-7733-407F-9BFAB119CC26}"/>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680354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FD179-F73B-1E58-4E43-E049E79CFE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BEA6C4-ACF5-8208-A6C7-22FBF307FA42}"/>
              </a:ext>
            </a:extLst>
          </p:cNvPr>
          <p:cNvSpPr>
            <a:spLocks noGrp="1"/>
          </p:cNvSpPr>
          <p:nvPr>
            <p:ph sz="half" idx="1"/>
          </p:nvPr>
        </p:nvSpPr>
        <p:spPr/>
        <p:txBody>
          <a:bodyPr/>
          <a:lstStyle/>
          <a:p>
            <a:r>
              <a:rPr lang="en-US" dirty="0"/>
              <a:t>The thermometer in the lower right block has two necessary steps upward.</a:t>
            </a:r>
          </a:p>
        </p:txBody>
      </p:sp>
      <p:pic>
        <p:nvPicPr>
          <p:cNvPr id="4" name="Picture 3" descr="A grid of sudoku puzzle&#10;&#10;Description automatically generated">
            <a:extLst>
              <a:ext uri="{FF2B5EF4-FFF2-40B4-BE49-F238E27FC236}">
                <a16:creationId xmlns:a16="http://schemas.microsoft.com/office/drawing/2014/main" id="{4BF6750A-443A-C0ED-EE07-5632D5B508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ADDB8E-5099-5AC7-980F-BC5602D038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81989B5-15A5-B5FB-7141-229BD41A716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9E8A978-817C-9925-E66D-85E72C6BFDF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CD24368-2EEB-D738-840F-2B10B7A90491}"/>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2F79B11D-9134-9DC0-54B0-A8263B1B9FC0}"/>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8E662B0-8547-2A14-CD8E-9D0E213A03EA}"/>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B17DC4F-E894-7F08-495A-44BB878D7D5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18FBC254-EDDD-85F8-ED1C-54A20593DEE0}"/>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B918BEB-D632-66DC-6E9B-D384DB4E806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0DC0F7FA-82BE-2E32-D520-254BA50A74DA}"/>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8D7C966-87D8-9107-ABCD-2F32ADBA84ED}"/>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8B0CA62-500C-1DC4-AF29-A22311157C4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B2A0F09-DF4A-9AA2-0001-5A0AFC871A7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DB35D221-CE7C-DBD4-61EC-C50BEC68B2E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0F1156DB-2113-104A-7F8D-E69BE1DF81DB}"/>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FD3ED8E1-924D-ABD6-4AF7-2997080E1C04}"/>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F6D08C2E-822B-9F6D-3A9F-5380A31F74AD}"/>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A64867F3-8872-CFF3-F5A5-ED975A2DDAE6}"/>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E98D6F31-57E5-8EDA-1227-21A1746CDBD0}"/>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04BDD824-CBBE-0676-7323-72AE0E71BBD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F39CDEB-4354-BD3D-0012-B4CC664F4CC6}"/>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CEAAB19E-7729-87C8-1C92-412040237C54}"/>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5E1ECA58-0369-E121-B2DC-14627AF71F6A}"/>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8DC2C8CC-487A-67DD-48D6-FF131CF4BBAC}"/>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39CD7064-F4E0-EDDA-3C60-94A9952BBB5C}"/>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E0452DB-93F8-100A-ADC2-BE2F8A4FD63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EA04E2C-EB4E-032B-6748-95D189AC0AF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EAFA689-B306-42DE-6EB1-1CCD1C8B54D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47D1F1D-ED36-24D9-C643-0B166DCDAEFB}"/>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7B9E8F75-4B90-EDDB-BF0A-17C95AD7CAD0}"/>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082F1DAC-7126-3D05-9499-33F6159D8ED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27B4FC0-B8EF-4F81-1D76-0ACE6A017C92}"/>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B317E27-E856-A1DC-0EBB-48CC9AC6AE9D}"/>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0CA25D9-663B-3B49-321E-FB9FE6F73C8C}"/>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6FD2C465-CCDD-E099-B2A4-1D6DB2D7194E}"/>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77298504-07B6-F462-334D-B7E9EE13B720}"/>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D670C3DB-ACDD-B81E-9081-075344F87CF8}"/>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63DED311-7FD9-A0FF-2F86-CD35F4730671}"/>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673815EC-E477-B81C-E365-6550F229E36A}"/>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0A3DE8FA-6EF6-558B-9D0A-DD11CF576A65}"/>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8610910A-9B35-CA1D-54BA-D6C7D5CE03E7}"/>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1AC88BAB-CDC9-ABB4-D195-FBE582DACAAD}"/>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0613226E-80EC-6B70-9316-0A811B5B638B}"/>
              </a:ext>
            </a:extLst>
          </p:cNvPr>
          <p:cNvSpPr txBox="1"/>
          <p:nvPr/>
        </p:nvSpPr>
        <p:spPr>
          <a:xfrm>
            <a:off x="6654802" y="3907597"/>
            <a:ext cx="570089" cy="369332"/>
          </a:xfrm>
          <a:prstGeom prst="rect">
            <a:avLst/>
          </a:prstGeom>
          <a:noFill/>
        </p:spPr>
        <p:txBody>
          <a:bodyPr wrap="square" rtlCol="0">
            <a:spAutoFit/>
          </a:bodyPr>
          <a:lstStyle/>
          <a:p>
            <a:pPr algn="ctr"/>
            <a:r>
              <a:rPr lang="en-US" sz="900" dirty="0"/>
              <a:t>2345678</a:t>
            </a:r>
          </a:p>
        </p:txBody>
      </p:sp>
      <p:sp>
        <p:nvSpPr>
          <p:cNvPr id="47" name="TextBox 46">
            <a:extLst>
              <a:ext uri="{FF2B5EF4-FFF2-40B4-BE49-F238E27FC236}">
                <a16:creationId xmlns:a16="http://schemas.microsoft.com/office/drawing/2014/main" id="{630767DB-2416-B85F-FBEB-5C1E14284DFA}"/>
              </a:ext>
            </a:extLst>
          </p:cNvPr>
          <p:cNvSpPr txBox="1"/>
          <p:nvPr/>
        </p:nvSpPr>
        <p:spPr>
          <a:xfrm>
            <a:off x="7157158" y="3907597"/>
            <a:ext cx="570089" cy="369332"/>
          </a:xfrm>
          <a:prstGeom prst="rect">
            <a:avLst/>
          </a:prstGeom>
          <a:noFill/>
        </p:spPr>
        <p:txBody>
          <a:bodyPr wrap="square" rtlCol="0">
            <a:spAutoFit/>
          </a:bodyPr>
          <a:lstStyle/>
          <a:p>
            <a:pPr algn="ctr"/>
            <a:r>
              <a:rPr lang="en-US" sz="900" dirty="0"/>
              <a:t>1234567</a:t>
            </a:r>
          </a:p>
        </p:txBody>
      </p:sp>
      <p:sp>
        <p:nvSpPr>
          <p:cNvPr id="48" name="TextBox 47">
            <a:extLst>
              <a:ext uri="{FF2B5EF4-FFF2-40B4-BE49-F238E27FC236}">
                <a16:creationId xmlns:a16="http://schemas.microsoft.com/office/drawing/2014/main" id="{6E78A6BA-0F3B-15EF-02FC-CDC8BABE4FB9}"/>
              </a:ext>
            </a:extLst>
          </p:cNvPr>
          <p:cNvSpPr txBox="1"/>
          <p:nvPr/>
        </p:nvSpPr>
        <p:spPr>
          <a:xfrm>
            <a:off x="6152446" y="4408541"/>
            <a:ext cx="570089" cy="369332"/>
          </a:xfrm>
          <a:prstGeom prst="rect">
            <a:avLst/>
          </a:prstGeom>
          <a:noFill/>
        </p:spPr>
        <p:txBody>
          <a:bodyPr wrap="square" rtlCol="0">
            <a:spAutoFit/>
          </a:bodyPr>
          <a:lstStyle/>
          <a:p>
            <a:pPr algn="ctr"/>
            <a:r>
              <a:rPr lang="en-US" sz="900" dirty="0"/>
              <a:t>3456789</a:t>
            </a:r>
          </a:p>
        </p:txBody>
      </p:sp>
      <p:sp>
        <p:nvSpPr>
          <p:cNvPr id="49" name="TextBox 48">
            <a:extLst>
              <a:ext uri="{FF2B5EF4-FFF2-40B4-BE49-F238E27FC236}">
                <a16:creationId xmlns:a16="http://schemas.microsoft.com/office/drawing/2014/main" id="{3060061E-964C-9F67-A29E-88A82BDBFB97}"/>
              </a:ext>
            </a:extLst>
          </p:cNvPr>
          <p:cNvSpPr txBox="1"/>
          <p:nvPr/>
        </p:nvSpPr>
        <p:spPr>
          <a:xfrm>
            <a:off x="5650090"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FCD2581E-3F2D-7E90-90A7-F89E9570E17D}"/>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278128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FAB91-7238-6992-D32A-0251A0F641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598A6D-B0C8-1CF9-E7D6-58780F83688B}"/>
              </a:ext>
            </a:extLst>
          </p:cNvPr>
          <p:cNvSpPr>
            <a:spLocks noGrp="1"/>
          </p:cNvSpPr>
          <p:nvPr>
            <p:ph sz="half" idx="1"/>
          </p:nvPr>
        </p:nvSpPr>
        <p:spPr/>
        <p:txBody>
          <a:bodyPr/>
          <a:lstStyle/>
          <a:p>
            <a:r>
              <a:rPr lang="en-US" dirty="0"/>
              <a:t>Reduce. Eliminating a low digit in a cell propagates on the low side, upward. Eliminating a high digit in a cell propagates on the high side, downward.</a:t>
            </a:r>
          </a:p>
        </p:txBody>
      </p:sp>
      <p:pic>
        <p:nvPicPr>
          <p:cNvPr id="4" name="Picture 3" descr="A grid of sudoku puzzle&#10;&#10;Description automatically generated">
            <a:extLst>
              <a:ext uri="{FF2B5EF4-FFF2-40B4-BE49-F238E27FC236}">
                <a16:creationId xmlns:a16="http://schemas.microsoft.com/office/drawing/2014/main" id="{AC48C8C5-AC92-0B17-0657-3093E93F126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2D09F22-B095-D4F7-CA43-AF1B07941C2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D1F9C2-4B17-92C0-B1DD-DA000F080F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594385A-06C0-C2DF-6F6E-9816BD5100E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23AA23A-74EE-01B0-0CF1-5CD331914334}"/>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3043ED7-AB3A-E3F7-D9A6-4643CA731C78}"/>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457E96FA-C62F-CBD0-A856-8C98653D635F}"/>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3C70281-FB65-B94F-713F-D320C252F384}"/>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1C89B7D8-3595-6A89-F185-5FABD66B5027}"/>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82407D4-67BA-E852-FF33-CD3DEF268B9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F4FDE47-3024-E564-6B3B-9B208781743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27DE5E5-0065-CEFF-7DCE-D559CD5D3816}"/>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EF4DDA5-1986-C65B-2F98-56FC6AE774CC}"/>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C880FE6-DFDD-2D88-6471-5D148957EBB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04BC7EE2-62EF-3C6C-386C-9EA76B190DB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B833F00-2AF2-81B6-E074-0C43E4459196}"/>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59212424-A31C-AC05-A0C0-C7DE67FCF8A1}"/>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6AA2319D-95D7-769E-5CBE-FE2D83244BF1}"/>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21A8BCE4-CF6A-E490-5DCC-7A1B741B5A56}"/>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E25052C2-195B-D0C7-5751-14C4069CC207}"/>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ADD89A3-0FE9-CBD6-BE08-59C748790BF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D01228F-FAC6-C8AC-EC06-E4D5F9B34A4B}"/>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C26573F6-1033-01F8-3AEB-81F9612ECF71}"/>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501CF5A2-0E5E-6884-2CC5-9EFED15F6651}"/>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31B7CC34-9CC5-5FD8-3D9B-65FF118D0F1F}"/>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BA075458-6D0D-8B73-9B24-64558B785032}"/>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0591C9AD-A5BA-9EAF-7BF1-E694439271A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7F53CB8E-16A1-0F0D-048A-9AFF90301B3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0609D65-F513-AC8A-0B7B-4664819C05C3}"/>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082535A-1F4B-AA6C-98A4-DB191F2E4EDD}"/>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53C42687-168A-5613-709A-D52ED674B0C8}"/>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957D9A76-08C1-6925-1500-C4A795284C0C}"/>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DA1CBD9-6CC1-FFA2-2631-A22858E5735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44F51F6-8D94-4BB8-BB1C-3C8FDFEB5308}"/>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A1F9A51-83BE-F4A0-F9DB-59B2B479748D}"/>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64EFAD3A-7FEF-DD60-1027-55F1659163F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0EFFF6B2-6C2A-A081-F51B-F1D096F51892}"/>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A2394A12-7BC5-028B-B7F2-5F762E7EC6A7}"/>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2FC3C35F-15B7-5D3B-E6E6-E7724102C656}"/>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FA345F90-3CB9-83C2-7A90-A7857D1F7CF8}"/>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E1D36FD5-60BF-6529-8982-6801CC06A43F}"/>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3EFF912A-5D8E-B68A-3033-2C36B7D23A6F}"/>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33E1DB59-0BD0-F2C6-7A95-57CC2C1A50C0}"/>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64137FC5-2325-B2C0-5FA5-7890699F9231}"/>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2348</a:t>
            </a:r>
          </a:p>
        </p:txBody>
      </p:sp>
      <p:sp>
        <p:nvSpPr>
          <p:cNvPr id="47" name="TextBox 46">
            <a:extLst>
              <a:ext uri="{FF2B5EF4-FFF2-40B4-BE49-F238E27FC236}">
                <a16:creationId xmlns:a16="http://schemas.microsoft.com/office/drawing/2014/main" id="{7513BCC8-9B8C-FED5-8191-E606F610EC0F}"/>
              </a:ext>
            </a:extLst>
          </p:cNvPr>
          <p:cNvSpPr txBox="1"/>
          <p:nvPr/>
        </p:nvSpPr>
        <p:spPr>
          <a:xfrm>
            <a:off x="7157158" y="3907597"/>
            <a:ext cx="570089" cy="230832"/>
          </a:xfrm>
          <a:prstGeom prst="rect">
            <a:avLst/>
          </a:prstGeom>
          <a:noFill/>
        </p:spPr>
        <p:txBody>
          <a:bodyPr wrap="square" rtlCol="0">
            <a:spAutoFit/>
          </a:bodyPr>
          <a:lstStyle/>
          <a:p>
            <a:pPr algn="ctr"/>
            <a:r>
              <a:rPr lang="en-US" sz="900" dirty="0"/>
              <a:t>1247</a:t>
            </a:r>
          </a:p>
        </p:txBody>
      </p:sp>
      <p:sp>
        <p:nvSpPr>
          <p:cNvPr id="48" name="TextBox 47">
            <a:extLst>
              <a:ext uri="{FF2B5EF4-FFF2-40B4-BE49-F238E27FC236}">
                <a16:creationId xmlns:a16="http://schemas.microsoft.com/office/drawing/2014/main" id="{EE63BC3E-8B39-9449-AC1A-735267282EE1}"/>
              </a:ext>
            </a:extLst>
          </p:cNvPr>
          <p:cNvSpPr txBox="1"/>
          <p:nvPr/>
        </p:nvSpPr>
        <p:spPr>
          <a:xfrm>
            <a:off x="6152446" y="4408541"/>
            <a:ext cx="570089" cy="230832"/>
          </a:xfrm>
          <a:prstGeom prst="rect">
            <a:avLst/>
          </a:prstGeom>
          <a:noFill/>
        </p:spPr>
        <p:txBody>
          <a:bodyPr wrap="square" rtlCol="0">
            <a:spAutoFit/>
          </a:bodyPr>
          <a:lstStyle/>
          <a:p>
            <a:pPr algn="ctr"/>
            <a:r>
              <a:rPr lang="en-US" sz="900" dirty="0"/>
              <a:t>3459</a:t>
            </a:r>
          </a:p>
        </p:txBody>
      </p:sp>
      <p:sp>
        <p:nvSpPr>
          <p:cNvPr id="49" name="TextBox 48">
            <a:extLst>
              <a:ext uri="{FF2B5EF4-FFF2-40B4-BE49-F238E27FC236}">
                <a16:creationId xmlns:a16="http://schemas.microsoft.com/office/drawing/2014/main" id="{EE251044-812D-86C3-4B8D-52F57F63C06B}"/>
              </a:ext>
            </a:extLst>
          </p:cNvPr>
          <p:cNvSpPr txBox="1"/>
          <p:nvPr/>
        </p:nvSpPr>
        <p:spPr>
          <a:xfrm>
            <a:off x="5650090" y="4909484"/>
            <a:ext cx="570089" cy="230832"/>
          </a:xfrm>
          <a:prstGeom prst="rect">
            <a:avLst/>
          </a:prstGeom>
          <a:noFill/>
        </p:spPr>
        <p:txBody>
          <a:bodyPr wrap="square" rtlCol="0">
            <a:spAutoFit/>
          </a:bodyPr>
          <a:lstStyle/>
          <a:p>
            <a:pPr algn="ctr"/>
            <a:r>
              <a:rPr lang="en-US" sz="900" dirty="0"/>
              <a:t>459</a:t>
            </a:r>
          </a:p>
        </p:txBody>
      </p:sp>
      <p:sp>
        <p:nvSpPr>
          <p:cNvPr id="50" name="TextBox 49">
            <a:extLst>
              <a:ext uri="{FF2B5EF4-FFF2-40B4-BE49-F238E27FC236}">
                <a16:creationId xmlns:a16="http://schemas.microsoft.com/office/drawing/2014/main" id="{F03641DE-BDA3-8166-A0F9-64CBC1716E8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714690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71ECD-217A-FBDB-2D69-CC4E045BC1B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CCA3D9-EC29-6FC6-90E3-34ADC6308DA3}"/>
              </a:ext>
            </a:extLst>
          </p:cNvPr>
          <p:cNvSpPr>
            <a:spLocks noGrp="1"/>
          </p:cNvSpPr>
          <p:nvPr>
            <p:ph sz="half" idx="1"/>
          </p:nvPr>
        </p:nvSpPr>
        <p:spPr/>
        <p:txBody>
          <a:bodyPr/>
          <a:lstStyle/>
          <a:p>
            <a:r>
              <a:rPr lang="en-US" dirty="0"/>
              <a:t>These thermometers have only one mandatory step-up.</a:t>
            </a:r>
          </a:p>
        </p:txBody>
      </p:sp>
      <p:pic>
        <p:nvPicPr>
          <p:cNvPr id="4" name="Picture 3" descr="A grid of sudoku puzzle&#10;&#10;Description automatically generated">
            <a:extLst>
              <a:ext uri="{FF2B5EF4-FFF2-40B4-BE49-F238E27FC236}">
                <a16:creationId xmlns:a16="http://schemas.microsoft.com/office/drawing/2014/main" id="{CFA42E59-A201-E1F1-13FA-7543FF9B5D1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54CB359-B31B-57C3-89C3-AC73FD174E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5987327-91C4-F710-DBA2-66D4EA8CD0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1A12A9-85A9-EAAE-03E9-66125E44BA7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7F8318C-B3CE-6680-B07D-2DE16B195B1D}"/>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40E6E557-2356-FA27-7FD5-24220D7AA23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982F7B6-11CC-9376-BE8B-E1E295F07371}"/>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60EE5F7-60CB-00B4-7529-BA3905B46512}"/>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7B3BF275-7F88-FCEC-07D0-7B2A9AEE5856}"/>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ACA7AAA-C8C1-5B80-5754-D4C54B49F005}"/>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F3251052-04E2-2D3D-D310-933F81D313B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F2B27F8A-A8A4-17B3-368C-5AE288E32FE2}"/>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C0CC0E7A-492D-5DE4-4E16-4AC0BCF6B7E8}"/>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BC495884-DDE8-8D42-D5EB-2979230CF69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A81E6A93-E90D-D656-AA46-05F2F430392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C3B290A5-E79F-2396-7CBC-59BFD637B883}"/>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4C247D27-8938-EAF1-BC7B-2D54A3C3841B}"/>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9257AEA-B5FF-8D58-0249-1D7977322B19}"/>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4F777250-95A3-17A0-0199-C3E88813FBAE}"/>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0586C4D0-EC6D-6147-FFA3-EB9407F7B30A}"/>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BE9FDE6-2934-5610-FAF6-E0FED1E53ED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0E4335A-5677-8639-D105-A3B7D7F86298}"/>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3970B813-8471-351B-3990-4A11550B2177}"/>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4B20B1ED-CBE3-059D-E650-AABC77A088DE}"/>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7187DC3A-9975-00B9-050C-C9D9974E3171}"/>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37D84730-9CBE-B8DC-9BA5-6BF85F23B859}"/>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88C41C3-DB18-1C85-9FB5-DB4A90684BF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A74F4A3-110D-79ED-1FC4-9BE3C7BB1DB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59F27AE-448C-7EFF-1B86-166497F08E1A}"/>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58D478F5-8827-B2A5-70CE-897D1CC34DA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54922203-839D-C0C3-1D89-B4AEA1B7B26F}"/>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C2036835-2E58-E6FD-DB92-025D83CFE26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D191BAEF-FA1B-052A-DC3F-8B6BF44CEAD1}"/>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044AC48-CFD9-DBAB-5AA9-E7B0735B7F5A}"/>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DB1F1175-0DE7-05D2-42A2-90CEF33B6090}"/>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C7BBD1BF-57FF-B4E1-EB35-B9E73F5C718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07A69782-6BC2-3A76-4D2F-FB837CE66D5F}"/>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47EC069-E191-4A8B-8904-1ACEBA67E2AE}"/>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E9D98933-4DCB-5BD5-5607-486F00559ABA}"/>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B20FA121-31A8-D6D9-FFB5-C440F4E4CDAE}"/>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451052B8-18B1-6DF1-F5ED-E114FD423AB6}"/>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E591DA57-3638-E98E-088D-2D0FE2DD2F0F}"/>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CD768F17-136E-3469-48A3-0488953E573D}"/>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D43FB1A3-E3C9-D0B8-04CA-FA714FCCFD5D}"/>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2348</a:t>
            </a:r>
          </a:p>
        </p:txBody>
      </p:sp>
      <p:sp>
        <p:nvSpPr>
          <p:cNvPr id="47" name="TextBox 46">
            <a:extLst>
              <a:ext uri="{FF2B5EF4-FFF2-40B4-BE49-F238E27FC236}">
                <a16:creationId xmlns:a16="http://schemas.microsoft.com/office/drawing/2014/main" id="{A2453CD0-F7C2-F461-E75A-A51F10FDB7BD}"/>
              </a:ext>
            </a:extLst>
          </p:cNvPr>
          <p:cNvSpPr txBox="1"/>
          <p:nvPr/>
        </p:nvSpPr>
        <p:spPr>
          <a:xfrm>
            <a:off x="7157158" y="3907597"/>
            <a:ext cx="570089" cy="230832"/>
          </a:xfrm>
          <a:prstGeom prst="rect">
            <a:avLst/>
          </a:prstGeom>
          <a:noFill/>
        </p:spPr>
        <p:txBody>
          <a:bodyPr wrap="square" rtlCol="0">
            <a:spAutoFit/>
          </a:bodyPr>
          <a:lstStyle/>
          <a:p>
            <a:pPr algn="ctr"/>
            <a:r>
              <a:rPr lang="en-US" sz="900" dirty="0"/>
              <a:t>1247</a:t>
            </a:r>
          </a:p>
        </p:txBody>
      </p:sp>
      <p:sp>
        <p:nvSpPr>
          <p:cNvPr id="48" name="TextBox 47">
            <a:extLst>
              <a:ext uri="{FF2B5EF4-FFF2-40B4-BE49-F238E27FC236}">
                <a16:creationId xmlns:a16="http://schemas.microsoft.com/office/drawing/2014/main" id="{241306C5-31D5-6FA3-11AD-023CAC628E8D}"/>
              </a:ext>
            </a:extLst>
          </p:cNvPr>
          <p:cNvSpPr txBox="1"/>
          <p:nvPr/>
        </p:nvSpPr>
        <p:spPr>
          <a:xfrm>
            <a:off x="6152446" y="4408541"/>
            <a:ext cx="570089" cy="230832"/>
          </a:xfrm>
          <a:prstGeom prst="rect">
            <a:avLst/>
          </a:prstGeom>
          <a:noFill/>
        </p:spPr>
        <p:txBody>
          <a:bodyPr wrap="square" rtlCol="0">
            <a:spAutoFit/>
          </a:bodyPr>
          <a:lstStyle/>
          <a:p>
            <a:pPr algn="ctr"/>
            <a:r>
              <a:rPr lang="en-US" sz="900" dirty="0"/>
              <a:t>3459</a:t>
            </a:r>
          </a:p>
        </p:txBody>
      </p:sp>
      <p:sp>
        <p:nvSpPr>
          <p:cNvPr id="49" name="TextBox 48">
            <a:extLst>
              <a:ext uri="{FF2B5EF4-FFF2-40B4-BE49-F238E27FC236}">
                <a16:creationId xmlns:a16="http://schemas.microsoft.com/office/drawing/2014/main" id="{609D4003-43B5-5CAA-931F-4F4F2993A760}"/>
              </a:ext>
            </a:extLst>
          </p:cNvPr>
          <p:cNvSpPr txBox="1"/>
          <p:nvPr/>
        </p:nvSpPr>
        <p:spPr>
          <a:xfrm>
            <a:off x="5650090" y="4909484"/>
            <a:ext cx="570089" cy="230832"/>
          </a:xfrm>
          <a:prstGeom prst="rect">
            <a:avLst/>
          </a:prstGeom>
          <a:noFill/>
        </p:spPr>
        <p:txBody>
          <a:bodyPr wrap="square" rtlCol="0">
            <a:spAutoFit/>
          </a:bodyPr>
          <a:lstStyle/>
          <a:p>
            <a:pPr algn="ctr"/>
            <a:r>
              <a:rPr lang="en-US" sz="900" dirty="0"/>
              <a:t>459</a:t>
            </a:r>
          </a:p>
        </p:txBody>
      </p:sp>
      <p:sp>
        <p:nvSpPr>
          <p:cNvPr id="50" name="TextBox 49">
            <a:extLst>
              <a:ext uri="{FF2B5EF4-FFF2-40B4-BE49-F238E27FC236}">
                <a16:creationId xmlns:a16="http://schemas.microsoft.com/office/drawing/2014/main" id="{8CD3F143-98E4-E10A-2195-25A1B0BBE42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1018E00A-1C37-47CC-C790-A3F34F9A03EF}"/>
              </a:ext>
            </a:extLst>
          </p:cNvPr>
          <p:cNvSpPr txBox="1"/>
          <p:nvPr/>
        </p:nvSpPr>
        <p:spPr>
          <a:xfrm>
            <a:off x="6152446" y="3406653"/>
            <a:ext cx="570089" cy="369332"/>
          </a:xfrm>
          <a:prstGeom prst="rect">
            <a:avLst/>
          </a:prstGeom>
          <a:noFill/>
        </p:spPr>
        <p:txBody>
          <a:bodyPr wrap="square" rtlCol="0">
            <a:spAutoFit/>
          </a:bodyPr>
          <a:lstStyle/>
          <a:p>
            <a:pPr algn="ctr"/>
            <a:r>
              <a:rPr lang="en-US" sz="900" dirty="0"/>
              <a:t>23456789</a:t>
            </a:r>
          </a:p>
        </p:txBody>
      </p:sp>
      <p:sp>
        <p:nvSpPr>
          <p:cNvPr id="52" name="TextBox 51">
            <a:extLst>
              <a:ext uri="{FF2B5EF4-FFF2-40B4-BE49-F238E27FC236}">
                <a16:creationId xmlns:a16="http://schemas.microsoft.com/office/drawing/2014/main" id="{589FC659-678E-1FA3-C10A-D6FF5F062D81}"/>
              </a:ext>
            </a:extLst>
          </p:cNvPr>
          <p:cNvSpPr txBox="1"/>
          <p:nvPr/>
        </p:nvSpPr>
        <p:spPr>
          <a:xfrm>
            <a:off x="5147734" y="3907597"/>
            <a:ext cx="570089" cy="369332"/>
          </a:xfrm>
          <a:prstGeom prst="rect">
            <a:avLst/>
          </a:prstGeom>
          <a:noFill/>
        </p:spPr>
        <p:txBody>
          <a:bodyPr wrap="square" rtlCol="0">
            <a:spAutoFit/>
          </a:bodyPr>
          <a:lstStyle/>
          <a:p>
            <a:pPr algn="ctr"/>
            <a:r>
              <a:rPr lang="en-US" sz="900" dirty="0"/>
              <a:t>23456789</a:t>
            </a:r>
          </a:p>
        </p:txBody>
      </p:sp>
      <p:sp>
        <p:nvSpPr>
          <p:cNvPr id="53" name="TextBox 52">
            <a:extLst>
              <a:ext uri="{FF2B5EF4-FFF2-40B4-BE49-F238E27FC236}">
                <a16:creationId xmlns:a16="http://schemas.microsoft.com/office/drawing/2014/main" id="{A98DA3D4-78A5-1BA9-31F0-F3B3EFBAE710}"/>
              </a:ext>
            </a:extLst>
          </p:cNvPr>
          <p:cNvSpPr txBox="1"/>
          <p:nvPr/>
        </p:nvSpPr>
        <p:spPr>
          <a:xfrm>
            <a:off x="5650090" y="3907597"/>
            <a:ext cx="570089" cy="369332"/>
          </a:xfrm>
          <a:prstGeom prst="rect">
            <a:avLst/>
          </a:prstGeom>
          <a:noFill/>
        </p:spPr>
        <p:txBody>
          <a:bodyPr wrap="square" rtlCol="0">
            <a:spAutoFit/>
          </a:bodyPr>
          <a:lstStyle/>
          <a:p>
            <a:pPr algn="ctr"/>
            <a:r>
              <a:rPr lang="en-US" sz="900" dirty="0"/>
              <a:t>23456789</a:t>
            </a:r>
          </a:p>
        </p:txBody>
      </p:sp>
      <p:sp>
        <p:nvSpPr>
          <p:cNvPr id="54" name="TextBox 53">
            <a:extLst>
              <a:ext uri="{FF2B5EF4-FFF2-40B4-BE49-F238E27FC236}">
                <a16:creationId xmlns:a16="http://schemas.microsoft.com/office/drawing/2014/main" id="{D5BFDEBA-BD72-F82B-AB78-91DDD7BC1080}"/>
              </a:ext>
            </a:extLst>
          </p:cNvPr>
          <p:cNvSpPr txBox="1"/>
          <p:nvPr/>
        </p:nvSpPr>
        <p:spPr>
          <a:xfrm>
            <a:off x="4645378" y="4408541"/>
            <a:ext cx="570089" cy="369332"/>
          </a:xfrm>
          <a:prstGeom prst="rect">
            <a:avLst/>
          </a:prstGeom>
          <a:noFill/>
        </p:spPr>
        <p:txBody>
          <a:bodyPr wrap="square" rtlCol="0">
            <a:spAutoFit/>
          </a:bodyPr>
          <a:lstStyle/>
          <a:p>
            <a:pPr algn="ctr"/>
            <a:r>
              <a:rPr lang="en-US" sz="900" dirty="0"/>
              <a:t>12345678</a:t>
            </a:r>
          </a:p>
        </p:txBody>
      </p:sp>
      <p:sp>
        <p:nvSpPr>
          <p:cNvPr id="55" name="TextBox 54">
            <a:extLst>
              <a:ext uri="{FF2B5EF4-FFF2-40B4-BE49-F238E27FC236}">
                <a16:creationId xmlns:a16="http://schemas.microsoft.com/office/drawing/2014/main" id="{3579CA35-E580-7AF3-7C45-D367CB7543B9}"/>
              </a:ext>
            </a:extLst>
          </p:cNvPr>
          <p:cNvSpPr txBox="1"/>
          <p:nvPr/>
        </p:nvSpPr>
        <p:spPr>
          <a:xfrm>
            <a:off x="5147734" y="4408541"/>
            <a:ext cx="570089" cy="369332"/>
          </a:xfrm>
          <a:prstGeom prst="rect">
            <a:avLst/>
          </a:prstGeom>
          <a:noFill/>
        </p:spPr>
        <p:txBody>
          <a:bodyPr wrap="square" rtlCol="0">
            <a:spAutoFit/>
          </a:bodyPr>
          <a:lstStyle/>
          <a:p>
            <a:pPr algn="ctr"/>
            <a:r>
              <a:rPr lang="en-US" sz="900" dirty="0"/>
              <a:t>12345678</a:t>
            </a:r>
          </a:p>
        </p:txBody>
      </p:sp>
      <p:sp>
        <p:nvSpPr>
          <p:cNvPr id="56" name="TextBox 55">
            <a:extLst>
              <a:ext uri="{FF2B5EF4-FFF2-40B4-BE49-F238E27FC236}">
                <a16:creationId xmlns:a16="http://schemas.microsoft.com/office/drawing/2014/main" id="{E0E177CD-7A84-ED05-0301-2C9B3F0A78D9}"/>
              </a:ext>
            </a:extLst>
          </p:cNvPr>
          <p:cNvSpPr txBox="1"/>
          <p:nvPr/>
        </p:nvSpPr>
        <p:spPr>
          <a:xfrm>
            <a:off x="4143022" y="4909484"/>
            <a:ext cx="570089" cy="369332"/>
          </a:xfrm>
          <a:prstGeom prst="rect">
            <a:avLst/>
          </a:prstGeom>
          <a:noFill/>
        </p:spPr>
        <p:txBody>
          <a:bodyPr wrap="square" rtlCol="0">
            <a:spAutoFit/>
          </a:bodyPr>
          <a:lstStyle/>
          <a:p>
            <a:pPr algn="ctr"/>
            <a:r>
              <a:rPr lang="en-US" sz="900" dirty="0"/>
              <a:t>12345678</a:t>
            </a:r>
          </a:p>
        </p:txBody>
      </p:sp>
    </p:spTree>
    <p:extLst>
      <p:ext uri="{BB962C8B-B14F-4D97-AF65-F5344CB8AC3E}">
        <p14:creationId xmlns:p14="http://schemas.microsoft.com/office/powerpoint/2010/main" val="3069125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483E3-B3A1-9F35-CF27-ED60BA4637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550633-FDEC-4348-3E6B-B35741636FE4}"/>
              </a:ext>
            </a:extLst>
          </p:cNvPr>
          <p:cNvSpPr>
            <a:spLocks noGrp="1"/>
          </p:cNvSpPr>
          <p:nvPr>
            <p:ph sz="half" idx="1"/>
          </p:nvPr>
        </p:nvSpPr>
        <p:spPr/>
        <p:txBody>
          <a:bodyPr/>
          <a:lstStyle/>
          <a:p>
            <a:r>
              <a:rPr lang="en-US" dirty="0"/>
              <a:t>Reduce. Eliminating a low digit in a cell propagates on the low side, upward. Eliminating a high digit in a cell propagates on the high side, downward.</a:t>
            </a:r>
          </a:p>
        </p:txBody>
      </p:sp>
      <p:pic>
        <p:nvPicPr>
          <p:cNvPr id="4" name="Picture 3" descr="A grid of sudoku puzzle&#10;&#10;Description automatically generated">
            <a:extLst>
              <a:ext uri="{FF2B5EF4-FFF2-40B4-BE49-F238E27FC236}">
                <a16:creationId xmlns:a16="http://schemas.microsoft.com/office/drawing/2014/main" id="{90A93D86-6071-D963-3968-F24DFFCF796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E74CBA3-4439-25EB-7CE0-90D69DA78E9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48942B0-BE2D-E96D-5AC7-8F5168A927C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6F8213-43A4-3E59-F1F3-F99792438B2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9B695E1-515E-BA08-76CA-8C0DB140F935}"/>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0A8E4F70-50B0-ED25-7DB1-9678AF6FACFA}"/>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8FB3F689-EF68-9A8B-17EA-6A66F91A1650}"/>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9B71F384-7141-76DC-3BD1-546B2F124251}"/>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073649C2-6FA4-3851-5BC6-6D77D982A49C}"/>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D73C5414-FE47-93CC-B366-C29C140AF17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80FBC9A-222A-5A3E-1871-B30B74CD635A}"/>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9847AA1-996D-ADDA-6F86-04A444051A9B}"/>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557B2F0-78F8-986B-643F-6F148723F84A}"/>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CBBD6D9-6C19-66A6-A30B-9E5C6C379A0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51F57111-A9A5-5F94-32AE-533C82A19D97}"/>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E80CEC0-1CBB-5401-D607-A5D0264EF6B4}"/>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2CF510B8-0B4B-0030-1B33-0D132476846B}"/>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DE79369-8EC4-0510-BAE7-E0722CD3F8A7}"/>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76AA0177-3C89-94D2-F473-4D1A283AF0F8}"/>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BFD59383-82B8-5E00-362F-A622DC8B8B0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4E85C492-C023-E85A-FA64-4B835CBC79D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5292136-857E-8CCC-47EB-E02EC4094659}"/>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0AB12D1-933C-0B83-B766-D4D84B7AEDDB}"/>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9FE60067-0638-630A-BF96-5BE08CBEBD43}"/>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330AABD-4B76-5924-4B66-A22F0019DF5D}"/>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D29ACC3D-0FA0-DAE9-D4BD-74DCD44DD153}"/>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1C5DB31-4C80-DD32-3519-321776C9B52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77445C1-81E7-7BCB-B276-E7C7DAEEFA7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501F226-9C44-36AF-1A9C-9BADDB9102C8}"/>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5890CDA8-E986-1779-EB4C-46993AF13EDE}"/>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92F3B81-202C-AC1C-237F-50FCE47C281F}"/>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4C5CC012-FC0B-00DF-D5CC-2AC7589165B7}"/>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41CF629-CBC7-6BED-CD77-E6C1F7D2D622}"/>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96F0C47-0E21-3E23-B3B7-B7E5A734CED9}"/>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4164A71-7298-6550-2930-7BCB46842583}"/>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69067E5D-BC65-269F-287B-76EBBA4610B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EE3950E6-34D5-18C9-D8AD-149AA130327F}"/>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A611A3A-A15B-2337-3975-BCEE15E87734}"/>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EB41394B-F53B-8033-39EB-170424D86AA3}"/>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F17092D6-2FC5-29E2-CB4F-F5E98AEB2417}"/>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B91CDD0-DFE1-4E20-4D89-41D7C5D02571}"/>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C6BB6BDA-5F55-DF36-3D0F-AFA57A45A69B}"/>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FFE0B138-6F99-87E2-6D1C-5E086070DCA5}"/>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84B98810-84EF-CA42-4873-40128A6F3494}"/>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2348</a:t>
            </a:r>
          </a:p>
        </p:txBody>
      </p:sp>
      <p:sp>
        <p:nvSpPr>
          <p:cNvPr id="47" name="TextBox 46">
            <a:extLst>
              <a:ext uri="{FF2B5EF4-FFF2-40B4-BE49-F238E27FC236}">
                <a16:creationId xmlns:a16="http://schemas.microsoft.com/office/drawing/2014/main" id="{2C42418C-ED45-15A2-2A59-A21746DBC42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1247</a:t>
            </a:r>
          </a:p>
        </p:txBody>
      </p:sp>
      <p:sp>
        <p:nvSpPr>
          <p:cNvPr id="48" name="TextBox 47">
            <a:extLst>
              <a:ext uri="{FF2B5EF4-FFF2-40B4-BE49-F238E27FC236}">
                <a16:creationId xmlns:a16="http://schemas.microsoft.com/office/drawing/2014/main" id="{E9C21513-434D-D4F7-6496-731BD1136819}"/>
              </a:ext>
            </a:extLst>
          </p:cNvPr>
          <p:cNvSpPr txBox="1"/>
          <p:nvPr/>
        </p:nvSpPr>
        <p:spPr>
          <a:xfrm>
            <a:off x="6152446" y="4408541"/>
            <a:ext cx="570089" cy="230832"/>
          </a:xfrm>
          <a:prstGeom prst="rect">
            <a:avLst/>
          </a:prstGeom>
          <a:noFill/>
        </p:spPr>
        <p:txBody>
          <a:bodyPr wrap="square" rtlCol="0">
            <a:spAutoFit/>
          </a:bodyPr>
          <a:lstStyle/>
          <a:p>
            <a:pPr algn="ctr"/>
            <a:r>
              <a:rPr lang="en-US" sz="900" dirty="0"/>
              <a:t>3459</a:t>
            </a:r>
          </a:p>
        </p:txBody>
      </p:sp>
      <p:sp>
        <p:nvSpPr>
          <p:cNvPr id="49" name="TextBox 48">
            <a:extLst>
              <a:ext uri="{FF2B5EF4-FFF2-40B4-BE49-F238E27FC236}">
                <a16:creationId xmlns:a16="http://schemas.microsoft.com/office/drawing/2014/main" id="{94ADBEB8-B080-CE15-F010-7B123545DFA0}"/>
              </a:ext>
            </a:extLst>
          </p:cNvPr>
          <p:cNvSpPr txBox="1"/>
          <p:nvPr/>
        </p:nvSpPr>
        <p:spPr>
          <a:xfrm>
            <a:off x="5650090" y="4909484"/>
            <a:ext cx="570089" cy="230832"/>
          </a:xfrm>
          <a:prstGeom prst="rect">
            <a:avLst/>
          </a:prstGeom>
          <a:noFill/>
        </p:spPr>
        <p:txBody>
          <a:bodyPr wrap="square" rtlCol="0">
            <a:spAutoFit/>
          </a:bodyPr>
          <a:lstStyle/>
          <a:p>
            <a:pPr algn="ctr"/>
            <a:r>
              <a:rPr lang="en-US" sz="900" dirty="0"/>
              <a:t>459</a:t>
            </a:r>
          </a:p>
        </p:txBody>
      </p:sp>
      <p:sp>
        <p:nvSpPr>
          <p:cNvPr id="50" name="TextBox 49">
            <a:extLst>
              <a:ext uri="{FF2B5EF4-FFF2-40B4-BE49-F238E27FC236}">
                <a16:creationId xmlns:a16="http://schemas.microsoft.com/office/drawing/2014/main" id="{DF0131D4-620F-E25F-2368-4DC3C8D94CE6}"/>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F47D4BF7-1C25-F220-74EB-56C8BA516102}"/>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52" name="TextBox 51">
            <a:extLst>
              <a:ext uri="{FF2B5EF4-FFF2-40B4-BE49-F238E27FC236}">
                <a16:creationId xmlns:a16="http://schemas.microsoft.com/office/drawing/2014/main" id="{9BB77167-B8AD-6603-C307-5E70E16CBB93}"/>
              </a:ext>
            </a:extLst>
          </p:cNvPr>
          <p:cNvSpPr txBox="1"/>
          <p:nvPr/>
        </p:nvSpPr>
        <p:spPr>
          <a:xfrm>
            <a:off x="5147734" y="3907597"/>
            <a:ext cx="570089" cy="230832"/>
          </a:xfrm>
          <a:prstGeom prst="rect">
            <a:avLst/>
          </a:prstGeom>
          <a:noFill/>
        </p:spPr>
        <p:txBody>
          <a:bodyPr wrap="square" rtlCol="0">
            <a:spAutoFit/>
          </a:bodyPr>
          <a:lstStyle/>
          <a:p>
            <a:pPr algn="ctr"/>
            <a:r>
              <a:rPr lang="en-US" sz="900" dirty="0"/>
              <a:t>47</a:t>
            </a:r>
          </a:p>
        </p:txBody>
      </p:sp>
      <p:sp>
        <p:nvSpPr>
          <p:cNvPr id="53" name="TextBox 52">
            <a:extLst>
              <a:ext uri="{FF2B5EF4-FFF2-40B4-BE49-F238E27FC236}">
                <a16:creationId xmlns:a16="http://schemas.microsoft.com/office/drawing/2014/main" id="{E0CBDA90-69B2-F792-8FF1-6EB168A98887}"/>
              </a:ext>
            </a:extLst>
          </p:cNvPr>
          <p:cNvSpPr txBox="1"/>
          <p:nvPr/>
        </p:nvSpPr>
        <p:spPr>
          <a:xfrm>
            <a:off x="5650090" y="3907597"/>
            <a:ext cx="570089" cy="230832"/>
          </a:xfrm>
          <a:prstGeom prst="rect">
            <a:avLst/>
          </a:prstGeom>
          <a:noFill/>
        </p:spPr>
        <p:txBody>
          <a:bodyPr wrap="square" rtlCol="0">
            <a:spAutoFit/>
          </a:bodyPr>
          <a:lstStyle/>
          <a:p>
            <a:pPr algn="ctr"/>
            <a:r>
              <a:rPr lang="en-US" sz="900" dirty="0"/>
              <a:t>49</a:t>
            </a:r>
          </a:p>
        </p:txBody>
      </p:sp>
      <p:sp>
        <p:nvSpPr>
          <p:cNvPr id="55" name="TextBox 54">
            <a:extLst>
              <a:ext uri="{FF2B5EF4-FFF2-40B4-BE49-F238E27FC236}">
                <a16:creationId xmlns:a16="http://schemas.microsoft.com/office/drawing/2014/main" id="{1C3672E5-ADC8-6B01-19B2-E1507D9CDA50}"/>
              </a:ext>
            </a:extLst>
          </p:cNvPr>
          <p:cNvSpPr txBox="1"/>
          <p:nvPr/>
        </p:nvSpPr>
        <p:spPr>
          <a:xfrm>
            <a:off x="5147734" y="4408541"/>
            <a:ext cx="570089" cy="230832"/>
          </a:xfrm>
          <a:prstGeom prst="rect">
            <a:avLst/>
          </a:prstGeom>
          <a:noFill/>
        </p:spPr>
        <p:txBody>
          <a:bodyPr wrap="square" rtlCol="0">
            <a:spAutoFit/>
          </a:bodyPr>
          <a:lstStyle/>
          <a:p>
            <a:pPr algn="ctr"/>
            <a:r>
              <a:rPr lang="en-US" sz="900" dirty="0"/>
              <a:t>2347</a:t>
            </a:r>
          </a:p>
        </p:txBody>
      </p:sp>
      <p:sp>
        <p:nvSpPr>
          <p:cNvPr id="57" name="TextBox 56">
            <a:extLst>
              <a:ext uri="{FF2B5EF4-FFF2-40B4-BE49-F238E27FC236}">
                <a16:creationId xmlns:a16="http://schemas.microsoft.com/office/drawing/2014/main" id="{4E6BE0D9-6933-09F5-B519-4C1D68EDED10}"/>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9F167FE-A676-24E1-3AA7-68E04265D220}"/>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593236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C812E-2AD9-0B2A-16F5-336476E94F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F49BF-50B9-29EB-9F07-8213E3A8FD7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84802CB-29F2-03D4-1AAD-DE80D0231D0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160FB46-3D59-16B6-D8FC-86986E8EF15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CFFFCC6-6536-E4E8-738D-C4D67CFAF90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BF082CC-8D20-E84A-F2B9-B13C15A5309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30618C5-5250-0E46-9CAA-2E2B2A77EFA2}"/>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8147419A-E5EB-40C1-275C-363AC93585B7}"/>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3526DDBD-7827-AE35-D7C8-518A4C77BFD2}"/>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BD8E978-38F9-3637-CAAC-4DFD9A4425F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BC803D75-199D-B33D-DF93-B131E48F9070}"/>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F986DC9A-1C79-5307-7B82-6FA0995384C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3619495-A06F-5F09-EF2F-1EABA836A9EF}"/>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04E2702-31BA-E0AA-5FCE-69F87BE31C4E}"/>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C26B12AC-2CAB-DA59-71B9-3E3987517889}"/>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E885961-030D-FED5-F815-7C59CC019E9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9EAD965A-0015-5BD2-9FFA-9EDEDD8B932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F974E728-6B00-814D-9FE9-24F37274B2ED}"/>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AB3BA349-AC9B-BE8C-EF02-088A57C251C6}"/>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8D7904F4-E4C3-B09D-8D2F-2F8CE6EA18B3}"/>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2000DCBF-4457-80F6-C64B-D00D8EB4C19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34079CD4-CF32-EF85-F24C-C530290B90E4}"/>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8CFC1E3-B38C-D280-4A8B-D942B0C0D01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3AE0E47-2BC3-8B14-4977-3A737648267F}"/>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7D85A002-B943-DCEF-684E-AB1BB57319C2}"/>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0713DE04-045F-E2BF-C357-9FC37C34E106}"/>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973D1190-E62B-D415-8B81-E44095414E8F}"/>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70A615DA-E8C4-7E7E-148C-1C836672AC7B}"/>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854D3B6-652F-8676-3820-CD9384A3BB4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2520D0B0-A659-8E96-E07E-B426C3F0ABE2}"/>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ADED024D-C6D0-2BBA-E16A-54678B4EE9FD}"/>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499E9FC2-5D52-B916-FAE3-14E2706196E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B287976-FD8A-9333-3FFF-C363476469A6}"/>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BCEAA4C-ACDF-6487-8585-F10557D1C332}"/>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1E3A37F7-1F30-B036-06F8-25587BA7C8A9}"/>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6F846BC-2279-7C69-0376-E632D11F6B03}"/>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750D6BE0-625F-AB49-1C4D-138397D0C7F4}"/>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46FFF6D7-ED6B-B0D7-4006-14ED416CB04E}"/>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060BA983-B91E-BB8F-8A9B-63547111C8F3}"/>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8CA8B52A-CCE6-075C-42AC-A67BC649A90A}"/>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84958BF4-BD11-2CBE-0BA6-298DA562F3BE}"/>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0F4E73A7-D1C1-0DAE-CFFA-3A830366DFE0}"/>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8631A692-D6AD-88B4-E872-9330E6ED4E41}"/>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5835E11A-25C3-810D-873E-FFF0DC797929}"/>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E2BCA58B-0D2B-FF95-208F-4ECF4068275E}"/>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43E27320-4F5A-494F-4151-09CE699D8661}"/>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2348</a:t>
            </a:r>
          </a:p>
        </p:txBody>
      </p:sp>
      <p:sp>
        <p:nvSpPr>
          <p:cNvPr id="47" name="TextBox 46">
            <a:extLst>
              <a:ext uri="{FF2B5EF4-FFF2-40B4-BE49-F238E27FC236}">
                <a16:creationId xmlns:a16="http://schemas.microsoft.com/office/drawing/2014/main" id="{F27CCDC1-38EE-95ED-26D7-DD7A217091F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1247</a:t>
            </a:r>
          </a:p>
        </p:txBody>
      </p:sp>
      <p:sp>
        <p:nvSpPr>
          <p:cNvPr id="48" name="TextBox 47">
            <a:extLst>
              <a:ext uri="{FF2B5EF4-FFF2-40B4-BE49-F238E27FC236}">
                <a16:creationId xmlns:a16="http://schemas.microsoft.com/office/drawing/2014/main" id="{95B65B95-9322-FEC6-2DE4-4A2D102F7AE3}"/>
              </a:ext>
            </a:extLst>
          </p:cNvPr>
          <p:cNvSpPr txBox="1"/>
          <p:nvPr/>
        </p:nvSpPr>
        <p:spPr>
          <a:xfrm>
            <a:off x="6152446" y="4408541"/>
            <a:ext cx="570089" cy="230832"/>
          </a:xfrm>
          <a:prstGeom prst="rect">
            <a:avLst/>
          </a:prstGeom>
          <a:noFill/>
        </p:spPr>
        <p:txBody>
          <a:bodyPr wrap="square" rtlCol="0">
            <a:spAutoFit/>
          </a:bodyPr>
          <a:lstStyle/>
          <a:p>
            <a:pPr algn="ctr"/>
            <a:r>
              <a:rPr lang="en-US" sz="900" dirty="0"/>
              <a:t>459</a:t>
            </a:r>
          </a:p>
        </p:txBody>
      </p:sp>
      <p:sp>
        <p:nvSpPr>
          <p:cNvPr id="49" name="TextBox 48">
            <a:extLst>
              <a:ext uri="{FF2B5EF4-FFF2-40B4-BE49-F238E27FC236}">
                <a16:creationId xmlns:a16="http://schemas.microsoft.com/office/drawing/2014/main" id="{25112913-8B6D-FB34-924F-ACE1E352184F}"/>
              </a:ext>
            </a:extLst>
          </p:cNvPr>
          <p:cNvSpPr txBox="1"/>
          <p:nvPr/>
        </p:nvSpPr>
        <p:spPr>
          <a:xfrm>
            <a:off x="5650090" y="4909484"/>
            <a:ext cx="570089" cy="230832"/>
          </a:xfrm>
          <a:prstGeom prst="rect">
            <a:avLst/>
          </a:prstGeom>
          <a:noFill/>
        </p:spPr>
        <p:txBody>
          <a:bodyPr wrap="square" rtlCol="0">
            <a:spAutoFit/>
          </a:bodyPr>
          <a:lstStyle/>
          <a:p>
            <a:pPr algn="ctr"/>
            <a:r>
              <a:rPr lang="en-US" sz="900" dirty="0"/>
              <a:t>459</a:t>
            </a:r>
          </a:p>
        </p:txBody>
      </p:sp>
      <p:sp>
        <p:nvSpPr>
          <p:cNvPr id="50" name="TextBox 49">
            <a:extLst>
              <a:ext uri="{FF2B5EF4-FFF2-40B4-BE49-F238E27FC236}">
                <a16:creationId xmlns:a16="http://schemas.microsoft.com/office/drawing/2014/main" id="{B6848F8B-FF9A-0466-BC49-ABC65C15258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9DF5C177-9496-4BE5-825D-C1138A9A98FE}"/>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52" name="TextBox 51">
            <a:extLst>
              <a:ext uri="{FF2B5EF4-FFF2-40B4-BE49-F238E27FC236}">
                <a16:creationId xmlns:a16="http://schemas.microsoft.com/office/drawing/2014/main" id="{39C942FB-0A7B-60A2-92ED-3A958380DA96}"/>
              </a:ext>
            </a:extLst>
          </p:cNvPr>
          <p:cNvSpPr txBox="1"/>
          <p:nvPr/>
        </p:nvSpPr>
        <p:spPr>
          <a:xfrm>
            <a:off x="5147734" y="3907597"/>
            <a:ext cx="570089" cy="230832"/>
          </a:xfrm>
          <a:prstGeom prst="rect">
            <a:avLst/>
          </a:prstGeom>
          <a:noFill/>
        </p:spPr>
        <p:txBody>
          <a:bodyPr wrap="square" rtlCol="0">
            <a:spAutoFit/>
          </a:bodyPr>
          <a:lstStyle/>
          <a:p>
            <a:pPr algn="ctr"/>
            <a:r>
              <a:rPr lang="en-US" sz="900" dirty="0"/>
              <a:t>47</a:t>
            </a:r>
          </a:p>
        </p:txBody>
      </p:sp>
      <p:sp>
        <p:nvSpPr>
          <p:cNvPr id="53" name="TextBox 52">
            <a:extLst>
              <a:ext uri="{FF2B5EF4-FFF2-40B4-BE49-F238E27FC236}">
                <a16:creationId xmlns:a16="http://schemas.microsoft.com/office/drawing/2014/main" id="{B4A4B725-95A9-ED28-DDE2-595B20FD4262}"/>
              </a:ext>
            </a:extLst>
          </p:cNvPr>
          <p:cNvSpPr txBox="1"/>
          <p:nvPr/>
        </p:nvSpPr>
        <p:spPr>
          <a:xfrm>
            <a:off x="5650090" y="3907597"/>
            <a:ext cx="570089" cy="230832"/>
          </a:xfrm>
          <a:prstGeom prst="rect">
            <a:avLst/>
          </a:prstGeom>
          <a:noFill/>
        </p:spPr>
        <p:txBody>
          <a:bodyPr wrap="square" rtlCol="0">
            <a:spAutoFit/>
          </a:bodyPr>
          <a:lstStyle/>
          <a:p>
            <a:pPr algn="ctr"/>
            <a:r>
              <a:rPr lang="en-US" sz="900" dirty="0"/>
              <a:t>49</a:t>
            </a:r>
          </a:p>
        </p:txBody>
      </p:sp>
      <p:sp>
        <p:nvSpPr>
          <p:cNvPr id="55" name="TextBox 54">
            <a:extLst>
              <a:ext uri="{FF2B5EF4-FFF2-40B4-BE49-F238E27FC236}">
                <a16:creationId xmlns:a16="http://schemas.microsoft.com/office/drawing/2014/main" id="{E5EB9E86-B2F6-9636-7509-1CB3E5D814AE}"/>
              </a:ext>
            </a:extLst>
          </p:cNvPr>
          <p:cNvSpPr txBox="1"/>
          <p:nvPr/>
        </p:nvSpPr>
        <p:spPr>
          <a:xfrm>
            <a:off x="5147734" y="4408541"/>
            <a:ext cx="570089" cy="230832"/>
          </a:xfrm>
          <a:prstGeom prst="rect">
            <a:avLst/>
          </a:prstGeom>
          <a:noFill/>
        </p:spPr>
        <p:txBody>
          <a:bodyPr wrap="square" rtlCol="0">
            <a:spAutoFit/>
          </a:bodyPr>
          <a:lstStyle/>
          <a:p>
            <a:pPr algn="ctr"/>
            <a:r>
              <a:rPr lang="en-US" sz="900" dirty="0"/>
              <a:t>247</a:t>
            </a:r>
          </a:p>
        </p:txBody>
      </p:sp>
      <p:sp>
        <p:nvSpPr>
          <p:cNvPr id="57" name="TextBox 56">
            <a:extLst>
              <a:ext uri="{FF2B5EF4-FFF2-40B4-BE49-F238E27FC236}">
                <a16:creationId xmlns:a16="http://schemas.microsoft.com/office/drawing/2014/main" id="{BBAAF237-CC94-3524-1B75-D8265E272FFF}"/>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ECAC88C2-DEA7-D155-2227-4EC204AE9918}"/>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179360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B998C-1C33-D809-863C-DA0F732974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B5EC82-B96B-36AA-570A-65A1433C67B8}"/>
              </a:ext>
            </a:extLst>
          </p:cNvPr>
          <p:cNvSpPr>
            <a:spLocks noGrp="1"/>
          </p:cNvSpPr>
          <p:nvPr>
            <p:ph sz="half" idx="1"/>
          </p:nvPr>
        </p:nvSpPr>
        <p:spPr/>
        <p:txBody>
          <a:bodyPr/>
          <a:lstStyle/>
          <a:p>
            <a:r>
              <a:rPr lang="en-US" dirty="0"/>
              <a:t>Last possible 4 in lower left block (and Column 3).</a:t>
            </a:r>
          </a:p>
        </p:txBody>
      </p:sp>
      <p:pic>
        <p:nvPicPr>
          <p:cNvPr id="4" name="Picture 3" descr="A grid of sudoku puzzle&#10;&#10;Description automatically generated">
            <a:extLst>
              <a:ext uri="{FF2B5EF4-FFF2-40B4-BE49-F238E27FC236}">
                <a16:creationId xmlns:a16="http://schemas.microsoft.com/office/drawing/2014/main" id="{A87CB8D4-5482-FA71-42B6-459C6625AD3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56C62E1-7747-E2E5-B6EC-0D2CDEBBDCF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C4F2921-EB49-84CD-9DF9-52C182A3AE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3B21AEA-9DE0-3C78-2666-16458A2989C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7A9BE4F-8126-60F1-CC54-25B74DBA0B25}"/>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D573549B-64A0-98B3-D737-772425E82BF7}"/>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8C3A2F94-EE09-25E6-4C5D-8EF950CCB62E}"/>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F144F787-BD74-137B-DDA3-8FD03F3E4AE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C3B78E21-809B-8430-8B42-049010C4CDF3}"/>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D3AF320-A582-B19E-97CC-04EC6136CF1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33A34A1-4790-12A3-96A0-423ED05E19F1}"/>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BA7C378B-3E7B-27F4-C1AB-A34DA3340E2F}"/>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D5E2BD3-A8B8-F860-8B04-26F9E579810F}"/>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D639820-C5AE-1C90-EB7A-4E3D6C265E0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71FA4F44-C12C-F170-4FBB-DEFA8299805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6945301-C27E-9C1C-3A49-F8F8AF51A746}"/>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E43E48F5-41E4-16DB-5878-B37AB5269570}"/>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CAC636D-2C5D-94BB-627B-2C4115759ADB}"/>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5AFFE35E-5F80-83DC-A70C-6F30650FAB71}"/>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FA2C71A4-2351-5859-0B4F-9B20663F8B80}"/>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817FC3B-2A95-13EA-D501-569353EB02A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F651C7B-0978-6E4A-D407-5D918DA4C235}"/>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4C01E165-F6E9-1B4C-D11A-5895812A3799}"/>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2AFABD53-3469-6610-7D01-BDA1963A9994}"/>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CDD8BBE3-9B6C-D85A-6043-E3334EA2C8C8}"/>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BBA513DC-4535-E74C-4CB2-3C9D4F4BDC92}"/>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12CCBF9-058F-FD9A-638B-899641851D3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095FFCE9-F926-C5B8-7B6D-03551D798BF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9525BEC0-8649-1EEF-C410-D2D1EC505E1A}"/>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DD209622-A251-69F8-CA41-4230B134B104}"/>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7653877-0FA9-8A29-62E5-DE1AC14112E1}"/>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D600682B-F514-20E1-0E99-A2F187DB32E5}"/>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A51E86F7-2E12-D7C9-F5F2-DA588181254A}"/>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0432B02-BE86-57BE-61F1-A046D0B0169D}"/>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745181F-C34D-73D0-AC14-95275C7A7D70}"/>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7C836789-C784-9B99-5D25-9514F3223EED}"/>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486F18EE-4860-051A-A855-45269F9C6A21}"/>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3B7946A0-E63A-AD5D-6AA9-FC140F9291EB}"/>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B76D8245-9429-173B-2DC8-994DE365D19B}"/>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B6AFE121-B24F-F8AD-4292-9AE0BD604CEF}"/>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EB6D4D75-3FFE-E7EF-28A9-130D483E94D9}"/>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61DC9F1A-242F-7643-0F34-79E98D83DE82}"/>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4AA75C35-6498-7828-1E96-EC1C5C70449C}"/>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6B5A15F1-81C3-561C-5201-4BD861D20E16}"/>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2348</a:t>
            </a:r>
          </a:p>
        </p:txBody>
      </p:sp>
      <p:sp>
        <p:nvSpPr>
          <p:cNvPr id="47" name="TextBox 46">
            <a:extLst>
              <a:ext uri="{FF2B5EF4-FFF2-40B4-BE49-F238E27FC236}">
                <a16:creationId xmlns:a16="http://schemas.microsoft.com/office/drawing/2014/main" id="{FEAE5FF9-F9EE-F575-1CBA-FC58CB112F4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1247</a:t>
            </a:r>
          </a:p>
        </p:txBody>
      </p:sp>
      <p:sp>
        <p:nvSpPr>
          <p:cNvPr id="48" name="TextBox 47">
            <a:extLst>
              <a:ext uri="{FF2B5EF4-FFF2-40B4-BE49-F238E27FC236}">
                <a16:creationId xmlns:a16="http://schemas.microsoft.com/office/drawing/2014/main" id="{19393F22-4344-53BF-9BFE-9722C32EE038}"/>
              </a:ext>
            </a:extLst>
          </p:cNvPr>
          <p:cNvSpPr txBox="1"/>
          <p:nvPr/>
        </p:nvSpPr>
        <p:spPr>
          <a:xfrm>
            <a:off x="6152446" y="4408541"/>
            <a:ext cx="570089" cy="230832"/>
          </a:xfrm>
          <a:prstGeom prst="rect">
            <a:avLst/>
          </a:prstGeom>
          <a:noFill/>
        </p:spPr>
        <p:txBody>
          <a:bodyPr wrap="square" rtlCol="0">
            <a:spAutoFit/>
          </a:bodyPr>
          <a:lstStyle/>
          <a:p>
            <a:pPr algn="ctr"/>
            <a:r>
              <a:rPr lang="en-US" sz="900" dirty="0"/>
              <a:t>459</a:t>
            </a:r>
          </a:p>
        </p:txBody>
      </p:sp>
      <p:sp>
        <p:nvSpPr>
          <p:cNvPr id="49" name="TextBox 48">
            <a:extLst>
              <a:ext uri="{FF2B5EF4-FFF2-40B4-BE49-F238E27FC236}">
                <a16:creationId xmlns:a16="http://schemas.microsoft.com/office/drawing/2014/main" id="{73BB0999-6676-E17D-878E-3925A0FCD8F3}"/>
              </a:ext>
            </a:extLst>
          </p:cNvPr>
          <p:cNvSpPr txBox="1"/>
          <p:nvPr/>
        </p:nvSpPr>
        <p:spPr>
          <a:xfrm>
            <a:off x="5650090" y="4909484"/>
            <a:ext cx="570089" cy="230832"/>
          </a:xfrm>
          <a:prstGeom prst="rect">
            <a:avLst/>
          </a:prstGeom>
          <a:noFill/>
        </p:spPr>
        <p:txBody>
          <a:bodyPr wrap="square" rtlCol="0">
            <a:spAutoFit/>
          </a:bodyPr>
          <a:lstStyle/>
          <a:p>
            <a:pPr algn="ctr"/>
            <a:r>
              <a:rPr lang="en-US" sz="900" dirty="0"/>
              <a:t>459</a:t>
            </a:r>
          </a:p>
        </p:txBody>
      </p:sp>
      <p:sp>
        <p:nvSpPr>
          <p:cNvPr id="50" name="TextBox 49">
            <a:extLst>
              <a:ext uri="{FF2B5EF4-FFF2-40B4-BE49-F238E27FC236}">
                <a16:creationId xmlns:a16="http://schemas.microsoft.com/office/drawing/2014/main" id="{7DDD6B37-183F-DF4C-B304-8EF7D5DB353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85AD0966-E1F8-35D4-E1C6-B3D0B0BC0A3B}"/>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52" name="TextBox 51">
            <a:extLst>
              <a:ext uri="{FF2B5EF4-FFF2-40B4-BE49-F238E27FC236}">
                <a16:creationId xmlns:a16="http://schemas.microsoft.com/office/drawing/2014/main" id="{C7B21E5A-E15A-740E-A5AA-C2AD744F828E}"/>
              </a:ext>
            </a:extLst>
          </p:cNvPr>
          <p:cNvSpPr txBox="1"/>
          <p:nvPr/>
        </p:nvSpPr>
        <p:spPr>
          <a:xfrm>
            <a:off x="5147734" y="3907597"/>
            <a:ext cx="570089" cy="230832"/>
          </a:xfrm>
          <a:prstGeom prst="rect">
            <a:avLst/>
          </a:prstGeom>
          <a:noFill/>
        </p:spPr>
        <p:txBody>
          <a:bodyPr wrap="square" rtlCol="0">
            <a:spAutoFit/>
          </a:bodyPr>
          <a:lstStyle/>
          <a:p>
            <a:pPr algn="ctr"/>
            <a:r>
              <a:rPr lang="en-US" sz="900" dirty="0"/>
              <a:t>47</a:t>
            </a:r>
          </a:p>
        </p:txBody>
      </p:sp>
      <p:sp>
        <p:nvSpPr>
          <p:cNvPr id="53" name="TextBox 52">
            <a:extLst>
              <a:ext uri="{FF2B5EF4-FFF2-40B4-BE49-F238E27FC236}">
                <a16:creationId xmlns:a16="http://schemas.microsoft.com/office/drawing/2014/main" id="{2D570812-9FF4-E5F6-0A45-857DDE53CB74}"/>
              </a:ext>
            </a:extLst>
          </p:cNvPr>
          <p:cNvSpPr txBox="1"/>
          <p:nvPr/>
        </p:nvSpPr>
        <p:spPr>
          <a:xfrm>
            <a:off x="5650090" y="3907597"/>
            <a:ext cx="570089" cy="230832"/>
          </a:xfrm>
          <a:prstGeom prst="rect">
            <a:avLst/>
          </a:prstGeom>
          <a:noFill/>
        </p:spPr>
        <p:txBody>
          <a:bodyPr wrap="square" rtlCol="0">
            <a:spAutoFit/>
          </a:bodyPr>
          <a:lstStyle/>
          <a:p>
            <a:pPr algn="ctr"/>
            <a:r>
              <a:rPr lang="en-US" sz="900" dirty="0"/>
              <a:t>49</a:t>
            </a:r>
          </a:p>
        </p:txBody>
      </p:sp>
      <p:sp>
        <p:nvSpPr>
          <p:cNvPr id="55" name="TextBox 54">
            <a:extLst>
              <a:ext uri="{FF2B5EF4-FFF2-40B4-BE49-F238E27FC236}">
                <a16:creationId xmlns:a16="http://schemas.microsoft.com/office/drawing/2014/main" id="{956E8B37-E05F-6982-94E2-393A21CDE21F}"/>
              </a:ext>
            </a:extLst>
          </p:cNvPr>
          <p:cNvSpPr txBox="1"/>
          <p:nvPr/>
        </p:nvSpPr>
        <p:spPr>
          <a:xfrm>
            <a:off x="5147734" y="4408541"/>
            <a:ext cx="570089" cy="230832"/>
          </a:xfrm>
          <a:prstGeom prst="rect">
            <a:avLst/>
          </a:prstGeom>
          <a:noFill/>
        </p:spPr>
        <p:txBody>
          <a:bodyPr wrap="square" rtlCol="0">
            <a:spAutoFit/>
          </a:bodyPr>
          <a:lstStyle/>
          <a:p>
            <a:pPr algn="ctr"/>
            <a:r>
              <a:rPr lang="en-US" sz="900" dirty="0"/>
              <a:t>247</a:t>
            </a:r>
          </a:p>
        </p:txBody>
      </p:sp>
      <p:sp>
        <p:nvSpPr>
          <p:cNvPr id="57" name="TextBox 56">
            <a:extLst>
              <a:ext uri="{FF2B5EF4-FFF2-40B4-BE49-F238E27FC236}">
                <a16:creationId xmlns:a16="http://schemas.microsoft.com/office/drawing/2014/main" id="{AEF204B4-36F6-FF08-473B-D6F97C4C621F}"/>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4F96C9C4-B46E-DAAB-E0B1-C08E9EE8DC50}"/>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F9DB3B39-34C5-A0EF-72E8-8332AFDA65D5}"/>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663023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94137-9C14-32B0-D32F-F47C7EC195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D04F87-437C-A6CD-1B76-B60FC3267E2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BF1CD6A-810F-88DA-1659-22EDF22CBF5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09347DA-F827-AED0-605E-F85664405E7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12306A-478C-3536-99C5-794AA64C1F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121B8CB-BEFB-64D9-297A-514861FF446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311BBA-F584-CAC2-902F-6B6A4BD1E5E2}"/>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9F74DD9-312D-625A-22DC-B7023A2084C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6828F25-1144-1E06-52AD-5B3F78AA3E0F}"/>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DC541CD7-A3CA-EDE8-90A3-486C4CD16AA2}"/>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20D0DAA5-EE4E-E69E-3D72-8BCF6389F328}"/>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28C4215-AB74-8392-2322-0B2564242C8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DF5B3808-4A58-9D7C-DA25-C76AB817D72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195B8D61-F220-F094-4A36-5B456B0B68F9}"/>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6357AF9-7C3B-0FA1-537E-69A0BCC838B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207D8A24-456D-0CD6-ABBA-9888A625091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C50CC4EA-40E9-2555-666D-043F286F07C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B752C7B-FBB7-BC23-16BA-BB835624713B}"/>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74F1008E-C41A-CCBD-0F9F-8BDFA61CDEBD}"/>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D07C7A15-AE64-1E54-302A-942E966D0A02}"/>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72D9D4D3-CF09-C8D2-7E03-14DD1A6F714F}"/>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FBBE185F-8394-CDBF-1C43-1A784241A911}"/>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9A6B392-0C4B-1371-D9BB-BE92D4B7233D}"/>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E41383B-2D7F-078B-11D6-90C33F559EAC}"/>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5A6924BC-FA20-82DE-9815-C79669CE7B6C}"/>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C779008B-BE4D-9DA2-43DF-632081C394C3}"/>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4C3FF6B-5785-956B-8478-EA50767C4334}"/>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CEC22037-4DD0-D683-90D6-59F606FF8EDE}"/>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533073D1-C7E3-DCCB-4826-30E6DDE806F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A0BAA0D-C574-B29D-9CC2-E4BA15090522}"/>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9E88CF3-B4F5-266F-046D-9171D3599B2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56E23C0-2FE5-8BED-50E4-A111D2371A64}"/>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3DE09AF-E67F-374B-EB5B-EAA895C52758}"/>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92F0C11-6574-3915-D336-EA7B6787DEE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2C08ACC-2588-8A1D-E13B-53DD58A35003}"/>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77D37D0-BA63-08B7-23AF-151B0EA56C4F}"/>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020F6CD2-7886-7AA4-2336-51DFA90244A7}"/>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5EC4A5C5-DAB0-AFC7-6F08-2F88C2F3B3D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087F02CE-FFC1-3433-8B21-D8E71F2B4147}"/>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FFF5004-B70E-4041-07FB-C9FD7BA329AD}"/>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18FCB140-10F5-4409-8C2D-8A1B529DA2B9}"/>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EADFC2AE-50A3-96C2-422E-7AD189B30ACD}"/>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A9DDD2F6-86C1-1760-3672-91C3561667F2}"/>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121E31A5-E8BE-4849-64E1-EE9119398096}"/>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FEC045AB-74BB-70E3-B855-B486EBFDD216}"/>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9F78A494-541E-C076-5C9F-79717646C913}"/>
              </a:ext>
            </a:extLst>
          </p:cNvPr>
          <p:cNvSpPr txBox="1"/>
          <p:nvPr/>
        </p:nvSpPr>
        <p:spPr>
          <a:xfrm>
            <a:off x="6654802" y="3907597"/>
            <a:ext cx="570089" cy="230832"/>
          </a:xfrm>
          <a:prstGeom prst="rect">
            <a:avLst/>
          </a:prstGeom>
          <a:noFill/>
        </p:spPr>
        <p:txBody>
          <a:bodyPr wrap="square" rtlCol="0">
            <a:spAutoFit/>
          </a:bodyPr>
          <a:lstStyle/>
          <a:p>
            <a:pPr algn="ctr"/>
            <a:r>
              <a:rPr lang="en-US" sz="900" dirty="0"/>
              <a:t>238</a:t>
            </a:r>
          </a:p>
        </p:txBody>
      </p:sp>
      <p:sp>
        <p:nvSpPr>
          <p:cNvPr id="47" name="TextBox 46">
            <a:extLst>
              <a:ext uri="{FF2B5EF4-FFF2-40B4-BE49-F238E27FC236}">
                <a16:creationId xmlns:a16="http://schemas.microsoft.com/office/drawing/2014/main" id="{2A520772-0E3D-474E-1ACA-C78509D63F6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127</a:t>
            </a:r>
          </a:p>
        </p:txBody>
      </p:sp>
      <p:sp>
        <p:nvSpPr>
          <p:cNvPr id="48" name="TextBox 47">
            <a:extLst>
              <a:ext uri="{FF2B5EF4-FFF2-40B4-BE49-F238E27FC236}">
                <a16:creationId xmlns:a16="http://schemas.microsoft.com/office/drawing/2014/main" id="{C5CE0575-4D68-8DF1-B39C-8960E27B1029}"/>
              </a:ext>
            </a:extLst>
          </p:cNvPr>
          <p:cNvSpPr txBox="1"/>
          <p:nvPr/>
        </p:nvSpPr>
        <p:spPr>
          <a:xfrm>
            <a:off x="6152446" y="4408541"/>
            <a:ext cx="570089" cy="230832"/>
          </a:xfrm>
          <a:prstGeom prst="rect">
            <a:avLst/>
          </a:prstGeom>
          <a:noFill/>
        </p:spPr>
        <p:txBody>
          <a:bodyPr wrap="square" rtlCol="0">
            <a:spAutoFit/>
          </a:bodyPr>
          <a:lstStyle/>
          <a:p>
            <a:pPr algn="ctr"/>
            <a:r>
              <a:rPr lang="en-US" sz="900" dirty="0"/>
              <a:t>459</a:t>
            </a:r>
          </a:p>
        </p:txBody>
      </p:sp>
      <p:sp>
        <p:nvSpPr>
          <p:cNvPr id="49" name="TextBox 48">
            <a:extLst>
              <a:ext uri="{FF2B5EF4-FFF2-40B4-BE49-F238E27FC236}">
                <a16:creationId xmlns:a16="http://schemas.microsoft.com/office/drawing/2014/main" id="{2A851E90-EBE3-DB5A-CCD3-6D99B49D599C}"/>
              </a:ext>
            </a:extLst>
          </p:cNvPr>
          <p:cNvSpPr txBox="1"/>
          <p:nvPr/>
        </p:nvSpPr>
        <p:spPr>
          <a:xfrm>
            <a:off x="5650090" y="4909484"/>
            <a:ext cx="570089" cy="230832"/>
          </a:xfrm>
          <a:prstGeom prst="rect">
            <a:avLst/>
          </a:prstGeom>
          <a:noFill/>
        </p:spPr>
        <p:txBody>
          <a:bodyPr wrap="square" rtlCol="0">
            <a:spAutoFit/>
          </a:bodyPr>
          <a:lstStyle/>
          <a:p>
            <a:pPr algn="ctr"/>
            <a:r>
              <a:rPr lang="en-US" sz="900" dirty="0"/>
              <a:t>459</a:t>
            </a:r>
          </a:p>
        </p:txBody>
      </p:sp>
      <p:sp>
        <p:nvSpPr>
          <p:cNvPr id="50" name="TextBox 49">
            <a:extLst>
              <a:ext uri="{FF2B5EF4-FFF2-40B4-BE49-F238E27FC236}">
                <a16:creationId xmlns:a16="http://schemas.microsoft.com/office/drawing/2014/main" id="{C1942E85-9D86-FAA9-4ADB-26D6EF6DDE4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99C1C4C7-793D-2654-3C7A-93A5C8FF15AE}"/>
              </a:ext>
            </a:extLst>
          </p:cNvPr>
          <p:cNvSpPr txBox="1"/>
          <p:nvPr/>
        </p:nvSpPr>
        <p:spPr>
          <a:xfrm>
            <a:off x="5147734" y="4408541"/>
            <a:ext cx="570089" cy="230832"/>
          </a:xfrm>
          <a:prstGeom prst="rect">
            <a:avLst/>
          </a:prstGeom>
          <a:noFill/>
        </p:spPr>
        <p:txBody>
          <a:bodyPr wrap="square" rtlCol="0">
            <a:spAutoFit/>
          </a:bodyPr>
          <a:lstStyle/>
          <a:p>
            <a:pPr algn="ctr"/>
            <a:r>
              <a:rPr lang="en-US" sz="900" dirty="0"/>
              <a:t>247</a:t>
            </a:r>
          </a:p>
        </p:txBody>
      </p:sp>
      <p:sp>
        <p:nvSpPr>
          <p:cNvPr id="57" name="TextBox 56">
            <a:extLst>
              <a:ext uri="{FF2B5EF4-FFF2-40B4-BE49-F238E27FC236}">
                <a16:creationId xmlns:a16="http://schemas.microsoft.com/office/drawing/2014/main" id="{EDEB978A-0197-7DE9-E06E-6CD2A2D64D21}"/>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AF011BF3-3454-0901-4E62-2AFB1105D505}"/>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5F675A08-BA89-6050-C1F1-4A74C5E7080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CEDE26C-7DF0-544A-E0ED-ABD8B2F207C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60379529-9AF4-92E4-0313-8E671A3807B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EE767EB7-64F8-B981-0AF0-1DC9FA80ABC9}"/>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115125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7F17-0FB5-2A3A-BF9E-721B95D09F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8F350C-4771-7293-1FAA-EB9530E4B32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462521A-B86F-FA01-B621-0D2D4EB462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E7D0EA1-1F3D-935A-3E57-2C3BA71FB0A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012C1B2-4AC0-7716-D297-9A317E3083B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9A8FF06-4EEA-B682-8527-6D99D9EA00E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7CF82B7-F6C6-FCE2-2FB6-6135A91818E6}"/>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84CC5574-4A0E-D76F-3838-E36B9038DC3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B3A14EB-D386-6860-9421-5FBB1306B779}"/>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1271A84-0C94-422D-389C-17518B6AE19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FBDA8973-F37B-1D9B-285B-ECE3290F9CC7}"/>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58471F8-CE82-A7E3-DD79-3C7F215D37D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636069F-2AB8-A152-DA32-61C52A715F89}"/>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B53D893-C73C-70C7-B58E-143150C8042E}"/>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E0E232E-AD3B-ED6D-9CBB-67089798788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9A41215D-8949-AFFC-DA77-4EA0E39EA0EB}"/>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785C43AF-0D0E-E090-5881-B1AF718C80AC}"/>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F2D47DBE-A19F-A4E0-CFFB-0F647D48A46A}"/>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4B226B6F-3D68-F4D3-1D77-C73C4AFB66EF}"/>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F2EAB623-3D8D-6AAC-73A3-C2253ADA7F6B}"/>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42698F5-F85B-4D29-0E71-245B210FDC6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87365B2C-3774-1631-836D-B141C53AE96F}"/>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28A1845-55B8-C20F-88DC-2911C5E66B2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7BB1199-DB75-8FE9-FEBF-E58D198D132B}"/>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235802A-0D53-45A8-BFA7-C6343BE02C1C}"/>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4E17349C-102E-2405-4E89-6ADE262CC610}"/>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7905CB14-D6ED-CBC7-DD14-5CF8DA64286C}"/>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0AD4A2C5-1F70-5AE7-4B1E-E768B5FE0DA4}"/>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C35C28C2-4410-4E07-09BE-503DCFC40C7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3E660B43-30A4-4DB8-0131-48D680813DA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4884E8E-36F3-F708-076B-C00F15BC77E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445C3E5-C2FC-2B00-D9E0-6E50E7257AC9}"/>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1F997066-6A62-2696-7C61-6F90E91C4D69}"/>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71FBAC3D-B40F-DA6F-C0C5-308EF67C8E9C}"/>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18A61AB-7701-8E9E-0D89-30D373261D40}"/>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61090B1-0A47-45FA-3CB2-67EE7D2B5484}"/>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890A19E8-9EA6-A370-46F5-15E1F1378FB4}"/>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9B59D9E9-87F9-42D7-5961-9101CA107C3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DA03D749-7D93-2F3C-B00E-997A98D5B81D}"/>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3BACC39-381C-B611-27B8-6ACA80D55C83}"/>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794304DF-121C-A26C-85CA-6A62C9D32D81}"/>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698CF36E-256B-8825-8927-FE05D95312FB}"/>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474048F4-ECDC-EB75-982B-E55B8DA9B9A9}"/>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7F12528C-44C2-2A98-EB9A-339B3456E764}"/>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CBDEECDA-8C42-63C9-E4C6-843C2318220B}"/>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FAF7D9AE-20F1-B79A-BEBC-E73591CF45A3}"/>
              </a:ext>
            </a:extLst>
          </p:cNvPr>
          <p:cNvSpPr txBox="1"/>
          <p:nvPr/>
        </p:nvSpPr>
        <p:spPr>
          <a:xfrm>
            <a:off x="6654802" y="3907597"/>
            <a:ext cx="570089" cy="230832"/>
          </a:xfrm>
          <a:prstGeom prst="rect">
            <a:avLst/>
          </a:prstGeom>
          <a:noFill/>
        </p:spPr>
        <p:txBody>
          <a:bodyPr wrap="square" rtlCol="0">
            <a:spAutoFit/>
          </a:bodyPr>
          <a:lstStyle/>
          <a:p>
            <a:pPr algn="ctr"/>
            <a:r>
              <a:rPr lang="en-US" sz="900" dirty="0"/>
              <a:t>23</a:t>
            </a:r>
          </a:p>
        </p:txBody>
      </p:sp>
      <p:sp>
        <p:nvSpPr>
          <p:cNvPr id="47" name="TextBox 46">
            <a:extLst>
              <a:ext uri="{FF2B5EF4-FFF2-40B4-BE49-F238E27FC236}">
                <a16:creationId xmlns:a16="http://schemas.microsoft.com/office/drawing/2014/main" id="{1A7212FC-7C8E-FB65-7A44-9BDF5CAF853E}"/>
              </a:ext>
            </a:extLst>
          </p:cNvPr>
          <p:cNvSpPr txBox="1"/>
          <p:nvPr/>
        </p:nvSpPr>
        <p:spPr>
          <a:xfrm>
            <a:off x="7157158" y="390759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4CF5E00F-69E4-43E7-D08A-2A9EF30D6E67}"/>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A797635F-D9F6-D637-4CF3-704227F5162B}"/>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55733642-9D37-BB1D-904E-B7C1C2976ACD}"/>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FC3D2659-0631-91CA-7549-0F06FAD7B5A5}"/>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F2C1B79F-B935-C21A-4953-7E3532C5C19E}"/>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F3CF5FD-EF32-5FA8-710A-C538E4905601}"/>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1978C2F3-7FDA-E774-6365-4D3556EAF14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6C055D81-43F3-6D05-E979-96390A7AB37C}"/>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5275902E-BFDC-CBC4-6D7B-BEECFC24C3B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BFBF157A-B327-30DA-298B-92086A4FDB9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800622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BD34-2D19-3E15-77BC-B561B9FC09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C7D6B7-278D-57FB-4834-7CE3B3F5CAC9}"/>
              </a:ext>
            </a:extLst>
          </p:cNvPr>
          <p:cNvSpPr>
            <a:spLocks noGrp="1"/>
          </p:cNvSpPr>
          <p:nvPr>
            <p:ph sz="half" idx="1"/>
          </p:nvPr>
        </p:nvSpPr>
        <p:spPr/>
        <p:txBody>
          <a:bodyPr>
            <a:normAutofit lnSpcReduction="10000"/>
          </a:bodyPr>
          <a:lstStyle/>
          <a:p>
            <a:r>
              <a:rPr lang="en-US" dirty="0"/>
              <a:t>Last possible 3 in center block.</a:t>
            </a:r>
          </a:p>
          <a:p>
            <a:r>
              <a:rPr lang="en-US" dirty="0"/>
              <a:t>Then, last possible 3 in Row 6.</a:t>
            </a:r>
          </a:p>
          <a:p>
            <a:r>
              <a:rPr lang="en-US" dirty="0"/>
              <a:t>Then, last possible 3 in lower right block.</a:t>
            </a:r>
          </a:p>
        </p:txBody>
      </p:sp>
      <p:pic>
        <p:nvPicPr>
          <p:cNvPr id="4" name="Picture 3" descr="A grid of sudoku puzzle&#10;&#10;Description automatically generated">
            <a:extLst>
              <a:ext uri="{FF2B5EF4-FFF2-40B4-BE49-F238E27FC236}">
                <a16:creationId xmlns:a16="http://schemas.microsoft.com/office/drawing/2014/main" id="{EA94C632-0E8A-8293-2B2E-3BEF69FE57B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05BFB8-708B-5B62-2877-1A1CE3B7451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B0DC082-945A-52EC-129C-BF7C5D48621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FDC3574-B047-3266-3995-37548FF5B8C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98747CE-F23D-5308-680D-B463E0B28ED8}"/>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2BA7765-06E9-E151-A3FF-5FB5E7E33BB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CF02672-4D15-8696-FB4D-35625E817043}"/>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E35255C8-26D7-0894-3843-F697967E391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5A017DC1-147D-CB54-F621-7F06C484D2C2}"/>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CB4B690-A6E3-2653-ADC6-D2C0A5907A33}"/>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3B9297E-57B4-0E35-B12B-FB121D224777}"/>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7A82A9D-98A0-EC97-9843-DFD00E0BC291}"/>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AC58C26E-072F-39E6-858D-7B8BAD057F89}"/>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D4E45962-8B7A-BEF3-49AB-F1A9BDC69CD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F39E9DC9-B583-15E6-EA5A-ACFA2A6495B7}"/>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9824034-A6BD-2D9E-15BE-182C0846E35A}"/>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D7A0E32E-A469-DB3C-67FE-1EE35AC903BF}"/>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F34218D-8849-4957-B6FE-5567E618790C}"/>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DFD7D581-0D8E-D277-B50C-E9725CC05A08}"/>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030499B6-C8A4-3095-DC64-832258AA1801}"/>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606AEFB-9CCF-4590-3925-6DE8B4F39F8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D95F2F1-E7D6-4DE9-BBA6-9674DA1B7F0E}"/>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9BA60E0F-68DB-757E-C5E2-3872AE411FF1}"/>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6A216ED7-4B52-D157-9C63-D44F04621DF1}"/>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852BD2F2-EB9C-7E2E-5120-04F8F2F40DDB}"/>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7E70F778-AD3D-108E-59EC-962F17458CE6}"/>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3380666-49C7-B570-7EB8-4536EBD0EEE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57BB017-19E4-08F7-B56B-5A84755C511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DB1B80F-3BF4-CF59-8DC8-ED16CFE4BC37}"/>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481AE621-503B-5A4A-C037-F1191606C494}"/>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3C47670-E55C-2A9D-DC9C-6A9EA1824B72}"/>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668A4F04-35A7-E897-F13E-1D2D64D22667}"/>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E44AB038-C914-1DC0-EA06-2C1284F8B16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4AB2B7F-3EE4-F503-FA81-0F5DA70C0438}"/>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064598DF-7F82-E09F-096E-E65B5B2D94A8}"/>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26567B4D-662C-69A8-7D79-ED6A3B53DA51}"/>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29C790B0-F450-D2D9-6432-53CCA96D7E83}"/>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07B5FD0-738D-347C-98BD-620443731897}"/>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C0B1308B-F583-E3F6-0C80-872870B7722C}"/>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AD31D0A7-80C3-44DA-F1C0-63443EE6417B}"/>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AE220FA8-5BD5-9434-ED41-6ECC29A31052}"/>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599D81F9-AA4D-878B-302D-85747235B191}"/>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AF88F351-3264-4FE7-26E6-EBFC84109055}"/>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6" name="TextBox 45">
            <a:extLst>
              <a:ext uri="{FF2B5EF4-FFF2-40B4-BE49-F238E27FC236}">
                <a16:creationId xmlns:a16="http://schemas.microsoft.com/office/drawing/2014/main" id="{768C6300-8C44-CC4D-F8EB-4E48E9F11F08}"/>
              </a:ext>
            </a:extLst>
          </p:cNvPr>
          <p:cNvSpPr txBox="1"/>
          <p:nvPr/>
        </p:nvSpPr>
        <p:spPr>
          <a:xfrm>
            <a:off x="6654802" y="3907597"/>
            <a:ext cx="570089" cy="230832"/>
          </a:xfrm>
          <a:prstGeom prst="rect">
            <a:avLst/>
          </a:prstGeom>
          <a:noFill/>
        </p:spPr>
        <p:txBody>
          <a:bodyPr wrap="square" rtlCol="0">
            <a:spAutoFit/>
          </a:bodyPr>
          <a:lstStyle/>
          <a:p>
            <a:pPr algn="ctr"/>
            <a:r>
              <a:rPr lang="en-US" sz="900" dirty="0"/>
              <a:t>23</a:t>
            </a:r>
          </a:p>
        </p:txBody>
      </p:sp>
      <p:sp>
        <p:nvSpPr>
          <p:cNvPr id="47" name="TextBox 46">
            <a:extLst>
              <a:ext uri="{FF2B5EF4-FFF2-40B4-BE49-F238E27FC236}">
                <a16:creationId xmlns:a16="http://schemas.microsoft.com/office/drawing/2014/main" id="{F66D5BCC-7FB4-A16A-0675-7D89C26F8600}"/>
              </a:ext>
            </a:extLst>
          </p:cNvPr>
          <p:cNvSpPr txBox="1"/>
          <p:nvPr/>
        </p:nvSpPr>
        <p:spPr>
          <a:xfrm>
            <a:off x="7157158" y="390759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3B2D7C1A-C81E-1FEE-1A02-1858378134E1}"/>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C1312FC3-AD18-6C50-42C0-753A98634705}"/>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FC3F4135-4895-C9E7-D1B2-02326B51A2B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4B30BD00-A2F7-18C4-13C6-EDF323FD71DB}"/>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AC9E8DD9-4475-5B6A-65D3-EA6B3F60D70E}"/>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407AE375-0F6C-CAD6-61F1-E317204DB3B5}"/>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D94930D5-C3C1-6DB8-4AA7-A74A0DE22EF4}"/>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883DCEB-488C-52BA-CEE5-41A25467022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80C578F5-3FC9-0711-1D4B-A3B5664FC9D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BB5D333D-51DB-8173-8EAF-FA2D83237001}"/>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5376B8AB-E89F-56EE-B772-C10142705707}"/>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0AD4F04C-B35E-F48B-3ABA-3E1FCEBC73BB}"/>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D2CD227F-7193-4B22-9FA0-8F4E151DBDB5}"/>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301357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56179-5C1D-3788-0340-4C001BE7A2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5FDEFE-1408-1080-15F2-3DA2589D7A4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777BC10-0E8D-C151-1676-5F5F33C41FC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F5EAC60-281F-A174-B27D-482D0E175CE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A04799D-A558-9B3E-D823-80281853058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B987F3A-5FFB-E7E1-2952-1134501AB7F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3AA10A2-960C-EEC8-739D-6EAA3EC980E7}"/>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BE9EE8FB-94C2-313A-376D-C589924D80B0}"/>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B37D8573-B404-1E00-EE98-A60AC10255B2}"/>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41DB7A94-6D48-3E9F-A302-465389F4A83F}"/>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CFAC7D72-F9D0-6753-5F80-06DE5D4FB192}"/>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DFB64EB0-CB65-2368-B3E8-5066535378D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86424438-A7DB-7C37-711E-F3EA46FCCB82}"/>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E68205C8-F51A-0342-9F20-DD53FD294395}"/>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8352EF3-D378-8D0A-197A-5AF05F9A6539}"/>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1B704103-E506-4F2A-187A-910CAE8FF3B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723202F5-8C48-C3EC-D551-971F625255FD}"/>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1D32E688-7C5E-1122-199B-73526481F77C}"/>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5E0BBA12-4F1D-8E5A-1757-1AFA4D1332D6}"/>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4D23C57-B1B7-B0DF-89D1-FCBC583A5DEB}"/>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01E5F033-1A60-F672-E702-BDE6CC712C91}"/>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74CC6BA6-C1AF-6C30-558C-55610967A9F6}"/>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9B3DFB46-0C48-B4C9-7E6A-B268FD08BCC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2E0972B-CEE3-663E-7456-FF04EB4F8859}"/>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C9A12BD6-8150-E958-BB13-E7E08FA23C80}"/>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A32A14A0-219A-5987-2AEB-C887738EF769}"/>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B1194207-8B27-5118-F962-42204AFE8135}"/>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EFF358E7-6A57-CD53-E86B-046AC3C44BC2}"/>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8171D354-67CA-CC2A-BF96-8FD21385666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7D59C153-A1E3-0C0B-309B-8CDFE947F83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64FB310-6733-29F3-D6F5-83E38DAE9A17}"/>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8A0ADC6-7FC9-AE7F-6F50-6E87BC5BF45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FF432B5-CC30-02C5-0AE3-F64FD7293AB3}"/>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11F3D478-4892-2F0A-9EED-1497AF3C4B87}"/>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7946155-BC44-2BC5-1180-6BBEFE397EC3}"/>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EFF2C58-3C97-24D2-BDBB-C0DCCBE5EBFD}"/>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F8D80D01-B2B6-A551-9471-D44CDE4FE2EC}"/>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E2A51AFE-A930-2170-A64E-890AD984BAB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31580924-FCE2-39EA-5093-85E4965175FD}"/>
              </a:ext>
            </a:extLst>
          </p:cNvPr>
          <p:cNvSpPr txBox="1"/>
          <p:nvPr/>
        </p:nvSpPr>
        <p:spPr>
          <a:xfrm>
            <a:off x="6152446" y="1903821"/>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E22F130-7FE6-A400-67FE-B441D991DFF8}"/>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41" name="TextBox 40">
            <a:extLst>
              <a:ext uri="{FF2B5EF4-FFF2-40B4-BE49-F238E27FC236}">
                <a16:creationId xmlns:a16="http://schemas.microsoft.com/office/drawing/2014/main" id="{1B4AA58D-54F8-D6DF-55A0-02DD2B541994}"/>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9364BDAB-8EB6-AED8-C617-A25C0513B806}"/>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684886BF-F53D-42F7-DE44-15AFB092B2E8}"/>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1F8F0FB6-5942-D40A-86C8-6FF22277B9DF}"/>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BB4C9FF8-0D61-A075-EB23-59973EAEE314}"/>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585B5D40-4232-7AFB-344B-104AFF5B008F}"/>
              </a:ext>
            </a:extLst>
          </p:cNvPr>
          <p:cNvSpPr txBox="1"/>
          <p:nvPr/>
        </p:nvSpPr>
        <p:spPr>
          <a:xfrm>
            <a:off x="7157158" y="390759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EF98EFB5-D634-8EB9-DFB4-0CA5697D8E80}"/>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B24AF073-1AFA-C9A6-8860-205CD12E7DEE}"/>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FA27512C-A7C7-614D-38DB-99F79039C0E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D611749D-086C-90E1-13B6-2B55DDFC7230}"/>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2E0BCE9D-C0EF-67DA-FED8-44EF092015B2}"/>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2E0A3CD-FC0E-D78B-FB3C-4566821FF33B}"/>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D742E1D5-A1A1-42C6-2A70-EE991A3C58F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05DAD62-F632-B652-2499-71CC85B5097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F54B4AB9-F939-798B-BE5F-79FC8075284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06BB27BD-99C8-F8D9-C0AD-AF9B42E3AD47}"/>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91409511-257E-B79A-9FD8-C89BF444286A}"/>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2602419F-BC25-32FA-DC3D-0C470285F6E2}"/>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28FE146D-061A-95FA-498E-748EA11708E4}"/>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A5E46BDF-E956-396F-E4E2-42D4259BCBEB}"/>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830438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6263-E809-D34C-551C-AD48DC7B90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A0BE69-7764-9A21-9B74-AF941D3C6676}"/>
              </a:ext>
            </a:extLst>
          </p:cNvPr>
          <p:cNvSpPr>
            <a:spLocks noGrp="1"/>
          </p:cNvSpPr>
          <p:nvPr>
            <p:ph sz="half" idx="1"/>
          </p:nvPr>
        </p:nvSpPr>
        <p:spPr/>
        <p:txBody>
          <a:bodyPr>
            <a:normAutofit/>
          </a:bodyPr>
          <a:lstStyle/>
          <a:p>
            <a:r>
              <a:rPr lang="en-US" dirty="0"/>
              <a:t>Last possible 1 in Row 7.</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663A5BCE-C36F-C324-3463-886EFF5773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E85FAC4-71D3-6EE3-DA37-0A68614173E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9D703C-CCE2-FBCF-1DC6-71D34737210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18356C-A739-8806-B752-494EAE9F50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9C9E21E-2FF4-0285-AADF-6A70D3BF1EDE}"/>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2366CFF-1D7F-843C-FF1D-5D72024BE055}"/>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EF0D063-F313-711E-03BC-9F0C7CA67F54}"/>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ED2843B-1A76-38F7-D987-5CF94E0C249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9F26CD4A-A2F3-C86C-9BC0-8EC92D96992B}"/>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1F828983-CD7D-D1DC-890D-0DB9BD6AD735}"/>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EFDB0A8-8E83-2370-EE2F-FB02ED49D452}"/>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7729EFC-003C-2155-C82C-D1C673C9FD02}"/>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AA83CB1-9B57-2956-31D3-C0318ED91B4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A54D374F-DA90-131E-8ED4-D94E5A77F2E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B6F34806-882B-4785-7BA9-18C954301DB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65C6BAE-088C-FDFF-2229-83AAFC2F5620}"/>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0AD6E294-FCA3-365A-AEAC-30BC9424CC5E}"/>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09E8D654-1344-FDFB-0939-2E27C3C9120A}"/>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76BF8FB3-10EC-3429-BEA1-535982125579}"/>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CDC4E68-D4BE-F758-070C-799DF93EF287}"/>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C888A45-9D87-77A6-3DBD-E0A07E5A335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DCAD9C3-4714-F472-1E29-2E1A4E6DEF72}"/>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094486B0-AE5E-4E63-B632-BD8222F20E84}"/>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E2146750-C1BE-564D-12DB-F36E1EC6AEEA}"/>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3ACCF93-CB5E-CD58-BC79-A595BAEA12D6}"/>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715218D9-9AA8-6AED-E162-FFA9E6E57049}"/>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823201B5-1816-7AD9-4F48-8279C7057FE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37E10F5-9327-91FE-9B9D-41FEFC261BF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2961941B-62CF-1729-54E9-30B087BD6023}"/>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D5C539B-9FEA-B35C-C0DC-530022AAE666}"/>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7912D0A-9D53-41EF-8967-8237744E8E7E}"/>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DC20E323-A136-DA71-3F46-73BD491C324B}"/>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FB4853DE-B757-BF36-024D-B6CFB31A23F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4A81981-3364-B4F2-9A65-797083079E7B}"/>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DF2A2239-9210-E07D-FEB1-7EA37AF0CF69}"/>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783C24BB-9A2E-C0D8-C29D-4161927161ED}"/>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677B7CE1-DDC9-A76D-7A25-91DAA32C20D0}"/>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3A53294B-9E93-085C-F789-6B38894BD133}"/>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26689344-AEB4-AE49-1814-F92CE33C11ED}"/>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D21D38E6-5210-50DC-013C-0AAA569A6158}"/>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9C981FBC-3062-CBB1-2616-3537D64F5E24}"/>
              </a:ext>
            </a:extLst>
          </p:cNvPr>
          <p:cNvSpPr txBox="1"/>
          <p:nvPr/>
        </p:nvSpPr>
        <p:spPr>
          <a:xfrm>
            <a:off x="3138310" y="901933"/>
            <a:ext cx="570089" cy="230832"/>
          </a:xfrm>
          <a:prstGeom prst="rect">
            <a:avLst/>
          </a:prstGeom>
          <a:noFill/>
        </p:spPr>
        <p:txBody>
          <a:bodyPr wrap="square" rtlCol="0">
            <a:spAutoFit/>
          </a:bodyPr>
          <a:lstStyle/>
          <a:p>
            <a:pPr algn="ctr"/>
            <a:r>
              <a:rPr lang="en-US" sz="900" dirty="0"/>
              <a:t>789</a:t>
            </a:r>
          </a:p>
        </p:txBody>
      </p:sp>
      <p:sp>
        <p:nvSpPr>
          <p:cNvPr id="48" name="TextBox 47">
            <a:extLst>
              <a:ext uri="{FF2B5EF4-FFF2-40B4-BE49-F238E27FC236}">
                <a16:creationId xmlns:a16="http://schemas.microsoft.com/office/drawing/2014/main" id="{BD2230AC-52FF-0516-9184-B35B43F5D299}"/>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34753C22-6019-A8BF-7FE0-284FF447090C}"/>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37757B78-C894-342A-88F5-C99AD595575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E337284-6A6B-87A1-71AB-D08F4662825C}"/>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78D23CD3-285F-5692-8471-98FF496EEC28}"/>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9B8E945-A551-F1D2-2568-DC52195619A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45FE9E11-D365-891D-B0A6-BA72300423B9}"/>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39F7B86C-5DD4-8983-85A3-A4B8180FFDB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F2C3F15F-2067-264B-D22A-DDD4C7147D4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3437FFF4-7714-7F97-5EFC-2804DB34C33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0F721407-B537-320E-AC28-25F93DD8513D}"/>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EB51544D-42F6-E560-26EA-03C79B3DE5DE}"/>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646E5A95-F35B-D597-8FC9-FAB6D32544EE}"/>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4FC29433-C47B-2F3C-B92A-430C5CC06C46}"/>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F081A5EF-FC30-0D01-2704-99F4E75F61BE}"/>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4F92C57F-E2F0-7900-81F1-D2A742275BB8}"/>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1FC48833-6156-BBB7-4677-FED098D08C9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915870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7F33B-C6F8-6135-82DA-5555DB6FA53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9AA3E4-42BB-877C-4BCA-42ABA39503DC}"/>
              </a:ext>
            </a:extLst>
          </p:cNvPr>
          <p:cNvSpPr>
            <a:spLocks noGrp="1"/>
          </p:cNvSpPr>
          <p:nvPr>
            <p:ph sz="half" idx="1"/>
          </p:nvPr>
        </p:nvSpPr>
        <p:spPr/>
        <p:txBody>
          <a:bodyPr>
            <a:normAutofit lnSpcReduction="10000"/>
          </a:bodyPr>
          <a:lstStyle/>
          <a:p>
            <a:r>
              <a:rPr lang="en-US" dirty="0"/>
              <a:t>Last possible 8 in Row 7.</a:t>
            </a:r>
          </a:p>
          <a:p>
            <a:r>
              <a:rPr lang="en-US" dirty="0"/>
              <a:t>Last possible 9 in left center block.</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504D6B05-016C-CD69-C498-72E7C68C5B1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C2340CF-D5DD-CD61-6045-E19B0D9395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A63C061-DC26-350B-066A-7F987008E1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B506C07-249C-94B8-1943-4C92EA292BA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D9AA531-904D-2808-18FC-1D4136562BE6}"/>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7BD8492-DCB4-7A57-13EB-6DFDA94228C9}"/>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2B3C747-246A-DC69-85D8-8BA4CB9DDCEF}"/>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8E18630-016A-07DB-A360-D5F0110EE83C}"/>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E83709BC-2E2B-93B0-A94A-853D11D35F80}"/>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AC195D6-C07A-4513-F5DF-984ED77DC7F6}"/>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E09E17F7-9A04-8790-9BCF-20D81F3ED5AF}"/>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3B43013-402D-438F-C368-FA85128A2D73}"/>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336DB36-5451-258F-FE74-F7E1B612D9FC}"/>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0761B0BE-4687-BF60-53B7-674218B213D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0E715009-65C1-4B48-B57C-C5F62A78631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0105AB38-C976-DD90-E6E8-95046318CC0A}"/>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9BFC6C80-E57D-1510-A1EA-EDC1DFDAB913}"/>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E26AA71-813D-9F6B-3EBD-4E7391A2983E}"/>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C9C311E8-44CF-19E5-DE35-9FC0238281E4}"/>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17D53663-34E1-C8D0-B455-C6B3A2FDE099}"/>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36C345EC-8018-0E29-9D35-FFB93828449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BBC4D3B-F7BF-312B-72DA-5664DE914FC0}"/>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CFF300FE-0E29-9745-C677-841207D3EE89}"/>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A6C0F8DD-E417-7FD9-5130-2C92EC160248}"/>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6DBEB62-2097-ABC3-92F4-20D7CAB0D1B9}"/>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25A1B8E4-1CF3-9EDD-2E53-52ED698E6205}"/>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A946D22D-7291-58BA-45B4-0AD10066945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852659B-BE2A-1B38-6C22-BBECD297023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C68FF4C-9C93-AF9A-F0C2-591A2AC8F861}"/>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87856E1-1DD3-4056-8875-A9807E8A6923}"/>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589FF851-AE8E-5FA8-D390-1639C3E575C8}"/>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02CEFFF-C27B-5B9D-32A4-2411800BEB3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8ACC8186-440D-280F-DA22-EB4F39E84CC3}"/>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9464492-05E4-B10D-A316-4C7E66EA0693}"/>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83536E7-ACA7-BCDC-58B9-9BC2EF998CF4}"/>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0DEE80AF-CAEB-114B-1585-30FD548BCB1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BE3C07CD-6491-8785-2CF5-FF6EA84680D7}"/>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BFEBB17B-A5CC-4C8E-8879-82490A33247A}"/>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2CCFEFC9-C65E-4D71-B0D2-006B2043AD4D}"/>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84A67119-19D6-DB6C-D1DE-8FF40158F343}"/>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274BDA17-F794-15AA-2D9B-4ED837653E4B}"/>
              </a:ext>
            </a:extLst>
          </p:cNvPr>
          <p:cNvSpPr txBox="1"/>
          <p:nvPr/>
        </p:nvSpPr>
        <p:spPr>
          <a:xfrm>
            <a:off x="3138310" y="901933"/>
            <a:ext cx="570089" cy="230832"/>
          </a:xfrm>
          <a:prstGeom prst="rect">
            <a:avLst/>
          </a:prstGeom>
          <a:noFill/>
        </p:spPr>
        <p:txBody>
          <a:bodyPr wrap="square" rtlCol="0">
            <a:spAutoFit/>
          </a:bodyPr>
          <a:lstStyle/>
          <a:p>
            <a:pPr algn="ctr"/>
            <a:r>
              <a:rPr lang="en-US" sz="900" dirty="0"/>
              <a:t>79</a:t>
            </a:r>
          </a:p>
        </p:txBody>
      </p:sp>
      <p:sp>
        <p:nvSpPr>
          <p:cNvPr id="48" name="TextBox 47">
            <a:extLst>
              <a:ext uri="{FF2B5EF4-FFF2-40B4-BE49-F238E27FC236}">
                <a16:creationId xmlns:a16="http://schemas.microsoft.com/office/drawing/2014/main" id="{2A670719-88E5-1ABC-3634-7D059543C038}"/>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801A90E1-14D6-38BB-897A-D43BC41B6974}"/>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5312BCB1-394B-14DC-7901-C14554585A3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A292A6FC-90CD-7C18-DE75-C665192FC55C}"/>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42D3C1E7-29DF-C647-1AA1-468DF7C02A23}"/>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AA049A1-6CA3-FDD1-AF54-B9E9345FFFC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A26EDE15-315D-1332-678F-572711C5BB3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EC1FF29-26A2-C411-6B14-AA54DB4CA6D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8B870E78-D8C7-7027-2820-D74307C63AE9}"/>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B3F1B01F-3163-37F5-C291-3833FB2F924D}"/>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78CC1C8E-1CFE-A3F1-4044-21FB819C2A9C}"/>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C0F53F8E-FC93-41B4-B4B4-999F39ED69F2}"/>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E21CBFE-D7BA-59F8-0BB8-0BFA17640EE2}"/>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245F77C1-8EC1-2E20-DA84-BC686F27322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6AD3A4C0-F1D3-3C3C-A01E-43AB7529E174}"/>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E2D9A72D-1287-D23A-691B-BC33B982A24D}"/>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41550F9A-5020-C878-5586-A1354EB7A9D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0B9E67DF-DC07-7BA5-AB2C-49C1EAD3102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2746D78F-E085-32C6-0378-8D457E30061F}"/>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146582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73FF5-1901-EFBA-48CC-81251A07E2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6AA97E-75AE-AF07-9B91-801658EF44B6}"/>
              </a:ext>
            </a:extLst>
          </p:cNvPr>
          <p:cNvSpPr>
            <a:spLocks noGrp="1"/>
          </p:cNvSpPr>
          <p:nvPr>
            <p:ph sz="half" idx="1"/>
          </p:nvPr>
        </p:nvSpPr>
        <p:spPr/>
        <p:txBody>
          <a:bodyPr>
            <a:normAutofit/>
          </a:bodyPr>
          <a:lstStyle/>
          <a:p>
            <a:r>
              <a:rPr lang="en-US" dirty="0"/>
              <a:t>Last digit for this cell.</a:t>
            </a:r>
          </a:p>
        </p:txBody>
      </p:sp>
      <p:pic>
        <p:nvPicPr>
          <p:cNvPr id="4" name="Picture 3" descr="A grid of sudoku puzzle&#10;&#10;Description automatically generated">
            <a:extLst>
              <a:ext uri="{FF2B5EF4-FFF2-40B4-BE49-F238E27FC236}">
                <a16:creationId xmlns:a16="http://schemas.microsoft.com/office/drawing/2014/main" id="{130CB6B9-E289-99CB-5AB4-0CCE44424FE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0738224-5B90-2E23-366E-A8EB1073AF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A7E05FE-152E-232C-53A2-E51EFD60C7D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1C05C1B-86D6-2291-79DD-F422DF1E89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4E33E94-5B7D-F9B8-53F0-1A3C6B24A4F6}"/>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0ECA61E5-272E-36A7-6630-4829236C0ADB}"/>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4479E2A-3B6F-2E6D-FFA7-027A46DA49BB}"/>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73AA7DD4-E949-4772-3CDB-CCDE58421F27}"/>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EA8B2738-A97A-901B-D3F4-298A50FBD17C}"/>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FD7A6A9-A5DC-1A60-5B53-BF52C1730513}"/>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83BFBD30-4A7D-4DC1-C9EE-FEA82480776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6BF04ED-8C07-2E02-13D9-79C892598A9A}"/>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0C818E0-2FDA-A478-BBE1-128F232A92BD}"/>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239ACF11-9971-D10C-4136-679B45E359E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11D80FDB-BBD6-D963-883D-49F7E8CFF70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C9221010-B725-B573-5FCD-BCE1EE548607}"/>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EC635CAF-1A57-73D0-3372-7F273106202A}"/>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6478033E-D12A-5397-7D72-11B6CE001A60}"/>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9ABBB02E-4625-A525-45E3-EF0B86BD989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88F18997-78E4-77AB-F8B9-41F5F6518342}"/>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882E91AF-F009-4137-F058-8AB47C887E6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7B60F196-4DD4-EEA5-EB68-2F00BD0E7900}"/>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A432E75-C8B3-BC40-C33B-92B583F14F08}"/>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EC0C8A97-6EDE-54AA-0876-2BC46D4A0E11}"/>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A822D38-05FA-E3E1-8B9E-6F348020B481}"/>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27AFDF3E-4738-EEFB-63B6-0F0596BF84B7}"/>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345419D-F717-9394-7439-999C00BA9C5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756C00B-699C-B4AD-53CC-8F22D4F26D4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6120A37-35DE-A5BC-771F-523A5FB7A0D9}"/>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850BC5EA-1C79-7C1D-0497-79A26D70446B}"/>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2EEE67FB-0B67-9C13-89C9-752F19200A88}"/>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78D64BE-FF50-4C42-5553-6A638BA6C506}"/>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C016FC7B-9B60-9EEB-9C5E-C5923AEABB61}"/>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7EA67329-46B6-573B-48A8-8A7AC6D55979}"/>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02DF95B6-6E2F-8245-4E20-7A0804AD69A5}"/>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F2BE99DE-C5A1-B7D4-0D35-5340FD76CD7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3591D799-2BD9-14FE-6A36-3CAE93450D3D}"/>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8CB41A00-84E9-249A-6332-D37962ADF51A}"/>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75A3A8C7-C3BC-2250-C901-7AA07C8093F9}"/>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2F5EC477-237C-E195-543B-6E69C5EEE181}"/>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C6F47293-6373-37FA-CA89-B548E0EAC62E}"/>
              </a:ext>
            </a:extLst>
          </p:cNvPr>
          <p:cNvSpPr txBox="1"/>
          <p:nvPr/>
        </p:nvSpPr>
        <p:spPr>
          <a:xfrm>
            <a:off x="3138310" y="901933"/>
            <a:ext cx="570089" cy="230832"/>
          </a:xfrm>
          <a:prstGeom prst="rect">
            <a:avLst/>
          </a:prstGeom>
          <a:noFill/>
        </p:spPr>
        <p:txBody>
          <a:bodyPr wrap="square" rtlCol="0">
            <a:spAutoFit/>
          </a:bodyPr>
          <a:lstStyle/>
          <a:p>
            <a:pPr algn="ctr"/>
            <a:r>
              <a:rPr lang="en-US" sz="900" dirty="0"/>
              <a:t>79</a:t>
            </a:r>
          </a:p>
        </p:txBody>
      </p:sp>
      <p:sp>
        <p:nvSpPr>
          <p:cNvPr id="48" name="TextBox 47">
            <a:extLst>
              <a:ext uri="{FF2B5EF4-FFF2-40B4-BE49-F238E27FC236}">
                <a16:creationId xmlns:a16="http://schemas.microsoft.com/office/drawing/2014/main" id="{8FFFA49B-E1BA-94AB-8E44-705A1957AD2D}"/>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A6B9DB65-3C10-63B5-A99F-11C97CB61158}"/>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FF573E9F-E735-2241-D664-91CD1F48067D}"/>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A8921851-F67A-5AC1-4F9D-74A64DCB0975}"/>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BBEFD719-4045-0AD8-B381-8F692EA5D19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144733EA-87AF-6381-268E-5A2978D486E7}"/>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9CC8361F-E3E7-9D60-893D-1CBD01B5757C}"/>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A781843-6D7E-ED41-27F5-3441ABC5B3C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DCAF0863-CEFE-E552-E7E0-C0D226F4059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F349C5F7-BC85-207D-4A0B-14C8740D918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0A92717B-2ABC-6BF2-F0C9-B7477D501C15}"/>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948A5CC3-50A2-9BC4-FE36-5D391C99ED00}"/>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9DB81B2-4CB2-F360-0274-7ECEFEB24CF6}"/>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CA2A918E-8BCD-A801-5A0A-507DF1BB0C2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53A8661C-2CA5-1724-DA42-46BBA67BD56E}"/>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39A94022-BA24-9C03-C3A7-4B4E13F0A3CC}"/>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70295E52-E047-3DEA-9F30-1BD4C6502E6D}"/>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5685410F-87AF-9B89-F156-91A7E77E9A5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F948324A-E811-8522-3217-8B67CC5DD100}"/>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AAA1215D-3E83-1EA7-73F2-51DE74627856}"/>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4069559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F6A52-0B1D-C144-36C8-C699E8783C4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F46111-7FF3-7E01-3F70-7E29A5F14985}"/>
              </a:ext>
            </a:extLst>
          </p:cNvPr>
          <p:cNvSpPr>
            <a:spLocks noGrp="1"/>
          </p:cNvSpPr>
          <p:nvPr>
            <p:ph sz="half" idx="1"/>
          </p:nvPr>
        </p:nvSpPr>
        <p:spPr/>
        <p:txBody>
          <a:bodyPr>
            <a:normAutofit/>
          </a:bodyPr>
          <a:lstStyle/>
          <a:p>
            <a:r>
              <a:rPr lang="en-US" dirty="0"/>
              <a:t>Reduce.</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716DD01D-61B0-14CC-1B4C-8A922DEC9C0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C236BD1-D5AB-1E3C-1FF0-240B018F7DF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E9536D-2CC2-D49F-1802-8FD48678D84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3E88992-1243-8F08-724C-366F447DE00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A8A0B4F-CAB1-F5EA-8690-DE4D9BCABB8F}"/>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E5D6381B-6EF8-2CD9-7DE8-BF82763919A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AA8509D2-EBE0-43A2-B711-38B2B651C172}"/>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69C2CE1E-A49A-C066-33DA-2383A3CFA957}"/>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2F7E5421-EC93-0A89-423B-4157623F0FC1}"/>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2F9C6AC5-4E70-C0CA-2A39-5CE7780B171C}"/>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2B2003F4-D990-A8A6-559E-C0A6F439B67E}"/>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B815478-ECD5-5D5D-0F34-957296D18B7E}"/>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4B9B3B3E-0385-4143-2202-10DF76175D78}"/>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8C7B9439-F441-242A-9A31-6B34D717367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60E88E47-1999-7F4B-80A1-CDEA41784BEB}"/>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6A0F0AC7-A9CB-D058-5A41-BAAA5BD0F623}"/>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78CE965F-D586-137E-4EFD-FDC7CBAAB27A}"/>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CA74E7F-BF20-4CCD-B06D-41954FC777C2}"/>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BA8B4E06-A4E1-EC01-F1B3-2E41CC103FF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4D4B7059-41C5-B0DA-E9E1-A01002EFFDCD}"/>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8D4EA124-683A-B8A9-7F81-237502C62A9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6DA10AB-B99C-1FA2-EE02-03A4CFE57219}"/>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83F5C018-42FC-B854-AED9-E33D63808FE6}"/>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C2D37958-8BC1-8C90-504F-139913677A9A}"/>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3BA49A5A-1F5F-31B7-082E-FF00460A3464}"/>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DEB26CE1-A0CF-00C0-7A62-4D260FDC0734}"/>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4F5508D-BD25-9143-E318-3B926B5B118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BB5F366-1925-D57D-5161-79816460696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A9DB3EF4-CEC6-4EDA-5939-4B76A60B2955}"/>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90AC7F2-BCDA-35B5-1453-C148B227F659}"/>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2A223F3-9165-442F-E956-423DA0581523}"/>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DF799AC5-25E6-6629-E7E5-AEF6067BC0F9}"/>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1FE34372-1118-535E-EBEF-7A10997A2A0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463B762-74AE-D8DC-F572-F4989EB9DA89}"/>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0823C7B2-8DF8-8175-919F-A40587A10CCF}"/>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8D11201F-E896-0F3A-78F8-B288ACC34A0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B58530F2-44F0-96C0-5AAD-338200450932}"/>
              </a:ext>
            </a:extLst>
          </p:cNvPr>
          <p:cNvSpPr txBox="1"/>
          <p:nvPr/>
        </p:nvSpPr>
        <p:spPr>
          <a:xfrm>
            <a:off x="4143022" y="901933"/>
            <a:ext cx="570089" cy="230832"/>
          </a:xfrm>
          <a:prstGeom prst="rect">
            <a:avLst/>
          </a:prstGeom>
          <a:noFill/>
        </p:spPr>
        <p:txBody>
          <a:bodyPr wrap="square" rtlCol="0">
            <a:spAutoFit/>
          </a:bodyPr>
          <a:lstStyle/>
          <a:p>
            <a:pPr algn="ctr"/>
            <a:r>
              <a:rPr lang="en-US" sz="900" dirty="0"/>
              <a:t>97</a:t>
            </a:r>
          </a:p>
        </p:txBody>
      </p:sp>
      <p:sp>
        <p:nvSpPr>
          <p:cNvPr id="43" name="TextBox 42">
            <a:extLst>
              <a:ext uri="{FF2B5EF4-FFF2-40B4-BE49-F238E27FC236}">
                <a16:creationId xmlns:a16="http://schemas.microsoft.com/office/drawing/2014/main" id="{A0EF9AF1-E583-4FA9-0AD9-5880345F896E}"/>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73D1E4FD-35D4-89C5-95DE-7779B2741D15}"/>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592B7485-B6B8-BD12-08BA-E40A9713E5BA}"/>
              </a:ext>
            </a:extLst>
          </p:cNvPr>
          <p:cNvSpPr txBox="1"/>
          <p:nvPr/>
        </p:nvSpPr>
        <p:spPr>
          <a:xfrm>
            <a:off x="3138310" y="901933"/>
            <a:ext cx="570089" cy="230832"/>
          </a:xfrm>
          <a:prstGeom prst="rect">
            <a:avLst/>
          </a:prstGeom>
          <a:noFill/>
        </p:spPr>
        <p:txBody>
          <a:bodyPr wrap="square" rtlCol="0">
            <a:spAutoFit/>
          </a:bodyPr>
          <a:lstStyle/>
          <a:p>
            <a:pPr algn="ctr"/>
            <a:r>
              <a:rPr lang="en-US" sz="900" dirty="0"/>
              <a:t>79</a:t>
            </a:r>
          </a:p>
        </p:txBody>
      </p:sp>
      <p:sp>
        <p:nvSpPr>
          <p:cNvPr id="48" name="TextBox 47">
            <a:extLst>
              <a:ext uri="{FF2B5EF4-FFF2-40B4-BE49-F238E27FC236}">
                <a16:creationId xmlns:a16="http://schemas.microsoft.com/office/drawing/2014/main" id="{02E3C4AA-9888-1ED9-AC35-8A0E4DE6D130}"/>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6C5873BE-8671-4665-B452-BE1BB87FCBE7}"/>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E4241CE9-AB80-68D9-1CA2-E3593997BAC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E0E4B53-F9AC-EE8D-F03E-52B707F3E903}"/>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0119F5F6-F330-706A-69AD-F89624D019C3}"/>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49E0D9C-DB1D-9191-39FA-01D5F878F44B}"/>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AC07E828-75EF-7286-5B38-2D99CB7F222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47B032B-5120-00A0-1008-538F3D62831F}"/>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2F09872D-7250-98A3-C308-6EA00913A86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19C9CA1F-F863-22D0-D65F-CA691A22FCA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0DEDF3A1-A01D-CC11-AEA4-3B948FB39D97}"/>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F01DACC8-B693-850A-DBA0-1052C52E6446}"/>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C5997C2-F8C6-6BC1-FE53-FF057478D3D2}"/>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310D2412-B50E-B440-D7D9-C663D722E4D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F4ECEFEF-3AF2-316A-5D96-396BA0E70AB5}"/>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7732DFED-88E1-B1D3-A6B4-32224D3F582E}"/>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A09244C-C775-DA8A-089F-5019C15E07E1}"/>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4582AEDB-7A0C-B8CA-7F06-A3C2BA1D33B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CE4E0E1D-22D0-88DE-A03A-732F944D7DE2}"/>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4F3430B8-83F2-0456-3222-E398975C18E4}"/>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BF8A47C2-E982-6C1C-8C42-0D83A035C65D}"/>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349771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90AB2-0507-DE9E-4869-0ED6CE00CEE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E23745-624B-2179-4013-626DDB8F0536}"/>
              </a:ext>
            </a:extLst>
          </p:cNvPr>
          <p:cNvSpPr>
            <a:spLocks noGrp="1"/>
          </p:cNvSpPr>
          <p:nvPr>
            <p:ph sz="half" idx="1"/>
          </p:nvPr>
        </p:nvSpPr>
        <p:spPr/>
        <p:txBody>
          <a:bodyPr>
            <a:normAutofit/>
          </a:bodyPr>
          <a:lstStyle/>
          <a:p>
            <a:r>
              <a:rPr lang="en-US" dirty="0"/>
              <a:t>Complete Column 3.</a:t>
            </a:r>
          </a:p>
        </p:txBody>
      </p:sp>
      <p:pic>
        <p:nvPicPr>
          <p:cNvPr id="4" name="Picture 3" descr="A grid of sudoku puzzle&#10;&#10;Description automatically generated">
            <a:extLst>
              <a:ext uri="{FF2B5EF4-FFF2-40B4-BE49-F238E27FC236}">
                <a16:creationId xmlns:a16="http://schemas.microsoft.com/office/drawing/2014/main" id="{3FBD0320-C8C1-FD0B-7109-5B1F5E8F81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253CB14-25C1-6239-AC5E-85AEC14223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3F4995E-6EA2-528B-A75F-732FDAE0EAB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8EFD7B0-D0C9-3961-D0A2-ED71ECF2DC9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584EA29-A0D7-8F83-8DCC-55060E9276C4}"/>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70457E4-F3A2-54E0-F7D4-C73CCB709D7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CB936BA-5E64-8B75-180C-2DEA03991E63}"/>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FF473D8-70EE-0A0D-0E7C-0E93FAAA34C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F1515C81-3FC5-9A01-2BD7-6424D83A7A36}"/>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2B468F5-E480-70BA-D60B-ED5B05C155C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43926A9A-F8F3-D4A3-63A9-FACB3D938C6B}"/>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983DBF06-78B1-441C-016C-37750BC380C1}"/>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C8C03F04-5C19-8F4B-211B-129C88F2D428}"/>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3E283951-6B5F-31A8-4B68-3B8EC226948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4459B2CF-848E-D44D-971D-C812ADFC7D7D}"/>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7941C7A-94CC-0B32-0CDB-1B6C9432974F}"/>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FA33DF20-BDB4-332A-8017-9B8CE89173F8}"/>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C6B7A9A0-AA1B-6EC4-F3B9-4FB07AC4762B}"/>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D6A57DF4-92CC-A48E-5601-0EBD6460FBD5}"/>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55270754-18E2-D2AF-8F33-18AE1B53095A}"/>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38AA0883-C445-9520-220E-405FB44318E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428D4EA5-8FD8-D959-E47B-EF23B5AA46D4}"/>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AE77D92-ED06-52AF-5227-03E320446B87}"/>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2CA29C1D-1971-8708-16BD-D2D856FF4F79}"/>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6E5778C9-1DB4-2875-C248-F7971CC560FB}"/>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7D0F336C-3E3C-36D7-BBDB-03FB6D79877F}"/>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738A40C-A825-BD86-1C80-C31AA035BCB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731A36D-C2D1-1522-E71D-855A6FA4696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613F95F-D674-11EF-8049-8488891ADC7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8BFE4918-9FC7-43F2-4DD8-B82071F34EE3}"/>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3AB5F3A7-F3F8-C7E9-EF32-F03219D631D0}"/>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4F346B34-E037-14AA-935C-CB7686D0C759}"/>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9D5C6A92-2AE3-3556-8064-AC60A2D4676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9E522DD-D3DC-D445-5742-2F5DAB3B64B6}"/>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F1ABFAD5-CEB1-6343-09FD-36B13D4AE212}"/>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2EDBD499-F5A5-4E53-1FB3-4ED045BB5AE6}"/>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11AB09FB-1338-2584-73FC-9AED7A36FBAB}"/>
              </a:ext>
            </a:extLst>
          </p:cNvPr>
          <p:cNvSpPr txBox="1"/>
          <p:nvPr/>
        </p:nvSpPr>
        <p:spPr>
          <a:xfrm>
            <a:off x="414302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97</a:t>
            </a:r>
          </a:p>
        </p:txBody>
      </p:sp>
      <p:sp>
        <p:nvSpPr>
          <p:cNvPr id="43" name="TextBox 42">
            <a:extLst>
              <a:ext uri="{FF2B5EF4-FFF2-40B4-BE49-F238E27FC236}">
                <a16:creationId xmlns:a16="http://schemas.microsoft.com/office/drawing/2014/main" id="{FD1ADCBF-2D94-B1C7-65D5-7928242F686E}"/>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947D9F7D-9E1C-9B18-86CC-186972063A0A}"/>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5" name="TextBox 44">
            <a:extLst>
              <a:ext uri="{FF2B5EF4-FFF2-40B4-BE49-F238E27FC236}">
                <a16:creationId xmlns:a16="http://schemas.microsoft.com/office/drawing/2014/main" id="{CDCA5F1F-9E13-44AA-0B59-484B28AD7C3D}"/>
              </a:ext>
            </a:extLst>
          </p:cNvPr>
          <p:cNvSpPr txBox="1"/>
          <p:nvPr/>
        </p:nvSpPr>
        <p:spPr>
          <a:xfrm>
            <a:off x="313831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79</a:t>
            </a:r>
          </a:p>
        </p:txBody>
      </p:sp>
      <p:sp>
        <p:nvSpPr>
          <p:cNvPr id="48" name="TextBox 47">
            <a:extLst>
              <a:ext uri="{FF2B5EF4-FFF2-40B4-BE49-F238E27FC236}">
                <a16:creationId xmlns:a16="http://schemas.microsoft.com/office/drawing/2014/main" id="{64F45E45-16A0-16C0-482A-84F3EEC53692}"/>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706D3650-D5C3-5A2F-2B65-A82AA0831A19}"/>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A87FFFEA-D55D-30FC-1024-3DAF2774108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85A36C30-251E-BF82-3AAA-643C82A97A2D}"/>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B3E2F31D-750E-988D-64C7-04D4F9F96F5D}"/>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C23CD1AD-FF90-CB85-8CCF-08A5E53124CA}"/>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383BDBB9-EDFC-6D31-5AA8-168607A74621}"/>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9B0136E-CDBF-7E57-E628-58F82819693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0319D207-0E6E-CBCC-2766-A68272CB40C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856DD412-1E89-BC82-F839-C7B953E9EA64}"/>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BC10129E-1FF1-FEA4-6772-537A75927918}"/>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F6C756B7-E282-B8C1-AEBF-DFFA2D2DAEEE}"/>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2E9247C-E7AE-E4E5-4F4B-86A670822708}"/>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4E0C214C-A628-1977-94F6-B27B761725F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A73A8D28-F2D5-9CEA-2BF0-7D0EE1371F76}"/>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7757F0ED-9E74-4D2A-DCC5-F8AEDE671D15}"/>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76F9BACF-074D-EF7C-9AC9-1AA4BA6F0A31}"/>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73882F8E-DDEA-3037-9D50-ADCB3849D64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0DC77F22-E09D-8B60-4918-DD328513AEBA}"/>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397B3967-0825-F627-E7AE-F5F4F2519338}"/>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46734FB2-92A5-360E-E74C-554B7A5F438E}"/>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EA426787-F0B3-3EE1-5360-0BE65EB9739F}"/>
              </a:ext>
            </a:extLst>
          </p:cNvPr>
          <p:cNvSpPr txBox="1"/>
          <p:nvPr/>
        </p:nvSpPr>
        <p:spPr>
          <a:xfrm>
            <a:off x="4143022"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79</a:t>
            </a:r>
          </a:p>
        </p:txBody>
      </p:sp>
    </p:spTree>
    <p:extLst>
      <p:ext uri="{BB962C8B-B14F-4D97-AF65-F5344CB8AC3E}">
        <p14:creationId xmlns:p14="http://schemas.microsoft.com/office/powerpoint/2010/main" val="3842694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9C94D-1C5A-03BA-8C2A-2573C2119E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B10CB8-26B4-3EE1-51D5-C2B73C58A91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98F8588-6480-1EBB-05CB-47583C1DBE3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DEBA047-B50D-7DE8-685F-E9490817E26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42E182F-6D73-6059-679E-E27A960755E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0EA8C86-EC71-8A76-40A7-8938C5A5066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514B832-4213-41B8-3974-90D3845F2D88}"/>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59796A13-2D98-40D9-5CE6-48918C5B4150}"/>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68DD3C1-1A17-D121-027F-4F52ADF06367}"/>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462622B-B2F7-547A-FC00-E8D11571CFAC}"/>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920953DA-228A-BA23-20B5-F2DA9F93A874}"/>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2199A0DE-C1AB-F839-8E29-5A915E63389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D12FEE8-D295-5B4E-B61C-EF92BBB5761E}"/>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8B2E75F8-894B-7E7C-F58A-CFE59CAD1913}"/>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36B5F630-3DA0-C4EB-D0DB-6E6C6ECA71E4}"/>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50C7A72D-F2C7-DC98-2CFB-53A3E91F837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3B5A424C-426E-E06F-6E1F-3857D66D96E4}"/>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AEF4931-55A6-FC95-FAF9-C838B239DF6B}"/>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772070C8-E018-6452-7C6F-A935C46844C9}"/>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FB2F02FB-C0E5-083D-B83A-ED61EC23AB61}"/>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43FD4FA9-AA57-056A-F46C-CA05AD83F314}"/>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BCD0ACDC-8BDA-BA7A-BA11-B7845C59AFBB}"/>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08D8C924-95F6-0B3E-9153-1605AA0FA54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9C376C9-456E-4411-44DA-0975042DF5F5}"/>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F479DB1-E480-5B56-DADC-FDB0C92C61B6}"/>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9A81837-393F-6A9C-C6FC-F9BFE2209D88}"/>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A9AD8055-C9A3-6130-8911-900D1FC74CFD}"/>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14EC91B2-A567-9F2A-051B-15917B71E66E}"/>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E694B2B-A94E-3B0B-D394-43E018DF8D1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3A13F0EF-E282-B3F9-9BF7-2D36A8CCFD2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82FEE1F-2284-ECCF-BFC7-BA0843D8C51C}"/>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97ECB38-D459-86CA-8E12-91BFC167BFEE}"/>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30670ACE-B36F-8595-84CF-D46FEC0AE204}"/>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D3013953-CEA9-4A5A-75B7-30636814354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1C804EC-0F3B-E07A-8162-92CE76585F53}"/>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A2888801-5795-48DE-75B3-7E6EDA15A767}"/>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FCE684E2-B43A-9EE4-7F36-A7F33AD4D1E5}"/>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6716FBBA-0EB9-277A-82E6-DA1A149D658A}"/>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F60FB7BC-065F-795F-E6E2-A943B3CEB613}"/>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02D59359-71D8-5DA1-EAC5-0B1E71EEBADE}"/>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49EA5894-5601-0925-CBC6-E458023B74A7}"/>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0B7B6F51-BEDB-9513-6151-8292F2120C3F}"/>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D22EEFF3-EA0C-B5FA-9155-D649CE89B85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02030B4-0577-9B90-8897-C93A64AEB4C4}"/>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790C5AD0-32A5-C881-416C-98AD18211D06}"/>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276182A-A6ED-55A4-A57C-5A1C0B88957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4744A5FF-7C95-EA82-7E7D-206D9685BDE5}"/>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33EFA0D-5FA6-CF25-47CD-2AC2EE00C6BF}"/>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80C84116-084D-C874-B790-62F8A9ABB0B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A8BF152F-751D-0B2D-C85A-9E88DE4DC836}"/>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3CDAE861-F31F-9EAB-814D-4EA59A681CFA}"/>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1181D15B-18C4-3213-D678-38ACA1510051}"/>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4E60F608-3A46-93F1-3FBF-2F792BA533BD}"/>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C814E59F-22A2-374E-01A4-C6975EABA3A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3EA22D41-01B7-3603-B76A-F133F44F345C}"/>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1A206B9C-0FD2-8724-B615-CA1B39E5AFF1}"/>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6C462676-7878-3C8A-295A-8BEFB59D5829}"/>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A17AC094-87CA-13F3-41E8-9D5CA42ABFA1}"/>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5790CE8C-DA22-B8F7-C8CA-DF045DA33BB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7746FF65-E0EB-6294-77DD-5075415D3EAF}"/>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C3571CAD-759D-420F-58E7-DC527B854CCD}"/>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86EFED42-2267-6DE1-F437-5441325C6EB2}"/>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1C0153A9-6D3B-0934-448B-5678A485893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8327E05C-B407-93DF-3611-9F32C60109D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901050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FA485-FE01-3D9E-8076-BAC893C02E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0C6AE3-465E-0DEE-780F-EF7DF011884C}"/>
              </a:ext>
            </a:extLst>
          </p:cNvPr>
          <p:cNvSpPr>
            <a:spLocks noGrp="1"/>
          </p:cNvSpPr>
          <p:nvPr>
            <p:ph sz="half" idx="1"/>
          </p:nvPr>
        </p:nvSpPr>
        <p:spPr/>
        <p:txBody>
          <a:bodyPr>
            <a:normAutofit/>
          </a:bodyPr>
          <a:lstStyle/>
          <a:p>
            <a:r>
              <a:rPr lang="en-US" dirty="0"/>
              <a:t>Remaining cells in the left center block (26) can be filled in only one way.</a:t>
            </a:r>
          </a:p>
        </p:txBody>
      </p:sp>
      <p:pic>
        <p:nvPicPr>
          <p:cNvPr id="4" name="Picture 3" descr="A grid of sudoku puzzle&#10;&#10;Description automatically generated">
            <a:extLst>
              <a:ext uri="{FF2B5EF4-FFF2-40B4-BE49-F238E27FC236}">
                <a16:creationId xmlns:a16="http://schemas.microsoft.com/office/drawing/2014/main" id="{C8F03231-ACAB-39A5-C596-E3FCC8A1F2F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7ACD598-5A9D-2825-2A38-3468AF4BF51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2008744-6448-8C0D-8A13-E2E40EA8B23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19B10FD-B973-AE58-FC09-6514064B7AB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F0785D0-2E8B-FBF2-8A99-FB0A3EE766DB}"/>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CB8D4EE-F505-2E72-D19A-148E2681B75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D76D78F-BDD5-9800-F7DA-769B55DFD059}"/>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F39E32D0-9F9E-B2CE-56AD-EA79E8B4CB73}"/>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81E7F846-B93D-5E3A-C253-B29A241433C4}"/>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2C79F407-D52F-A517-20DC-E615E237797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DD3CA87-9378-F7BF-FBB5-C6232606D90E}"/>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BFF46BE6-882C-B1C9-0AB2-B6202E80F85B}"/>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A82559A-E4F6-AD8E-3087-9A6B36A051D5}"/>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554FE208-2FD6-E4D8-8EBC-01B0ABBB406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6DDFA592-2DBB-BBB4-4A66-034E83E9A598}"/>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E6F09DE-36B8-AAD6-6D1E-FCB3E830A7B7}"/>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ED00EEAD-2433-D8C0-882B-2329A36DBB64}"/>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C18097A9-793A-2EB0-624D-1AA112A60CB5}"/>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5BF01412-EB78-4960-6D71-D4EC0A6008CD}"/>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2D6463ED-BB69-703C-A1E3-3D9C28EFDB92}"/>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11C7A1D-49C5-660A-7E8E-91182074AC0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F4AE62B-D001-17F3-488A-BA537BC81A85}"/>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039FBC1-14B4-B302-5017-6805B0BF199E}"/>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5FFE6280-4BBD-D4A5-CB05-9F1649EC16C1}"/>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968390B-C387-61F0-5CC3-3DE266713B31}"/>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6DB25CD2-0DA4-639D-1DF8-8E56981A3D6A}"/>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6F9C24F-1F46-76AB-4006-10CBA14DF2D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847FF11-2324-9EAD-DBC0-ABCC8AEDA3B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9AD8AF4E-67A5-D442-75DD-A5FDF7D4E40D}"/>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B47FF5E-B822-469E-571F-F0ACA74B3A7A}"/>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CABE4AFF-BB0A-8C3D-449C-31C35E738EFB}"/>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B704D647-F2EE-4A7D-4CDE-33E42F09CB67}"/>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D67FC5CB-1CAB-8875-C8D9-38CA4D6AE757}"/>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25CDAEB-4CF3-65E8-4320-569175D26A72}"/>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5BAAE880-F200-CF3D-C1C2-0AEB8CD4B9BF}"/>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43565798-B372-44DE-5786-DF51A6106706}"/>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0EA81D26-53E9-1FF2-A69D-A3ACA5FE1C19}"/>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7A998A2C-B358-0A62-FD3A-5217AEA92960}"/>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96AB8F75-3542-7FBB-1911-FD556FB24B8B}"/>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0AB5E78A-E3D7-2C03-1B00-8993D9015E1A}"/>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845876E7-8C7E-CE08-16C7-E64FF015900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EFBFF16-DDD2-4118-AEDF-0C8CE9586314}"/>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0BBC50F7-203C-21B8-8EF5-5C60B8473D83}"/>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7502A91-666B-0DC0-8DFD-DB1B6B1170D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684A918B-62E1-1610-5843-017EDB93C271}"/>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1CA3804-70B9-F62C-D6E4-509BCE0A30D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11D96B7B-4D4A-C7B1-AE85-646C9BBAC93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30F341A1-875A-BFF1-B230-9020D1FD781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70C16AC1-71DF-F72C-F4FB-3762E7F47813}"/>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64FB95EF-5FE4-4734-5EDB-6DF5AD0BDE00}"/>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C849D1E6-C2C1-B797-08C6-566AE45A0BC2}"/>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F3C70C97-A2F4-4DAD-9D6D-29289F4CEC4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E6F8B70A-26E0-A102-725E-687801F56B32}"/>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35276516-E938-0719-EBD2-7D07EAE87A78}"/>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DC11FAB-AD86-0EBB-6441-9A3E47BF2A9D}"/>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3439BC31-FDAC-F27A-86A5-2D469177E0E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0140758-2604-3A69-336E-497CB1C54834}"/>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B8E68815-2E84-BE01-6E80-049FE69A13D9}"/>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9A74B0D9-D183-CC26-B755-2721B0F852EA}"/>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5135B90A-FDFA-DD03-ECC2-4E598FB248F0}"/>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E6857660-9797-81F4-3D58-57A4A1E94774}"/>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3485D69E-8781-46D8-50C0-5C1389A3E09F}"/>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17EDFB88-2B73-B67E-2407-3E58622E881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B53D501-5A47-AFEE-93CB-8EF57225101A}"/>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821496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34DC5-E43C-125E-123E-69C212D439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6CF487-EB4F-B2D5-016F-92EB0181C9CF}"/>
              </a:ext>
            </a:extLst>
          </p:cNvPr>
          <p:cNvSpPr>
            <a:spLocks noGrp="1"/>
          </p:cNvSpPr>
          <p:nvPr>
            <p:ph sz="half" idx="1"/>
          </p:nvPr>
        </p:nvSpPr>
        <p:spPr/>
        <p:txBody>
          <a:bodyPr>
            <a:normAutofit/>
          </a:bodyPr>
          <a:lstStyle/>
          <a:p>
            <a:r>
              <a:rPr lang="en-US" dirty="0"/>
              <a:t>Complete Columns 1 and 2.</a:t>
            </a:r>
          </a:p>
        </p:txBody>
      </p:sp>
      <p:pic>
        <p:nvPicPr>
          <p:cNvPr id="4" name="Picture 3" descr="A grid of sudoku puzzle&#10;&#10;Description automatically generated">
            <a:extLst>
              <a:ext uri="{FF2B5EF4-FFF2-40B4-BE49-F238E27FC236}">
                <a16:creationId xmlns:a16="http://schemas.microsoft.com/office/drawing/2014/main" id="{48635F05-994B-030B-D882-471E53DBC52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0348548-125D-3BA6-7CF4-BE8E8B8274E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7789D53-754E-DB2A-EF7E-0AEE07094BE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15A8A2E-D76F-BB08-AAA5-A30F0FBDF09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7C6064B-DED3-AE54-4F29-3323948BEFC9}"/>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B09B6321-63D8-2771-937F-6DD0413B0EF0}"/>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66B1A8B-3078-8AA9-1F54-633D2657D041}"/>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4F0844A1-25C4-37D4-D08C-B652CD976023}"/>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AF072A29-D7B0-2FEE-BD15-DF47A145895E}"/>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C6B06ADC-E7AF-3503-1DB8-7E1407A36BC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3E92729A-31E2-3B0D-1511-02264D5AE87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B28C1AD-871E-34C2-5E18-8DF41AD51340}"/>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88071AC-2468-94BD-CC4C-333F74AE2BBE}"/>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A5F1DB9E-03AB-2D4B-37F0-2550F9F65DA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97DD06C2-D104-D3E3-8555-859D35A5FC49}"/>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9317F2C-AA19-23FA-0EFE-ED5AD7AFFBF6}"/>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6C0BCBA5-A730-D958-9152-7B0304F80281}"/>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540BDCF2-9DB9-1211-75AF-0E0959BBA9E4}"/>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5767E3A3-3227-2960-B9F4-32876945B61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02647139-8AC1-4750-F714-203FF176D40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EAEB9305-A91D-01FD-B027-ED7014B1B41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B027656-5566-C537-ABA8-CAAE417A9C09}"/>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E49F5E58-51AF-D494-77F4-E80ABC2D9B9B}"/>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4AB711F2-8713-85FC-50AC-DE60A8104C18}"/>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69BC760-25C4-889C-720C-3AB69FA21204}"/>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7CA5B2CA-0F26-5BB0-9F2B-00629874A0F9}"/>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B8B63C5-C701-E35A-39A5-56A0BBBD543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3E04FD92-FA9E-63BB-AEB5-344B20A06D2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F3AFE767-9F0A-B40E-62CD-34D252DB211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4AE89B2-9B50-638D-6EBE-E272281E0BFE}"/>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67650F4-81B1-8212-6667-68BA7B20A336}"/>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A663649-8C0D-8D33-AC4B-4928A4989B7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F4B7CAAA-3546-8FD3-2903-BE75E711BFD9}"/>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E38DD01-B3F1-7FAC-0FED-D634FFDBF75E}"/>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B42061EA-1603-B6E8-C8CB-51B788B8052A}"/>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2A4C57E1-09C6-F4EB-439A-8A14F77A95B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F1ECF001-BE74-3408-FFE4-5B3206AADBDD}"/>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D950EF78-7571-195B-65FC-FAA1AB5614A5}"/>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4ECD4962-71D6-9622-FD4A-4267C4E43F28}"/>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87D078AF-9E61-659F-5A8B-B1E209F3FF65}"/>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B77DC5AF-8BC8-AE92-4607-AFB6CEFE801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6C29BBE8-2149-6F58-85F5-25D86D9A1406}"/>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4F61410D-1262-2BBD-BFBD-26EC3D405508}"/>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FCDD553C-ACA8-D54C-D423-EDB70110DB47}"/>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7ABB735D-2681-AD59-F8C6-76580A6126B8}"/>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4047F1F-87DD-DE25-09EF-F9F70D1BA03E}"/>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AA8163CB-1BAC-7BA0-DFD5-94C4A8995D3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42C84181-FED2-4FB5-1646-7118EC76032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F41D834E-8E56-75BC-66BF-A65BBCAA96CB}"/>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039DC590-8955-DD5A-AAF7-F1C29CF0099D}"/>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65B1BF42-11C2-68CF-0B5D-601BF34E4C54}"/>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3B772118-71BA-C20D-B312-97EDD33301BE}"/>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C0415885-D904-B264-CCEB-74D100433697}"/>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9097A6E9-B95A-B842-D2C1-A3623BD89A30}"/>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D4AB01E-DD4C-CA19-6FC6-7560D7B433A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4EEEE3BA-E154-F97E-A517-8E720B8B38EE}"/>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5587EF45-5951-33E7-6F13-6255497CDCD5}"/>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E25306EB-4F50-A4FE-F713-68C03406AD32}"/>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5BCD6FA5-8864-C21A-1C1E-B22910ED2E49}"/>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981320C2-DCB0-99DD-E819-4B491894E8BD}"/>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9AAC7731-70D9-118D-7175-E7B484EE567D}"/>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9DC466A6-6EEB-08B3-B9CD-3630B492138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F6156389-A178-9353-4CA4-8334153BFFC6}"/>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2B602DEB-0529-DBE5-7926-5F3A32B9D119}"/>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A1EA4BA7-D29D-F030-BC44-A86712A9912C}"/>
              </a:ext>
            </a:extLst>
          </p:cNvPr>
          <p:cNvSpPr txBox="1"/>
          <p:nvPr/>
        </p:nvSpPr>
        <p:spPr>
          <a:xfrm>
            <a:off x="3640666" y="4408541"/>
            <a:ext cx="570089" cy="230832"/>
          </a:xfrm>
          <a:prstGeom prst="rect">
            <a:avLst/>
          </a:prstGeom>
          <a:noFill/>
        </p:spPr>
        <p:txBody>
          <a:bodyPr wrap="square" rtlCol="0">
            <a:spAutoFit/>
          </a:bodyPr>
          <a:lstStyle/>
          <a:p>
            <a:pPr algn="ctr"/>
            <a:r>
              <a:rPr lang="en-US" sz="900" dirty="0"/>
              <a:t>17</a:t>
            </a:r>
          </a:p>
        </p:txBody>
      </p:sp>
      <p:sp>
        <p:nvSpPr>
          <p:cNvPr id="65" name="TextBox 64">
            <a:extLst>
              <a:ext uri="{FF2B5EF4-FFF2-40B4-BE49-F238E27FC236}">
                <a16:creationId xmlns:a16="http://schemas.microsoft.com/office/drawing/2014/main" id="{030C03B7-AE2D-1FEB-D24A-7289C7145C9E}"/>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6" name="TextBox 65">
            <a:extLst>
              <a:ext uri="{FF2B5EF4-FFF2-40B4-BE49-F238E27FC236}">
                <a16:creationId xmlns:a16="http://schemas.microsoft.com/office/drawing/2014/main" id="{7E223BDE-597A-57F3-0077-15FCF668C160}"/>
              </a:ext>
            </a:extLst>
          </p:cNvPr>
          <p:cNvSpPr txBox="1"/>
          <p:nvPr/>
        </p:nvSpPr>
        <p:spPr>
          <a:xfrm>
            <a:off x="3640666" y="4909484"/>
            <a:ext cx="570089" cy="230832"/>
          </a:xfrm>
          <a:prstGeom prst="rect">
            <a:avLst/>
          </a:prstGeom>
          <a:noFill/>
        </p:spPr>
        <p:txBody>
          <a:bodyPr wrap="square" rtlCol="0">
            <a:spAutoFit/>
          </a:bodyPr>
          <a:lstStyle/>
          <a:p>
            <a:pPr algn="ctr"/>
            <a:r>
              <a:rPr lang="en-US" sz="900" dirty="0"/>
              <a:t>71</a:t>
            </a:r>
          </a:p>
        </p:txBody>
      </p:sp>
      <p:sp>
        <p:nvSpPr>
          <p:cNvPr id="67" name="TextBox 66">
            <a:extLst>
              <a:ext uri="{FF2B5EF4-FFF2-40B4-BE49-F238E27FC236}">
                <a16:creationId xmlns:a16="http://schemas.microsoft.com/office/drawing/2014/main" id="{6618C92B-A8B6-49F8-047A-54ACFFE87CED}"/>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Tree>
    <p:extLst>
      <p:ext uri="{BB962C8B-B14F-4D97-AF65-F5344CB8AC3E}">
        <p14:creationId xmlns:p14="http://schemas.microsoft.com/office/powerpoint/2010/main" val="2966193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EA60-FEA2-9705-3803-AAE4ABF969B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329AA3-35A7-0E6D-E7EC-304865D24CE2}"/>
              </a:ext>
            </a:extLst>
          </p:cNvPr>
          <p:cNvSpPr>
            <a:spLocks noGrp="1"/>
          </p:cNvSpPr>
          <p:nvPr>
            <p:ph sz="half" idx="1"/>
          </p:nvPr>
        </p:nvSpPr>
        <p:spPr/>
        <p:txBody>
          <a:bodyPr>
            <a:normAutofit/>
          </a:bodyPr>
          <a:lstStyle/>
          <a:p>
            <a:r>
              <a:rPr lang="en-US" dirty="0"/>
              <a:t>In the center block, the remaining digits (124) fit in only one way.</a:t>
            </a:r>
          </a:p>
        </p:txBody>
      </p:sp>
      <p:pic>
        <p:nvPicPr>
          <p:cNvPr id="4" name="Picture 3" descr="A grid of sudoku puzzle&#10;&#10;Description automatically generated">
            <a:extLst>
              <a:ext uri="{FF2B5EF4-FFF2-40B4-BE49-F238E27FC236}">
                <a16:creationId xmlns:a16="http://schemas.microsoft.com/office/drawing/2014/main" id="{75C3D250-E5C8-ABD3-41F9-8181CD9E8AD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8998937-4C4D-C38E-33D6-E1D138A4696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685F85E-7659-DFDC-6159-65B36C6EFF1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3DB576B-4984-3C9F-1552-7FA6B8D04C4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F821A51-4C76-7D2D-E930-A652AD631270}"/>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FF134456-CC1D-2412-4AFC-7E8A4CA4F324}"/>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B7695B9B-C14E-AAE9-923A-57627AFEB7FC}"/>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4AA04B8-231B-6C47-1128-3C8A161B4FF6}"/>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E5A9615F-DF2D-B4A6-4C4E-A018792AD1CF}"/>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8C6C448-F43E-C010-BE08-EEA59335826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F216EF78-B6BD-05EF-D6A0-778CF8A86EA2}"/>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6873F8A8-CC9C-C2A7-EEA5-0D587FCF4900}"/>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44C885C7-FCE2-0534-15B2-3EE93BE82241}"/>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2D145D04-F228-85B3-C49D-04AE6188129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FB066C84-623D-B320-0159-9E284B6161EE}"/>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CBF1C556-B46D-421B-1B66-B51E8650D5F7}"/>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3B0F2643-C3F0-19A6-2A28-ACAE9CEF9D51}"/>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F4510A4-12A0-278E-82EB-D6859C1CFBAE}"/>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DC6FD059-85DE-6F94-FA88-A586415AEB3D}"/>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CF03CAAB-CE15-8284-3619-343445C4B798}"/>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202E079-C175-24E8-A680-27F03D3DE4D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6AE43C1-71A8-0DFD-53B6-6501B2B7FA88}"/>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BAE76051-2242-2967-CFF4-92B94A6C8802}"/>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0C5F9266-2346-2665-45B1-0987954CCFFA}"/>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43C7093-F6CD-C0CA-4FDF-81321DAC9573}"/>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148133E7-19AC-9BA6-A53B-F9CCAB789CD7}"/>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AC89715-0A23-05F2-4698-D850403091D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8D810226-DDEB-95AE-61C6-DDCB6AB9E99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BB55AD2C-977C-D7DF-736F-57C88BD78DE7}"/>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F6C077B7-EF07-9940-BAB3-313AA2C27439}"/>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503DE63-7F0D-B7EA-E360-14494479EAFD}"/>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E70EE359-1CA9-3A8C-65BE-4C591726BD3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D190F8C5-1938-5C55-8761-172801FC3BB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7547044-D3AE-7636-E3E1-FDE59CEA0DAD}"/>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BB505B1-2D6B-DF38-3823-16C6D013684D}"/>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4A82E0E4-7E52-7998-878B-BB204513AECF}"/>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615FD9D8-5D93-4052-22EA-CD9E990C9051}"/>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A359BFF4-C6E8-03FF-6864-082483C5DBFC}"/>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37CC9A1D-6C56-AF27-88DE-AC42C7C0AC9A}"/>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49" name="TextBox 48">
            <a:extLst>
              <a:ext uri="{FF2B5EF4-FFF2-40B4-BE49-F238E27FC236}">
                <a16:creationId xmlns:a16="http://schemas.microsoft.com/office/drawing/2014/main" id="{1A34C47C-A68B-6FE6-4F26-B976DCA189F2}"/>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C56E2AE0-E3E1-5E02-5613-A46AB28F41E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9E7F8CA7-F7C3-7D50-B6FA-ADAF52DFE48F}"/>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0CD474E7-02CE-0F6C-858A-C482BE854B50}"/>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AF78553-D448-D534-536C-3A03A3609C2F}"/>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6CD31134-B3AA-D92F-F1B3-AD707A781CB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4725ABF7-6EFC-CDFF-FF8B-E9D6237E81A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4C174CD2-0FF2-6F19-F73B-DFCBDEA5384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6A3E65DD-1DC5-A9D9-F38B-2C62FA91DBF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3885A11D-9582-3ABF-DCC2-B0ABE661665E}"/>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97595AC4-9126-C5D8-F053-5DF177A9461D}"/>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1441489F-0CD7-6CF0-18EE-678E612BF9C6}"/>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19084AEF-9319-7FA3-5883-C4AC093A475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B718ACE5-E8C8-F03F-DA8A-54DF94B3C3BB}"/>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FBF0E472-5E07-042D-DCCA-9DB00CE0700E}"/>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02DA14DB-08BC-353A-293C-2FA334B0AC4D}"/>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6602820F-5A73-1A1B-508C-6C2425138941}"/>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C0704A5-D6D5-DFFA-BDAF-24CA057FA7B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A9815872-4383-8394-5B25-7DD9402DDFC1}"/>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1889025B-4A1C-B5BB-368A-0A43B2951E47}"/>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448A53F6-7EE0-A491-DD94-D27526AC57B9}"/>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CCDDB5C3-1731-D1B7-CF90-7E57FE6FAC3C}"/>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D8102586-9F44-5DE6-E0F7-0FD51A8E0A17}"/>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8322E1AD-3EC6-FD57-225E-5038A558026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0D56C6BB-65A0-3F56-2783-00BA2A60130C}"/>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2F323878-A134-D620-8A50-1567FBC3A3F0}"/>
              </a:ext>
            </a:extLst>
          </p:cNvPr>
          <p:cNvSpPr txBox="1"/>
          <p:nvPr/>
        </p:nvSpPr>
        <p:spPr>
          <a:xfrm>
            <a:off x="3640666" y="4408541"/>
            <a:ext cx="570089" cy="230832"/>
          </a:xfrm>
          <a:prstGeom prst="rect">
            <a:avLst/>
          </a:prstGeom>
          <a:noFill/>
        </p:spPr>
        <p:txBody>
          <a:bodyPr wrap="square" rtlCol="0">
            <a:spAutoFit/>
          </a:bodyPr>
          <a:lstStyle/>
          <a:p>
            <a:pPr algn="ctr"/>
            <a:r>
              <a:rPr lang="en-US" sz="900" dirty="0"/>
              <a:t>17</a:t>
            </a:r>
          </a:p>
        </p:txBody>
      </p:sp>
      <p:sp>
        <p:nvSpPr>
          <p:cNvPr id="65" name="TextBox 64">
            <a:extLst>
              <a:ext uri="{FF2B5EF4-FFF2-40B4-BE49-F238E27FC236}">
                <a16:creationId xmlns:a16="http://schemas.microsoft.com/office/drawing/2014/main" id="{E86B0F37-EFAF-B48F-F0F3-AA0C2D9CF3EA}"/>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6" name="TextBox 65">
            <a:extLst>
              <a:ext uri="{FF2B5EF4-FFF2-40B4-BE49-F238E27FC236}">
                <a16:creationId xmlns:a16="http://schemas.microsoft.com/office/drawing/2014/main" id="{40DC61A4-C414-E59E-D76A-59B0502F63A7}"/>
              </a:ext>
            </a:extLst>
          </p:cNvPr>
          <p:cNvSpPr txBox="1"/>
          <p:nvPr/>
        </p:nvSpPr>
        <p:spPr>
          <a:xfrm>
            <a:off x="3640666" y="4909484"/>
            <a:ext cx="570089" cy="230832"/>
          </a:xfrm>
          <a:prstGeom prst="rect">
            <a:avLst/>
          </a:prstGeom>
          <a:noFill/>
        </p:spPr>
        <p:txBody>
          <a:bodyPr wrap="square" rtlCol="0">
            <a:spAutoFit/>
          </a:bodyPr>
          <a:lstStyle/>
          <a:p>
            <a:pPr algn="ctr"/>
            <a:r>
              <a:rPr lang="en-US" sz="900" dirty="0"/>
              <a:t>71</a:t>
            </a:r>
          </a:p>
        </p:txBody>
      </p:sp>
      <p:sp>
        <p:nvSpPr>
          <p:cNvPr id="67" name="TextBox 66">
            <a:extLst>
              <a:ext uri="{FF2B5EF4-FFF2-40B4-BE49-F238E27FC236}">
                <a16:creationId xmlns:a16="http://schemas.microsoft.com/office/drawing/2014/main" id="{7216DC0D-03F2-5354-C81E-24C86BF632A7}"/>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127F2026-E28A-6D21-B187-B5778E58F62E}"/>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DBA30DB2-EA54-DD62-874A-A6938FC2C643}"/>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408AAB6C-E3ED-3CE3-397B-4FDD5644BE1D}"/>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443094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95EA7-69A9-AB33-E5BD-784A333D231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09188F-31B8-8808-BEB2-8EF197FC38C3}"/>
              </a:ext>
            </a:extLst>
          </p:cNvPr>
          <p:cNvSpPr>
            <a:spLocks noGrp="1"/>
          </p:cNvSpPr>
          <p:nvPr>
            <p:ph sz="half" idx="1"/>
          </p:nvPr>
        </p:nvSpPr>
        <p:spPr/>
        <p:txBody>
          <a:bodyPr>
            <a:normAutofit/>
          </a:bodyPr>
          <a:lstStyle/>
          <a:p>
            <a:r>
              <a:rPr lang="en-US" dirty="0"/>
              <a:t>Reduce.</a:t>
            </a:r>
          </a:p>
          <a:p>
            <a:r>
              <a:rPr lang="en-US" dirty="0"/>
              <a:t>Then, complete Column 6.</a:t>
            </a:r>
          </a:p>
        </p:txBody>
      </p:sp>
      <p:pic>
        <p:nvPicPr>
          <p:cNvPr id="4" name="Picture 3" descr="A grid of sudoku puzzle&#10;&#10;Description automatically generated">
            <a:extLst>
              <a:ext uri="{FF2B5EF4-FFF2-40B4-BE49-F238E27FC236}">
                <a16:creationId xmlns:a16="http://schemas.microsoft.com/office/drawing/2014/main" id="{D89FDF79-533B-6537-67B8-7613098B374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84A913F-9803-A1BB-76EF-DE28CD607B5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32F0A1-607D-3716-BC52-2188675107E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5FE477C-9405-F63F-9AC6-8DE50EC5496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AB16773-74ED-8BCA-FED6-F78BBDCE3B11}"/>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ACCA72DB-E18A-0000-E031-C5CCBB1ECA7B}"/>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28C63FB0-EABC-2811-9636-7E50A76E6DA2}"/>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515C0FF-3B32-FEE8-E8E9-EC15C3B8364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069724B8-ED29-351E-F93D-A8D05DBBD79D}"/>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B861E62-3B13-E334-418A-D761E5BF782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61DF5750-D3C8-F32C-15DA-A96D44DA732A}"/>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611B263-58F6-1FA4-27BD-0C5F1C11C484}"/>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D032E00-9390-8B1C-2D2A-244F82EDF62E}"/>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53CAA47-ED40-7215-7282-9DD6E134D08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D44659EE-C786-C4AB-8E5D-6396C51B111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7268753-6FA2-4036-6678-BF1AE282443C}"/>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DE257749-6D0D-660D-ABF4-132AA4DC207F}"/>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B95DCD5-BDBA-6BA8-B65D-7416A1602B2C}"/>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77173284-6ED6-3055-8630-0BD5858EF5D3}"/>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90A72F5D-BEBA-F6FA-1980-CAAB39C505A8}"/>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DE5F60B-5110-091F-C045-2473318DCFC2}"/>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47C88367-5742-07B2-8292-9368C188DC02}"/>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94A0116-0A5F-2449-DE07-33F93D0DCB5E}"/>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51A7D00-5A17-E2FE-C33E-7AD96D4E1F2D}"/>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C5500032-33E2-CA3A-939C-64B2B614A29B}"/>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1EA0A772-8E06-AFED-2562-DDADD3618791}"/>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60B14EA-674E-4431-7FD1-3E22090365E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70C47545-0329-F8F8-BE62-F579A4E211A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D23F0C7-27FD-DE23-3039-8E63F24EDE6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D82254BF-0A4D-E88D-7001-CCA1C5E66719}"/>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77A98B2-6D13-DFC7-444D-40ED22A3735B}"/>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799D9CAF-AEAB-B523-F9B1-CC04D9225AFB}"/>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38ED6E4E-DB51-654D-ECE1-9CB3FBAF39A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3415EB6-54A8-9CD8-6226-F22DABC7D2F4}"/>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02F4DD2-46F7-0549-D9C3-1EFE421B55F6}"/>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9E301C3D-5B59-5A5B-4063-AEF086C57E26}"/>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E2C1BA6D-5BC2-4B51-CE18-A7F423FAB036}"/>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C11F64B1-929D-42EB-A85F-88D0F3F8F2FC}"/>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DE3C3CDB-3F64-6D77-A3E8-0F080A87A192}"/>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952F301B-544A-3A3D-7920-39ABCFBD0AF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65786D9F-7400-819F-9341-C9FF6E8DEA52}"/>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A658680C-FF5A-05CD-FE82-A3D27DCAEB5E}"/>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2281B19-21ED-A1CF-C4B1-F7E73CEC0361}"/>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48E6DBE8-A8B2-18EF-9BD2-916FA80A1C3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7D839D6-22D4-9F95-F110-5D9034E302E3}"/>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331B784B-32BB-0413-94A0-ED9C3ADE6C9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A37EAF3D-4A53-F263-E927-908944A4C231}"/>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13DCA0ED-06EC-AB1A-FDE2-D824034B9A67}"/>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D19BB191-0038-5036-4A1F-2096EA161419}"/>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D038D251-F527-B604-82D9-1AA465CB1F52}"/>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F7655F4E-180C-8EA6-F7A4-21761B7C707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0B60EB63-8D01-9AB8-1A6B-198E719DB4D9}"/>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B675988B-6966-E7EE-DC54-A1BAF7F04062}"/>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7B2BE96E-0B40-341B-DD19-1F970F019A3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52F86A1D-EA11-FE86-ED72-241DEA2A7DF0}"/>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6339F612-DFC0-CECD-23FB-270F7654C05F}"/>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7ABC3D0D-A220-F69A-0B1C-A4029E8B76C6}"/>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4E9F1F02-26B0-4536-B408-1C15D55C23BA}"/>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75FD84A1-4C3D-5CD2-96E8-4B7D16CD3922}"/>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63AB16DF-65FD-3CA4-1BE0-C3F28F99790C}"/>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853D89A2-27B2-04AF-A0EC-978C52BC780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70F5C597-2EBE-4891-D692-210D7A5CD95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558C6F7-2A26-7294-777F-0E9227C15EAB}"/>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60F8CF42-D3C9-B042-B593-F916319216DA}"/>
              </a:ext>
            </a:extLst>
          </p:cNvPr>
          <p:cNvSpPr txBox="1"/>
          <p:nvPr/>
        </p:nvSpPr>
        <p:spPr>
          <a:xfrm>
            <a:off x="3640666" y="4408541"/>
            <a:ext cx="570089" cy="230832"/>
          </a:xfrm>
          <a:prstGeom prst="rect">
            <a:avLst/>
          </a:prstGeom>
          <a:noFill/>
        </p:spPr>
        <p:txBody>
          <a:bodyPr wrap="square" rtlCol="0">
            <a:spAutoFit/>
          </a:bodyPr>
          <a:lstStyle/>
          <a:p>
            <a:pPr algn="ctr"/>
            <a:r>
              <a:rPr lang="en-US" sz="900" dirty="0"/>
              <a:t>17</a:t>
            </a:r>
          </a:p>
        </p:txBody>
      </p:sp>
      <p:sp>
        <p:nvSpPr>
          <p:cNvPr id="65" name="TextBox 64">
            <a:extLst>
              <a:ext uri="{FF2B5EF4-FFF2-40B4-BE49-F238E27FC236}">
                <a16:creationId xmlns:a16="http://schemas.microsoft.com/office/drawing/2014/main" id="{3748839F-8A82-AD58-AE14-98F28E33DF59}"/>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6" name="TextBox 65">
            <a:extLst>
              <a:ext uri="{FF2B5EF4-FFF2-40B4-BE49-F238E27FC236}">
                <a16:creationId xmlns:a16="http://schemas.microsoft.com/office/drawing/2014/main" id="{2294257E-5F24-4F63-AA85-3731AF8E084B}"/>
              </a:ext>
            </a:extLst>
          </p:cNvPr>
          <p:cNvSpPr txBox="1"/>
          <p:nvPr/>
        </p:nvSpPr>
        <p:spPr>
          <a:xfrm>
            <a:off x="3640666" y="4909484"/>
            <a:ext cx="570089" cy="230832"/>
          </a:xfrm>
          <a:prstGeom prst="rect">
            <a:avLst/>
          </a:prstGeom>
          <a:noFill/>
        </p:spPr>
        <p:txBody>
          <a:bodyPr wrap="square" rtlCol="0">
            <a:spAutoFit/>
          </a:bodyPr>
          <a:lstStyle/>
          <a:p>
            <a:pPr algn="ctr"/>
            <a:r>
              <a:rPr lang="en-US" sz="900" dirty="0"/>
              <a:t>71</a:t>
            </a:r>
          </a:p>
        </p:txBody>
      </p:sp>
      <p:sp>
        <p:nvSpPr>
          <p:cNvPr id="67" name="TextBox 66">
            <a:extLst>
              <a:ext uri="{FF2B5EF4-FFF2-40B4-BE49-F238E27FC236}">
                <a16:creationId xmlns:a16="http://schemas.microsoft.com/office/drawing/2014/main" id="{C8FE2A69-085C-9DEF-50BA-FF7820627DCB}"/>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8680284D-C196-E911-02A3-AD2A7EBA34C2}"/>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0B1AF7F3-ED9C-01E1-1C45-6F84692E7F55}"/>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7E2E55F6-A89D-4141-5E86-1926277B6635}"/>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B81B820C-C987-CBE4-4BD3-D4F58C9431C2}"/>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EBFF7FD0-E41F-F8CD-78DF-D7FF946FF399}"/>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850414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E769-0C3E-C4A4-8E47-006AF1D8AA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8E99E7-0445-60B4-93E7-DF9277554EED}"/>
              </a:ext>
            </a:extLst>
          </p:cNvPr>
          <p:cNvSpPr>
            <a:spLocks noGrp="1"/>
          </p:cNvSpPr>
          <p:nvPr>
            <p:ph sz="half" idx="1"/>
          </p:nvPr>
        </p:nvSpPr>
        <p:spPr/>
        <p:txBody>
          <a:bodyPr>
            <a:normAutofit/>
          </a:bodyPr>
          <a:lstStyle/>
          <a:p>
            <a:r>
              <a:rPr lang="en-US" dirty="0"/>
              <a:t>Reduce.</a:t>
            </a:r>
          </a:p>
          <a:p>
            <a:r>
              <a:rPr lang="en-US" dirty="0"/>
              <a:t>Then, complete Column 6.</a:t>
            </a:r>
          </a:p>
        </p:txBody>
      </p:sp>
      <p:pic>
        <p:nvPicPr>
          <p:cNvPr id="4" name="Picture 3" descr="A grid of sudoku puzzle&#10;&#10;Description automatically generated">
            <a:extLst>
              <a:ext uri="{FF2B5EF4-FFF2-40B4-BE49-F238E27FC236}">
                <a16:creationId xmlns:a16="http://schemas.microsoft.com/office/drawing/2014/main" id="{C4635883-39C4-59D8-869E-53B4A7CA41E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AF426A4-7518-FF16-87E0-DB890BDFFA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76B518-3306-E478-2803-B9F37BB788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94BC090-8E58-828A-78A2-0030FA7B106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5A2189-6EB5-9263-29C2-7F86A264D0EF}"/>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0D5311FC-E694-A9C4-9965-92CB0421EE0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3191AA1-3CC7-FD6F-7A30-904E9906CBE0}"/>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9AA9025-EE60-63B4-BB47-4032CC11066C}"/>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18543FB6-58B8-2586-922A-3C132B369780}"/>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5EC3EAFC-6D8B-002C-B6FF-EDEEE6A9A18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C7FC319-8292-C4AB-FF8F-B3518BC2A5A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4E7C85C-8FA5-88E4-419F-BC18F862BDA2}"/>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D8DC9EF-FBE4-0D0F-D6AD-C9E852609F0D}"/>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B7959293-4FCC-A19E-72CA-CD9BF3BF1EC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2B7D87A2-0C3B-6ABD-22D6-7ECD8A7C545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1484680-1BE2-C9F6-F099-F8A5F16B6281}"/>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6376776A-3A45-3B18-A487-93FD7F707485}"/>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579141E6-44D0-9AE6-17D5-886A6177BC81}"/>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425763F-7DB5-8701-9532-13E032FEB2FB}"/>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1E571719-1E1B-0D4C-4AD9-BEA28AEDB4CA}"/>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EADD421B-E530-F821-D202-733907895A5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EE91246-DD4F-A533-0604-17E86260A326}"/>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37422679-CE2C-18E5-2967-3FDBE76E89C8}"/>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33E899CD-D92E-EDEC-03BE-9FE1DB391A2C}"/>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B22954EA-040D-20C8-FEB5-6F0AC8F88E3A}"/>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D95ECAB8-7E94-0878-3A61-CDBAB4873E59}"/>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80A86F61-DB65-B81F-36B2-B2AFEC994BD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3D942A7-C6EC-4FA5-8367-8725B600A37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DACF049-14F5-2608-0471-8C260FB9377C}"/>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AEC675C-0961-DA72-CA63-F654D53B9890}"/>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B3F85A64-5DE1-130A-9A4D-6AE530D119FC}"/>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4BC66554-D1D4-D290-BD81-B6AD273A9B2D}"/>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DAE69CAF-F6DA-42FD-44C0-3ED5A5F41089}"/>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A50BB7D-5468-D72D-7826-2DD3FE946B69}"/>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33E24523-CCFD-13EA-09A3-D024F705B5CF}"/>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C7DF9053-5A73-55C4-3D86-4B86A84B5F7F}"/>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64D1B238-BB05-CF92-A2CC-14DFD651FA15}"/>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63B25260-E97E-A497-38E7-3F844EDF4249}"/>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9BBF2DA4-40E9-287B-7899-5FA66C57E991}"/>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B163050D-D4B7-352D-6141-D234CD6FEC7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2B9B625D-41B1-DB39-864B-37A373D2D175}"/>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DCE67DF8-5404-8D92-1E5B-642586746E78}"/>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7F10C4F-7114-F256-0DA1-BBF564DCF1D1}"/>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3ECBC3F4-2A62-4C5E-E900-DA11D52BD97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4AF14A7-39EF-D05E-C165-45C161A8301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AF3D6DA8-D1DA-CB0F-9F7C-DB01C156AED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0FE14919-6C80-FACA-33FC-7E860E1976BA}"/>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DA7B0E0B-5A3C-9E1D-EA02-420844E4795F}"/>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EC97DE7A-C20D-F45E-48F9-453D140C21B6}"/>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C6CB7291-2066-B483-F654-66D371093DBE}"/>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3A89D762-0392-9910-3800-8082D8F0450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45395627-1FD4-AAF5-48DA-8E6C7FC2521F}"/>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0EC954F6-985E-40D0-ECBD-6C500C28D3B3}"/>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7040C4E2-58E4-1DF6-8FC9-EE453B40C36F}"/>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8599BD62-2B15-2A94-E858-53FB6314B3A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AF5FF802-B6C3-F6AE-2893-E96E16BED7C2}"/>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27C9FAA2-DC14-37F9-F5B6-CAA1F35188AF}"/>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09938C8F-54EA-B440-E093-D5AEC019B8D9}"/>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14A29B53-F198-B007-01BC-5AD0ED0EC40B}"/>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B56790E1-CD7C-CEA6-89BE-706EB4859E1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AFF6A3AC-28C5-D847-919D-CF7DD3A778FF}"/>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24145D4C-9E7D-9C74-3A59-236DA2B4CF57}"/>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4487739-C97E-F3FE-7B4A-40FD7DE382A9}"/>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42F0F000-857F-2F62-B881-2448FB45D4A2}"/>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588754F9-FD26-0B48-5632-882CC3B2A53D}"/>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A80B8280-D9D3-31CE-7BC5-C1EBAF85C582}"/>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387C4A28-9002-74D4-2D20-FF4146E11BA1}"/>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BF682D1F-F0DD-D54D-F853-0DC088E05E98}"/>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86A220EB-A674-9FA5-BF6C-01C491995C83}"/>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ECCA5191-D9F1-40D2-C8C2-885BF737FAF3}"/>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55F0305B-A185-7944-08A9-A6CA9268E336}"/>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0877F63E-2E7B-F1E5-C8F7-FD6988305695}"/>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514796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1D103-3C39-3761-8FDD-A23E1D8AD3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6CFD4D-88E1-3652-5303-9E589738F576}"/>
              </a:ext>
            </a:extLst>
          </p:cNvPr>
          <p:cNvSpPr>
            <a:spLocks noGrp="1"/>
          </p:cNvSpPr>
          <p:nvPr>
            <p:ph sz="half" idx="1"/>
          </p:nvPr>
        </p:nvSpPr>
        <p:spPr/>
        <p:txBody>
          <a:bodyPr>
            <a:normAutofit/>
          </a:bodyPr>
          <a:lstStyle/>
          <a:p>
            <a:r>
              <a:rPr lang="en-US" dirty="0"/>
              <a:t>Complete Columns 4 and 5.</a:t>
            </a:r>
          </a:p>
        </p:txBody>
      </p:sp>
      <p:pic>
        <p:nvPicPr>
          <p:cNvPr id="4" name="Picture 3" descr="A grid of sudoku puzzle&#10;&#10;Description automatically generated">
            <a:extLst>
              <a:ext uri="{FF2B5EF4-FFF2-40B4-BE49-F238E27FC236}">
                <a16:creationId xmlns:a16="http://schemas.microsoft.com/office/drawing/2014/main" id="{F916DF48-3F97-6730-BB4D-D1F8BC45CA2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5CDCFE0-4773-6AA6-359A-0CECFFCFF4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EA3D245-E3E0-F25C-883A-5874D251640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A89DC33-6350-CC02-8F78-35DBA80492D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E508269-A4F2-6C24-0378-BC82AD59735D}"/>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BB70137F-11A5-C3D6-ADC8-96DE606FD6E1}"/>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3D59E489-203D-AEA5-0D93-85EFA9652EE3}"/>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A98B876F-862C-9F01-DD6A-CFCA0042E3E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7FE9D7A4-05A3-F813-3710-186CD6D8BBF5}"/>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9FECD135-4820-94C3-94DF-B3AFDEDAC8E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A0C607F-C274-4D2B-51CC-FC7E4DF5C64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797CEB2-2481-0D77-B15D-6BA91D9D870E}"/>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3BE74AA-0186-3B2A-8694-09291CA3102B}"/>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3747EA19-96EF-1099-B1B3-8D139426C5E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A9D5EFC4-FC47-FF87-CCF4-15C23861A3F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353F1FCF-B774-EE63-E304-AFAB60DD7CCC}"/>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BF38A3B6-799C-D83C-514C-ADF30872AAE1}"/>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50B65AF7-0F1A-9A33-2CDD-A2228F45759C}"/>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300315D6-5F2E-67A9-9D65-5354A706D4C0}"/>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16A9B4D0-E185-14E0-E74B-23AC54C3A235}"/>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1D07CE1-9157-BF1E-F70D-98C93BFD58B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18469E4-A9A1-B4EF-C3DC-C236AFFAD7BA}"/>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00A54C80-3BAF-AA4E-7478-B5B5F987685F}"/>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A6B2D520-E55D-B529-A2E5-9ADDDE0E6828}"/>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47D4749-F5EE-1707-AB8F-BAD04F3CEEE6}"/>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97682D06-FC96-183B-BE4E-8E8628DC24AC}"/>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8EC6DAB-511F-E3DB-4306-90A11CE59B3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36B3A542-AC1D-2281-039C-78A7EC5C06E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D117C5D-5E0A-B46B-D37C-337064CB098F}"/>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DCBF1D74-9913-E6B2-F084-3BEE70E58918}"/>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847BC07-82D2-00B2-DFD2-B73C35FFAA0B}"/>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8D1ACEE3-877E-1588-2640-8B975357A962}"/>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BA66934-A098-C77C-7421-3619670E0FB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CC08D64-7A29-27CD-1BE4-BD050C9D46C7}"/>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D65BD27E-659F-19EE-E96D-BBC32C5EF831}"/>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92A83E70-D2FF-6737-BE16-2878296A082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EFC28EF4-E8A2-AAB2-73D1-61314649B3D0}"/>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12B9E519-848A-8955-93AF-74C40A79B1C4}"/>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E163F28D-8E41-F3AC-A1AB-4DAD46A2B00D}"/>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956E04A4-7D35-AF6E-027B-6983AEEDB6D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E0F29ED3-8549-1D7D-CB6B-753B23877E37}"/>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FD869913-EFD4-540F-8910-9C533BECF25C}"/>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9FDC2F0D-E087-6F46-8051-B56196489F37}"/>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2F7B1B88-0F33-8374-5901-7173360F5B7F}"/>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59C37C80-E345-909C-D6FD-FDF3E158210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777F5FAA-2332-1CAE-C943-C6FCE9AA694C}"/>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DE40FC02-3508-6A90-375C-1687DC7A85A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258D7738-2DB3-07C4-D327-55F3E5D09F15}"/>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25C038E1-829F-D5B4-7071-8590B821A41E}"/>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6335FFD-4FA2-E52D-4EFB-73F54272FB21}"/>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BE953780-36D9-3C5C-1B4C-5B6BDC0DE24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B865CABF-9260-CBAC-A16F-3466C8FBA77D}"/>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00291FF8-1BA6-1B21-6E2C-641DA093DED8}"/>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540E1D7F-406F-C1F4-A8CB-AD1D78B7D6FB}"/>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073CA642-7994-59A9-6B39-95D2C7CFDF3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828AA89F-103C-E66B-5969-745081D58B7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4BB95713-F5CC-ED7B-11EF-075920DA8924}"/>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ED4DBB38-6907-EA5D-F0DA-26ABFAA26FDD}"/>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CA37090F-7E0F-011D-8F81-D2A9F65F1765}"/>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9155651E-8A14-6E0F-9360-C7DF72874C8B}"/>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A85EEEF8-3599-11E8-A893-B4E12A5B1FA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FEFB8FF0-9606-4FDA-423B-B443EE5CACD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C228995-98AA-B2D7-2B15-5CA1C0D71CC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4FFD49D7-2D77-F126-0D08-AB242850A8AC}"/>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ED3AE768-5A7F-080C-1317-341C49A22C2E}"/>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4F31C070-6243-3D39-E4B0-4BB07000198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F48EFE1E-F879-7F6E-F4FF-1E4C784E08BF}"/>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AAA56230-AF1F-344B-9D10-3C6B7192A5EA}"/>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E74854D3-91F5-4C4B-3248-D6FFDCBE8430}"/>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9EB45D16-CDF0-EA40-4F0F-855B45EC0B57}"/>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76E78354-7B3D-A629-662E-A4CDA1E52940}"/>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1B68073B-2B34-38FA-2709-7F6FB31D49A1}"/>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BFDF89D2-0594-B3B8-0C5E-EFB37ECBABA7}"/>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5076F592-986A-CE13-B489-5A547638A67A}"/>
              </a:ext>
            </a:extLst>
          </p:cNvPr>
          <p:cNvSpPr txBox="1"/>
          <p:nvPr/>
        </p:nvSpPr>
        <p:spPr>
          <a:xfrm>
            <a:off x="5147734" y="4909484"/>
            <a:ext cx="570089" cy="230832"/>
          </a:xfrm>
          <a:prstGeom prst="rect">
            <a:avLst/>
          </a:prstGeom>
          <a:noFill/>
        </p:spPr>
        <p:txBody>
          <a:bodyPr wrap="square" rtlCol="0">
            <a:spAutoFit/>
          </a:bodyPr>
          <a:lstStyle/>
          <a:p>
            <a:pPr algn="ctr"/>
            <a:r>
              <a:rPr lang="en-US" sz="900" dirty="0"/>
              <a:t>42</a:t>
            </a:r>
          </a:p>
        </p:txBody>
      </p:sp>
    </p:spTree>
    <p:extLst>
      <p:ext uri="{BB962C8B-B14F-4D97-AF65-F5344CB8AC3E}">
        <p14:creationId xmlns:p14="http://schemas.microsoft.com/office/powerpoint/2010/main" val="1592865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6C849-51ED-12CE-6F37-6587B90752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2A402A-8648-3CE8-F40F-7656713BB227}"/>
              </a:ext>
            </a:extLst>
          </p:cNvPr>
          <p:cNvSpPr>
            <a:spLocks noGrp="1"/>
          </p:cNvSpPr>
          <p:nvPr>
            <p:ph sz="half" idx="1"/>
          </p:nvPr>
        </p:nvSpPr>
        <p:spPr/>
        <p:txBody>
          <a:bodyPr>
            <a:normAutofit/>
          </a:bodyPr>
          <a:lstStyle/>
          <a:p>
            <a:r>
              <a:rPr lang="en-US" dirty="0"/>
              <a:t>Complete Rows 4–6.</a:t>
            </a:r>
          </a:p>
        </p:txBody>
      </p:sp>
      <p:pic>
        <p:nvPicPr>
          <p:cNvPr id="4" name="Picture 3" descr="A grid of sudoku puzzle&#10;&#10;Description automatically generated">
            <a:extLst>
              <a:ext uri="{FF2B5EF4-FFF2-40B4-BE49-F238E27FC236}">
                <a16:creationId xmlns:a16="http://schemas.microsoft.com/office/drawing/2014/main" id="{BF44CF1F-0614-9116-668F-A55138A0D1D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CE530A0-D132-4909-29F5-A3353844BEE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C57F355-80BD-229D-60A6-2C6EE19407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7B4119C-AEFA-AEA3-4066-29B470A5A81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05DCBBA-7313-E89D-4F4D-431193E85D5C}"/>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FCFFCC39-F663-4296-E69E-F893A2965E7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7009B7BD-4E01-5F00-A0D8-1BE99657619B}"/>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69F5772B-EA04-621D-16DF-2DF57E1571F2}"/>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DE482D5C-659A-ED2E-448F-CCC461A60D28}"/>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9BFDA2B-ED37-E33E-0E66-833841DF292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904A69F-C299-873D-9BAC-24555AFC3638}"/>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B55F151F-78F4-E9D4-9229-9086987ACDCC}"/>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23E5382-954B-E869-764C-D5B05B00B860}"/>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20B4F344-12AB-0C89-3034-60AA0AD3BE2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A6590C8C-C0D6-83BE-49B4-DF4FD68185E7}"/>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AE50ABE-CEB1-6C64-6C70-5BF7A28B375B}"/>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D58A58C8-2D09-9D6F-8680-8EBFC58E672E}"/>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A746169-A49F-08BF-392C-5A917B991EDA}"/>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753A804-31C8-6BF5-EEBE-E54495B28595}"/>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919C611A-A131-F138-1164-54B1C8482D2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59FAAF2F-07A7-9644-3DB0-E1FE3E84954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9A296FD-7A9B-53FB-ADA4-1AC27C9BF1A3}"/>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B540EAF0-E3A8-2852-8A3F-9F7CBC92AB52}"/>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2C47860F-934F-8EDA-0F46-C92ED95A21BE}"/>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6E5749C-8DB6-A28B-B4B6-B117FEFE7F91}"/>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D3B182C7-962F-6E36-B2BB-1CF9AA01F17C}"/>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7D7BD507-3E4A-6CE8-C02C-DAE327287CC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7838A25E-FC5B-B61B-3713-E841DC11205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72158F7-B9A8-63E9-6BD2-F4649EC611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71F7AF73-FB9C-5107-EF65-870FC112B4A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A1B6295D-5FF1-4EAC-CC04-C96E073AC018}"/>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26EDA3BC-47B5-D1F0-FAFC-35CDFD62575B}"/>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16BBB255-2A4F-6D80-BFA3-2DA9EFCC896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D60D40D-ABF6-C168-A7F9-7B5F68AEF5BF}"/>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C078ABA-54DA-532E-56BB-8FD8E5AC265E}"/>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00A66774-025C-7078-0DB2-8A03A740C44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E5A8F7A1-0401-E934-795A-6C86DBA9081A}"/>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B4CC3F01-47BA-772E-4FE6-50D16323C9DD}"/>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F935D23F-D65B-308C-5C20-5886F0684DD2}"/>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6B9F7D57-9E00-EFED-6F54-94F0677912D6}"/>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D6AA1D1B-7C2B-22C8-0D5F-3B14820D5D4D}"/>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A853C4F6-F468-FB9F-C0FD-B64459CB945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FDDAC9C8-F73C-B6A8-172C-F0307C2160A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D213F349-74D2-089E-B9F6-682F0612DB6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6C133025-E8E9-C25B-E87B-3A31C4D5980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F10A2767-7F81-83F2-05AA-116ABDF89C2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F882D317-2A9E-9BAE-459E-E0B9FEE2722A}"/>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1CF5218C-98B6-DA77-0528-CE41C7B26E2F}"/>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88CEAEE9-54ED-3815-294E-35274D788B35}"/>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E85FA896-8E40-BA12-29BF-F6C95F991D3E}"/>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446F7D67-5D2C-BDF0-EB18-F5C323174C0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AA62FD91-279B-AB9F-EC19-4F7651E911FE}"/>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F71CCA63-DF3C-62D2-029D-5A5EBC78D9AE}"/>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16975BBD-244C-E27E-2D25-036AD5D8F2D4}"/>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C71EDA65-D7FD-8AB3-FA25-6996FFC6BCA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1D961B3C-2A63-507C-5AF1-4501A1D7B6C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F45EFED2-25C0-FEE5-327F-8DDE05CC2B78}"/>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041E7035-9A30-F1C8-47F5-514D62CEC7D2}"/>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8FA5A9AD-0E3F-7B01-7232-E691878B2F41}"/>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02ADE289-7EF9-DEDA-8C3E-5757B4925E7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01D0D13D-09DA-4EE7-7BF0-40BC156A924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74454291-AD95-73D1-2934-EF0B7DD136A6}"/>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1909B08-BC5F-E575-B71B-B319098A6C84}"/>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444029FD-17B3-B734-1F72-7361BA22EFBC}"/>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6CA84D43-F612-D7D4-776E-FD4A19A576B3}"/>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06D8A3A4-94E2-4BE6-32AB-8FB7DA6CE27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C821AABC-8314-F6C0-32D5-E05B9834FE5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D8B916B0-8A2E-AC22-A172-8DE04595B2F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3E089C5D-8B69-91A3-47F3-68265BB2D5C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DD24374E-C91B-967F-9F27-59B08C021307}"/>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32963104-9E70-5ED0-AA68-4B4617C41F6E}"/>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7DE21B36-F23F-5FDB-77FC-9F72CE3FF2F3}"/>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F0FFF911-4394-49BD-61FF-4656C0D9E58B}"/>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234615EE-DF58-9A8D-9FAE-D56B22474DDA}"/>
              </a:ext>
            </a:extLst>
          </p:cNvPr>
          <p:cNvSpPr txBox="1"/>
          <p:nvPr/>
        </p:nvSpPr>
        <p:spPr>
          <a:xfrm>
            <a:off x="5147734" y="4909484"/>
            <a:ext cx="570089" cy="230832"/>
          </a:xfrm>
          <a:prstGeom prst="rect">
            <a:avLst/>
          </a:prstGeom>
          <a:noFill/>
        </p:spPr>
        <p:txBody>
          <a:bodyPr wrap="square" rtlCol="0">
            <a:spAutoFit/>
          </a:bodyPr>
          <a:lstStyle/>
          <a:p>
            <a:pPr algn="ctr"/>
            <a:r>
              <a:rPr lang="en-US" sz="900" dirty="0"/>
              <a:t>42</a:t>
            </a:r>
          </a:p>
        </p:txBody>
      </p:sp>
      <p:sp>
        <p:nvSpPr>
          <p:cNvPr id="77" name="TextBox 76">
            <a:extLst>
              <a:ext uri="{FF2B5EF4-FFF2-40B4-BE49-F238E27FC236}">
                <a16:creationId xmlns:a16="http://schemas.microsoft.com/office/drawing/2014/main" id="{4E4C47C5-E448-EBEC-EBCF-C5D8B10D7DD6}"/>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9B0EF6DF-114B-1993-725F-BDEB333FBB77}"/>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79" name="TextBox 78">
            <a:extLst>
              <a:ext uri="{FF2B5EF4-FFF2-40B4-BE49-F238E27FC236}">
                <a16:creationId xmlns:a16="http://schemas.microsoft.com/office/drawing/2014/main" id="{EAF011E1-489E-2ADF-97BF-2C4B735E1639}"/>
              </a:ext>
            </a:extLst>
          </p:cNvPr>
          <p:cNvSpPr txBox="1"/>
          <p:nvPr/>
        </p:nvSpPr>
        <p:spPr>
          <a:xfrm>
            <a:off x="7157158" y="2404765"/>
            <a:ext cx="570089" cy="230832"/>
          </a:xfrm>
          <a:prstGeom prst="rect">
            <a:avLst/>
          </a:prstGeom>
          <a:noFill/>
        </p:spPr>
        <p:txBody>
          <a:bodyPr wrap="square" rtlCol="0">
            <a:spAutoFit/>
          </a:bodyPr>
          <a:lstStyle/>
          <a:p>
            <a:pPr algn="ctr"/>
            <a:r>
              <a:rPr lang="en-US" sz="900" dirty="0"/>
              <a:t>46</a:t>
            </a:r>
          </a:p>
        </p:txBody>
      </p:sp>
      <p:sp>
        <p:nvSpPr>
          <p:cNvPr id="80" name="TextBox 79">
            <a:extLst>
              <a:ext uri="{FF2B5EF4-FFF2-40B4-BE49-F238E27FC236}">
                <a16:creationId xmlns:a16="http://schemas.microsoft.com/office/drawing/2014/main" id="{24EDA835-DD21-2922-677B-DFDAE251D245}"/>
              </a:ext>
            </a:extLst>
          </p:cNvPr>
          <p:cNvSpPr txBox="1"/>
          <p:nvPr/>
        </p:nvSpPr>
        <p:spPr>
          <a:xfrm>
            <a:off x="6152446" y="2905709"/>
            <a:ext cx="570089" cy="230832"/>
          </a:xfrm>
          <a:prstGeom prst="rect">
            <a:avLst/>
          </a:prstGeom>
          <a:noFill/>
        </p:spPr>
        <p:txBody>
          <a:bodyPr wrap="square" rtlCol="0">
            <a:spAutoFit/>
          </a:bodyPr>
          <a:lstStyle/>
          <a:p>
            <a:pPr algn="ctr"/>
            <a:r>
              <a:rPr lang="en-US" sz="900" dirty="0"/>
              <a:t>125</a:t>
            </a:r>
          </a:p>
        </p:txBody>
      </p:sp>
      <p:sp>
        <p:nvSpPr>
          <p:cNvPr id="81" name="TextBox 80">
            <a:extLst>
              <a:ext uri="{FF2B5EF4-FFF2-40B4-BE49-F238E27FC236}">
                <a16:creationId xmlns:a16="http://schemas.microsoft.com/office/drawing/2014/main" id="{79B240CD-B96C-900A-2F3F-B20180425E2A}"/>
              </a:ext>
            </a:extLst>
          </p:cNvPr>
          <p:cNvSpPr txBox="1"/>
          <p:nvPr/>
        </p:nvSpPr>
        <p:spPr>
          <a:xfrm>
            <a:off x="6654802" y="2905709"/>
            <a:ext cx="570089" cy="230832"/>
          </a:xfrm>
          <a:prstGeom prst="rect">
            <a:avLst/>
          </a:prstGeom>
          <a:noFill/>
        </p:spPr>
        <p:txBody>
          <a:bodyPr wrap="square" rtlCol="0">
            <a:spAutoFit/>
          </a:bodyPr>
          <a:lstStyle/>
          <a:p>
            <a:pPr algn="ctr"/>
            <a:r>
              <a:rPr lang="en-US" sz="900" dirty="0"/>
              <a:t>125</a:t>
            </a:r>
          </a:p>
        </p:txBody>
      </p:sp>
      <p:sp>
        <p:nvSpPr>
          <p:cNvPr id="82" name="TextBox 81">
            <a:extLst>
              <a:ext uri="{FF2B5EF4-FFF2-40B4-BE49-F238E27FC236}">
                <a16:creationId xmlns:a16="http://schemas.microsoft.com/office/drawing/2014/main" id="{A4C96CC7-25E0-99D1-0927-55B1EFCD28F6}"/>
              </a:ext>
            </a:extLst>
          </p:cNvPr>
          <p:cNvSpPr txBox="1"/>
          <p:nvPr/>
        </p:nvSpPr>
        <p:spPr>
          <a:xfrm>
            <a:off x="7157158" y="2905709"/>
            <a:ext cx="570089" cy="230832"/>
          </a:xfrm>
          <a:prstGeom prst="rect">
            <a:avLst/>
          </a:prstGeom>
          <a:noFill/>
        </p:spPr>
        <p:txBody>
          <a:bodyPr wrap="square" rtlCol="0">
            <a:spAutoFit/>
          </a:bodyPr>
          <a:lstStyle/>
          <a:p>
            <a:pPr algn="ctr"/>
            <a:r>
              <a:rPr lang="en-US" sz="900" dirty="0"/>
              <a:t>125</a:t>
            </a:r>
          </a:p>
        </p:txBody>
      </p:sp>
    </p:spTree>
    <p:extLst>
      <p:ext uri="{BB962C8B-B14F-4D97-AF65-F5344CB8AC3E}">
        <p14:creationId xmlns:p14="http://schemas.microsoft.com/office/powerpoint/2010/main" val="1161885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C8BC5-0AAE-2913-4360-2178332E98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7F6E94-EDBF-4162-869B-A5BE52772F98}"/>
              </a:ext>
            </a:extLst>
          </p:cNvPr>
          <p:cNvSpPr>
            <a:spLocks noGrp="1"/>
          </p:cNvSpPr>
          <p:nvPr>
            <p:ph sz="half" idx="1"/>
          </p:nvPr>
        </p:nvSpPr>
        <p:spPr/>
        <p:txBody>
          <a:bodyPr>
            <a:normAutofit/>
          </a:bodyPr>
          <a:lstStyle/>
          <a:p>
            <a:r>
              <a:rPr lang="en-US" dirty="0"/>
              <a:t>Reduce.</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FE69DF30-8570-B4B2-2A9F-2DEE577D64B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CE78A81-F34B-FA65-2CE0-730BD54F8D0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BE6BF5A-72E2-A8A7-3B81-3B5FF9BAA89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7CC3CF-BB00-2B9C-ADF5-B2F496D6787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E3DB66B-6319-3845-390F-30240C2A0627}"/>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E89D526E-9208-17FD-66A8-F9ADA45B4AAD}"/>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A16C866-0544-3914-DF38-486D83BF6181}"/>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620B5D3-DADF-2AAF-3C8B-2F781C23430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1B4032F7-0061-9C0B-1DF1-C0183B9F210F}"/>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0F39A65-322C-81E5-F5D9-62F701FB578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33F88E04-8FBA-DB24-32FC-59443A472E78}"/>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6210D402-0F12-3BD6-5176-8F5687B2B7DD}"/>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9AAE6A7-5DC3-A624-5876-0156A64242F7}"/>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B3B7D09-6F1F-5AD9-A9BC-D8B8FAE134C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740F2DE3-8C27-14B2-B406-FE8B75D5BC95}"/>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1842BDE3-A62F-6D7A-A7F2-53A788755F57}"/>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AD82A3A0-8170-1D4C-289D-7476D764AC5A}"/>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D6699536-0377-376B-A938-6DA7F5C37E5A}"/>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D978753D-DAD2-1C6F-7C14-1720EEC739F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506C1C50-D4BE-83F8-6B8F-B69B337F5E4F}"/>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85D7E071-EB84-0207-B96D-556AC391B8C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F08945C-4BFB-C091-C934-D75CCF829131}"/>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D9CFA1F5-F26B-C125-79BD-6D44C60DB5CC}"/>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2EB6520-31E5-C31D-68D0-95C764AB23AB}"/>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2879791-045C-2A39-E4AB-B2D130604AFC}"/>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FFB932C9-AD29-8A15-9713-88FEE7BD5FA7}"/>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F11B532-A9CB-A44B-0B18-DE1C818FF0C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4D1570C-71A6-7596-782E-AF64CFDB1D7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C241E7C3-27B8-7BB8-D60C-9CC047BC2C21}"/>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4D9AB003-481E-B0EB-3E65-684FA42589A5}"/>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BF9F382-B018-270B-2478-24FC082B6D0E}"/>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E547E5EE-17C8-E6B5-D72B-98EFC3D57EB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6976893-771A-2CAE-414D-57B5D4A7E1CA}"/>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268E850-E466-4396-C21D-7FBB7F4B3322}"/>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5F1E9C43-9790-149D-E924-0119A3DEBA3B}"/>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0574CABF-339E-FD72-1EA6-2CC9998E955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8804A1E9-3785-3174-0F89-BD874640CA62}"/>
              </a:ext>
            </a:extLst>
          </p:cNvPr>
          <p:cNvSpPr txBox="1"/>
          <p:nvPr/>
        </p:nvSpPr>
        <p:spPr>
          <a:xfrm>
            <a:off x="6654802" y="901933"/>
            <a:ext cx="570089" cy="230832"/>
          </a:xfrm>
          <a:prstGeom prst="rect">
            <a:avLst/>
          </a:prstGeom>
          <a:noFill/>
        </p:spPr>
        <p:txBody>
          <a:bodyPr wrap="square" rtlCol="0">
            <a:spAutoFit/>
          </a:bodyPr>
          <a:lstStyle/>
          <a:p>
            <a:pPr algn="ctr"/>
            <a:r>
              <a:rPr lang="en-US" sz="900" dirty="0"/>
              <a:t>45</a:t>
            </a:r>
          </a:p>
        </p:txBody>
      </p:sp>
      <p:sp>
        <p:nvSpPr>
          <p:cNvPr id="44" name="TextBox 43">
            <a:extLst>
              <a:ext uri="{FF2B5EF4-FFF2-40B4-BE49-F238E27FC236}">
                <a16:creationId xmlns:a16="http://schemas.microsoft.com/office/drawing/2014/main" id="{9757BB65-BC90-D19A-87F7-4593AE691F0E}"/>
              </a:ext>
            </a:extLst>
          </p:cNvPr>
          <p:cNvSpPr txBox="1"/>
          <p:nvPr/>
        </p:nvSpPr>
        <p:spPr>
          <a:xfrm>
            <a:off x="7157158" y="901933"/>
            <a:ext cx="570089" cy="230832"/>
          </a:xfrm>
          <a:prstGeom prst="rect">
            <a:avLst/>
          </a:prstGeom>
          <a:noFill/>
        </p:spPr>
        <p:txBody>
          <a:bodyPr wrap="square" rtlCol="0">
            <a:spAutoFit/>
          </a:bodyPr>
          <a:lstStyle/>
          <a:p>
            <a:pPr algn="ctr"/>
            <a:r>
              <a:rPr lang="en-US" sz="900" dirty="0"/>
              <a:t>54</a:t>
            </a:r>
          </a:p>
        </p:txBody>
      </p:sp>
      <p:sp>
        <p:nvSpPr>
          <p:cNvPr id="48" name="TextBox 47">
            <a:extLst>
              <a:ext uri="{FF2B5EF4-FFF2-40B4-BE49-F238E27FC236}">
                <a16:creationId xmlns:a16="http://schemas.microsoft.com/office/drawing/2014/main" id="{20FAFE8A-672B-4825-27A2-B8A4EC756703}"/>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3DF80829-06DD-B7A2-2406-48133FAAA74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5A35D12C-25D6-1ADA-B410-D801072563FB}"/>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0DCE4FF9-53B0-05B4-E322-80B258F594FB}"/>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A0A78236-0C48-C92D-DA5E-C7EB92F70CAC}"/>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FCFEE4F0-CA70-D30F-4884-D99076DE42E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36F68531-0EA2-C3B6-23AA-EE745AEC49DD}"/>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EEFF1DD2-5A8B-9C86-14CF-2ACDFE6789E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5D1F3C3A-9B77-AF23-ADD5-DA0D747CB992}"/>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1CB0D8B7-B0E0-427C-23F7-B6AD2CE695B9}"/>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1D44CE9A-66CE-9BBE-7C28-25B328B413D0}"/>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13D5F70E-4D2B-F25A-BD84-B5F8F482C41D}"/>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2C5367CF-8219-BA3F-1C33-56D1F9C8559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EFA983BB-542F-C96F-A281-182BF221525E}"/>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03346DC9-CB92-C436-66AD-32176458E3D6}"/>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B140462B-E950-2BAD-1F54-ACCAFE49D5B2}"/>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BB57B766-717A-92DC-3D23-DEA149970D7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29543687-CA6A-62BB-ABA9-C2989A61CF23}"/>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BE43500E-AAFC-3256-2C38-C2EF1196B0CD}"/>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B2D15000-3914-A116-F250-8F66287BC330}"/>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1369D1BB-E5EE-A4A1-5A3F-ECFE1B29D2E2}"/>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E11EA052-46C3-B378-FCC9-33F0EB442AE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8DD8EFE8-36BB-BD0F-767B-D746809B3E66}"/>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53441FF0-4240-3D87-DD07-2E5ADCAB7EEC}"/>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D0DE3B0D-E62D-5BA1-5E97-535F84A29489}"/>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D62F1F7C-B710-7A22-581C-8AE615819373}"/>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83161D5B-4AE7-F018-C9BC-937A677EB466}"/>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B5F7C03F-2E0E-7D2A-1A16-F28D3425EE03}"/>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AFB3073A-94A2-A1B8-6E64-415930CB12F4}"/>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C261F7A3-2069-6EFC-08D3-C185817D7569}"/>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5D738F9F-2A25-EBFA-B08E-E4EE1201B2B9}"/>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1234B803-A7A1-9706-AD0B-B4C85A0AB71F}"/>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FEA43981-F380-A25F-C2A7-339195BABE5E}"/>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91DB1BC9-2321-094B-C184-5343F018923A}"/>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5CE3DD55-EF79-F832-4193-177F55CA55A2}"/>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A7C3CDEC-6872-4B95-6673-E5203D28EB9C}"/>
              </a:ext>
            </a:extLst>
          </p:cNvPr>
          <p:cNvSpPr txBox="1"/>
          <p:nvPr/>
        </p:nvSpPr>
        <p:spPr>
          <a:xfrm>
            <a:off x="5147734" y="4909484"/>
            <a:ext cx="570089" cy="230832"/>
          </a:xfrm>
          <a:prstGeom prst="rect">
            <a:avLst/>
          </a:prstGeom>
          <a:noFill/>
        </p:spPr>
        <p:txBody>
          <a:bodyPr wrap="square" rtlCol="0">
            <a:spAutoFit/>
          </a:bodyPr>
          <a:lstStyle/>
          <a:p>
            <a:pPr algn="ctr"/>
            <a:r>
              <a:rPr lang="en-US" sz="900" dirty="0"/>
              <a:t>42</a:t>
            </a:r>
          </a:p>
        </p:txBody>
      </p:sp>
      <p:sp>
        <p:nvSpPr>
          <p:cNvPr id="77" name="TextBox 76">
            <a:extLst>
              <a:ext uri="{FF2B5EF4-FFF2-40B4-BE49-F238E27FC236}">
                <a16:creationId xmlns:a16="http://schemas.microsoft.com/office/drawing/2014/main" id="{009B6662-141D-2B5D-F3FF-B756E4F0BBFE}"/>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D8611EAC-CFAE-3E15-FFAE-F50EA07663C5}"/>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79" name="TextBox 78">
            <a:extLst>
              <a:ext uri="{FF2B5EF4-FFF2-40B4-BE49-F238E27FC236}">
                <a16:creationId xmlns:a16="http://schemas.microsoft.com/office/drawing/2014/main" id="{AC615202-DE3E-EE95-324B-F4448A683D0C}"/>
              </a:ext>
            </a:extLst>
          </p:cNvPr>
          <p:cNvSpPr txBox="1"/>
          <p:nvPr/>
        </p:nvSpPr>
        <p:spPr>
          <a:xfrm>
            <a:off x="7157158" y="2404765"/>
            <a:ext cx="570089" cy="230832"/>
          </a:xfrm>
          <a:prstGeom prst="rect">
            <a:avLst/>
          </a:prstGeom>
          <a:noFill/>
        </p:spPr>
        <p:txBody>
          <a:bodyPr wrap="square" rtlCol="0">
            <a:spAutoFit/>
          </a:bodyPr>
          <a:lstStyle/>
          <a:p>
            <a:pPr algn="ctr"/>
            <a:r>
              <a:rPr lang="en-US" sz="900" dirty="0"/>
              <a:t>46</a:t>
            </a:r>
          </a:p>
        </p:txBody>
      </p:sp>
      <p:sp>
        <p:nvSpPr>
          <p:cNvPr id="80" name="TextBox 79">
            <a:extLst>
              <a:ext uri="{FF2B5EF4-FFF2-40B4-BE49-F238E27FC236}">
                <a16:creationId xmlns:a16="http://schemas.microsoft.com/office/drawing/2014/main" id="{862BC85E-986F-8F58-49E9-BA3FD92B9F2C}"/>
              </a:ext>
            </a:extLst>
          </p:cNvPr>
          <p:cNvSpPr txBox="1"/>
          <p:nvPr/>
        </p:nvSpPr>
        <p:spPr>
          <a:xfrm>
            <a:off x="6152446" y="2905709"/>
            <a:ext cx="570089" cy="230832"/>
          </a:xfrm>
          <a:prstGeom prst="rect">
            <a:avLst/>
          </a:prstGeom>
          <a:noFill/>
        </p:spPr>
        <p:txBody>
          <a:bodyPr wrap="square" rtlCol="0">
            <a:spAutoFit/>
          </a:bodyPr>
          <a:lstStyle/>
          <a:p>
            <a:pPr algn="ctr"/>
            <a:r>
              <a:rPr lang="en-US" sz="900" dirty="0"/>
              <a:t>25</a:t>
            </a:r>
          </a:p>
        </p:txBody>
      </p:sp>
      <p:sp>
        <p:nvSpPr>
          <p:cNvPr id="84" name="TextBox 83">
            <a:extLst>
              <a:ext uri="{FF2B5EF4-FFF2-40B4-BE49-F238E27FC236}">
                <a16:creationId xmlns:a16="http://schemas.microsoft.com/office/drawing/2014/main" id="{6AFCE690-27F8-033E-D09E-622DF9D74C95}"/>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85" name="TextBox 84">
            <a:extLst>
              <a:ext uri="{FF2B5EF4-FFF2-40B4-BE49-F238E27FC236}">
                <a16:creationId xmlns:a16="http://schemas.microsoft.com/office/drawing/2014/main" id="{06832A16-D48B-C7D8-DEBE-AA96BB4676B1}"/>
              </a:ext>
            </a:extLst>
          </p:cNvPr>
          <p:cNvSpPr txBox="1"/>
          <p:nvPr/>
        </p:nvSpPr>
        <p:spPr>
          <a:xfrm>
            <a:off x="6654802" y="2905709"/>
            <a:ext cx="570089" cy="230832"/>
          </a:xfrm>
          <a:prstGeom prst="rect">
            <a:avLst/>
          </a:prstGeom>
          <a:noFill/>
        </p:spPr>
        <p:txBody>
          <a:bodyPr wrap="square" rtlCol="0">
            <a:spAutoFit/>
          </a:bodyPr>
          <a:lstStyle/>
          <a:p>
            <a:pPr algn="ctr"/>
            <a:r>
              <a:rPr lang="en-US" sz="900" dirty="0"/>
              <a:t>15</a:t>
            </a:r>
          </a:p>
        </p:txBody>
      </p:sp>
    </p:spTree>
    <p:extLst>
      <p:ext uri="{BB962C8B-B14F-4D97-AF65-F5344CB8AC3E}">
        <p14:creationId xmlns:p14="http://schemas.microsoft.com/office/powerpoint/2010/main" val="4024050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12FCA-B707-1244-48E7-2F26338CA03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0FA24C-CC71-36CE-6596-0F6D1DB3AEB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F884570-2169-B1B6-736E-5EC6E630065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084D7F9-CBD2-9229-774B-D72B6EB6290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BFEB342-8BA3-71F5-D231-36B46BF3F0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600B739-2219-49E3-24F8-6DE19B9A0F0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1469B5D-A4D8-B80D-4B69-8A0A835E19D7}"/>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EDD2554-D710-B200-BC07-42CF4AFDCD18}"/>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D545DB9-8014-B7EB-67BE-A85B7F6A1A48}"/>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8463F75-A7FD-79BB-0DEC-894F2439EBE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80E4203E-3606-AC26-19F7-8604E45ADD1A}"/>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C34169F4-F7CC-BC62-787C-17279C5095A3}"/>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59C20C5E-AF8D-517E-1133-A0EABDB451F9}"/>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8664F98-A109-CD42-21E0-10FB5EC254F4}"/>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B8C89DDF-B392-4A30-2E4D-568E1CFC1D2E}"/>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A7C25DAB-DF45-394C-8E14-184A51083B8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A54523F5-D8DE-F72D-0DA2-AF05A6B53BD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6CC86CE7-9F93-BE35-C33E-4364CC2E2D48}"/>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4185B250-972B-9743-7D53-78299AFDE54B}"/>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8835F3F6-C3D3-D1BD-0236-28C86B64591A}"/>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B7577511-0FC8-93E6-419E-541A00E98B25}"/>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9B7F9138-D669-37F3-715E-7E90C8E41C6E}"/>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D847725-C592-F17D-5F92-FD8B2091CBED}"/>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FD9DDE7-F312-162B-530C-383A8B559EF6}"/>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807F7050-A87B-62A6-8DFF-3F5431EE9474}"/>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DE6411BA-7320-6368-CC3F-7D8AC1DB4763}"/>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B46CA2C-1CE7-B862-78D4-0CAB34C8B318}"/>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3E6164D1-9018-8DB8-C5AB-B88A2E7C8CEC}"/>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2C8D49AF-1EC8-1664-3B87-6B1820A1A3E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65A0C01-B20B-580E-85DC-4106E3F30BB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33840F6-C233-F3D2-4A43-9E340FBCA316}"/>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328321B-E642-2480-8363-11E67CA92380}"/>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D3F53DF2-9CCA-DEBB-C129-DC462DF4B38F}"/>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2359F082-1810-F11A-3D6B-32F4F75891BD}"/>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996028A3-6ADD-77BF-C56A-BEBAC975D85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C36A8FE-4606-A511-B718-62366F6D3184}"/>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3C90D061-6DDD-C859-0159-B5EB335E31FD}"/>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1FB18BC9-8255-897D-1659-995CE361503D}"/>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82FCF481-6D23-C067-5BD3-851C1E8AB80D}"/>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BF93501B-D63C-7BCE-A3BC-2CA697498697}"/>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5376695-6B84-D957-10C5-1FD990642415}"/>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3BB75587-0E0F-CD9C-2A3C-DAB17F257C56}"/>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AFD360A5-91C4-B4F5-F533-55DBC19CF57B}"/>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061A3D6C-C593-E292-E47E-4032D321B93F}"/>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98D4D4D-F0E7-EEF1-0552-16A8AC8A1FBD}"/>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D09D3B12-917D-5764-3B12-DAD427F0F4AC}"/>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855ECCC2-8043-373E-C35E-E118B2591664}"/>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18AF3161-01D1-444A-FC68-556DDB5F0893}"/>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491F4522-DC35-119D-8793-9E8B20F9F76F}"/>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8A5C1B10-DC6D-F65E-49EC-DD2981B8C0DE}"/>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ECE738FE-59A1-9A05-8743-09B9F37E88D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89BFE3D7-A47A-5835-1F42-F7C9F7B15465}"/>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F09BD9EE-79E4-7F59-5D29-DFF09A36D510}"/>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2F6F53CE-9F57-52B0-3DC3-D616D2392EFF}"/>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4D37BB60-D05C-94B9-A676-D45AD0A86114}"/>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DBE81B4B-2773-60D2-65FF-DDDF7EC8498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D19B5627-BEE5-A965-1F0E-8EC0BD9D72CA}"/>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28F57CB5-72BF-17D0-2BF4-47204F5FE49A}"/>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D0CF6155-961D-F5F1-B3A1-D65AB47A3D3C}"/>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8D30FBFA-9F42-99D7-F077-98ABC10BF8BF}"/>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CE0225D3-A3A6-0447-A766-F35606F9B0A3}"/>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5FF52A66-CDEB-1925-EBF9-D2ACC60785C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ABD7FF32-3662-4064-ACEE-21A435E4B76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9A949607-1345-72CB-D0CE-12C64FB25B69}"/>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B2EBFBD7-F63E-0539-F2B2-05A7E440B632}"/>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20CBE2D5-7B50-1EC9-3EF6-9D5CF2E161CE}"/>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03DE6F2D-F968-F0A6-D0DD-8BF60A344B66}"/>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0849C408-706A-B0C7-5EFD-1838C33C511C}"/>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B49938B2-CBEA-9790-A6F3-34C10958F63A}"/>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1B542618-987C-D486-BC53-A8FDFF496232}"/>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11209444-52B4-5DD1-2837-F2745A09C31D}"/>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02DA7BD2-816B-E624-D764-65B41DA901F3}"/>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C234D53F-1788-ECA1-AA5E-0DB5055B3D64}"/>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A5B84B3-B289-0B33-7E22-3617C879C22B}"/>
              </a:ext>
            </a:extLst>
          </p:cNvPr>
          <p:cNvSpPr txBox="1"/>
          <p:nvPr/>
        </p:nvSpPr>
        <p:spPr>
          <a:xfrm>
            <a:off x="5147734" y="4909484"/>
            <a:ext cx="570089" cy="230832"/>
          </a:xfrm>
          <a:prstGeom prst="rect">
            <a:avLst/>
          </a:prstGeom>
          <a:noFill/>
        </p:spPr>
        <p:txBody>
          <a:bodyPr wrap="square" rtlCol="0">
            <a:spAutoFit/>
          </a:bodyPr>
          <a:lstStyle/>
          <a:p>
            <a:pPr algn="ctr"/>
            <a:r>
              <a:rPr lang="en-US" sz="900" dirty="0"/>
              <a:t>42</a:t>
            </a:r>
          </a:p>
        </p:txBody>
      </p:sp>
      <p:sp>
        <p:nvSpPr>
          <p:cNvPr id="77" name="TextBox 76">
            <a:extLst>
              <a:ext uri="{FF2B5EF4-FFF2-40B4-BE49-F238E27FC236}">
                <a16:creationId xmlns:a16="http://schemas.microsoft.com/office/drawing/2014/main" id="{D7FF3333-FF85-D921-A150-5D4AD0733242}"/>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F446978C-9AEA-2EB1-31F0-2058EC000618}"/>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79" name="TextBox 78">
            <a:extLst>
              <a:ext uri="{FF2B5EF4-FFF2-40B4-BE49-F238E27FC236}">
                <a16:creationId xmlns:a16="http://schemas.microsoft.com/office/drawing/2014/main" id="{57A79719-75C9-876F-0DA1-4AD5E693ED39}"/>
              </a:ext>
            </a:extLst>
          </p:cNvPr>
          <p:cNvSpPr txBox="1"/>
          <p:nvPr/>
        </p:nvSpPr>
        <p:spPr>
          <a:xfrm>
            <a:off x="7157158" y="2404765"/>
            <a:ext cx="570089" cy="230832"/>
          </a:xfrm>
          <a:prstGeom prst="rect">
            <a:avLst/>
          </a:prstGeom>
          <a:noFill/>
        </p:spPr>
        <p:txBody>
          <a:bodyPr wrap="square" rtlCol="0">
            <a:spAutoFit/>
          </a:bodyPr>
          <a:lstStyle/>
          <a:p>
            <a:pPr algn="ctr"/>
            <a:r>
              <a:rPr lang="en-US" sz="900" dirty="0"/>
              <a:t>46</a:t>
            </a:r>
          </a:p>
        </p:txBody>
      </p:sp>
      <p:sp>
        <p:nvSpPr>
          <p:cNvPr id="84" name="TextBox 83">
            <a:extLst>
              <a:ext uri="{FF2B5EF4-FFF2-40B4-BE49-F238E27FC236}">
                <a16:creationId xmlns:a16="http://schemas.microsoft.com/office/drawing/2014/main" id="{57BC5AE4-8E0C-3301-4D46-A8F83CA486BB}"/>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09572663-95E0-3ABB-033D-561FF68EDB0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CEC10456-42CC-6956-7DD4-D70C78B089DF}"/>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3911EB72-CEFC-942B-6EE5-482D62274CA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978A40EB-34C0-E094-7A76-00477B8537D2}"/>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850664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84E3F-A10F-6C03-73FE-B103CA6FA33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B3A0F3-05C4-9531-158D-2AA875EFF2D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3E44A56-9728-4AF5-C9D7-FCAEDE324A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A322403-59CE-7614-93DE-494158E8004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195A0E8-446D-033B-7D8D-DF5B3DAF7EC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C6165CA-ABD7-5D6E-1F04-9A38F82CDC6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B8D327F-1E6F-BD5B-9F18-312A4882309D}"/>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FE4ED5DF-DF5A-F790-3500-DE4395224211}"/>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2D34917E-77F7-9634-D7FD-2A7662B02555}"/>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83DE596F-7A88-2930-E066-AC630C68EC2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89C8DCCC-A868-1DDA-2D0E-F024FF36A961}"/>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E6B89A4-BE03-B5B4-7228-2F2FFEF200B5}"/>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C5038EC6-BB96-519E-2B21-7BB55D94567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DD62FDC-D843-9BDE-B171-366C2DEBA75D}"/>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038B068-2D71-E0D4-9AC6-B31D3352CBC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24BE3B2-E2C8-3AD1-A11C-108CFA6D8E0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E82F6646-C955-0003-E410-B39F3F2A069D}"/>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0F79A28-614F-2591-361D-8C287F8EF8E5}"/>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066B10B4-F7F6-F455-6588-AE5F71A6CCAB}"/>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B225D08E-1B8E-91B6-AA32-E8DE65CC82A2}"/>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CA29BD34-E76E-E6D8-40BF-5473C01AC126}"/>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607EA2DC-E04C-0767-1D2D-E911CACBF065}"/>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E2CC0EE-4F53-39BF-A184-0070DF23EFF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2A1DD30-98FE-DC0D-E364-529CF865461F}"/>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83A81EC-8C19-8035-2F56-980E6B888E50}"/>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4BE56D23-EDDA-B34E-A69B-D7952607A5E1}"/>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2B6EDBCF-0C20-FC94-16C5-B90249FB630C}"/>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8AF02280-0A9A-F8BD-530D-62DA3DC68E76}"/>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5C8F6B2-FA0F-9576-3640-C3A8D047760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51589DB-A176-448E-0E57-B39CDCDEE7E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E50CBBE-DE06-D657-0E9A-E4B94BD9813A}"/>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561170D-DF5E-240B-7B4A-D2B6356370F6}"/>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9216CB7-EA60-E976-0939-DD069303B55A}"/>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6550A408-45D5-EB74-AFB0-5111E0C2A536}"/>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262F9282-F116-0D14-CAF1-D53EAC85B226}"/>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7234856A-FF42-1E5E-48F4-7F6D2433CA4F}"/>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3CE8A72-A337-9885-C66B-D1B4FCEB0602}"/>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2DB8D11B-32F5-D2C8-3C5D-1C8B691BDC4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82E8001C-C0E7-7C8F-D57C-3373DB514C30}"/>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F1A78CAB-8BD0-4A47-525B-2EA043DD021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4CB509AF-8ED0-FD62-6BF8-D1BEA0423238}"/>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8707EE84-F119-6DFD-06CB-D146DF78A8E3}"/>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8EBF858-F281-3250-8141-5F7035B1CDE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50BE1C2F-932C-26DE-2A54-DAB69C51C5BC}"/>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9DCA9658-3556-F95C-9DEF-746D005847A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7077EB38-4643-2ACA-B1E7-2CC0D3A5758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58C2AF98-F329-2112-7BB4-A85437D52A44}"/>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AF33185E-DA42-38A6-8B11-B8A13BAECF40}"/>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5539A81C-0368-0E2C-9D9C-7AD933F0EECA}"/>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A17F2958-F536-8A6D-EC9D-9A8295BF7D38}"/>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AAB025ED-0C39-1F44-8808-C87DEF819FE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15E9F4BD-3620-4703-ED1A-89F7EF957BB6}"/>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0E30419A-C3F0-B5C0-A485-73834BF44B74}"/>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9581A3EB-64DD-BC31-3E9E-AB79C9B093AB}"/>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6DC257CF-D0F2-AA11-2A38-0C3BED1E90A0}"/>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82BEEBC8-C98F-A839-6A39-5D77C6F984DF}"/>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1B3AB5E0-2CCA-CBA6-2B02-45255C7A9E76}"/>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1D256BC9-2102-F712-FFEC-7B4AAF4E3ED3}"/>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D3740F4D-A249-FE2C-77E7-2F4A2DFC294B}"/>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F46BF479-30FB-9CD0-824E-2C53C9671BCC}"/>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61A519C7-E7E7-D3EA-62FB-1B315896A68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E0810763-9931-F5D6-7325-D2771D2FC4F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8E46947-69B9-80F2-8ADD-21EB050B42D5}"/>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E830144B-951F-3197-6937-BE310ACD09E4}"/>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F3BE1043-1619-9913-8203-ECBD4DF11C02}"/>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06D4A578-3F95-FCD4-8A23-EF379247FD3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95D91C95-61A8-9D43-0792-486443C6629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2684A023-3EE0-87FB-5296-42FD2ABB1DB0}"/>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6725B62C-C68A-1E20-2AD1-C1914610491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DA872943-F4EF-7591-3311-C1ABC5A3CC5F}"/>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3A592B76-832D-E4AC-7CA0-748FCC9B360E}"/>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29CB5D7F-566E-4417-1EA1-4E8199C85D2E}"/>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89E8EFF3-F58F-4C31-137F-CF67D8A90B74}"/>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50EFAC1C-6B23-CA6A-8423-36ACF620A1C6}"/>
              </a:ext>
            </a:extLst>
          </p:cNvPr>
          <p:cNvSpPr txBox="1"/>
          <p:nvPr/>
        </p:nvSpPr>
        <p:spPr>
          <a:xfrm>
            <a:off x="5147734" y="4909484"/>
            <a:ext cx="570089" cy="230832"/>
          </a:xfrm>
          <a:prstGeom prst="rect">
            <a:avLst/>
          </a:prstGeom>
          <a:noFill/>
        </p:spPr>
        <p:txBody>
          <a:bodyPr wrap="square" rtlCol="0">
            <a:spAutoFit/>
          </a:bodyPr>
          <a:lstStyle/>
          <a:p>
            <a:pPr algn="ctr"/>
            <a:r>
              <a:rPr lang="en-US" sz="900" dirty="0"/>
              <a:t>42</a:t>
            </a:r>
          </a:p>
        </p:txBody>
      </p:sp>
      <p:sp>
        <p:nvSpPr>
          <p:cNvPr id="77" name="TextBox 76">
            <a:extLst>
              <a:ext uri="{FF2B5EF4-FFF2-40B4-BE49-F238E27FC236}">
                <a16:creationId xmlns:a16="http://schemas.microsoft.com/office/drawing/2014/main" id="{14924CD7-7383-E007-1304-2BA7FA593FE2}"/>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450D3DB1-2D69-D051-D4C3-23A5E6417BD6}"/>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7CBC2223-2EDC-4C8B-07A8-4D900EFEA07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6E9055D8-6FB5-84E6-50A8-4D3DF61E99E5}"/>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74A5AF0D-AD75-0440-9C51-2E725DEBC90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6A019237-BF9D-C84F-65EF-D4C8489EB44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5B2FFCEB-D723-ADE4-5264-D908D0AE1A3C}"/>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4" name="TextBox 43">
            <a:extLst>
              <a:ext uri="{FF2B5EF4-FFF2-40B4-BE49-F238E27FC236}">
                <a16:creationId xmlns:a16="http://schemas.microsoft.com/office/drawing/2014/main" id="{54BA9559-06B5-EDBA-435B-9F8C66B29CAD}"/>
              </a:ext>
            </a:extLst>
          </p:cNvPr>
          <p:cNvSpPr txBox="1"/>
          <p:nvPr/>
        </p:nvSpPr>
        <p:spPr>
          <a:xfrm>
            <a:off x="7213604" y="223122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079582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8B2F4-4F6E-C5F4-F2CA-5208879AA0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1ABDBA-1111-E2D6-0CB2-BE1AFB0B108C}"/>
              </a:ext>
            </a:extLst>
          </p:cNvPr>
          <p:cNvSpPr>
            <a:spLocks noGrp="1"/>
          </p:cNvSpPr>
          <p:nvPr>
            <p:ph sz="half" idx="1"/>
          </p:nvPr>
        </p:nvSpPr>
        <p:spPr/>
        <p:txBody>
          <a:bodyPr>
            <a:normAutofit/>
          </a:bodyPr>
          <a:lstStyle/>
          <a:p>
            <a:r>
              <a:rPr lang="en-US" dirty="0"/>
              <a:t>Complete Columns 7–9.</a:t>
            </a:r>
          </a:p>
        </p:txBody>
      </p:sp>
      <p:pic>
        <p:nvPicPr>
          <p:cNvPr id="4" name="Picture 3" descr="A grid of sudoku puzzle&#10;&#10;Description automatically generated">
            <a:extLst>
              <a:ext uri="{FF2B5EF4-FFF2-40B4-BE49-F238E27FC236}">
                <a16:creationId xmlns:a16="http://schemas.microsoft.com/office/drawing/2014/main" id="{B0B44EBB-1C55-CC9B-52EB-BF0F898F046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4A3AE2E-D37C-9C35-E09F-5103DAE2D66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C2BC737-E118-A492-9135-34F3E679DFA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FEC1671-E2FC-1A53-4D7B-3829D25FF0D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0D4DFF7-BF7E-FF81-41D5-0E7F708F2A1D}"/>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4E36AAF-0AB5-F855-7413-5333A27DD29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180A7B69-20A7-BDD0-D41D-22E047C9D54A}"/>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9980B011-5E37-7696-FADD-398DFA95C26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1B028E51-7389-C491-6943-00DA27CF1C31}"/>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EC0B455-0E55-87FE-E577-0CE15290626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C62897E1-5362-7C62-7614-60C92BAF95C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D554F3D-E059-72E0-6425-3F37F04E51AF}"/>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874AB6E-1EB7-4B7A-A85C-0D6EF76AAC6D}"/>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D170493F-EFA1-FE91-885A-3B7A11DCD29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9EB88F3B-A703-6627-CFD4-974915F7CCB3}"/>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3C47FBCF-BA5C-44E2-C42E-172BBE896123}"/>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A65F8EFE-4E87-CAA4-A5FC-934CE46721D1}"/>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A844632F-965E-DE76-E654-ED1D542F5305}"/>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933559C-E29A-5074-B3B8-FF40CF7472C8}"/>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C4BF139E-820C-B68D-126A-5E9E7757567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098E9391-79ED-D98F-F752-F7DC1FB8534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8BA14AE-BFEA-32E3-E9EC-D4268EF2CD0C}"/>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282E64AE-8BF2-0AE9-B864-BDE9387DD6C4}"/>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43947E75-9C8F-8CD2-ABD8-563C80AE8486}"/>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4CB071E-C2DA-50B8-4868-3C9DBBE923D1}"/>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F1C634BF-4DEB-8B21-CFEC-6FC1807A3153}"/>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51C7C51-3C68-23D2-D916-1B1E5B09050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5C92ABF-F916-58CA-D165-C825684D77B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B515415-83A6-B516-8507-075D49FEC656}"/>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7D4B270E-56EF-7A77-9905-87FB57D16A9A}"/>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73A90DD-F9D9-4411-75AD-45F7C350BDAD}"/>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134B3BB2-4C5B-6041-B833-EF2082B5E766}"/>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B8FF684E-91AC-60D4-314A-3A9DD31508A6}"/>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239CEE5-B9B4-E971-5702-7CAE366D2228}"/>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91174332-219A-2194-E6E0-6FA8B9B6DC20}"/>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FE55FCA6-B056-1B96-DB7E-D0C003BEC6EB}"/>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D050C1CC-492A-E4A3-DE4E-B5C224E392B9}"/>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0" name="TextBox 49">
            <a:extLst>
              <a:ext uri="{FF2B5EF4-FFF2-40B4-BE49-F238E27FC236}">
                <a16:creationId xmlns:a16="http://schemas.microsoft.com/office/drawing/2014/main" id="{7F24B3CE-DCDC-51B7-28B3-57E75E6F88E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7F10B4C6-4863-0CFB-D51D-66131F8680FF}"/>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F8EA1FF6-C465-9575-1F4A-683F740A4CC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E624E3AA-13DE-F0AF-D82E-13F1015F41B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F2A01746-4C38-6123-7960-B52D9C70D2F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3073F11-0E39-4C93-4703-34B5DA81F8C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95F90C5B-A160-D033-598F-130E8003222C}"/>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0A106FE9-ED2E-70B3-46A6-0926F28B60B0}"/>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DC9B4B3E-D9BA-6547-5841-B0CC73E6E2C2}"/>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CD2D0974-6B57-FF9E-83FD-D0D578458EC5}"/>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767B84C0-8BD5-BF3F-EEB1-965E3294E3C9}"/>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B111F941-4003-AB78-1A1E-65044089B9A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3FB8C0E9-1D3B-5CF5-8667-07A1BF00B4FC}"/>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A4987D39-A738-4C18-422F-79C53456DEA1}"/>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1C3C2122-5A92-5A54-54ED-3B77A961D50B}"/>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D9033EF0-007B-719E-3240-44DAA66A598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E2796D2-7FAC-2C77-7727-A591C46E2565}"/>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229C6C3A-C7CE-1351-BE3C-24386172CBA8}"/>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7774CA14-FCA4-166A-49E8-EF9830D819ED}"/>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4311C290-F72E-41EB-934E-6E6A84906EC5}"/>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437C45B9-BD02-DE59-2344-F1BE15585882}"/>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81C19653-981B-F71C-78BF-2A63809DDE4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0947761A-FD37-C619-F29B-CC769F9833E8}"/>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588E58F-3EB7-EF6C-89A0-BAE47083DB0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6A4B1878-9474-316B-C1B6-5636346EEA79}"/>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1C5B3CC9-AEC6-1829-6250-905D18E098D3}"/>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C8D1EFF6-1624-21AC-F003-C2968779478F}"/>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957056CF-8F6C-52DE-DB46-21ECD2817A0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9AB34658-0ED1-5D68-121C-1430C838D6ED}"/>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EF27ABB8-37D9-E241-AEAC-2211C53D115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6DE2B04E-F684-5D71-0727-239F384BEE69}"/>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52F58FC0-940B-B209-5298-14EF7627EB62}"/>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FFA23620-A796-5370-1AC7-05A41B1753A4}"/>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B7DBF95F-7254-557D-B0AF-6AEC4C2A99EF}"/>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625099D8-C2FD-CCDC-C2F4-4A62E09AB0C5}"/>
              </a:ext>
            </a:extLst>
          </p:cNvPr>
          <p:cNvSpPr txBox="1"/>
          <p:nvPr/>
        </p:nvSpPr>
        <p:spPr>
          <a:xfrm>
            <a:off x="5147734" y="4909484"/>
            <a:ext cx="570089" cy="230832"/>
          </a:xfrm>
          <a:prstGeom prst="rect">
            <a:avLst/>
          </a:prstGeom>
          <a:noFill/>
        </p:spPr>
        <p:txBody>
          <a:bodyPr wrap="square" rtlCol="0">
            <a:spAutoFit/>
          </a:bodyPr>
          <a:lstStyle/>
          <a:p>
            <a:pPr algn="ctr"/>
            <a:r>
              <a:rPr lang="en-US" sz="900" dirty="0"/>
              <a:t>42</a:t>
            </a:r>
          </a:p>
        </p:txBody>
      </p:sp>
      <p:sp>
        <p:nvSpPr>
          <p:cNvPr id="77" name="TextBox 76">
            <a:extLst>
              <a:ext uri="{FF2B5EF4-FFF2-40B4-BE49-F238E27FC236}">
                <a16:creationId xmlns:a16="http://schemas.microsoft.com/office/drawing/2014/main" id="{8070DED8-C4CE-74C0-ED61-9B133BDCFA50}"/>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BDC650A9-5867-FCB2-9BB0-1D9F409C3526}"/>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EEA00F94-C671-F08C-8180-8D61FA901C7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8E77505C-0114-B7C0-35D7-A392D493AB3F}"/>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4929BC3C-2417-8F36-4652-7B013CE8A5C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252CE783-F78C-E34F-512B-BA38AC59F56A}"/>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C26A01C2-65C5-3D86-6AE6-784F51494D46}"/>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4" name="TextBox 43">
            <a:extLst>
              <a:ext uri="{FF2B5EF4-FFF2-40B4-BE49-F238E27FC236}">
                <a16:creationId xmlns:a16="http://schemas.microsoft.com/office/drawing/2014/main" id="{BE6CFCB5-2FCC-D2D6-F24C-5DE8BF0992A3}"/>
              </a:ext>
            </a:extLst>
          </p:cNvPr>
          <p:cNvSpPr txBox="1"/>
          <p:nvPr/>
        </p:nvSpPr>
        <p:spPr>
          <a:xfrm>
            <a:off x="7213604" y="223122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4B48DE78-BF6D-745B-79CE-31CEA5183F5D}"/>
              </a:ext>
            </a:extLst>
          </p:cNvPr>
          <p:cNvSpPr txBox="1"/>
          <p:nvPr/>
        </p:nvSpPr>
        <p:spPr>
          <a:xfrm>
            <a:off x="6654802" y="4408541"/>
            <a:ext cx="570089" cy="230832"/>
          </a:xfrm>
          <a:prstGeom prst="rect">
            <a:avLst/>
          </a:prstGeom>
          <a:noFill/>
        </p:spPr>
        <p:txBody>
          <a:bodyPr wrap="square" rtlCol="0">
            <a:spAutoFit/>
          </a:bodyPr>
          <a:lstStyle/>
          <a:p>
            <a:pPr algn="ctr"/>
            <a:r>
              <a:rPr lang="en-US" sz="900" dirty="0"/>
              <a:t>68</a:t>
            </a:r>
          </a:p>
        </p:txBody>
      </p:sp>
      <p:sp>
        <p:nvSpPr>
          <p:cNvPr id="79" name="TextBox 78">
            <a:extLst>
              <a:ext uri="{FF2B5EF4-FFF2-40B4-BE49-F238E27FC236}">
                <a16:creationId xmlns:a16="http://schemas.microsoft.com/office/drawing/2014/main" id="{7125AED0-1DD9-548F-3E1B-6EBFF8DAAA9B}"/>
              </a:ext>
            </a:extLst>
          </p:cNvPr>
          <p:cNvSpPr txBox="1"/>
          <p:nvPr/>
        </p:nvSpPr>
        <p:spPr>
          <a:xfrm>
            <a:off x="7157158" y="4408541"/>
            <a:ext cx="570089" cy="230832"/>
          </a:xfrm>
          <a:prstGeom prst="rect">
            <a:avLst/>
          </a:prstGeom>
          <a:noFill/>
        </p:spPr>
        <p:txBody>
          <a:bodyPr wrap="square" rtlCol="0">
            <a:spAutoFit/>
          </a:bodyPr>
          <a:lstStyle/>
          <a:p>
            <a:pPr algn="ctr"/>
            <a:r>
              <a:rPr lang="en-US" sz="900" dirty="0"/>
              <a:t>79</a:t>
            </a:r>
          </a:p>
        </p:txBody>
      </p:sp>
      <p:sp>
        <p:nvSpPr>
          <p:cNvPr id="80" name="TextBox 79">
            <a:extLst>
              <a:ext uri="{FF2B5EF4-FFF2-40B4-BE49-F238E27FC236}">
                <a16:creationId xmlns:a16="http://schemas.microsoft.com/office/drawing/2014/main" id="{5B3C91D1-2CB9-0230-F691-3E7CD76740C6}"/>
              </a:ext>
            </a:extLst>
          </p:cNvPr>
          <p:cNvSpPr txBox="1"/>
          <p:nvPr/>
        </p:nvSpPr>
        <p:spPr>
          <a:xfrm>
            <a:off x="6152446" y="4909484"/>
            <a:ext cx="570089" cy="230832"/>
          </a:xfrm>
          <a:prstGeom prst="rect">
            <a:avLst/>
          </a:prstGeom>
          <a:noFill/>
        </p:spPr>
        <p:txBody>
          <a:bodyPr wrap="square" rtlCol="0">
            <a:spAutoFit/>
          </a:bodyPr>
          <a:lstStyle/>
          <a:p>
            <a:pPr algn="ctr"/>
            <a:r>
              <a:rPr lang="en-US" sz="900" dirty="0"/>
              <a:t>54</a:t>
            </a:r>
          </a:p>
        </p:txBody>
      </p:sp>
      <p:sp>
        <p:nvSpPr>
          <p:cNvPr id="85" name="TextBox 84">
            <a:extLst>
              <a:ext uri="{FF2B5EF4-FFF2-40B4-BE49-F238E27FC236}">
                <a16:creationId xmlns:a16="http://schemas.microsoft.com/office/drawing/2014/main" id="{C4A4799A-2F5F-FDD3-DDA6-3B5A03C79CFB}"/>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87" name="TextBox 86">
            <a:extLst>
              <a:ext uri="{FF2B5EF4-FFF2-40B4-BE49-F238E27FC236}">
                <a16:creationId xmlns:a16="http://schemas.microsoft.com/office/drawing/2014/main" id="{8D3FC895-3AC2-10B8-F599-F945F23A5DAD}"/>
              </a:ext>
            </a:extLst>
          </p:cNvPr>
          <p:cNvSpPr txBox="1"/>
          <p:nvPr/>
        </p:nvSpPr>
        <p:spPr>
          <a:xfrm>
            <a:off x="7157158" y="4909484"/>
            <a:ext cx="570089" cy="230832"/>
          </a:xfrm>
          <a:prstGeom prst="rect">
            <a:avLst/>
          </a:prstGeom>
          <a:noFill/>
        </p:spPr>
        <p:txBody>
          <a:bodyPr wrap="square" rtlCol="0">
            <a:spAutoFit/>
          </a:bodyPr>
          <a:lstStyle/>
          <a:p>
            <a:pPr algn="ctr"/>
            <a:r>
              <a:rPr lang="en-US" sz="900" dirty="0"/>
              <a:t>97</a:t>
            </a:r>
          </a:p>
        </p:txBody>
      </p:sp>
    </p:spTree>
    <p:extLst>
      <p:ext uri="{BB962C8B-B14F-4D97-AF65-F5344CB8AC3E}">
        <p14:creationId xmlns:p14="http://schemas.microsoft.com/office/powerpoint/2010/main" val="1881560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4FFF-4253-544C-9F5E-2A3B2DD690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88BA95-AFE6-C127-A15A-05BFF91A54E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697D202-D466-0D04-65AA-18331C94801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F0459F8-A090-96CA-E1D2-FAB768DF185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9BD14C1-F07B-C251-F435-45E7F268CB6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BDC1AD4-6479-2822-C3FF-879F7E8CABF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3F0344C-57FF-4084-00CA-6FBB66198C77}"/>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A26D8203-E53D-6012-87CB-F6BB56086060}"/>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6366FCD-A461-D829-A04C-EAD4A3DD02FE}"/>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EDDA6DFC-0C69-53DE-63B7-A32D38B9D800}"/>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A7959797-F910-5D40-472D-F4440341C98C}"/>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5FDE1640-6AE2-BB89-847F-B4C6DB3DF1A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64AF4B3-B05F-A770-2A86-9BA66719DE1A}"/>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7F80D75-02D9-E619-1848-5615C445AFD1}"/>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33EDEE35-07EE-643B-2081-1BCED3CB085D}"/>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F50C80EC-D9E1-D60E-797D-DDD2D211D05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0D35EBCD-FA7A-3562-55C5-063F44E4230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4E004AF-D381-1B03-6864-7B61A2FF06E9}"/>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44DF2DA0-7040-58A5-19DD-8A1AC6B29D2A}"/>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83F09518-0CC9-1B01-2AE3-C07252734EFD}"/>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551464D3-9068-D777-2C3C-BB1FEEB02147}"/>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1378EEE7-9661-25EB-ACD9-4E3595ACBB22}"/>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B773C21-52ED-B995-310A-A5B18A2762DD}"/>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B7B7AE2-8823-C8DE-C9BA-D61E153F63A4}"/>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BE0A49D-0EE4-51FC-150B-4AAAC9A9DF58}"/>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ECDDB1A6-69EB-655C-C0D1-57944B8DB38D}"/>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2547D19E-843B-7E70-62E7-FEC74BD86C64}"/>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094A8050-E937-D9A9-A094-1C2EF6F58C0A}"/>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E37EC21-17B7-3EA1-9816-918F5F3E63F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CD2EE38B-192B-DA55-AF79-02477468B5E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85A5769-80FB-D0E9-BC81-7581AEE36119}"/>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7C86C6F-53D7-7FA3-CA16-29FC77573449}"/>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61FC7198-098F-3713-F5F6-AAD13427874B}"/>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8A693049-5110-9942-6A3D-A86D94DA9AB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213CC71-1E4F-B1DA-1C33-134974A2542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CD5F004-F4F1-FCA2-54B6-7784DAC54E08}"/>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0335DE62-3155-B03F-E995-A73229A3696C}"/>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2900AC42-C9F5-0835-434B-72CAC9C4086F}"/>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1240516C-AF57-31FF-346D-C67485685AC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C67C2DE-48E8-7766-1DC9-806D97AE7006}"/>
              </a:ext>
            </a:extLst>
          </p:cNvPr>
          <p:cNvSpPr txBox="1"/>
          <p:nvPr/>
        </p:nvSpPr>
        <p:spPr>
          <a:xfrm>
            <a:off x="5147734" y="4408541"/>
            <a:ext cx="570089" cy="230832"/>
          </a:xfrm>
          <a:prstGeom prst="rect">
            <a:avLst/>
          </a:prstGeom>
          <a:noFill/>
        </p:spPr>
        <p:txBody>
          <a:bodyPr wrap="square" rtlCol="0">
            <a:spAutoFit/>
          </a:bodyPr>
          <a:lstStyle/>
          <a:p>
            <a:pPr algn="ctr"/>
            <a:r>
              <a:rPr lang="en-US" sz="900" dirty="0"/>
              <a:t>24</a:t>
            </a:r>
          </a:p>
        </p:txBody>
      </p:sp>
      <p:sp>
        <p:nvSpPr>
          <p:cNvPr id="57" name="TextBox 56">
            <a:extLst>
              <a:ext uri="{FF2B5EF4-FFF2-40B4-BE49-F238E27FC236}">
                <a16:creationId xmlns:a16="http://schemas.microsoft.com/office/drawing/2014/main" id="{704066E6-B92F-2D15-0DEA-CEFC841BA3A8}"/>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D9F05CD2-8E1B-1F92-C06D-BA89AAD733D2}"/>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9A73B351-A567-4FEF-E46C-ED4116331E5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8AB78CA-0CD5-5AC1-817D-5EF61A4C2F7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64F78C01-5BCE-A385-0817-B223916AD911}"/>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23F45FB4-C4B0-E771-5E9F-02E75C0E535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A146F724-B036-06FD-529D-E508DBBCCBFF}"/>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7D3303BA-BD46-E8F2-09EA-C01E3B710652}"/>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0C1B60B1-5861-0C67-D84A-67B44FDF8DB9}"/>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07862A26-FB14-8F9F-B7DB-24ACC974524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3A9826FC-CF70-7E01-284C-435D89EF34FA}"/>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3ED1E237-485E-3DFB-05F8-A037B0FA66B7}"/>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1AB885CA-9B09-0424-B0E1-DA052F2308F6}"/>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D974FA1D-ED02-79CA-B470-20A797A8C5AE}"/>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FAA2D4DB-4029-791A-93F2-60C2BED7376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7C251D27-5AD7-D5A7-1A46-90E83101CFD5}"/>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67658A80-9B39-1F88-7C19-480A36274E45}"/>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7F0A14AF-D328-61F6-3F39-3D899E59BED8}"/>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2E79A35A-F13C-53C2-F439-BE03CB0CB9FB}"/>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DDC2105B-C1C2-97F4-9AE4-28BFA7FF1C5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724C41E2-3334-9FDA-D438-D55B054F8CB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92B4D5C4-6DFD-E2A5-DD8D-5F5985664045}"/>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8804922A-FA9D-87A1-C309-67638E694B8B}"/>
              </a:ext>
            </a:extLst>
          </p:cNvPr>
          <p:cNvSpPr txBox="1"/>
          <p:nvPr/>
        </p:nvSpPr>
        <p:spPr>
          <a:xfrm>
            <a:off x="3138310" y="4408541"/>
            <a:ext cx="570089" cy="230832"/>
          </a:xfrm>
          <a:prstGeom prst="rect">
            <a:avLst/>
          </a:prstGeom>
          <a:noFill/>
        </p:spPr>
        <p:txBody>
          <a:bodyPr wrap="square" rtlCol="0">
            <a:spAutoFit/>
          </a:bodyPr>
          <a:lstStyle/>
          <a:p>
            <a:pPr algn="ctr"/>
            <a:r>
              <a:rPr lang="en-US" sz="900" dirty="0"/>
              <a:t>92</a:t>
            </a:r>
          </a:p>
        </p:txBody>
      </p:sp>
      <p:sp>
        <p:nvSpPr>
          <p:cNvPr id="67" name="TextBox 66">
            <a:extLst>
              <a:ext uri="{FF2B5EF4-FFF2-40B4-BE49-F238E27FC236}">
                <a16:creationId xmlns:a16="http://schemas.microsoft.com/office/drawing/2014/main" id="{BFE832A6-16B4-C005-B005-BC43A39B581B}"/>
              </a:ext>
            </a:extLst>
          </p:cNvPr>
          <p:cNvSpPr txBox="1"/>
          <p:nvPr/>
        </p:nvSpPr>
        <p:spPr>
          <a:xfrm>
            <a:off x="3138310" y="4909484"/>
            <a:ext cx="570089" cy="230832"/>
          </a:xfrm>
          <a:prstGeom prst="rect">
            <a:avLst/>
          </a:prstGeom>
          <a:noFill/>
        </p:spPr>
        <p:txBody>
          <a:bodyPr wrap="square" rtlCol="0">
            <a:spAutoFit/>
          </a:bodyPr>
          <a:lstStyle/>
          <a:p>
            <a:pPr algn="ctr"/>
            <a:r>
              <a:rPr lang="en-US" sz="900" dirty="0"/>
              <a:t>29</a:t>
            </a:r>
          </a:p>
        </p:txBody>
      </p:sp>
      <p:sp>
        <p:nvSpPr>
          <p:cNvPr id="71" name="TextBox 70">
            <a:extLst>
              <a:ext uri="{FF2B5EF4-FFF2-40B4-BE49-F238E27FC236}">
                <a16:creationId xmlns:a16="http://schemas.microsoft.com/office/drawing/2014/main" id="{2D41C83A-CF2A-61C9-8622-079EC051483C}"/>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779C3598-90B1-FC00-5D51-0FA7D2F0F194}"/>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76E76189-892D-932D-2626-FB103E48DB97}"/>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085FA426-2934-12D1-F479-588FB38A61B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021350F3-D541-883D-8F62-4BE3BB9B44FA}"/>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58446347-466B-BD9D-655E-421FFF830609}"/>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A05D569E-7D01-E392-4155-AC569CC875C1}"/>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3B389074-E85E-8A84-E9D4-1F123F64483D}"/>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AEACF541-2A06-DA59-093E-EC1BF6C8AD63}"/>
              </a:ext>
            </a:extLst>
          </p:cNvPr>
          <p:cNvSpPr txBox="1"/>
          <p:nvPr/>
        </p:nvSpPr>
        <p:spPr>
          <a:xfrm>
            <a:off x="5147734" y="4909484"/>
            <a:ext cx="570089" cy="230832"/>
          </a:xfrm>
          <a:prstGeom prst="rect">
            <a:avLst/>
          </a:prstGeom>
          <a:noFill/>
        </p:spPr>
        <p:txBody>
          <a:bodyPr wrap="square" rtlCol="0">
            <a:spAutoFit/>
          </a:bodyPr>
          <a:lstStyle/>
          <a:p>
            <a:pPr algn="ctr"/>
            <a:r>
              <a:rPr lang="en-US" sz="900" dirty="0"/>
              <a:t>42</a:t>
            </a:r>
          </a:p>
        </p:txBody>
      </p:sp>
      <p:sp>
        <p:nvSpPr>
          <p:cNvPr id="77" name="TextBox 76">
            <a:extLst>
              <a:ext uri="{FF2B5EF4-FFF2-40B4-BE49-F238E27FC236}">
                <a16:creationId xmlns:a16="http://schemas.microsoft.com/office/drawing/2014/main" id="{B27218B7-58AE-2D9E-B6CE-8D2A53959CBE}"/>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49823CA7-11A9-FD62-67AA-A613B5EF87C8}"/>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9E136DAB-3A71-B676-4839-991D4C562E04}"/>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B5AD4610-BA7B-8D92-EA29-6917CA17DDAC}"/>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DD041D1A-B28D-DE1F-9BC1-0DA5556FE40E}"/>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9CDF11F0-863B-2F29-33DC-2D2FFDF7EB76}"/>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01780300-9B70-5333-47DD-7625E3A8C683}"/>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4" name="TextBox 43">
            <a:extLst>
              <a:ext uri="{FF2B5EF4-FFF2-40B4-BE49-F238E27FC236}">
                <a16:creationId xmlns:a16="http://schemas.microsoft.com/office/drawing/2014/main" id="{62ACA0C4-5B57-917D-BE38-F1587AFC842F}"/>
              </a:ext>
            </a:extLst>
          </p:cNvPr>
          <p:cNvSpPr txBox="1"/>
          <p:nvPr/>
        </p:nvSpPr>
        <p:spPr>
          <a:xfrm>
            <a:off x="7213604" y="2231221"/>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34D4575B-3267-D3CE-C28F-6A0373D751B1}"/>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89" name="TextBox 88">
            <a:extLst>
              <a:ext uri="{FF2B5EF4-FFF2-40B4-BE49-F238E27FC236}">
                <a16:creationId xmlns:a16="http://schemas.microsoft.com/office/drawing/2014/main" id="{6A1F096E-C5FB-9342-DEF4-BA4BD8247A04}"/>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90" name="TextBox 89">
            <a:extLst>
              <a:ext uri="{FF2B5EF4-FFF2-40B4-BE49-F238E27FC236}">
                <a16:creationId xmlns:a16="http://schemas.microsoft.com/office/drawing/2014/main" id="{DC9DDE32-ACAD-176C-32D8-C14DF15E4556}"/>
              </a:ext>
            </a:extLst>
          </p:cNvPr>
          <p:cNvSpPr txBox="1"/>
          <p:nvPr/>
        </p:nvSpPr>
        <p:spPr>
          <a:xfrm>
            <a:off x="7213604" y="4244561"/>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D723BCE9-C80F-B56C-2F3C-F98B53660947}"/>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92" name="TextBox 91">
            <a:extLst>
              <a:ext uri="{FF2B5EF4-FFF2-40B4-BE49-F238E27FC236}">
                <a16:creationId xmlns:a16="http://schemas.microsoft.com/office/drawing/2014/main" id="{8856CC5F-6F9A-A8A1-2D99-12B7F6DECEF7}"/>
              </a:ext>
            </a:extLst>
          </p:cNvPr>
          <p:cNvSpPr txBox="1"/>
          <p:nvPr/>
        </p:nvSpPr>
        <p:spPr>
          <a:xfrm>
            <a:off x="6714071" y="4747898"/>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E1DCCDBC-D289-AC32-1667-55BB892997B5}"/>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520079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213B-6245-FCEF-B91B-1298E0C6EB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6C82C4-D9F7-0280-C3D8-FE674CAFAD4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F250048-C681-8883-8407-BE6D5A043E1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20D40AA-2E53-36BC-6A13-54E2F230F1A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585C52C-84E0-14BA-5922-6C5C8369B30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A3F4835-0554-E557-2DBD-11D707BD585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CFFB48-E298-CAB4-043B-FA3559663C23}"/>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4FEA9AC9-A967-5939-B9FD-8148732B4F50}"/>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0F7E1158-EE57-E9F0-F04A-5862C0F9F433}"/>
              </a:ext>
            </a:extLst>
          </p:cNvPr>
          <p:cNvSpPr txBox="1"/>
          <p:nvPr/>
        </p:nvSpPr>
        <p:spPr>
          <a:xfrm>
            <a:off x="4715935" y="721216"/>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34005C8-54A1-3B27-C238-D3BF71560E2F}"/>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E4A7C86E-0182-ADF9-F616-42CB2EF62DB3}"/>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ABD7890-F8EF-2754-A59F-79A7FCFF50C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0B802B6-E8BA-B92D-35FF-F3E53AE9D85B}"/>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B251A19-06F6-398E-0488-238EC64669FB}"/>
              </a:ext>
            </a:extLst>
          </p:cNvPr>
          <p:cNvSpPr txBox="1"/>
          <p:nvPr/>
        </p:nvSpPr>
        <p:spPr>
          <a:xfrm>
            <a:off x="3217333" y="223122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975ED79-2B22-F7C3-AF19-74C3EC26F28C}"/>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FC881C67-FA56-4164-B640-C5151C011C8B}"/>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C0427A6E-1662-16D5-84B8-72B7421AA7B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E15EAC31-D708-3EEC-4096-3963B0573289}"/>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3A4939AB-3E98-97B6-C48A-FAA3FB9321F6}"/>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40A87094-C7CA-4342-A76F-105C3F69C397}"/>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0B9DC7E6-0012-4395-1779-D22D491D0A49}"/>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824AE2C8-B9CD-07FE-64F0-3AC02758127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095D7C4-3DDA-7AFD-1E07-5502D1F78A6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A5AE6D0-F2E6-ECBF-015E-15036E99AD04}"/>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F6B8343E-F4EB-E4FA-0464-06C7EA0B7062}"/>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1C501938-B2A0-6ED9-9BD5-360E299CD305}"/>
              </a:ext>
            </a:extLst>
          </p:cNvPr>
          <p:cNvSpPr txBox="1"/>
          <p:nvPr/>
        </p:nvSpPr>
        <p:spPr>
          <a:xfrm>
            <a:off x="5715003" y="122455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66F1BFC-E030-2F34-92CC-B5FDEBB2BF76}"/>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89DEF4AD-9665-213A-E159-35B3F429D919}"/>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0188B07-AE29-03DF-8AAF-43C379A3679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F48A9DE-4D39-CB4B-DAB7-490C1CD47A8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DD9B964-1FC3-3E73-7478-5EB3AD605C06}"/>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375D6C7-8547-A2C2-2F12-232CB7E4AD35}"/>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B2C45E8-46F1-78A6-D730-2A286112F98D}"/>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ACEBAC8-8B0C-507B-7F8D-2AF2B1E02A4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E80FEE4F-124E-F136-A128-CDEA1588D62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01F97AD-3729-206D-C85D-5D4CC53FB771}"/>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F97B8007-F2EE-D442-4405-F7E24406A01C}"/>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66D562E8-6A43-7B8F-0241-767BB0D5EE4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743A6C3D-A692-1A82-E80B-39CC4675FEB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461113A1-86B4-E4E9-57BA-A6916823304B}"/>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FC015ABE-C9C3-C52C-AA1A-D51F1101590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60841537-252D-16DD-F431-4709355E4C4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AF835C00-8287-0FAD-A8DB-957162207CE6}"/>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BD35527A-CE3E-0654-7B57-D4DCD3764FE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F07DD19D-3474-AF5D-65A8-EA79802B82A4}"/>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60BEB862-AFDD-3530-C3D5-E8E85CB0B021}"/>
              </a:ext>
            </a:extLst>
          </p:cNvPr>
          <p:cNvSpPr txBox="1"/>
          <p:nvPr/>
        </p:nvSpPr>
        <p:spPr>
          <a:xfrm>
            <a:off x="5215469" y="273455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11DB99FC-47D0-6E58-0417-248EB772325E}"/>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0F4335AA-BA9F-28AB-B5E9-95E75A949F40}"/>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4B839720-B20A-4CA2-753C-BBDD5A251F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92678CEC-1448-FCCD-0D44-036438CB2411}"/>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60ED3745-4C90-3FEA-0BC3-5D67E064F022}"/>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591C868-1292-9395-E402-CE0D1721276C}"/>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4C97CFFE-2B7D-CB84-3EFC-6DB20B25B83E}"/>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9C7D7929-6EE4-36B0-7895-1AEE3CCB4F6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14E0A653-9951-CE88-CA6B-D47EDC379C50}"/>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08651055-59A7-785F-1847-33128A744067}"/>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3AEC7171-FD4F-207F-B661-40097194E32A}"/>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AAB65281-8679-365B-27BA-BE1BE491AD7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F7995F77-13D3-BEE5-A8C3-A0B2F374F75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9C773BB1-5EC6-607D-F3CD-D8DB7754A52C}"/>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DB17D3A-D461-763B-77B0-89B42633BA59}"/>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71" name="TextBox 70">
            <a:extLst>
              <a:ext uri="{FF2B5EF4-FFF2-40B4-BE49-F238E27FC236}">
                <a16:creationId xmlns:a16="http://schemas.microsoft.com/office/drawing/2014/main" id="{B21A0E9E-82FE-85E9-FFA7-AB5A85D74DCF}"/>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C9305F6E-CE1B-A136-B6EC-2ACA543BF360}"/>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E6D3F59E-C32B-1E96-9A38-4330E13CB45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6BB5B2A1-4B91-DEA6-86EF-927964B40600}"/>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A1160477-23F5-DCBA-7F08-A712B155D067}"/>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A6C40277-0D9A-C662-F4D0-0F8713547E5F}"/>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6F9DE5FB-9828-30BA-B2F4-0CBF70462E79}"/>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4AEACBB2-D5A4-B0A9-0A1A-0594344A80FF}"/>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99F24943-FED5-126E-B618-7E493FF4AE72}"/>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6165D837-BA81-2205-ED9F-3C9C3F99B79C}"/>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73D761BB-2A73-1FCB-7204-4A99BCD6104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C0899849-23D6-2C25-11D1-F5DF7D63307E}"/>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40D47F08-3805-084F-0994-75A57789530D}"/>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7A43E6F1-BE0B-F99C-11CD-2F452DA83F43}"/>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9085768F-1DA1-1F33-D8E2-6B9A0099FC69}"/>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4" name="TextBox 43">
            <a:extLst>
              <a:ext uri="{FF2B5EF4-FFF2-40B4-BE49-F238E27FC236}">
                <a16:creationId xmlns:a16="http://schemas.microsoft.com/office/drawing/2014/main" id="{66D0DECA-0711-CD18-B7A1-37DDEF85303D}"/>
              </a:ext>
            </a:extLst>
          </p:cNvPr>
          <p:cNvSpPr txBox="1"/>
          <p:nvPr/>
        </p:nvSpPr>
        <p:spPr>
          <a:xfrm>
            <a:off x="7213604" y="2231221"/>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C39DA22F-30B9-2A12-14EB-306CA9D41EA6}"/>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89" name="TextBox 88">
            <a:extLst>
              <a:ext uri="{FF2B5EF4-FFF2-40B4-BE49-F238E27FC236}">
                <a16:creationId xmlns:a16="http://schemas.microsoft.com/office/drawing/2014/main" id="{6929E5E1-192D-6FBF-C2F3-3C7DDD8C1C38}"/>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90" name="TextBox 89">
            <a:extLst>
              <a:ext uri="{FF2B5EF4-FFF2-40B4-BE49-F238E27FC236}">
                <a16:creationId xmlns:a16="http://schemas.microsoft.com/office/drawing/2014/main" id="{1D839AE3-A242-0286-FA2F-DAE16605FEF9}"/>
              </a:ext>
            </a:extLst>
          </p:cNvPr>
          <p:cNvSpPr txBox="1"/>
          <p:nvPr/>
        </p:nvSpPr>
        <p:spPr>
          <a:xfrm>
            <a:off x="7213604" y="4244561"/>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2BB08557-BA44-91B8-D12C-12AF088F44F7}"/>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92" name="TextBox 91">
            <a:extLst>
              <a:ext uri="{FF2B5EF4-FFF2-40B4-BE49-F238E27FC236}">
                <a16:creationId xmlns:a16="http://schemas.microsoft.com/office/drawing/2014/main" id="{B0B9997B-81A5-135F-1CB5-480386FA79E4}"/>
              </a:ext>
            </a:extLst>
          </p:cNvPr>
          <p:cNvSpPr txBox="1"/>
          <p:nvPr/>
        </p:nvSpPr>
        <p:spPr>
          <a:xfrm>
            <a:off x="6714071" y="4747898"/>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3A27F62A-68D2-8F3B-5F6E-8DFA7EAB6872}"/>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208FF1AF-64FE-CBB0-C739-51901D790D13}"/>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751DD37E-D752-F88F-23BB-3ED5719C8567}"/>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A9A5D296-D38A-656C-8343-DA026D2F4FF1}"/>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0466EA8F-E361-2677-10F7-E09DA9C157FB}"/>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618236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9946</TotalTime>
  <Words>2549</Words>
  <Application>Microsoft Macintosh PowerPoint</Application>
  <PresentationFormat>Widescreen</PresentationFormat>
  <Paragraphs>2146</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390</cp:revision>
  <cp:lastPrinted>2025-12-02T00:08:17Z</cp:lastPrinted>
  <dcterms:created xsi:type="dcterms:W3CDTF">2024-03-19T02:13:08Z</dcterms:created>
  <dcterms:modified xsi:type="dcterms:W3CDTF">2026-09-18T03:00:02Z</dcterms:modified>
</cp:coreProperties>
</file>