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457" r:id="rId2"/>
    <p:sldId id="531" r:id="rId3"/>
    <p:sldId id="535" r:id="rId4"/>
    <p:sldId id="532" r:id="rId5"/>
    <p:sldId id="533" r:id="rId6"/>
    <p:sldId id="534" r:id="rId7"/>
    <p:sldId id="536" r:id="rId8"/>
    <p:sldId id="537" r:id="rId9"/>
    <p:sldId id="538" r:id="rId10"/>
    <p:sldId id="540" r:id="rId11"/>
    <p:sldId id="541" r:id="rId12"/>
    <p:sldId id="542" r:id="rId13"/>
    <p:sldId id="543" r:id="rId14"/>
    <p:sldId id="544" r:id="rId15"/>
    <p:sldId id="596" r:id="rId16"/>
    <p:sldId id="545" r:id="rId17"/>
    <p:sldId id="549" r:id="rId18"/>
    <p:sldId id="551" r:id="rId19"/>
    <p:sldId id="552" r:id="rId20"/>
    <p:sldId id="553" r:id="rId21"/>
    <p:sldId id="554" r:id="rId22"/>
    <p:sldId id="560" r:id="rId23"/>
    <p:sldId id="562" r:id="rId24"/>
    <p:sldId id="563" r:id="rId25"/>
    <p:sldId id="564" r:id="rId26"/>
    <p:sldId id="597" r:id="rId27"/>
    <p:sldId id="599" r:id="rId28"/>
    <p:sldId id="600" r:id="rId29"/>
    <p:sldId id="565" r:id="rId30"/>
    <p:sldId id="566" r:id="rId31"/>
    <p:sldId id="567" r:id="rId32"/>
    <p:sldId id="568" r:id="rId33"/>
    <p:sldId id="569" r:id="rId34"/>
    <p:sldId id="570" r:id="rId35"/>
    <p:sldId id="571" r:id="rId36"/>
    <p:sldId id="572" r:id="rId37"/>
    <p:sldId id="573" r:id="rId38"/>
    <p:sldId id="574" r:id="rId39"/>
    <p:sldId id="575" r:id="rId40"/>
    <p:sldId id="576" r:id="rId41"/>
    <p:sldId id="577" r:id="rId42"/>
    <p:sldId id="578" r:id="rId43"/>
    <p:sldId id="579" r:id="rId44"/>
    <p:sldId id="580" r:id="rId45"/>
    <p:sldId id="581" r:id="rId46"/>
    <p:sldId id="582" r:id="rId47"/>
    <p:sldId id="583" r:id="rId48"/>
    <p:sldId id="584" r:id="rId49"/>
    <p:sldId id="585" r:id="rId50"/>
    <p:sldId id="586" r:id="rId51"/>
    <p:sldId id="587" r:id="rId52"/>
    <p:sldId id="588" r:id="rId53"/>
    <p:sldId id="589" r:id="rId54"/>
    <p:sldId id="590" r:id="rId55"/>
    <p:sldId id="591" r:id="rId56"/>
    <p:sldId id="592" r:id="rId57"/>
    <p:sldId id="593" r:id="rId58"/>
    <p:sldId id="594" r:id="rId59"/>
    <p:sldId id="595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C1"/>
    <a:srgbClr val="FFFF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24"/>
    <p:restoredTop sz="94670"/>
  </p:normalViewPr>
  <p:slideViewPr>
    <p:cSldViewPr snapToGrid="0">
      <p:cViewPr varScale="1">
        <p:scale>
          <a:sx n="113" d="100"/>
          <a:sy n="113" d="100"/>
        </p:scale>
        <p:origin x="14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D7F3A-FC15-1273-DD6E-E861D8E67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C25B0A-1681-F074-233E-A0CF13B95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8753DA-82AB-069B-D234-AF6BDB360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4940E-F605-58F8-4DA1-82EFEC256F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29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FA280-76C5-6C51-9F50-B43A122FC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EF07EA-2070-8C27-AF5F-4D77B62468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7254B3-C4F7-C5D0-1967-40267170B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205C8-B64E-72DD-A7E2-40C14E33F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339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A2EDC-2519-BE9F-E489-EC2B3881A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EA3824-FB8E-C44C-FD3B-4AAC8DA4E8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691B47-7925-8982-F5CC-984834F32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23CFB-21EA-FD01-8B46-D805F8F6F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714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49D9B-D0DB-6FC2-A878-0ED30694A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688221-ED98-F729-1EDF-D83C40A3F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9F8C9E-686D-0D3F-517C-1B7AD68F0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A18E8-059C-03AB-32B2-C429512A6E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6358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63524-B497-D5FB-D65B-306AF6D82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1455A8-C485-3E6E-5F4F-9A7A08F3E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7E01A3-389A-2C6A-19E2-8A5F95057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EB2B7-10A4-CD2B-26BF-123A8F0587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878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265BE-B000-3D90-E639-C2CE13E84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F33EB2-4DAA-4759-F7BB-402856200A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BB6E3B-659F-39AE-8E44-BB6B79F3C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F5307-BA4A-2381-1DE5-0479D654BF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93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8BA76-4991-3153-4B96-416A03CDC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A248C8-3BD2-8019-E943-30AD2AFEE7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417209-EBF6-FD24-93D5-13128E0387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6E749-957F-FA27-E824-4A1F58AADC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9805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163B4-7776-64A6-16CE-5E319338B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7DB306-14CE-9C72-61CB-8DCA12F341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106288-7418-71DC-8927-7DD5ABCB2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0CEA8-9D84-3B33-6A19-BBF35ABA68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345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4E14C-9DAE-3596-3577-AAFA65087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31853D-E754-6AAE-FB2D-47CD8101A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3F7C04-6526-BC03-8EA6-EFC60BF40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B5C76-1AB4-FDF9-4761-95CDBD36DE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8252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864DB-4D68-82D5-BB5A-98C970C61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A0F577-FF92-7348-1FE2-67CDBB847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94CA28-7516-212C-2919-41F1B59BA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0A663-F017-14AF-225B-9058D69292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9110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9EA58-A942-F699-632F-E41DC2DC0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1A6486-C4D1-CE37-F574-752392EEC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9EC592-F4A1-395F-76AF-F4E910525D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A348D-5AAE-0054-2D27-F5B33B0591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5380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505B-D691-5EBC-86BD-37B9ED89D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83CFF5-BD6B-B926-AAA1-C4DE19DB58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9DC373-232C-096E-7273-1CCF9522E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30809-A356-C7CA-86AD-7E2F991685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5233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D7FE7-2DC8-B8D5-EB0C-3A0C9DF9D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D1DFBC-F8F2-E2A6-8C70-AFDEAF883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5C1E39-6A8B-2525-1E1F-D06D2D5C7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E1AAF-E41B-F38F-9C93-E6648EBF99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641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F4837-64F1-9791-6B79-7011972FB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852C54-92A4-91F5-D861-E1BA8A245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54702A-2EBF-87A8-2B2F-460B156E8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BEAD4-F1B0-4036-95F0-5CEA5A1424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3305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A7F66-014B-8609-EC3A-987ACB335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609D49-D20D-13BE-9BE5-D54847743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3D5095-D1BB-E696-3006-663FE412B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B5816-79C0-3640-5E12-CCF3370299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5853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A0360-70E8-D7FE-20F2-323B0006B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A4BEF-7293-0A9A-864F-DAE86C441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4CA711-6944-2F8C-8CC7-F5DC91C60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271E2-7A51-9E0A-DDF0-9791EAC372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8339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35834-333C-6B61-DFAB-B675F884C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E2BB91-2B3B-5EA1-D086-94A66CB7BD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2FE441-5240-9538-FE0D-11F7A1EE0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BE804-C094-871E-7244-4EB638C75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738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E8826-5846-362E-151B-9198867A2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EA68FE-3848-D164-60E3-40CA1E9091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9E45DB-08D9-D093-C4DD-9BF58F2A1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53C64-340A-81A0-3660-E038BD4090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1739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D0E06-73C3-DABC-BCA0-D04FD6A92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C1890B-1C4D-1A1A-E7B9-F078FF211E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5866C1-7B1A-C849-BDF9-8645E6D5F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3177B-01BF-C7C6-BCBD-04B79B70FA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976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A2270-E6D2-AD04-C6A8-CEE2058BA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2F76B-60AD-C74D-F98A-439C595E4B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1AB088-D03D-01FC-049F-6826E7388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A19FF-F44F-C5BE-4F7F-BB1E90507E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1181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1FB76-9234-2386-E945-88FC1F875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B1BD9F-8E97-FDB4-10A3-03EC33875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AAA9F9-4D45-95FD-2A68-18CF4B7EE5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C08B4-1F63-26B3-0A4B-4A7E6F88C1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3315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22842-5EA5-B649-1347-F42C34F77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CCD582-DD6C-B0ED-B426-585E61368F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B73D93-B6CF-9D4A-6139-8EAAE2989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E865F-C069-61E9-EF7D-3483C241E2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9249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62DB4-7266-743C-8AA3-BC97921E3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FCE175-56FE-3EE8-EB73-6DB755096E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EBA1A4-DE79-517C-971B-B3378144ED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9541BF-EB0B-8EF3-0A06-A519F97075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7797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9C388-832F-6A52-2FAC-D2D5E61D5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D5A285-4F75-7772-E3D1-638083F84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8242A2-B460-D1C3-BF3D-FBA78C1DB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571CD-4B0B-0A19-1857-4727D0945C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5257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65715-0485-7C11-50D4-C1A988E54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568BEB-6FBD-1255-66A3-9AF9356CB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5FD7E5-43AD-9A85-12E0-7629A0E1BA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3CBD8-7E6D-D02D-09E7-D0B3B7861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0366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7F3BA-F6F8-93E3-DD4E-BC02E96E1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03F546-D0A8-396D-B397-F1C7483E8C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42F84-46D5-BF27-80DC-AA478CB82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8766B-33A6-2831-52BB-2E5AC9A40D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6417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9C956-36C9-C0BE-E944-5C2751983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7323CB-89B6-929B-8751-0876F23C3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50CFFE-AD7C-8B22-DB0B-15BDC08E5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A1713-740A-5CB5-6A01-D8122F46F1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1780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90933-EDF9-9941-8E28-EB0EC0300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2868B5-DCCC-1E6D-ECC7-9A652196B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CD8B13-A5A9-79FE-0A1E-438EB1831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D1169-5EA0-E7DF-90C2-D5B8C2CCC2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4417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ADE42-C7A5-6903-0696-ED9634F7F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ED886-6267-9873-2EFF-6D09503FB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C51D64-2474-5F88-E3C9-4C73C2F02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CA16E-41B8-A3A2-10AC-19A28588DE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3535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1FE9E-7554-5737-3561-B381B9285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38785C-AE2D-AA1C-BF4A-64833E413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17D40-ACB0-A6B2-6DBE-ABE76FE6E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4D2A2-AE03-DF24-99A9-1E31D2F041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989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3B792-1C80-FE41-923A-4AF0CA4AC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25A28F-6EC2-963F-2654-61CB72903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18D5B3-68EA-3A3A-9074-C6DEE5F48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B05C3-FE9F-87D7-A57F-12D550980B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7805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05CE1-672C-CC7E-4854-6B81AA1BF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D1884C-E132-0C15-700E-3DCD61E6F4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20C97-F62F-0EFF-4F6F-2B827D481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11A54-F7F1-570E-0C59-C1D74EC95E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1280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30C56-71F1-9657-6706-887B55BEA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07868-E907-3F2C-6340-AC1829F20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5DC7E1-119A-13EA-A292-4CDFCE565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D7F5C-791A-A681-270D-560E3F0E78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5535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94CA5-CDFF-9DC1-48EE-020BCC482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6985CD-4282-934C-59BD-48E32E17EE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ACB331-49F0-87BD-383F-6F603E522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44E20-F037-57F6-32E9-BE97C9A77E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8104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A5679-8741-0016-E5A8-8C2F8D3FC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929560-3AD9-CB4D-101A-484E774121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E1ED1-5C95-683D-85A2-9046B5565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3F8DB-8E41-C42B-68BC-43F2D0EFC0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36513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A2904-A931-4AB8-2508-BB7CAB46A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FF7F2-0C08-7A8F-3CCE-2E8502F4E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B71E1A-773A-24A6-D106-A621C549F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EC075-5444-DFA8-EE9A-2AF3895B9D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12326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235BD-B756-A970-8822-AB95F204F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E37990-B6FB-9D79-F213-F1BF209625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9F8D36-42BD-5CFC-7276-221F45C55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263CC-7381-BA61-6E6B-5B410E9F8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29944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2F607-AA57-891F-DDB0-18BE3AB42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BA4053-771C-CF32-9299-70C45532B1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7F2354-C3E5-C612-EA7B-5EF74FD16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010A5-5EDB-2686-B357-8EA3D98C99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7219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13152-AAFF-B90E-F897-ECF49A38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EB0D12-1F96-A5AB-A167-19B1C2CDBD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1F2691-2E91-6F38-F9A4-5E560D627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10179-4E15-579D-9076-9E649C59BE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16521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F03FC-2B50-AA28-1F38-D558DFA43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5738B-1811-1218-E1C1-567592D616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A3C053-309A-3A3F-1394-DF5A2F05C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4A359-A8A6-3F33-393F-B0DF925EC4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85555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D6977-3202-7C00-9D41-27C2DDA2C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E081DE-A1C4-D308-9561-D11A12D58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7AD9B2-EBE5-C02D-397E-2E900E308D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B9302-5BB5-104F-CEFD-9DA1DE5E36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94067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752CA-CAAA-6895-A17E-17D9130B4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079453-34C6-60A4-B325-802815C7C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5EFBA1-B832-D3C3-6A1E-8212A35B2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1D386-4132-19FC-483F-14B293EAC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02580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24FC0-84A8-7A7C-9307-126387FD1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FCA792-3476-5A62-7600-BB7322421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BD0140-DE90-4352-36F9-57897C560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575C8-4DAA-5077-EB41-E2EBEC02F3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17912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12E34-3463-872F-E044-A31E7B4E3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30F2B0-5739-87FD-1F5F-CEB889F941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DBA7FD-97DB-7831-512B-569AC7857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4025A-03F7-7EF0-770E-8815ED4B43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83342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1A3F5-B89F-AB38-0AD6-12A422588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79D75F-8963-EDBE-E30C-64BBB97D3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D520F3-130D-DFB4-3E34-472DDD411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0566F-86B3-5EEE-8515-7980B5988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02017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8BB3F-DE91-BD0B-5178-7817CAF02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CBB8BE-6D0C-5C4C-EEAB-0B951BBAD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027A10-DB52-B02F-4D3C-CAF4D024B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F087C-0C19-521D-C4A3-F1EE686FC9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31832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2A4E4-5C8E-3A84-7A11-16195B098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E3D88F-2A95-3A5B-96CF-1290424C54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3CF4BE-0198-6A2C-95F0-022C811DAD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5045D-91FE-5024-C003-B3BF614F5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306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F5F7E-8800-0659-DBB4-E6AB2F15B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58FC41-176D-6E83-FB48-193100573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B8D06B-A8BA-98F7-D2D7-BFE4EFD0A4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FBFEC-441D-D1BB-F272-3E1FD7CC39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28708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B13E6-55A7-D6F1-1231-3CFC31593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CBB316-3972-FB15-834E-D02CE0BF71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1CAF58-35BA-BE7C-C18F-1B238606F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BB520A-05AE-3E24-FE3F-D98C85FA68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05588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7B829-8D06-1EF2-AA41-10C76601E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BCC64C-787B-5D26-E6C5-A3327123E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B83CC2-C9F6-CB3A-FF1D-078951C74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BB4A1-96AD-BBE1-D7B2-CCCDDDE2E5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58047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F554C-5DDB-7C82-A768-16B2DDFCF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B9CB55-C5D8-BF0D-10DA-1C1873DA30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E9D61A-7FE6-1D56-07FD-A8806DB8B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10710-BD0A-ED04-5883-CD30940CB9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60430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F4BC7-BB50-4C5C-CE2B-601AAD742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4F0B96-772F-E3B2-6DB8-3562EB6BEE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B027CD-44B7-8626-96A1-EC9527EE01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B85ED-B439-704C-F640-90744D666B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08611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D56BD-7B2D-75CB-9E89-055C4630C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38C46B-8E8D-4B23-7058-71AA7503A1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78A463-1B4C-D05B-B2A9-8979D2E082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736304-5460-B497-E48B-1A24BE366C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51431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DB6AE-78C5-FE01-B1C1-8B77C0E60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5C0F8C-5A5D-5931-8D1F-16341466F8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2CBC5E-0776-C755-B872-1A96C3601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35C53-FCA0-302C-E291-58DB34A3EC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25972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E183B-D9AE-02BF-A256-A900897AE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81FD12-75B3-1010-368E-22EA3F56B8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D4B6BE-B5C6-E0C9-6FB5-8C1E4DFBE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58741-FB63-BDBC-BD7F-B4F4AE1664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8751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1D327-DD38-B684-D265-99FEFADE4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F9FE0-EDF9-F055-94B9-E122F1E25B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F09D5A-1F22-635B-62C7-D4FDC30312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5D124-43A7-15BD-11A8-075C12DECC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6222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44C0B-3A91-9169-6F5E-24EB8005A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D80354-540D-C030-8979-909688428D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B85500-3CF0-C0B5-8AF0-0A484A6BB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49B5B-DFCC-5495-78A9-775B8A1416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97264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07475-F414-7F20-577B-BD8431A9F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674D2A-57EB-12B4-6CDF-2E731D01E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DAC5F3-8C53-8A13-A78E-0B23456C2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D9AA0-F3A8-74EF-7269-C75BBC3717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553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2D2F57-497E-9161-A4D1-8F1F2C4D5B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2" y="221648"/>
            <a:ext cx="4543223" cy="5076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18FC2-671D-87E8-30AC-0F11C461A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6CE534-45B2-B96C-037E-24493E539C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1, (11+5+20+22)–45 = 13, in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572BCAB-D71D-10A7-E835-0E7F42018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E328552-1D2B-D5BB-93C0-8C30B96BE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DF721D3-8F03-32EB-62E9-B1DAD40229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EE34CF8-CCCC-D06C-1391-460F53DB89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A113B3-9CF2-AB7A-C819-C18DB39F2E2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0DF96C-EC5A-8FE8-0490-B624072AE39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</p:spTree>
    <p:extLst>
      <p:ext uri="{BB962C8B-B14F-4D97-AF65-F5344CB8AC3E}">
        <p14:creationId xmlns:p14="http://schemas.microsoft.com/office/powerpoint/2010/main" val="3790985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57AB2-B2D7-DBE1-3ABF-8EB33346D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FA23AE-A49B-E982-545D-D3737D847E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([11 in 2] cannot contain 9. Coincidently, [22 in 3] cannot contain 4.)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A61FBB1-92DD-7A6C-AAD9-14CCAB333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512575F-D73B-EDB4-3B7E-C068872EE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B7D5F0D-B02B-5906-D4B4-CE3FC53726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4C3898D-DDA8-3543-B74F-2D943EC6C1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5A49EA-C787-25AE-17EB-7DE1CDAD2CA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8C588E-02D8-A385-789F-2AF049A1EF3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</p:spTree>
    <p:extLst>
      <p:ext uri="{BB962C8B-B14F-4D97-AF65-F5344CB8AC3E}">
        <p14:creationId xmlns:p14="http://schemas.microsoft.com/office/powerpoint/2010/main" val="3842581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06AFB-E36D-5E9B-CBE8-F0CCB36E8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E5F7D8-AB75-F931-6F5E-1BA245B06F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2, (25+22+13)–45 = 15, in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661672D-54B0-1AEF-AB99-3B963BD00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2CD2ACB-8373-8A8A-8B44-5A48EEB9C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4D1E5D9-3E0C-AF31-6FC0-C29B0911AD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90F7035-510B-FDBD-CB8A-26456D0EAB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C51964-BA10-2C6C-04E6-E2A2BEBD59E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E187CA-E0B4-0B51-F21B-F2BFEAB2C4C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6FE8B3-652C-EA43-C201-FB04A4A32EF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5C6FDE-CF22-4668-EEB5-621DA699D7E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</p:spTree>
    <p:extLst>
      <p:ext uri="{BB962C8B-B14F-4D97-AF65-F5344CB8AC3E}">
        <p14:creationId xmlns:p14="http://schemas.microsoft.com/office/powerpoint/2010/main" val="2995265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FD5AA-0CD6-18A6-4326-D06322211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A51CC4-5139-E032-5462-FE660502AB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9, (10+8+21+12)–45 = 6, in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9C685BA-0A10-6761-037B-6765F6FD3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DFF9351-949A-0929-94EA-BDADB16F2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B4C4FCF-958C-7E53-3A87-4CD900C313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54D1BA7-0C9A-015A-F004-85E3DED860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344755-E7B9-E4F3-6FB4-D1B58E7A7B9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3A33B1-7457-8010-57CC-1131435BF66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D46135-C477-FD8A-6980-00D44A55741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B056B3-4A97-34B8-D621-5BDB6D7DA4C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160C03-E0D1-A022-2BEF-7D90BAAE364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93A8CB-21FE-396A-C4C2-F567DA38F11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</p:spTree>
    <p:extLst>
      <p:ext uri="{BB962C8B-B14F-4D97-AF65-F5344CB8AC3E}">
        <p14:creationId xmlns:p14="http://schemas.microsoft.com/office/powerpoint/2010/main" val="3226500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FFCB9-92DA-5B8D-5D36-D45778143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9A8848-6D44-AE04-DBE5-D37AC137BF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8, (30+15+6)–45 = 6, in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29ADC5E-D269-41CE-0572-8BE6F3636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9CEA875-D65A-AF06-0A18-C4280C2A9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E01959B-6069-DD32-190A-B108AD7869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476F4AC-D982-DFDD-E01D-B53A7ED8DB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7FA460-4558-AE5D-D85A-CC0A02C037C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064561-60F2-8FD6-516A-4BF2C4FB0B8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297FE9-D4C2-E0EF-5ACB-B78BF9E588B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A1C145-E020-5E19-5D34-A7ACC6E2CD7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F85360-CCBA-8E77-4A86-58C2373A1E7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B46D7C-4374-CA2B-0B61-272883226FD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97D064-6FB6-A519-3AB0-4BFFB1FE1EE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D8B658-AD3E-B3F7-D336-9B3368EB461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</p:spTree>
    <p:extLst>
      <p:ext uri="{BB962C8B-B14F-4D97-AF65-F5344CB8AC3E}">
        <p14:creationId xmlns:p14="http://schemas.microsoft.com/office/powerpoint/2010/main" val="3866240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E5758-2A55-C071-A4C1-D71E3F087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EB80B1-389C-161D-2FED-6E4ADC1FD3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1, (11+28+10)–45 = 4, in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7D692D3-A718-2C92-FE55-6212FABBA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2BD7C1D-AFD7-F7FB-A894-BC60F5E76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4AD891E-071C-0691-9DBD-54F785454E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9E1FC36-79AB-9C7E-E535-9082B94DB6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89A939-00F3-6BFF-9A8D-FC756A9B680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4906A4-FA2D-60F2-5D13-4BE72648873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01BBFB-54B0-6213-FE2A-0D483B9D782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6DB1E5-1ECA-1679-C7A3-F7AC3EFA6B3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1979E5-6B1A-A076-1A04-141246B887C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0738FD-F459-1B8F-DC92-1CF4E70FFF4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6053A9-18D6-C68C-0538-61EC25AD848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673261-2329-ABF2-DD92-7FC26A0E4F1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662659-2FCB-4774-1E30-A5A62E0EB4C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551835-BB9E-76A0-50BB-8A1E7FABF6C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855169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A5949-306A-2F72-360F-CD8FC50E9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8BC8F1-7AD5-F6E1-C4AA-937080DE92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9, (22+26+12)–45 = 15, in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A18887E-04E6-6D95-A15E-DD1BDB5AF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1BC64E9-7E7C-FAFB-A77B-BBD02FDD7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974A7D5-15F4-A8CD-47CE-B18FC9F243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8900E43-F8DB-3988-9B40-8F802BF168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176472-D797-CE58-0B6D-280EA663257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5351F3-AA88-90A4-442F-7DB12CBA893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91AC98-6A7B-71A0-4776-C57951B1E88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773838-19D1-30F6-FE22-4722900F43F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43FE8F-2A79-B164-5C25-42F686244EE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7EC9D9-4CB8-F767-B203-A7304DB2B00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550CB0-5394-D8A1-DBAA-91932499E0D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715369-CB2E-8763-AF1E-0FCDB2BC515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04D843-9510-A11A-D98C-4BCE5C45701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2894CC-5B9E-5915-D2EA-AA875DF1B76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14BB3F-A282-7C07-FEBB-E10F36E56C9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075466-1084-9BDB-DBB8-ED551962B8F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</p:spTree>
    <p:extLst>
      <p:ext uri="{BB962C8B-B14F-4D97-AF65-F5344CB8AC3E}">
        <p14:creationId xmlns:p14="http://schemas.microsoft.com/office/powerpoint/2010/main" val="225772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07C5A-15D3-5C18-6930-0F573A274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E6FD21-0135-AE30-5B6E-5501476343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E899BD4-7C3D-E1F8-B4A5-D8946FD28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C06351A-D356-C1C4-3FCF-3E9E152C3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4FDCA12-46D7-A53E-C479-0F5952C111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2A87D51-03FF-18D7-2DCC-0E384E8407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153445-D5D1-6538-8FDE-B39B2E2D570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1FC99B-267E-BB33-20C9-35DAEC45835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67E580-DDCA-13C0-60C0-9D2E07E3D8F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A17AAF-2F99-45B5-7465-A0FB0E735B6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00E742-0CEE-92B6-7B93-53D1C19232E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0884B7-F433-3B2F-64ED-2F588A43BEB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F0693E-4FF5-6212-1619-DB03B840D2D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C93EB7-FAA9-2725-49C7-5BDA6FE65B1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3829ED-8333-7FA5-A0CA-A8097296583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CE1BEC-6280-749C-B5ED-6E2A520620B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9AAA8B-9957-40EE-F54B-8FCD1DEFB77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4ED91F-923F-6AE7-92F9-61EFDE4B86B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</p:spTree>
    <p:extLst>
      <p:ext uri="{BB962C8B-B14F-4D97-AF65-F5344CB8AC3E}">
        <p14:creationId xmlns:p14="http://schemas.microsoft.com/office/powerpoint/2010/main" val="1705595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0EE70-92D6-1FEA-AE87-7D485641C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A9C89C-A56C-8502-F5F7-5872332D21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2-cages.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DA2EF57-2FA4-A54A-6223-13F3E4952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A962B55-F4C5-FA4A-A970-FF0B3EABF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68E02D6-2778-A035-2912-23DBF674B2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8173733-C2DA-C89E-0F89-77FAC71CC8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A92B89-1E0E-491D-556E-C8AB229FC13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D388E4-A7A2-8C4C-CC8D-675B34D16C1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BFF2FE-007D-ED4B-8CE4-AF0A1A5D3FB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5C5E33-ECD9-238F-CE4F-19850F840E3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BA26FC-5AC9-BD14-C0F0-195FDBA889D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7C8BEF-50F5-B4B4-FB86-4CDB513FBFA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AB7DAC-368A-FA9F-845B-0E11702948E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E50031-0175-4430-B4BF-C88D25EFF3F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B1CACD-AFB8-8774-09A1-736AEA13BE0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F17E69-13FF-2388-30F9-45B7A103AEE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DDEF09-0B9F-6845-BDDA-D0576ADF4D6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E698F9-D2E6-45DD-815B-C477DB118A0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6D7567-4561-D5BA-6AE0-148C1049319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0E74FF-36B7-D1D5-5F74-18FA72B3A4B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673D9B-D9C5-8D91-D99A-00475B36919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CBE234-07D3-F0F8-7BC2-D8CF1650F0D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384C0C-C77B-11D9-E065-613054DAF45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0E3661-E2B0-80B3-A5F0-0075A4E8E15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D23A5D-1831-63C1-AAF1-4E4FC63F26C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131033-E823-B041-3325-884E0E6B5AA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3A5D2C-A3CD-BAD7-67AD-1122066E828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AF246D-EC99-79D0-80AA-E7669DD55FC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5BFDE7-4029-5F11-2492-D30D3786E16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78F791-E83B-E4A6-06E0-AA9E5454B6C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7C500E-E0F4-8017-8913-E19BB47C17FA}"/>
              </a:ext>
            </a:extLst>
          </p:cNvPr>
          <p:cNvSpPr txBox="1"/>
          <p:nvPr/>
        </p:nvSpPr>
        <p:spPr>
          <a:xfrm>
            <a:off x="4143022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799E45-41CE-7FF6-EAB4-E2B8BCED004C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12988B-45DB-73D7-DD61-F274C62B5958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3E172D-C129-111E-D400-928C55EC0909}"/>
              </a:ext>
            </a:extLst>
          </p:cNvPr>
          <p:cNvSpPr txBox="1"/>
          <p:nvPr/>
        </p:nvSpPr>
        <p:spPr>
          <a:xfrm>
            <a:off x="4143022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</p:spTree>
    <p:extLst>
      <p:ext uri="{BB962C8B-B14F-4D97-AF65-F5344CB8AC3E}">
        <p14:creationId xmlns:p14="http://schemas.microsoft.com/office/powerpoint/2010/main" val="3070766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36B40-4198-1ADE-E6E2-00180AFDC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1685C4-64C4-EDF0-73DA-44E392BD374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7, [5 in 2] can’t be 14 because that would eliminate both possibilities in [6 in 2], below.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A7BBE69-7C28-5682-3D12-6523D918C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A68ED8A-8A2B-D018-A5F6-14ABF0C66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F16C4DE-002C-03A4-3D8B-9ACFCDE476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EFABAD1-78F7-62BD-9A04-718E799E23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F99DD7-5873-73BA-D32A-4B82785491F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7225B3-0B2F-C42B-D64C-379CAC4D829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F62F20-6DEF-BD0E-C87B-FBED9B33CC1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9E7398-E6BD-F7A8-C251-D2519CB8A7E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8F58D8-AE4B-E2F1-AACC-98102378832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7A71ED-80B7-A438-2AE8-A3EAC323897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7A36E6-AE39-E2FA-615D-92966CBBD59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EF39BA-1012-0B2D-7319-7A7AD464972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AAF380-118A-2403-A4E8-434FE6BC72B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C81476-9A54-455C-D338-A2A9C63A0DA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13207A-DB22-4EF6-6336-172636410C0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0A83C4-D23A-EAEA-EB10-8A5C6047A13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028756-30DE-C1DD-63F5-9F64396C5A1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C39011-4F8A-BD09-F64E-5E9859B836C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78AEDE-E0F5-1BBD-0597-4CDDC5F87B7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7CC964-25B4-8FB4-1C2F-BF8BAEDE078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A5F21D-AA1E-3DDF-9B91-BDFF6D41458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114D3D-B8F2-8958-50D2-B5D6350F4A3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E7B20E-C084-CBC6-1DE7-8E4ADB17EDC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D3159C-8611-1FC5-E3A2-FF17809075D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692780-4C17-B9CB-2763-C86E03A5DE8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1039EF-3C24-FB61-328B-E0375ECB6B1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4F041B-FBB2-4ECE-739F-DB4A34060E6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DF8448-0BB4-06EA-81C0-14A999311E7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B5D5A0-3104-D63E-2242-32C6D998547B}"/>
              </a:ext>
            </a:extLst>
          </p:cNvPr>
          <p:cNvSpPr txBox="1"/>
          <p:nvPr/>
        </p:nvSpPr>
        <p:spPr>
          <a:xfrm>
            <a:off x="4143022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EC9186-1F94-96F9-6987-535600CF4BB4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F5D42E-FE5E-B2AD-92C5-F8805CFFF146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9066B3-CACF-A982-C9F2-51284520B6E8}"/>
              </a:ext>
            </a:extLst>
          </p:cNvPr>
          <p:cNvSpPr txBox="1"/>
          <p:nvPr/>
        </p:nvSpPr>
        <p:spPr>
          <a:xfrm>
            <a:off x="4143022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</p:spTree>
    <p:extLst>
      <p:ext uri="{BB962C8B-B14F-4D97-AF65-F5344CB8AC3E}">
        <p14:creationId xmlns:p14="http://schemas.microsoft.com/office/powerpoint/2010/main" val="3881986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A1602-45C3-76B8-1E37-EA9270661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317619-0B48-2982-09B5-2CE1640EED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9B4D425-3057-484E-DEB4-146F6E1E3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F2D9ECC-6AC4-3376-3759-5F18C4701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04CD2A5-B7FC-4CE4-D997-68E3BD8038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8623134-7C80-847C-7A37-B050064D43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9950A8-EBF5-5AB9-7AF6-6D860BD0CA4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876431-3362-FA85-4A64-0155D624D3E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EF1874-A3C7-5A15-9607-B9373C3DD9B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83B455-6508-B56C-1058-A9C3D7A8101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FF9F58-247E-9C38-85B8-E2C43A92016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3329E3-F69C-73FC-2407-D0506FC1F08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09219C-7E17-CAD2-061D-9DC66ED49FA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06AA17-B0ED-3B88-F994-65E269F9DF5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543F8E-7024-7744-3693-32D87A04811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DDA453-287A-5358-3161-E1EF06915FE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B6A67D-2DF3-B75F-25EA-6D985BE6ED0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CDCE45-230A-3D0E-A977-5BAC5FCD619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57A20A-48E9-4D61-8AEC-78B0D82CBDD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FE1D12-6A6C-BB32-8548-D0CDFC60BA5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FF32EC-4C8E-925B-0829-DF55713E965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F2A92F-0DCF-B735-329E-9A4B5CE924E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00CE16-B8C8-DB2F-13DC-1424A788A0F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B565E6-2F91-58D9-5318-9264CE86C8F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2B2D84-4622-FEED-6F3A-17057C0370B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D6C169-DAD2-2D69-3E1E-ACB763C1E7E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6A5241-2452-7214-3874-9722234EEA7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4AD204-83D3-3824-6943-D242B7DDCD5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3E2D0D-FCD2-15B0-C016-195F9829888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23499F-A1F4-3500-1CE0-019E842178C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E000C6-B6F0-3C39-F20B-A2B6E12E245B}"/>
              </a:ext>
            </a:extLst>
          </p:cNvPr>
          <p:cNvSpPr txBox="1"/>
          <p:nvPr/>
        </p:nvSpPr>
        <p:spPr>
          <a:xfrm>
            <a:off x="4143022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D25DFD-2C15-1FD2-0975-A61DC417E11F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925CF6-1B93-6B0D-6E27-BB7B43067F7C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73F484-B0F0-F473-1A84-C0B2FBF2C641}"/>
              </a:ext>
            </a:extLst>
          </p:cNvPr>
          <p:cNvSpPr txBox="1"/>
          <p:nvPr/>
        </p:nvSpPr>
        <p:spPr>
          <a:xfrm>
            <a:off x="4143022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</p:spTree>
    <p:extLst>
      <p:ext uri="{BB962C8B-B14F-4D97-AF65-F5344CB8AC3E}">
        <p14:creationId xmlns:p14="http://schemas.microsoft.com/office/powerpoint/2010/main" val="1790347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47C92-922D-1447-C8F2-CC68C3386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8DF4AD-52AF-78F0-7203-0E528702D94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corner 3-cages.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D73B026-D2B0-3253-B5F8-8E1B12F97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C5ACCA0-26FB-8716-B6C3-2552FDE8A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0481EA7-B606-00C7-8E7B-94DB4A4696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1701FE6-F60F-6777-186E-501C366597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320CD3-B613-4DE1-9586-730D96F8AC6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2519FC-5D8C-7644-FF38-C3624CAB9B8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5E5BAB-14CC-3053-B0DF-1A35F210F28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C3DCB2-75E0-A4CB-FEB0-8A4DDF91DDA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78C326-DB44-B29E-7B4E-650E505CB30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C2104F-D609-6B30-7B77-8900FB4DDBA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4399D2-B711-20DC-49CC-B2A332F21E3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F98B29-EAC8-F2AB-A9DE-F31C4B91298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1A3D2E-2F16-971C-F1B5-DED8C9410D2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162B5E-F953-B07A-6B6C-3F33B6F754B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48224D-400E-C858-3FB1-DC3F51AE92A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316C17-E96C-9964-B910-D0C6CD4D54E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57C0F6-550C-090D-3E2B-754F45129D7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7C5DF2-1D64-283A-B108-219261A5148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42D6F4-38C3-A4DB-61D7-D6004785A13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85070A-3A51-129B-3866-545679CB997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18230F-D397-FF69-D243-D1F02FDBA9A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E4F48B-C0B7-DDB0-E285-F034346F2B6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67D9E5-7D61-405B-106D-F0623E51B29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C67C66-EB93-C0BB-C5C2-6BE428BEFF8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A6F261-03CE-A571-926B-C67EF446357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C350E4-0938-D988-2D49-E58494C6B86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84EF69-C393-038B-9627-7E5ACEFA290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D73D35-FDC4-8112-310A-F3B53A5DDF8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D12628-C59B-4E9D-9104-BD643734CF5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15FA3F-3C7F-4645-01CB-E425C86B6A3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C69A9F-22E8-1CEE-F440-4EE81E86A93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9EC34D-E5AD-6609-D9C8-6072E5F7EEC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9878AA-B131-4FFD-8370-BF81C957BAD9}"/>
              </a:ext>
            </a:extLst>
          </p:cNvPr>
          <p:cNvSpPr txBox="1"/>
          <p:nvPr/>
        </p:nvSpPr>
        <p:spPr>
          <a:xfrm>
            <a:off x="4143022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E69FD5-D6FE-01DB-12E7-5DCA34E47A4E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D43D37-7E2E-338C-EEC3-94CB539CA924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B1C184-0760-1BD6-E117-8343FDB8024B}"/>
              </a:ext>
            </a:extLst>
          </p:cNvPr>
          <p:cNvSpPr txBox="1"/>
          <p:nvPr/>
        </p:nvSpPr>
        <p:spPr>
          <a:xfrm>
            <a:off x="4143022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</p:spTree>
    <p:extLst>
      <p:ext uri="{BB962C8B-B14F-4D97-AF65-F5344CB8AC3E}">
        <p14:creationId xmlns:p14="http://schemas.microsoft.com/office/powerpoint/2010/main" val="248471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6233F-ABF9-2C41-D675-1E2499223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6F5CBA-BBA7-BA34-EA0F-135F6453B6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[20 in 3] cannot contain a 1 or 2.</a:t>
            </a:r>
          </a:p>
          <a:p>
            <a:r>
              <a:rPr lang="en-US" dirty="0"/>
              <a:t>[21 in 3] cannot contain a 1, 2, or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DFFD80-071F-38DF-1B3E-3FBE6B4FA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055804B-FB9D-79C3-35AA-03998B689E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4E0AFDD-6677-1D90-2644-BF0AF37AC4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93717DD-7957-5336-5A81-FB472A3199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4AA4AC-AA7A-295E-7527-CCA592280BD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809D60-8B16-4F35-2ACC-4C7F586FDF4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7126C7-8821-781B-8352-97311B09B67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C07421-6FF9-1B52-D6A6-9C7619E5981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C84EA3-C044-FA66-59B5-9293FB8A3EF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277AA3-B5AE-CC4D-ED71-EFA72B70672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2C1DD1-1642-8D01-3467-878D3283765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DBCC3F-651A-113C-0D19-29F8C401584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0EA4B6-7A7C-E744-2EEE-9FA3E1F9D34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4B532D-1332-67BE-FCA4-BB7936EA105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CAA08A-D8DE-3B9C-0AB0-6FA8BD7533A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625CD9-6F7C-05FC-581C-238DE154DA5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215D41-9D9D-F562-18D9-C5FB0D75531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A0BB3F-802D-63CB-C34A-E921F9FDF25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2BFB0F-D593-C6E5-7E23-93363BC5AEB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B41A01-DDED-F4F3-A30D-3855CF8063B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A34D75-61B8-55C0-C128-4A053BE08DD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948C69-FC73-BC9B-75DC-D1B84325E01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38875E-57D8-203E-2B9E-76D0A53892B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259371-5796-D1DE-B32C-53DFF6238C8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66FD81-F85B-78F5-EF54-E019B407BCD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120F52-063A-3ABB-ECAA-2AAC25E5FBE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DB2559-B7DE-321F-5381-FB8948E09B2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528D45-C7D6-4DD4-E914-941D3BC09EC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90409F-E788-3B19-D05A-B1992782469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234CD3-A9B8-8102-3C16-F4DFE2804E2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AF8410-6961-8690-A4CA-22AA963795B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A97DEB-9062-6A63-175D-E4F47EABE0B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3D0F66-4B43-609C-6EDD-14B71324D83E}"/>
              </a:ext>
            </a:extLst>
          </p:cNvPr>
          <p:cNvSpPr txBox="1"/>
          <p:nvPr/>
        </p:nvSpPr>
        <p:spPr>
          <a:xfrm>
            <a:off x="5147734" y="90193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2FE012-BDCD-50FB-1FCD-9E3655E8E3D4}"/>
              </a:ext>
            </a:extLst>
          </p:cNvPr>
          <p:cNvSpPr txBox="1"/>
          <p:nvPr/>
        </p:nvSpPr>
        <p:spPr>
          <a:xfrm>
            <a:off x="5650090" y="90193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5F1E948-CA90-B5FD-974B-B270173732F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2AE149F-A7D9-4E4D-34BA-5BB53C49696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5C1901-111B-E66C-57D4-DC84B00F42D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C7A6C0-9308-B41C-FC09-4A768403B3D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BCDAF5-EED9-7C69-1FFB-428E825801C7}"/>
              </a:ext>
            </a:extLst>
          </p:cNvPr>
          <p:cNvSpPr txBox="1"/>
          <p:nvPr/>
        </p:nvSpPr>
        <p:spPr>
          <a:xfrm>
            <a:off x="4143022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20EC1A-5E15-9FA8-5F31-2264169DA868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A65A32-3F83-F6B1-3F53-E55169BFA2AB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66A7A0-C2F2-0BBE-8D6B-2E12073F5286}"/>
              </a:ext>
            </a:extLst>
          </p:cNvPr>
          <p:cNvSpPr txBox="1"/>
          <p:nvPr/>
        </p:nvSpPr>
        <p:spPr>
          <a:xfrm>
            <a:off x="4143022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</p:spTree>
    <p:extLst>
      <p:ext uri="{BB962C8B-B14F-4D97-AF65-F5344CB8AC3E}">
        <p14:creationId xmlns:p14="http://schemas.microsoft.com/office/powerpoint/2010/main" val="3216763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FE8A5-8515-1046-FFB1-88657017B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0E4E2B-A94D-28EF-3AA8-75B6226829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1, [5 in 2] contains 1 or 3. So, 1 and 3 cannot appear elsewhere in the row.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D454000-7922-9A3F-202E-B2B34E0D4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03F14A3-B8CF-C2EA-FE2D-B7BB82535A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144B88E-7E11-6F4E-4425-7347EED198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0DCEC59-88AF-9DCE-88CE-D54E56990D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9953C8-91C8-0AD6-8B1B-4AD23166EB3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FFD530-108E-8B3F-8C38-E218B03E83D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BF3FC5-0A1B-26EE-E749-193F53D5A4D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996ACB-5486-72E1-F5CD-8550DA89F6A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39D377-1F1A-46B0-42CD-11FE8C9F84D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F537C3-A479-BA07-EEF9-1C5FA842B22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DA3CE7-BC9E-E36E-BB41-DF09D491E39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105D5C-FDF8-E60D-D085-A13B8C123C5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69F0B7-E9CA-CF6A-7571-4A24450D174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0577B7-07D9-67E4-2495-E5E882C0125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D9AA48-43F8-130C-99E9-9B3A970C177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5EBC38-BD05-EB5C-F22F-7F8697A5470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C52A50-C9FD-2DC9-D3BF-3AADF5BA060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DBF73B-ECEB-76A1-2A01-2D07CFD01E4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A80984-AC9A-827A-73C9-D329345CD69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22BF0E-F8FF-B4CB-AAA3-4CEC72FA4A2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5F05C4-10EF-D742-89F8-8DB4F1E9257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5F1B44-77F4-71B6-46B2-7F6763A2E8A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7A5436-5E0B-4945-D8AA-EC80F910F56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4B65ED-9250-2957-2B3C-3F65256FA0F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A98AE9-BB94-3802-09AB-531B3076133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5249AE-A79D-AA1B-30DB-B3B56213ECB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A77A49-88D1-DCF0-8652-55CCA752D84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54F588-FE30-5A0A-9C4E-D2707BAE027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C0D0C8-664B-8F6E-9DB2-3431DFF69B5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801196-138E-7F59-3D09-0585CD2A7EB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2233A1-F841-6183-FB7C-EC4956E3A9D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F313F65-12CB-5110-458E-D16A2FDC4EC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0668852-9B26-438A-DF6A-130E49B7550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875F0A-C58B-9937-F6B2-970641461B3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5471515-A91F-9114-8826-43A40E8A63E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0D5D74-B444-0E9D-CE37-E828D1DB511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A6FD19-D4C3-532F-2A46-C2366C55CF3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4189587-CBB7-E10F-389D-84DC3FAB9C3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20517C0-A31C-2AC4-D6E9-4E6FBC56D6E2}"/>
              </a:ext>
            </a:extLst>
          </p:cNvPr>
          <p:cNvSpPr txBox="1"/>
          <p:nvPr/>
        </p:nvSpPr>
        <p:spPr>
          <a:xfrm>
            <a:off x="4143022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EA4738-1050-F6D0-996F-5F754B570A2B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ABA91FF-9425-8C90-1DA8-0DCFC351BCA4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5D39B7-B3D6-392D-A190-AB204087A97B}"/>
              </a:ext>
            </a:extLst>
          </p:cNvPr>
          <p:cNvSpPr txBox="1"/>
          <p:nvPr/>
        </p:nvSpPr>
        <p:spPr>
          <a:xfrm>
            <a:off x="4143022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</p:spTree>
    <p:extLst>
      <p:ext uri="{BB962C8B-B14F-4D97-AF65-F5344CB8AC3E}">
        <p14:creationId xmlns:p14="http://schemas.microsoft.com/office/powerpoint/2010/main" val="2274143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C9975-6B0C-68D5-D9D6-99A8BAAF5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091B41-1D3A-A4CD-67D4-7910399743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BB8D8A9-B68B-1191-A33F-EBA801877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F554F9C-2BDA-3A21-70BA-9249346870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1882FF5-C520-4249-9474-0F53CF768D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DB948B6-8166-1DD2-BDA5-F1325DAC9F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0E9EA2-67AA-861E-0662-AAA006335B1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010B48-E4D4-9234-49AB-5916A4DA3DF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1DD81-06C4-A844-A287-9B091AD5D26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E88C88-C041-7A6C-249A-0073F0165C1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6659C6-842C-6F7B-3876-B5B24ACA4B6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E458EE-4E64-36D9-B059-B36FE9CABAD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93175F-7F16-C737-3694-E2BF1AC4E3E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661B5C-0AD2-9897-62E2-6B40C98278C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CE4EE5-AC5E-11D9-1DF1-0C6F02C1061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96FF26-C696-11B7-B266-3E10E2AAB26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A60DE1-9B3A-4013-2D1A-75984F34917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2508AB-71BE-DABE-5978-7DFB04116FB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168383-E5AA-17ED-EAEE-D5142B27312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17796D-5F7A-D020-6395-BD1EF48D695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F59C02-70C9-EFA8-96A5-6909F313EFC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F60D2D-E530-7E71-9BBA-60968682CBB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7EDE6B-5222-F365-30D5-88854556E3E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7E606E-DDE4-C3AC-7D32-52079EBA832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2F6D32-C52E-3AB7-E793-6F05C3D36E0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7B66FE-16F0-74A5-F865-FA03725FE81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6E3C61-FABB-CEBF-9436-7BFF8BBB0FF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4BC5FE-F9AC-7298-6427-3262C9F6A49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3B8895-F38E-C6AE-7F1E-1FFD0C87576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320BBC-AB45-3155-CCFF-5BB1853C3AF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34E98D-3D57-7790-7BE2-A3C30E3881F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892574-3873-3D92-B5DE-E40F63ECD15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D3BBE7-B6F9-3FE3-4319-3E3E6CF9711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1658E4-4232-F8CD-D266-5F477CE2674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B75F6FC-6333-2A8C-CA42-24B864A9E82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FE3BFC-B011-8DD2-21A4-5AF16880F21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5F89D61-11F8-8C73-60BD-8546F2915A5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2E77DB-3DEF-736F-D99F-5A36686B6B6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EE99809-C238-9948-D6B3-30FA623203E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EF46E0-B27F-AF0E-D76C-87748251C7C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9E2E1FE-C125-097D-DE7A-BE7EDE54F69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1BCB0B-DF6B-0974-31D5-6F0C70326A9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F40B60-3788-0F32-BD4F-F7180697261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6D4D1B-12F3-3E33-8D6E-E2120DA02F09}"/>
              </a:ext>
            </a:extLst>
          </p:cNvPr>
          <p:cNvSpPr txBox="1"/>
          <p:nvPr/>
        </p:nvSpPr>
        <p:spPr>
          <a:xfrm>
            <a:off x="4143022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8B7DFFE-872F-E503-920F-038603A6EE2D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EECA3E-67AB-0A36-0A29-5C407F6CB858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7188866-399F-CCA9-D90D-89C44BE2657C}"/>
              </a:ext>
            </a:extLst>
          </p:cNvPr>
          <p:cNvSpPr txBox="1"/>
          <p:nvPr/>
        </p:nvSpPr>
        <p:spPr>
          <a:xfrm>
            <a:off x="4143022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</p:spTree>
    <p:extLst>
      <p:ext uri="{BB962C8B-B14F-4D97-AF65-F5344CB8AC3E}">
        <p14:creationId xmlns:p14="http://schemas.microsoft.com/office/powerpoint/2010/main" val="3588899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0E0E1-2406-535F-AF26-5D87AC47A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C9E1CD-9620-F48B-96DD-C540C633FA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8, [18 in 3] must contain at least one 7, 8, or 9. (456 sums to only 15). So, Rows 2 and 8 cannot contain a 6789, and [18 in 3] contains at most one 789.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132ECC3-F14C-2EBF-B057-F93304BB3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AABC2A1-0190-39F1-651A-7D76E4A3A8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C057E50-B56A-B39B-8394-7546436CDD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9B6D58A-1B1E-C3CA-F81C-69DB8F7FC0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ABE35D-EFDC-246D-7529-8EAA65B1915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B5832F-C8B5-64FF-60F7-D99812A6BB9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9FB1D3-6119-92E5-8310-6DD270BAFD8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39FE04-CB66-4B53-BB32-540FE8D3EF6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8FC6EF-8C6B-A549-263A-5B8CDB06DF7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F7A337-8568-46CF-6980-E22859C8767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8B6557-6400-D079-17C0-AE87446D012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80CAA1-7F0B-362A-777C-8BEE6477CC9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BF0848-5095-8D80-2FEC-C3FE4D97708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B92E91-FFDA-49D7-6107-ED2FCDA0231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C546DA-2C83-A7EC-4F30-AC9C933EB32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E707F-7DE1-2E77-14A0-6AA49471E9B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36F144-2EB5-E624-CDDC-C5088C588DE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ACC8D6-1BB3-D457-5675-CD62AE75831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A35E14-D0A3-18AB-484A-2DC4ABA189E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9C0677-3EB7-3675-FD59-74ED1CF2925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640592-993E-8C2B-B20C-F6608D5EB21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44A83B-FC98-5A10-7206-2E9D122DC11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78EFC2-D9BA-F9FD-AAB7-AB665CD0A1A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658AA3-F751-F3BA-A496-302769E8544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964A5C-422F-5685-7152-201E2FBA557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56297F-EA05-A633-AF7C-FBC0F832CB9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37BFE1-FAC6-4A0A-0043-D2422686C89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1E592F-F1FF-58BB-0E5F-0E28E8A2627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255C9F-C626-AF50-5383-F45472CE665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6C347F-0D38-25C5-3AF9-C1814774C2A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59B7027-AFDB-2620-B634-FFBC73E509A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1357946-F292-592C-05DE-29F8DC6F053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AB3A6E-754E-851F-48BC-B41E63E9673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0B0BB4-C6E9-0446-5DA5-CC7153A51F5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0E593C-556E-D929-78AC-E50A6FF5E87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2721E6-1D1D-774C-DC1C-F4FFBB3738A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219E22-5BCB-1D25-088F-A16D7C5C077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1CF6DE6-5780-EE34-F590-85E1154FA61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5073C4B-FFD3-4715-E089-A1B43A81B09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9EE9BA3-2F2B-306D-ED46-C5003CF89A8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0D1515A-BAC0-1175-71B3-1A69C7AE2E8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1F73473-C58C-20BF-BE00-CE87E361459E}"/>
              </a:ext>
            </a:extLst>
          </p:cNvPr>
          <p:cNvSpPr txBox="1"/>
          <p:nvPr/>
        </p:nvSpPr>
        <p:spPr>
          <a:xfrm>
            <a:off x="4143022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81E9880-A2BE-0C11-F31F-14B510C5B423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7E68BBC-F130-0184-6D36-759542310592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6C9A58-A37F-B90D-56BE-996700F27CA3}"/>
              </a:ext>
            </a:extLst>
          </p:cNvPr>
          <p:cNvSpPr txBox="1"/>
          <p:nvPr/>
        </p:nvSpPr>
        <p:spPr>
          <a:xfrm>
            <a:off x="4143022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942A812-DA77-8E4D-8FBC-0F90E8BC90D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C6D4075-F610-C084-2D34-89DF50FDC1A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</p:spTree>
    <p:extLst>
      <p:ext uri="{BB962C8B-B14F-4D97-AF65-F5344CB8AC3E}">
        <p14:creationId xmlns:p14="http://schemas.microsoft.com/office/powerpoint/2010/main" val="41474360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40349-A454-0EA3-35F4-6DFA9C28B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94D341-3A46-9909-1E61-43CC970250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upper right block, six cells must be 4..9. So, the other three must be 1..3.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68E8BEC-2BC7-981E-99B7-B1C842633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3DFD42F-F93D-036F-FD0C-809CCE540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4B8E709-C1DB-AB92-801C-16580D5DDB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E8C4381-1B13-2B1B-106C-4138AD3B53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AC1393-5855-0181-89E3-490A06DB539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820678-0AC4-03E7-317E-EDA49277546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300A25-D998-BEFF-D337-6B9A5B765CD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DBB620-CA8D-DE64-2672-5EF25D99B9C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36A8E0-0C06-2485-B5B1-9AAEC3CC5E9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ED81C3-B509-7532-EC48-A9B4BE128E2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542C6B-25C5-EDEC-1EFE-173627F29ED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2513AD-CAC4-5B72-F051-D74871033F6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FD60FA-4111-48C4-4AA7-AE39D30779C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FE0E61-B2D9-BD13-35C5-2F03374F8AA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A1BBBE-C6DC-49CF-4DB4-73863489CF2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A6D473-DE05-0407-C3B5-452A030EDBF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540C67-3F82-342F-D42E-75475E2867D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AD2DA4-01C0-A5C0-1076-191C02D6AB8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2FF911-62CD-F165-2634-D0877F20B16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9FD1ED-17E6-E3B1-C005-CABBA20F43A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2EDF53-9285-E989-9156-EEC7578AB81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1E43DB-A837-C263-658F-77C9116774C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92AD41-4A5C-9E58-7376-6E07470C32A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2ABB7D-709F-B155-7196-F9050F7C005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B3EA44-A0BA-4F25-8055-D3508E2BFBD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291194-0070-F827-A8BB-7320A10A7E5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F91C63-6624-2E70-BB7D-C1D17F95DEB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A47320-3430-1A51-1BB5-75722F798AB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4D10EC-AB6E-5BCE-8E3F-6D46A20D633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1B0C43-1B1D-5CB4-653C-5D629BFF52A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8F557D-564E-8718-390B-5F28DAB3407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56ACC2-E1F3-CB5B-89A8-9F024C6490F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78A22B4-8A21-803B-DA05-C2F2CE8A9BE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B26B62-A981-C1E2-DA3B-9FF955E05F4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5561CC-2EC8-A1A5-509A-0D076E602E2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78E189-F81D-817B-DB49-8B7BF9F96D3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5A4E28A-23A6-AF56-A672-F1CDC6E1290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2B43C70-890C-A9E4-E778-339257E527C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0C9A88F-C97B-2F2A-1E3E-2FC8E3A20D8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2CE608-81FE-EE1A-FAD6-F1697D1E905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808B09-BC5F-78FC-727B-E1D688B864E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F30B8B7-604C-BC6D-FE3D-A493271C4022}"/>
              </a:ext>
            </a:extLst>
          </p:cNvPr>
          <p:cNvSpPr txBox="1"/>
          <p:nvPr/>
        </p:nvSpPr>
        <p:spPr>
          <a:xfrm>
            <a:off x="4143022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15DC880-5336-A5DD-ED46-4E16EAF4481C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5ECB177-A5F2-1AEC-FD5C-230FE3E4FFCE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D8D3B79-1127-150B-1F11-8CBC9F8C3806}"/>
              </a:ext>
            </a:extLst>
          </p:cNvPr>
          <p:cNvSpPr txBox="1"/>
          <p:nvPr/>
        </p:nvSpPr>
        <p:spPr>
          <a:xfrm>
            <a:off x="4143022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682CD5-632D-E73D-2050-00F171A114C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1A3C1F6-F260-61A0-2A94-F22AFFA386B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24636B3-5DF3-E2C6-C28D-1905EEF8E3D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3047178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4ED1B-7234-89AC-13BD-86D67F7D1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EDC0DC-2BD8-D2A7-B8CE-90C2D87D83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upper right block, 5 is in Column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5216FF4-9FAA-52B2-C05F-FD8AFA969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2A1FA8B-7C2C-5064-1231-D00B2F9819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50D6792-1C70-7AE8-0AA4-A0154B7508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437F905-2861-ACC0-1CCC-391273DC94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047AFA-DB68-4A94-4175-A9D180CECC8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E0F416-EC96-3BE7-1C61-BD1E5C11A48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2A3851-2735-7E09-0707-92063EE0480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8BE872-4559-D06A-0076-0EFC9616789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C98B24-4C79-05D1-A000-373D75C22F9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E6983B-E37C-4583-F3C4-A7C00D64B8C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1A0499-2D86-A15B-3EE0-71219A80391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374981-0618-8A79-735A-CCE5C597F83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BCB998-8E1A-11F3-3562-17B38120DFA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DC1C5D-F0DD-9742-EFAB-B59E2FBADDD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B6E008-5DDF-3D5D-227C-3FA0212384F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9E775A-A640-55F3-9438-EDDA78F2F70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4F5128-237D-36D6-1C95-0897EC2DF5A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0581E4-D559-0AF6-BA51-990387E070F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48FEF6-10C6-1F57-1C02-4B6E021E6C9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231588-FE15-DFC2-B1EE-EA60850D9FA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D35497-1E53-0ABD-35DE-CB432762944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26D26B-528F-4030-87AA-DB069B13E53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C23138-6A51-5D20-8ABB-BD9D9C7F22D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E64AAA-2774-9651-D17E-FB6C0EF4942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ED8171-F0CA-6368-7C6C-6A6A55A1194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62537B-B513-FFA9-C209-35CB7E1D9B1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608CAB-8A50-DDAA-D586-FF232FBBDC2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27BD23-34F8-2C53-B3B5-E15F09B5797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1996F9-AB0B-3515-1CEA-C230D82A1D8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E983AB-2E22-B7D9-3149-9F7B5062EA9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52F977-7A3F-2446-211A-55EC4F2F096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916C5E-39B5-2767-5FF7-8E754A54B72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D2B232-5122-CF51-22B9-4873F2FB61E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492EE28-60A1-61B3-0055-58785C2C3EA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CED7002-835B-A920-12EE-ED28510533D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ECC17B2-70C1-F22D-B0BA-964CCB45C09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0E824AA-E3AA-832E-BEDF-818EDCA57F5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95F062-6B63-DA6C-576B-2094FC98849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383B9E-5D41-67D5-ED4F-ACB3A3342C4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3BFA815-D096-CD70-74B2-2D042A7D51A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4D12784-EB14-2314-5BB1-F418C4C0D2D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A2924C-CBF6-AE25-155B-DC507695DAFE}"/>
              </a:ext>
            </a:extLst>
          </p:cNvPr>
          <p:cNvSpPr txBox="1"/>
          <p:nvPr/>
        </p:nvSpPr>
        <p:spPr>
          <a:xfrm>
            <a:off x="4143022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6195A3F-F5C6-7CE9-EE28-D0C368D4B0FE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2F21E42-CF33-B059-97F3-F8D486BAA4A5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CA7BFD-2540-074A-A03B-92942F949E5C}"/>
              </a:ext>
            </a:extLst>
          </p:cNvPr>
          <p:cNvSpPr txBox="1"/>
          <p:nvPr/>
        </p:nvSpPr>
        <p:spPr>
          <a:xfrm>
            <a:off x="4143022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6B655C3-9BE4-BE4A-7D1A-BBCB7E6DA9B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AB52AC5-63EA-E490-37B1-332AD9FC4A8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635C00F-DCD1-38DF-80BA-F111CC30B68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2291043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E2402-AEED-1AD9-7244-DD7C2DCA2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0FCD59-CDED-137A-5082-3ED6C593DA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upper right block, since [22 in 3] contains 5, it must be 589.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61334CE-C800-1A3B-6A88-6C1C3D175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E7C74DF-415B-09FB-80D0-12F19EB502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A52B3A8-4D85-BFAC-52F9-B9A3F9E8B7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8D59B5F-6ED2-F065-1095-A0C64BCB2D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BFCA63-C4BB-27D4-442C-587DC73A29F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1A2D0F-EEE2-FB0B-8544-959526F1D2C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9D8A65-01A3-AB90-F86F-13632478F5C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57B376-7760-BEE7-C82E-53FD05D5C2A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7A19E0-06C0-122B-9C38-492835BE61C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CA6089-18BD-8B5C-524A-094824F1E38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3BB0B6-F21B-691B-6D0C-CC38513D0A5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8771E6-7F79-EEAF-9193-E7822A07735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574C9E-B770-2A01-6E75-DE13542CAD9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6236BF-8724-17B6-A96E-8E2829F705E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4A5B30-2E20-F5D4-4ED8-649E5E255E0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A0CA8E-14ED-DB89-DE1F-95C737670C6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2D665D-08AC-5FBE-5527-389DFC5C3A9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658ED9-B6F6-B92E-E222-DE7B163535A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92BAB7-505A-036B-6AF9-47FCFCFBEE6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47BBC9-D3D8-09A2-E9E2-B190FD4AFC3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E944D4-4585-8DD2-911E-47CFCDADF14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2A3B48-0DF3-9187-1B19-655B47134A3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1A8D18-3BFC-03FD-30D7-63C7016D45B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4E3FDB-3DCB-0903-B815-7818B138261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8DD5D4-3DC7-BEB4-6552-4DD51F65783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8CF1ED-E5FA-7608-B097-2C35A87F0F6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721C63-EF65-2FE9-9B62-ACEB9175F55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0E78C0-195B-2833-116E-59FA2F82C1C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C22D5B-237F-BD59-4B69-F534255775E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699E57-658D-1CFE-5431-389A7AD2011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F1F177-0EA9-C08B-377B-12E3457296C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FA2752-A3DF-A18E-2280-997C0609BB6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4F7F9F-2790-FCCA-0561-25C80C486A9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9761DB-BB53-FB52-166C-9EDB7F4A114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1EDDCB-2DB5-3727-FBC8-F17038BE6AF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900F98-316C-053D-2645-AEC20BB73AB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5CB3EE5-5510-8E1E-77CB-C47523AC4F2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0D4E89-8CFA-94F5-D3CD-E09E49CCFA7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034C8E4-75FB-7992-36BE-F56BBFDC2AC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2351545-D205-2B87-1A9E-934991528EE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A27AA60-6841-7847-C1C5-F99706049C4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F1C660C-4F0E-4CCB-5611-95CD5417A2C8}"/>
              </a:ext>
            </a:extLst>
          </p:cNvPr>
          <p:cNvSpPr txBox="1"/>
          <p:nvPr/>
        </p:nvSpPr>
        <p:spPr>
          <a:xfrm>
            <a:off x="4143022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DCA2580-C42A-D0D3-2A14-CD7EE7D20BB9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36366C5-4485-35CA-8C32-2CE4BE0A9A63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F557FD5-6104-F606-F972-3522AFD2C0DE}"/>
              </a:ext>
            </a:extLst>
          </p:cNvPr>
          <p:cNvSpPr txBox="1"/>
          <p:nvPr/>
        </p:nvSpPr>
        <p:spPr>
          <a:xfrm>
            <a:off x="4143022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B49F9C2-B364-ACA1-AA1B-0808615E9C4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226A439-B94C-BCC0-DD4C-53F25A65F78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241DFB6-03E1-0A4D-74B2-E1FF94409B9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40591210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2C698-3AC9-A197-2F39-EE9B8D04F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09FEDD-9138-9A1D-8F80-3813335297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6B0A35B-3C6C-C175-53D8-DE421C8D8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3CB0D9D-A266-F5EE-A813-E13A85E66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C5FEA63-C611-5667-8B32-4A02EAC8DA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2A469EA-EDCC-1AF3-AD48-CB7DAA2E7B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2C20FF-E26F-0EDC-D53A-FA40D77F1DA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7205C0-2C01-3A62-6B59-CDEEBCEF9EA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3A5F4E-C42B-486C-944C-E13D82B30D2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4EA1CE-78DE-B066-87DD-95CA0D8FE9E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A25178-831B-FA66-24D8-AF283D1E6A0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8A2DEC-F4F4-9783-DEA6-A2527BAB336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33252D-5F85-BD91-FF89-30FC12EF6D0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F29EBE-E34D-1397-AD1C-80C4C3A1DC9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CFC501-174B-ED80-75F0-3837F79290F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B2C1C6-5C97-4C81-51C8-0D1E9567D5D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8292CB-8EC8-94E5-81E4-3B77F796146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133AC7-A5B4-5AD5-9717-282499243FD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B17C22-2725-D21C-0A1E-E4EA29FB659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8B24E7-BD0A-F24F-94F1-9C40344BB26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5F9B32-0E17-B74A-5C35-20F8552FAF9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4FABB6-B207-B812-76DC-127B7C5FE91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C50F8C-74A2-880A-9F0F-FB355FE3D61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CB2140-FEA6-6195-475D-02B33CA3003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4548E2-4DCB-7B90-CEF9-BEDBF9CDE5E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E4A5B3-2366-E083-4E88-610D43AAC34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F65197-B8EA-5B3D-01BD-E27152BB350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9661B0-ABBF-23B8-BA71-4C9EB52AD22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DB7110-8B61-F09D-BB6A-7F5A1A344C7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8D7F1C-8021-292C-5F41-BB2D46A4DED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3478C6-7499-58AB-45AE-F3538209C67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1FC4A3-956F-9D0C-64F1-4EDE71EC268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A999A6-3886-DB33-5F08-75EDAED0A73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137D338-52EE-E299-6BD2-ADD84A54EC0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6220F54-FCBD-9AC6-0CD8-A1169641021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69E5A9-E6F0-20E7-EA4A-E0B03D93B5F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099596B-91A2-FE04-8C69-56B74AA6E8C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55D6C6-2D67-D50D-E0ED-5D020827668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3B8092-11D4-E9B0-A4DF-A4BE1655E28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A3C86D-88B7-1135-E25B-57AA76AF59A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305ABE4-5E3E-469B-1BFC-69A300AF9CB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EA05E51-DE29-AE04-DBCD-4450D172575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01B82C-359A-5367-24AF-B0EE588C6D1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1DFA914-BF62-4395-8166-1873C878D024}"/>
              </a:ext>
            </a:extLst>
          </p:cNvPr>
          <p:cNvSpPr txBox="1"/>
          <p:nvPr/>
        </p:nvSpPr>
        <p:spPr>
          <a:xfrm>
            <a:off x="4143022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EEAB96-7DB7-2F74-AF50-45757783AB7B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FF3A5E-EEC3-E420-A35A-53F02021BFBB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1F031E7-BDB1-8B67-C167-82E90AEE202B}"/>
              </a:ext>
            </a:extLst>
          </p:cNvPr>
          <p:cNvSpPr txBox="1"/>
          <p:nvPr/>
        </p:nvSpPr>
        <p:spPr>
          <a:xfrm>
            <a:off x="4143022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A8FDD34-AEA7-7FCE-CB07-AAEC57F5B35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F7CDBC0-C98D-4ECE-5BCB-563B20E2F6C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B10250-3ADB-5BD6-700B-63BF0FB4EDA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28580525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4D313-F8EC-BCFC-F362-F5CE7DA6D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DF2B8A-0FDE-08BB-C59E-16B413546F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Merge.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ACFEDE1-DA3D-3350-907E-9DE185346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46F59C2-00CE-B720-9752-1A819D9BBF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6C9305F-9BE8-8A44-45F8-F81BB32091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C75B3AD-8272-CE9B-422E-1B1B00D8FD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CE3D10-A760-51A7-7796-3ED4622A618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9CB03F-6AE7-C14C-EFD5-106278DC03E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0EB6A6-4D09-D670-640B-0B63590FF02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BCAE86-0824-D406-5C58-E2A13452026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4B6CB9-67FF-EB18-B08C-E23AE3D65ED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4B6425-268E-1006-268A-2AFFF6CE408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82A9CA-EA5D-036C-30A9-F77A897CEBB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4BA436-562C-F6AF-2965-F8E9F09E119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61F32D-C84C-81D5-AD23-19E754F3709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DE19CC-58D8-253D-05A6-6FF38B2A11E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F2CD19-F77A-0F35-6CB9-98F7AAD46F9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367BAD-6C95-DC6A-CA51-79C14B19B17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83D86B-9C3B-66E6-6D12-B7448AAAE79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16E9C0-5136-8052-DE4F-F9431E1CDA5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F9C130-DF82-6624-8BF8-D19D1461358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B15FBE-EE2C-ABDE-C45A-48823349A5C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1752F5-55CE-2F29-1080-A12C7A3096D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B94741-23E6-1BA0-6383-6730DC8FEDE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CA3649-566C-AF4A-3319-1E76B737CB4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CC00E4-58F1-1B37-4169-09FDB7AC867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381A61-174D-9C4B-7B83-EE8473F41EE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55AAE6-69B1-6073-39D8-AF19B55DFF1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3E4512-1966-CEE2-3CA2-91394EBD806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DF718E-470E-4EE3-33CE-0D1BFAD5E55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EA5D2A-8741-5DF1-E0CF-E20AF99429E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E2B698-67BA-F992-4252-32F99E2BCD3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856BD5-9A33-7E21-6F06-C9F34DCFF36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47FE3C-C906-30FA-A29B-341DBE3DDC3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EF1D7A-BF02-AB8B-3027-506E0777EAA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A86BEC-1410-FB62-34F3-93159B4694C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22DFE2-813B-AA74-8346-C54ECBFAC0D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38662A-AE03-FD88-6DEF-BE4773425F2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A67B0E-50FE-AD42-6E1F-772B16E5B69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9D9D4C-2A07-F605-89C0-C8B007F94CC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A77FCA3-0C8C-FB6B-61EA-919DA5E0FCB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EC1538C-5308-4B3C-304C-889A37FB292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D628BF9-41AD-B7F1-9183-4BB56CB0711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FDB1B79-0968-7998-121D-39FAC22B8DC6}"/>
              </a:ext>
            </a:extLst>
          </p:cNvPr>
          <p:cNvSpPr txBox="1"/>
          <p:nvPr/>
        </p:nvSpPr>
        <p:spPr>
          <a:xfrm>
            <a:off x="4143022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D5ADCF-3A53-0836-8535-E68474CD19CC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46B975D-2098-FCB3-D8F7-CA5ECEB58467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ED219AE-13A0-965F-DD32-3114E20BB726}"/>
              </a:ext>
            </a:extLst>
          </p:cNvPr>
          <p:cNvSpPr txBox="1"/>
          <p:nvPr/>
        </p:nvSpPr>
        <p:spPr>
          <a:xfrm>
            <a:off x="4143022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B93F567-0578-784A-8B42-E4EB687926E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DF45835-3FE1-42E8-227F-5B7075CC168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B86671D-A9EB-DF36-4343-89C27D53D5C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32364893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13E74-D939-27ED-EF4A-939D847AF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1F6F6E-A477-0BCE-7762-37630BA8BB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only thing that fits in [18 in 3, no 6, 7] is 459.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63F4B09-4AA3-B5C0-B859-33CF770A3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833A3A2-4D73-185B-55E3-9647990D0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4EF1327-AAC6-CC4F-9E4B-719B32D252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7AB202A-8A1E-9C09-34C3-94E4765986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2DED58-C4A1-1B6E-540C-141D7E0B98B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83DDAF-107B-73AB-319C-C440FB14D73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42FE98-4F69-1E41-95A9-B4A13E17D6A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59F57D-0844-D05B-3EDC-6B95E17632C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EB4B1C-52DA-837C-F80E-A1BF2E2617B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0ED592-78AE-AC99-699B-5E2449288FA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43AEB1-EE14-2668-9AD8-15B92F1AE04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8D1814-8DD8-DD8C-55AD-612B778307F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C59F83-92EC-B1D3-E617-F878FD447C2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1DC47B-7366-3D8B-45BF-27A74616463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16B490-323C-50D7-B476-2EE7D2CC1BE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90EF47-9012-1D85-71B4-4B88C06E175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rgbClr val="FFC0C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F8F3F2-4D61-7925-E9E0-3E58D0CA870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554427-A452-6259-6F7E-784BDE528F2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A44C10-454A-3876-9A11-74D929629F2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DF5F61-A388-AF1D-F217-05B569AEA6A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B13F33-D879-27C1-0B6E-14306AC86FB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CDC228-90E1-C500-E124-66B9F05FEF1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22D023-1281-929D-5E55-C8944973A38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0979B2-C9FF-B32D-DAC8-463A8627B85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4AB2CE-6450-A8DE-3F94-FADBF41275E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E8CFD8-2EF0-BE2C-7BE9-D44EB416FE3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BD676F-E49C-3F10-9843-2A227E25AC5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8F0CE3-3442-7B92-9817-11CBC6362EA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6B32B2-AF82-4202-2495-ABB8AF73618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3F56BA-7714-D241-2F57-0586C48BFA9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F4A095-7A73-77B0-F038-2A42FB1127C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8F9387-4212-49F1-ACD6-86E3C00AC5B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59BB05-E2D4-729F-FCF0-9AA09ADE9D0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44C804-9F07-2631-85DF-BDF0C5296C7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21456F-F16A-84D1-2C94-44E906DB4CE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C978C64-E5AE-83A5-B22D-DB1AD785324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4E17D2-43AD-06EC-F727-B16BCB160CE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69E877E-BDF9-3092-D836-79250DCF336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673A0E-68E9-C0B4-8AE8-2A7202F7634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53AC87D-F4EA-8AB1-7A36-A668E48A454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4A8628C-9EE7-AF51-931A-F30E889E192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DC3C2B9-B4CC-5CC1-4E37-501F93CD52F6}"/>
              </a:ext>
            </a:extLst>
          </p:cNvPr>
          <p:cNvSpPr txBox="1"/>
          <p:nvPr/>
        </p:nvSpPr>
        <p:spPr>
          <a:xfrm>
            <a:off x="4143022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DA2B0B4-7550-A23F-EAA3-E99DB3C3FC56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F8FB0D6-2C74-3261-0C30-646BC1D5D1D7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E45B8ED-1809-E7D7-0C2D-B7C2FE103775}"/>
              </a:ext>
            </a:extLst>
          </p:cNvPr>
          <p:cNvSpPr txBox="1"/>
          <p:nvPr/>
        </p:nvSpPr>
        <p:spPr>
          <a:xfrm>
            <a:off x="4143022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C5590E-9242-AB53-0097-7D23F5D5ECF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1783D8B-1EF9-77E6-84F4-19DCCDE8318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F0ADAC-B37D-5284-7EAA-3BABE1A37E8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AA96324-B73C-CB43-D9A2-557CC499128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9DE6004-BA1D-989A-3D9E-ACEEB099DA6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2FDFC38-61E1-F919-6E1D-3D34DD17365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</p:spTree>
    <p:extLst>
      <p:ext uri="{BB962C8B-B14F-4D97-AF65-F5344CB8AC3E}">
        <p14:creationId xmlns:p14="http://schemas.microsoft.com/office/powerpoint/2010/main" val="15217159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CDAE2-2E90-56AE-1A64-0DD64F76F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37C9F3-E033-3B73-2B16-3606071E13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C3CE70C-6D82-C0BA-E600-7F2E53DFA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0BFFA85-05D4-81DD-0639-40C5061A5D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D922E72-14CF-D475-ED70-8D3DB975E4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34BF4E2-ADE5-203C-7D43-76174864A0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74DE95-DD29-7B7C-7525-7CF4FE35617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A06907-8965-E53B-07C0-10E8E7DDC43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C49393-A8EC-18D6-3325-6148AB1F062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28B7A2-6D5C-1CF7-12CC-C7FFDC576CC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F9103C-B07A-9DA2-5184-EB1700C50AF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7935D8-91E3-6BC4-3CFA-C9883EDE75A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33ABA8-DD4C-CCAF-3DD9-E81634218F4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C470A6-37C8-1187-2F5A-E0624B9F7EC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D51BFA-ACF1-25AE-03C5-DDBD7BFE42E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179142-E9D7-9500-F52A-05E2372033A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CA9006-B4F9-016A-9F7B-F0838B9C374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9FD7E2-7A6F-F4DA-13FE-D5100D2C78A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0A9EE1-A795-3C1C-D75E-96B89C004F4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747C84-2EEA-83ED-0E0E-177A751E23E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D9B65E-D0A6-5918-16A0-67A2A3DC1D3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86C3BD-29A0-34CE-6CB8-CA29D3F6751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186338-7B0B-465E-29AF-5F84E81854B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A76D81-BF67-9E1A-FA5C-4BEAD86E14A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2D1190-1B84-822C-6E47-BECC94B6C71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FE428FA-03D0-FFA7-79C9-C895D3DB885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918F87-201F-45D8-D82F-5B8D39AC124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400ACA-FE0A-FAC7-44D7-B73789E4AF3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D47D136-0CA2-F971-BEB8-EC12D7F9951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665D38-24F4-E11E-324E-9EC45350016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724373E-63D3-DA39-2CF6-FE84953D585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F2E30B1-FEB2-B451-8DD7-8EEDC68E24C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3152A09-F88E-82CD-4399-6A8ED08ECDB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110F9D-91CD-69E5-5537-891F6C7DA1C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FC1B04-95FC-8283-70B8-47E5A9EDBFD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313E32F-06EB-B4B2-A747-F899E63CDDB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10DC472-FB53-2EAC-CC98-CE0210323DE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13C82E-322B-4326-CC28-5A620D0A5CEF}"/>
              </a:ext>
            </a:extLst>
          </p:cNvPr>
          <p:cNvSpPr txBox="1"/>
          <p:nvPr/>
        </p:nvSpPr>
        <p:spPr>
          <a:xfrm>
            <a:off x="4143022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2AFF858-8B60-BCD1-7CF0-87B6BF376088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D6C01EA-F9E2-FA45-B2DA-832ED3BD80EA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681067A-B5AF-5992-9F21-779DB4E861A6}"/>
              </a:ext>
            </a:extLst>
          </p:cNvPr>
          <p:cNvSpPr txBox="1"/>
          <p:nvPr/>
        </p:nvSpPr>
        <p:spPr>
          <a:xfrm>
            <a:off x="4143022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ADE680F-7883-6D3B-AC16-2548C8D2C60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0258942-F0EB-6BE6-429F-4A0A17B485A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4EF12B9-525A-FAAE-84A1-B5B81D89D3B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DA10775-B8D2-82EF-B920-B0A6A4108FD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8BE8B14-2FEA-3AF9-78A5-2CD11DC1598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129AB0C-539C-F452-85B9-87586943F88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EE9F461-8558-6175-0247-8134AF21191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424830-81EC-83C6-E20C-76450657FAA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BA2CA6B-8AC8-E423-5A8A-62B5605AF03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5EFAE26-7C7A-9CBE-C8DA-5AA4F756112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DB2147D-6FBB-706F-E959-A1D94324A98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0AA1E53-0929-CD5E-B8D4-8D370017785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139820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96FC5-AD76-57B9-25B1-6C4556175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33C63D-B481-F119-C4CD-5066F7CD88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59CA751-4859-FA2C-245F-918E852BE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96836BD-3884-2E66-8082-214A6E35C6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BF5F04C-DCBA-038C-DB2B-6576A271C8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47922CF-2E2D-ABC3-6B8A-FD3886510A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BF95E5-AB3A-D1F1-848E-7126D05874E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76FCD2-48FB-0F81-18B0-AAD1944DB4D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5DD4E4-2FCB-379F-DFE7-1FA981EB530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32FDD0-89E9-8353-5F00-C4CC0C7C721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F316C4-A893-1881-A0A9-54B8C0437DA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F4894B-1E73-17F7-FD33-840BCDB2197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522323-A7FD-8D62-771A-AECD7A9B381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A9445C-0C51-CCAA-65B0-C8CF51092CB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F37D46-3ED7-FDDE-E5D3-8C63084F1DD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80A46D-CFE5-508D-5482-0DD9D776C45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638727-9658-15EF-7043-8CAC889A4DA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CCEAA9-88D8-95B4-428B-B70012BB95A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933A90-8730-9B3B-8C1C-F0FFFDDA96E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00D5EB-AAFD-4704-6287-6C6EACA0F0E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83072A-D160-1AFC-6472-076F4D8F941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3DD8D0-F0C5-CA79-E16C-0F5E59A8083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3C8218-5DA3-8EBB-A933-35CB23FB02B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613B1E-EAC6-9D6F-A2AA-08CD697770C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0F7FDA-8988-6BCB-D351-B452619CE9D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1197A2-8AD8-99A1-45F8-1979AD0346F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2452A7-6948-7448-16C2-1CB244AC9E7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236B50-FD99-922D-5ACF-2F3F5DB300A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30C6C2-FDE7-76A9-4B1C-54EFB84A371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F087E7-CE5A-5A2D-A70D-2C78EC00335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379DD9-3CE6-AA5D-4441-58B9CA0B03C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85E2FC-6891-E023-F87C-84E7D825A13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E9828AD-F4EB-1B29-25B0-A541C4E06B0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A336F42-896D-10AD-6076-02026BA3099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A889DD-C8F8-0044-5BB5-B8227070BF1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BF7232-C2DD-6864-153B-38175FA2840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A22AFE9-45B2-5664-75D9-6FB8818BCBC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A57418C-18D3-2BF1-709E-60FB095EA861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D7F33A-5027-A1CA-9BC5-E03DC5BDE244}"/>
              </a:ext>
            </a:extLst>
          </p:cNvPr>
          <p:cNvSpPr txBox="1"/>
          <p:nvPr/>
        </p:nvSpPr>
        <p:spPr>
          <a:xfrm>
            <a:off x="4143022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8764321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52DBA4E-CE90-868A-FCA8-9C510F537DF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895C341-216D-B308-669B-28505B14D00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5525ABE-DA37-81DF-3063-836E37BDCD1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4944AC9-AAB4-11B8-A3FA-863E443F8D2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0951AC9-1B23-8D4B-64D0-85F272E4008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9F32029-0EDE-BE81-6016-5C032A45C23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B48F044-ECD9-8A56-D3B0-5E6B0C925A5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B5BE0A-EC0F-3685-C6D5-4CF3847F06C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4AF46DC-531F-9E95-1FA0-EF0D2B8EB43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4DB64FE-C80F-D88D-AC3F-400327932F8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F2B9FE0-A210-42F8-6CDF-DD2F5A434CA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ABB20AE-9527-5176-3E1E-CE2D0C84B73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626570-ACC2-62C9-4758-18E0FB5D46F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92F0F0-ECE2-B810-C0F6-0C980B6A787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563587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CF856-DC70-D9BF-2A28-0A7694C72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CA08EE-3433-3732-BEED-0B500283C1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838344C-ACC8-DE1B-AC69-CBA358D83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D7D0C19-1924-EA81-0812-2C098BD99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126A848-EC28-7300-1F7C-3AF0D018D8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13A5C2A-1594-E27F-01C0-94189758D5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D73542-8A98-935A-F0F1-2347DFABF96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3D0347-7163-D042-B3EB-87EFA786F35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B0F4E3-83E8-A57F-F52C-A2D8804B58E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9640BA-4D6E-D552-BAAA-1871425D9AA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413F87-B5A9-BC03-2AD4-8A8617E973D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E41ED1-A28E-B508-5438-B761027689E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7B1DF8-6144-9BA3-2BC0-A2F11DB03BF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A03039-21EB-09F2-43A8-A0E29B4A627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D4D71F-AD35-6ACB-0D8E-6191469EEAC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779323-2BC4-F8BC-16C5-6C8BCE42117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BC9ABE-3639-C729-464D-D84CD088F3E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29F354-C0B9-761F-EDD6-B5D4A26DF2F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BB61DC-E230-27F4-D2DE-44D19B99D14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A23FDC-FADE-224C-4858-F4D7572D2EE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6ED3C9-558B-46D0-99A3-0148D66ABAA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465CB8-5D5F-233A-EBB5-4B75064905B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A10E46-8A06-2F60-9547-63DE62AD1BE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F98E8A-BAA9-0530-2D71-F9DFD85D645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AAA31C-F467-3A9C-EDF8-8635CAE45C4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D3DD61-394C-A2C5-6A84-D437893A803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84389F-4FB1-A761-8041-5999D109A1C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4E163D-9ACA-AA30-343B-58352E95BCE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BF0F4AC-4970-E17B-60C6-6AF90041496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CFEE9B-7EDE-DC6E-977B-E70C64B2E1A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660F2-8E77-7D02-94D1-9C279A195A4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25A391A-0625-746B-6437-FFCDD448CF7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5D03C2-2D95-5777-E27D-84781FEFF73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01D7A0-1D08-3FFC-ED70-50DE19317AE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659B4F-E669-7155-EE43-D663C199C67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53F74D-7FD4-72CF-C908-194A46D7A5E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3C0C81-00EC-EB16-1B1D-33409407788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722EE7-674C-C8A1-075D-2F5B7770105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49DD4D-C638-DF29-7241-2F5DAFBF157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87631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02B39D-00C5-CCF7-2004-FE8C0FEABB8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2CB6A3E-12EC-94C1-DB32-6A41890AA52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283F88E-00A8-8062-6C2A-F451992E4FA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163DCF6-87C1-A612-003C-67B80558B81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71F5EBA-C267-A8DF-57FC-6D4A36E2ECB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CF9C1E2-D904-DB73-6121-F93FEB78C07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A2CBD3B-D9DC-EEEB-B8B2-6A1CDBD0A1B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978529-FBDB-44FD-5673-967E00EA87D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20706A1-B604-10CD-F585-B69FB1624A7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A090603-A8A3-FAD0-3818-7AF881484A9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36F8C0D-C6EC-52F7-9C37-3A7C0628CCC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68E5FE0-B0F3-9393-70C9-12777DD4258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F86050-EC10-C5D9-DBBE-5377A2297DE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7B5C4A-58AD-9140-5EE9-6E77990E0F0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146228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0AC9F-A4EE-D8FD-7AA3-4376052C4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A2E20F-14D3-CA23-2C9B-D1C2D87F07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051965F-E464-71D2-64F7-8D325E4BC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7DFA6AD-84B1-BA83-39D6-ABAFF21C1A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19587EE-5342-9442-94A9-424B99F2F7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2477264-9114-E9A9-E57B-BDED8ED52C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BC17AA-9009-1CDF-92FD-C0767F1F99D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742410-2D9F-1E76-ADE9-7423DB77D49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D9D388-8830-FCF9-38FF-1803C42F817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0A2A39-690F-59DA-2351-30134D7B783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1BB7C3-2CA3-080C-C8DB-83EB613E8A2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A22024-E636-2363-F26D-2E0A93771A7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873C83-8B43-09CE-2BE8-EC77929C75C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7B4030-E84D-42D4-F918-3363FF69768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8D911B-D020-848F-570A-4E40AE4E9DA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9F9743-A033-F424-78AD-1CD4EC49E5A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3BB5FC-718D-CD9C-47CA-45B29B53FDB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AD5EE6-81FE-87C8-244B-69EB5047835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1DE7CE-6F43-1541-DF5E-60810AEC32C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B691AA-442C-B241-19C6-8E564C87BCF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E244CB-1038-070A-ED76-D3554DA7691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2745C3-4AD4-33B9-B746-A9BB8A08A30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F5CC61-BDCF-CA6A-754A-BA1E6C69D56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C25175-F315-F71B-E9C4-EAF55D40117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FB8A9E-5FBB-02FA-1644-A385890B2CC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1D9940-2D49-BEBC-1F08-C819FBFD51B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A7F7A5-16D3-0051-6682-DB8CAA5538C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3B0ED3-DCF7-A657-78F8-C9184929A82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83055CA-2D52-88A3-9214-B63CDEAE9ED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99B687-D562-5793-4D82-0A8DBA2B327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0296059-2252-64E6-491D-98B333E8359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6BC8AFA-775A-868F-EF0D-FF46D05D2D2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86ADB3D-1A16-834F-6D7B-9F2C01B62CB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31BC563-D7FA-784E-DCB6-344F16D7C8E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C50F807-8DBC-DF05-F742-60B397DC8A6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29101D-614E-11EA-ABA2-876A52F6D7D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A739F66-7D7B-7B79-99C1-3626167F4CA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5AC907-45CA-B90B-429E-0E5F5515FDF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466F34-6AEB-E2AF-CF13-89EE7B00C31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87631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E76940E-A858-B9A2-3219-A325122DA33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D5D0379-9567-FDDD-D5B6-1518F903677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DB3AA2F-014A-C168-C1EC-BCA0DAD91E3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9B16FB-FC8A-B1C4-0B28-908F1DD83B5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AB7E8B7-5207-B65F-57BA-688A9710D73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4F375D6-2D4B-A5D6-D28D-32E9BFC119A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B96EB7A-31C1-7E8D-F2A6-122A8E8C636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8578D0E-5654-D45D-D4DA-F1A8E496AF6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E58B82-E15A-974C-9D15-2F243FBA5C9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FD9DEE7-BD9A-8D08-4B07-B49E0AA8987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DD59FD-AA9A-EBAC-BDB4-9CBC48FCFA4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4F0197-C7ED-5B5E-11D0-0B53C6AD7EA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2EE688-2827-E498-C114-971EA5EFDC2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E33AEC-07F2-7F05-A4BC-18BC151AA58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516249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ABC9D-4A15-C757-DB9C-8DF768761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DB39C8-A361-14E4-5D86-DB478178CE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B591439-132F-C6DC-F271-E8678131A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8114B69-7EB5-B375-CCE6-D28531055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6C1B8F4-71B9-D5B1-AC5B-F9D6FCD7C8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ABBF3E9-02AF-8956-45D0-43D6F447E4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E13F35-056F-7527-B884-C4F5F2F176D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0B8764-D5EF-12B0-1121-DFDD7F7146E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60928F-0EB2-6BE3-3521-34F68C424F3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6CAE23-2BC4-DAE4-BA5D-5384508A6AF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8B5619-B4CA-990B-11ED-ADFF252ED16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CF1E54-4332-C7DF-B33D-B6EC59F0762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BF0E59-F450-9BAF-7731-1D6DFF66F6C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608AAE-04CC-744D-CAB4-B6C5F8F9C6C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6B3F7F-DC59-B602-6721-C9744E7F068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AEC6A4-3806-CA5D-DBE7-353F4B96091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9B7077-6039-52C4-D1F4-FDC59A3661E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BEC2CA-9BDE-6C6D-190B-56AFAE1366D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ADB5A7-35B0-0B4A-0199-306457879EC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545220-C803-D1FB-740F-39EBEA9427B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3F4CD0-92AF-73BC-0E14-8937D3E0194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9B26C4-BC01-7143-623B-A666E5D6F00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82D996-8BE7-12CF-C3C1-52766A86D6B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66A285-D4EF-BFF3-46FB-480AABFB4FE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9C7F8E-2F4E-7C7E-E43A-C8ABEFE8A65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EC7170F-696A-433F-CAB9-2084C77BE1C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ACCEA7-BD8E-8C26-D9BE-007745146E6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2ECF95-D54F-4563-A015-19E3B3F4749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66E2025-763F-10B8-3F24-D8C919BF85D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6949CB-D3C6-035C-B3C9-A0B30E20AAF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95382D-C8C4-F92C-CAB6-FC9DEF223FE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2063D4B-665C-9CD3-5DF6-694AA54548C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9C349B-E0FD-97AC-4F92-1A93C388B3E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9E9911-423D-3D7B-7F78-A45F58593FF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08AB00-650E-B017-ABA3-C95A7F93956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90343A4-6192-61D9-C048-431759B11F5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3E04EC0-F566-C20D-85A7-D63BB2BA9DC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1EB4569-2155-CCFB-3BAC-1095290B147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C554728-E0DD-6266-1A40-631F6070465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87631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5200480-7D4B-6BB6-4006-FE6DB61054E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5CE853-8D85-8FF9-E772-FBE9EF88D0E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B7A882D-C3B5-D3DE-6BFB-CC028987EC5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3D499B7-8444-D874-FA25-679AB09A439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99140F1-CBC8-B6C2-2E1D-0F0832C3F67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82F78B9-F95D-A9EE-1890-F3602863A1C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9A4B0D7-DF0E-CD5C-6C50-9AE195F013E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C2EB872-B8AE-9C97-5F6A-23F49D8B26B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9BEF8AA-577B-30CE-FA6C-9618DCC0A6A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2957DD3-843A-1B99-38FD-26CC90C3A81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9B5B65-1FEE-F6A2-2840-44920CD9ECE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3D4318-6915-7CA6-F539-FC403A9A629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516249-07C6-55E3-511D-831170C766C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5FACD6-08BA-A7CF-4C90-23741731383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500870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44E3D-FC59-EF52-CF07-CC6CD6196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7B36E2-33C2-4C70-DA0D-E2B5E3166F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(The only remaining way to fill [20 in 3] is 479. The only remaining way to fill [21 in 3] is 489.)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791A421-D440-3612-47F0-EDF817997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80B0446-5190-F46E-A478-1C7B3AEDC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42AF93D-905E-C82C-B7A0-782D57C9DE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52A95D1-008F-10AE-42E1-9A9D0CB6EE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733D0C-B90F-5D2E-6DBF-878AA0074C9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9B5FA6-D56D-4CFF-8EF9-2304F04F355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8C51D1-A79F-121D-B547-98B4D59B0B2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D202A2-5E41-EC58-C6A9-211EB2D85F0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C8CAE7-184C-C8A6-3F52-523667E3CEC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04B072-B198-D6A9-6A56-4D41DFDA6F5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56A170-1FD9-D98A-5B6A-5219FC1BBBF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E94747-7943-6EB0-ADB8-3D1713301C2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C5C79C-BF69-3484-E731-489503B9872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9FE849-96AC-8C37-17DE-FBE26F77517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A74CCB-9F33-68C1-AD21-569E65C4920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2678E6-3E09-3FF4-49E2-CD9B3F557CF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DE41EB-9422-76DF-3B0A-01E7851F47C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FB3E63-9EEC-03AB-4218-583EC5771A2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F8DC0A-6F22-B02A-DBC3-2D506A4E463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5F7AEE-0F38-FB3B-BD4E-22AE600D656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16B0BF-286D-1DA6-994F-58EF8B7BAF4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114D60-33C8-0C0F-BCEF-EC373BEFEB5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60BE3D-D748-AA8D-62BD-82C27C58D31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C07CDD4-68AE-AC73-6E5C-6FDEF337D7B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F16E64-97A8-A1E1-A495-E3E6FCAA036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FB16C2-A20B-2F6C-414F-EFE5EF5A8D4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B7D67D-B085-9828-D828-D203C05C9E2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9EE91A-3F42-B3BD-3A2C-ECAE0A7B741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1DDB83-259A-08CB-3668-448A5E5F10D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EB3A18-7958-14E2-F7D6-38D6B3320AD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5222C66-35AD-FF1D-5E3C-2AC17B9BF3D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C825C0-2E89-AC31-9D62-FE9EA9A4334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25EAEA4-5A99-72CF-5686-46E66D8E781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F1F8FFD-3B23-8C0B-BBB0-EEDE54F29C9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3DAABF2-6694-A2EC-94B3-CAE1414BE62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AECEEE-1C45-56E4-5CA3-4FF1B2C8BAF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A38135-EDCA-1C70-F03B-6FBE7B74409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87631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4514E9-42B9-C2D9-F33D-4AD3113C5BC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554147F-0F21-1CC5-CC7A-4E4C7D3C12B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D2AC6E4-F210-7FB7-6DA8-85386E57EF3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2DF3E5B-F03B-0190-C440-A52A3971C8C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B1D4554-23ED-87C4-961A-2D017DDAD7B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26F70A4-34E1-1188-59F4-12F3AAF0C1B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539925-B010-2469-61DA-0BDCBFC3EE8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A832A0-4D22-681C-4476-05CDAE91390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77D3F36-4F55-F0AB-240D-F2DFE862F06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340E567-E6F3-B5C1-606E-E93B061BA17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EE9756-FDC1-D534-0AEF-2FCAF8E9F90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799A9C-AFCF-F815-602C-6A49E3F87CF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49AD58-8383-1F55-FA90-D1F3741300B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621C5E-A9B3-4621-65C0-9DCFD2A5687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024266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97539-477E-A5B0-15E0-C73DE7C59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A3FA07-8232-53E2-E351-A75447CA6A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A91D854-7068-F3C8-6BB8-C8B5969B0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9A68387-EBC6-EC85-E9A4-ECA667F18A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48D7DA0-82DF-6721-868D-A6E72C074D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A5D53A2-F139-21B6-9E0D-C3E7FC602D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51CBDDD-B131-2686-60BF-A63CD774B73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772421-61FA-DA49-D6A6-83B4122939E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rgbClr val="FFFF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8E4D30-7CFC-9676-88D9-BF931C86C6F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725990-9D5C-4AC9-52D8-0E5F184A17A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70E6D8-8DC2-C3B5-FF31-31FA770AB19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FC516F-146F-22BC-9B13-07CF4A95B95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8675BB-BDB3-3903-F64D-E93BA7075E7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B68035-7A90-8040-B11D-C2199DA28C7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721F0E-6C6B-C966-4D06-48554E405BF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9E22AA-D334-48AF-9855-CF247B27A59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9CAB84-21BD-C100-9550-3AFB446A19F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33DE7B-E5B5-8C26-8247-9E7147E2A11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816168-1D84-C006-7056-2B6147EAD61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043CC5-27D2-9B23-DA0C-880072B8A71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96FEFB-6490-0EBD-D387-E390FD34C62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0E4423-7252-0826-E003-68C08C2382B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1AF7C0-A067-2678-FD57-56C5C0321D4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307291-4275-894C-A0CF-683B1BD2080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CA253A6-1F6E-90C2-AE9A-6E7D9A819BD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E5E533-E4D8-3A58-1734-8E10DB1C868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E350AE-F128-8319-EB83-831B5A9E76B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BED7A6E-425E-6B3A-2AAB-9144F3EC9C0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8FF499-9460-6A07-B260-2270AED5229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0015B99-99B4-E15F-BD32-3589285BE23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517141-D827-93A1-0388-6124C390E83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A1EF10C-1C3C-300F-A1D2-56B72EF1107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E150E9E-39C5-A5F0-7052-34A5CAC4863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87631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FA39EC4-019F-D9BF-45BF-4D6B7A2F7B7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0C34EA7-EFE4-3866-2AE4-3B578B1BE2B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13BFCA-2CAD-0731-0C3A-A39F2F12B8C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4329A89-E5FB-8ECD-C770-D464DAF8468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290ADA-692D-F84F-6CC4-E0A514A0476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348C659-9EC5-F8B8-CF49-C6EA3BB885B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EE91901-55A5-101C-2036-04BBAEBD3A0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8121EA7-85FC-EDC0-5A8E-BD77BC63055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F29E33D-B6C5-BA8F-A352-DF79ED03FEA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9B1226E-6FAB-CA00-4AAA-4C4137481BC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207C60-E2E8-5447-7FC1-EF73FDD8181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26C285-6FBA-7430-76ED-52ED56400D1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A3CB21-03B4-25B4-0ED3-302C3D21E46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7ED440-F335-8234-E3B6-EBCC651C26D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A7F795-9F3C-A78E-9DB7-7ADD6D141FB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E16824-6DF9-6220-11FD-3D837F21D37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57F9D4-2318-9D23-4D43-1EF68B1311B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3EB3A6-62D2-5F5E-20A8-CC72ADC6C9E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994E8F7-8B09-DE18-DE80-4AB9D99268D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013E23B-3150-2AC7-F222-2C618454C40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067403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CEC2C-32C4-2350-6D3B-708E31849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DE1B71-10BC-E01E-3755-3D5C22CD2A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E4F14DB-B010-3B11-50BB-8E1AED624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A7A67FA-E62F-5426-83E9-C119C3CD5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8FFC67F-C68E-6B2D-931F-485A97B6D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1506B7F-1A8D-F738-E20F-7C49753AE0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1F1D43C-E30C-E695-9736-6DE34314781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E697C7-D8F3-D04E-52AB-5426EF4F047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7FAD8F-1D1A-3033-87FD-7BFFA8368A5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7ED1DA-97B2-C185-2344-F23614B133E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6DB7E2-C7E0-5A64-CB54-2F57BE165AA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C2BA98-0CE3-C670-0628-858987CBB16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566BC4-6A07-79B1-9C6F-9C8B4696B42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AF8248-4241-F568-7951-9632E5F24AC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0E6A79-9007-8E47-348C-616F45BFB4A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E22A9B-D81A-91B3-E4C5-7658DD07F4B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0B5023-4CB9-AADE-A343-A42EDD43457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DC2F3B-2091-4963-B67B-C57B70229D8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E2DA24C-9BAD-CBC6-49EC-CB2AA895F5A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34C72B-E56A-59AC-E147-7C33329C2B3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A576C3-0BB9-F4D5-9A10-2E52E018C6C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042C02-EE59-E0FB-9FDC-163A073D497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C8CAB58-C42E-459C-D4E3-E6A29A2FEFD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72957C-78D7-89B6-5B60-1C280E3695C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CDEDC3-E2E4-C107-D74E-83BE5F3E4D5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A1DA655-03BE-08EE-A4E6-224B90782FF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33DB3B-F0BD-C787-CDF1-03023200F2A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D74961-8D8C-C0C7-E086-BAF5B40229C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87631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721AE20-A453-620F-817B-089C0C0ABEC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F9628AC-8C34-DC69-4104-D5B40F01A09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12E11BD-4751-4381-CF10-CFBA5583B3C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1281606-0015-6707-B1CD-DFD3E0ADF82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92836CE-E731-464F-D4F2-4AE7B2EABFE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D81CF5F-C436-B033-61A3-71D143F05F1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04A15C-0DAF-761E-7A91-34A5E5291B8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E8BB273-CBDD-7CC3-A9ED-86CE1178916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6BD6EAC-EBA9-5FD6-76C7-9B6B5444A13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421A140-9A3D-F158-6071-1AC3417BBD5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25FB43-0552-AE49-6430-2E5F499F859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6276D7-1339-A422-DCD6-F455C24C49E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3B4FF7-F34E-5BFF-60AD-C3293D14D30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67618A-0081-1D55-4207-63B300E65EB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661F5E-0984-4498-113E-232F621D8CC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51A35B-A7AD-5A34-56F0-2D85E2AA1B1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E95A95-B36C-79CE-FF89-8779ECDB129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67CF09-0E52-1069-6A87-ACF920C1C90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B68FCD-88E9-9297-E1B0-5A4B6922D9C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082023-132D-7F26-B62C-487D82172AC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960776-15EA-6407-D652-3D149000FED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A8B11E0-5701-64FD-A89D-99B5E8D7888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9D3909-7C94-0E27-1000-7ACEE738FBD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A53F31C-7B17-E8C0-1660-D84D292A3A4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91B5461-78F4-F74C-ED7F-2E9E0275756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211220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4C1F8-22F9-14BF-F55B-9EB28AB85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F0899B-3527-99B8-6B67-97C3A14035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65E9A69-53F2-EACA-966C-1493EEF2F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2530C60-90CD-454F-46F6-D4145EFC5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DDD0733-3157-2BAD-09FE-CD0EFC24D6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3338397-8C9A-86CB-9F87-DECF191525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304BA93-78BB-47CA-8522-68C7265FA43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7347B2-3814-D06B-D6E4-A1675D3C822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3D82F5-162D-DAFF-651F-4C255E8A85B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2610E2-A91E-96E9-05CC-98C623F2A53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9C3151-5BD0-9DDE-DEDD-9EA2D253463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AF4821-6909-B2A6-673D-B745AABD9D0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FEEA19-2B00-221C-A844-197CD7E52E2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ECD8C5-92A2-0CA3-B89C-CF60D7218F6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C60FCE-41F2-9E4A-0512-A5130297DEC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309353-9717-1B5A-18E1-D9D149E5FFC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6B582E-ABD8-1A7C-391A-1E460635109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87D6D4-4770-930E-AA29-324254F9ACC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60FF5C9-4264-9C56-D503-392E4B4C119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FF29867-BC77-D6B3-E3C8-F007AF07954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B0B44A3-3529-EC34-A064-A5D63A97A7E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F513E27-876D-91A5-CE7A-5272D8497E6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CCF5E2-B644-0156-D554-23C93C2433E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FA544B-F22A-3EA2-BE42-168F776C5D8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F50640-5A19-8425-2DC5-D7399F89639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987857-101C-56AD-83B1-C1E8C5C2BF8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2110B4F-00B9-C54A-6495-E1EC429B61A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F177F1-55CA-78F4-DD83-5049AA2C260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05A1F3D-C812-5EC6-449E-E5F73554274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1111EB-8EAB-20F5-ABAA-F660CD8F91F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D6D709A-9435-1A7D-AAA8-9C922C94D26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47B6FCB-E627-B4A6-C6FF-59DB7942054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39185AF-2699-882F-E9C8-C8C181168EA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8CC18F8-9BB4-29CA-9F27-385B7DE2C4D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5FA6199-D3FB-BBB6-59F7-D5291A51CB0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33851C3-3977-5FCB-458C-2736D476811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B23B14-856C-89B7-3EC3-06E2B920A42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B79A6D-D51B-DF43-856B-0A34385C2B8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137D35-3804-F566-3182-C182B6CB85E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96534E-EAD4-4DE0-8658-F207882B417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473EF7-3558-D59D-44BF-E5AC28576E8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7BCAD6-9813-0FBF-2999-FDACCB02344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863D4E-DA8E-E677-6880-E17186D6114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125C1D-3165-0F26-4B12-C2E6B3AAB04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2BA8EE-88F8-E018-4839-AB574D6F965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FE5427-6CC4-CE47-4619-30EEAF6E7D0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403B40-7DAA-1A98-E584-58EDA94064F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8D5F2E3-9A72-2832-3A5A-661B8831219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63803D-5FF3-651A-769D-D2796A7A920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3AE295-93DE-B08E-FCE9-8FC601A775B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C0FDC1-14D9-B8B8-2ACE-2BDEB5849D2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5C5069-3663-7782-4DA5-9829D36EF38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2054D9-8FF8-B5E0-A56C-694BAEFADF5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621284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97575-CC3E-D61C-DDA9-52CD4C6D4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5F37C8-9F8C-394E-6DC3-C863956F95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8D9FC5E-9489-2DF7-45DA-51AD5BDDB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713E7C3-0148-39A9-3D35-2939DD51F1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610122D-64F4-278C-EB18-2B145CCDED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4482401-4023-6605-E964-3EB84C70EC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8999373-6AA4-BE72-CB4C-C511281E955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4CA82E-FDE8-E444-C589-9D5B9AA7494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C51634-96BE-6267-25CA-91D45E1F87F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8BD4DC-BBD6-3BCE-1869-81E1435AE74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044602-1A13-4150-51D1-84D62DA1A67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C02DB6-EF8A-E815-0747-5FA4E273000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92A4E0-2E1B-A9BD-101D-F02A81C7A52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F31B736-45CC-6523-68BD-B190A8CC4F8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BFA597-F4CE-A2D1-E512-BDF60B7CB90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C7AFB5-D707-3A3B-820D-9BC451AEF63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2BB1CFC-5A86-8579-8955-3255193A204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18D93F-3DB2-FAE7-0958-63ECA628235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F35EEC0-098A-10EA-1133-1A9358A3953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C12232-2785-015B-DEA5-660157A9BAC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191504-5D81-83E1-0742-43F31866585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7CA06BE-B9CC-8B23-6C74-82A772D6A00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8B7765-D85B-7E9C-A13E-0909AE895B7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6068E27-14C7-0FC6-7955-2C9BC633C70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9BAC5D-3584-2615-C947-A7970254029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D5E0031-B99A-E027-2CAD-119AFCFFCF5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9542D1A-BB4B-3C67-7ECA-F3C9AB64A2F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C2BA667-722C-83C3-8B31-897A2F2539B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C92F598-F9E5-B5AD-8DB2-CF73B16BD55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4C6D7F6-5255-C365-9899-375BD4E0F16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D2E2DD-D244-A68F-5493-AAD12163724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B73B5FC-E022-83B4-16FF-4B949438934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9FBCC91-BA70-FF16-CA55-B91BDCACFB1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B487C1-43F5-971D-AE7A-8B70204B739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28C326-7CA1-4DF8-5E95-A9D160C56D0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13837A-5C97-8770-50E6-C7237170568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297F75-2E21-3ADD-7745-8031763CD29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338E25-9938-3628-BC92-36E599D37B9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4266F3-F6C4-55C5-874A-6A0D21574A2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A494E9-4394-D5E1-78F7-570B6905565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AFC50C-2262-60EB-D56F-D133DA70AE9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587D6E-A2A7-BB10-755A-4ECCAE537A4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B35D16-EBD0-33B1-6F45-C3D79F8AE29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066065-BF49-8061-1955-BC3820F59F2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4998AA-D481-A10E-1091-4637CB3904A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BBA949-9038-E1AA-1447-563E0991E8C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65FFC3-3111-007E-8EEB-ADD270004A7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E166482-7146-E880-D7CC-EA5ABF93606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32EF4FB-D0BE-A85C-3AC5-59BEE809ADF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C66961-FAA7-1D20-D1B8-71FDBE7C4E3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28927DA-A77E-873C-B11D-E274539D79E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BC97C6E-F88A-44D1-4147-912D5C08BBB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EB2046F-C45D-FCB4-6F53-4B89001604A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685273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C434B-34A5-4947-A788-3ED9E036A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9B5F3A-11AE-E93A-BD29-13B5508005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E64B4C7-C24C-8D23-7CC2-271546C0F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657DDA5-4D9B-ADFC-8D74-31E1781B7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18881BF-62FB-641B-007E-B851918FE5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2B12E22-DCC1-D123-1777-BC9B778953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D38AA87-9AC7-17B9-DB97-77314B19AD6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6674BB-2D3E-084C-6DA5-3B3A2ADF7F1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C31169-F8FA-F5B2-8F52-66758AD6BFF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6BF663-9A47-65FD-CF37-3CFAA87750F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8BB9FD-62BD-A1B1-3770-1A992063E66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49CC5F-2A5B-BA19-88EB-2BF4F800F01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EE0FDD-3ED3-CABE-FFEE-9817E6833B7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76A069D-8781-E034-7D4D-0E68DF1A815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9AC26CB-BF0B-578D-74FA-6AFD11CA9DC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EA5F7A-279F-750F-023F-DF605675872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DADB2DA-5CCD-10DE-CA73-D5BC2E59DF4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54B345-5E3A-E53A-224B-DD59D07E6F9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D7C1C0-02AA-7A38-F1E9-6078800F5B9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5A867BC-07A7-BDDB-897B-58599F8A3A6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C8A837D-A942-DCC9-6155-E0ABEEF3430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A24FAD3-EA52-765D-6969-FFE18CC6D08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3B86C3-73EA-82B9-6DA2-395179D8530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62CD1ED-FAC6-9D5A-2D50-490D484B220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FD89CA-34D1-C741-07CF-8D1135B38F7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9109C33-BBCC-D581-9350-4BAA08D7381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D402936-3364-A848-84CE-1B0914BF323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AE37D8A-AEDB-E8F9-25B8-8DB1A10C20B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95BB9E2-8297-4469-DC06-0600843CB85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AB35799-F291-0366-EA7C-6BF1F866AAA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493AA7B-05B0-0F5B-B877-A00EC0FA3EC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166BC22-451E-8F40-B626-96800F240B8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FB93BEA-03D0-D31A-C217-4083F624A78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1EFECE-FA71-09D0-A552-E0F6E417425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F2DD21-EAFC-3268-9423-10184B6D9EB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F480BD-F1B7-D034-4CB2-00ED0D6DA1B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6156A4-6E16-A7BD-FD43-0272F8DF928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CBFC87-762B-8071-EC66-46BD0C2E90A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C67EE0-4A8D-F405-35F1-2E5326C6E6B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94761E-2F23-70E3-0A34-5563542837B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8E172F-75FE-C132-1346-65C55181BB0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C51DA2-913C-3816-2630-F4970FBB763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767ADC-1D6F-EF0D-99DD-98EA24FFA48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DD6A03-D9E9-037C-49EB-1B91F4D031C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C65C837-D738-0B25-DE57-1D6A7D78ADB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8B626C-CA9D-2650-0C99-92B8F3BF98E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D94F28-E422-C77E-628B-B7A7DF6C2ED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1E6AF4-5E79-4D4D-923A-0799B8C134C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9B0E8F-E647-3AB6-1863-AA35D666834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F3F7DD8-F70D-7239-EBD7-B0303FA7FEA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BE9776A-5257-BBF9-6D80-FF21B1DD1F9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ED5FCC4-E4C7-4124-8ACB-4E5D752842A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ABBBA03-72F0-DEF2-CA2B-93D4A1CAFBE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357948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C6FD4-6895-0595-4024-835120A5C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B2218D-C251-FEDE-088E-76B8C1B0FB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[22 in 4].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53A8382-787C-DCBF-05A9-B9D10FBD2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705E65C-746A-5656-AB59-30FC241ABE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D6FF62C-D364-E7CB-7397-8999DDE3E4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F737CF0-8D7A-9F5C-31C1-E07DBB0D24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E797AD4-9B3B-017A-3CAA-06BAA6835F9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A490A9-6C9B-947A-D238-F712433F393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0E837B-345C-845A-B537-C3F3B034F26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08F155-38CF-1604-32A8-9DDAA9A5B4E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B0336A-2450-474D-0738-9DB381ED473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36BB1D-67B6-57DD-01D3-6277BD423E6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082F2E-5ACF-5FC0-34F9-A22F54E65D0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DC0A21-7F26-11E7-01DE-AC9BFBAB399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63C493-9C14-7B4A-8F1A-D46A9D75F8D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C6FE6ED-FF4E-EB5F-A281-6186CA2B84A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0B1FBDB-E7A4-81AA-9519-21EBE6B57C5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6C6FFBD-EFEB-D1DD-2CC2-8749C824AAE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1C667ED-4C5D-2D6D-B5BE-C9AC1DCF8D3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4B0CB7-1F19-4502-CA1F-78BDA89FDFC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057B92A-E274-380D-A751-71EF8787FBA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ABEAC14-5356-E649-2FA6-3C312911794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90FC61A-56A3-A50F-CA5B-B995C8A879B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A18CB74-4D86-3C37-1140-0C1DE60F980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10AE722-76BD-AE83-0D59-8D3441A433A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B18DD92-471E-B72B-36AB-763CA2803B7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2A1A3BC-AD86-D621-5AA9-5A26356348A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20BC0F9-4F57-5B97-505A-D6853D20150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52DE39B-3ADB-1B67-FA11-99490E9E8D1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254C552-8131-C623-BDA9-4FDD385F746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DF2E2BD-9000-CCA1-5C56-395B6E32536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C201026-5F99-A33F-BB04-4DBBE089DBE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F092341-57C5-1DB0-A1B0-4363AF89F5A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17A317-5853-AD58-493B-3A89C2EBC7C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29EF01-68E8-E13B-028A-7A2878E1051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C24979-5F46-FAE9-F4EF-772EDA0B42F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1F7BCC-A45C-D303-727A-644D3109E23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FBEA45-C9E3-2246-5558-DFEAA9F9AA9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A9307B-50BC-4D72-8EE2-6ACDE137542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F49888-8E9C-831A-F30B-B2CE3AB1298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0FC03-668E-6484-54B7-C65C5F8E719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2E7CF7-DBFA-4093-A384-2949F056B05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28DBBB-9E9E-7560-7FEE-B55396977A9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1AEED9-9273-A841-0C30-32ECE22B3BA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917DAF9-6D5D-BB1A-65DE-7710695869E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214AA0-40F1-0160-F252-01D1B781FA6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42D1DD-BDA8-695C-3069-FA49F601ABC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3946AA-A1A7-0944-C2C4-E9E8FF3FC8C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D21D4DF-63DB-3349-322A-2713EF94599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25072D-0690-5C9E-CFCE-D2AC82C6E2C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CC289FE-B042-BEF4-1E3D-B28E979DDA0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9DCC441-EB50-B018-8C22-5D05667A43F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1528864-FA40-96A9-97DD-58342212BAB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000DE3-3A80-E7BE-303B-CB325ADA237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903288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7292A-D0CB-4A53-C40C-74B0F1441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12027E-57A3-E68F-C65A-E380095EF7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0C5C05C-22ED-0393-C8FB-8544CB030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D2041E6-F2B4-8C05-5F55-9BB2ADE28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216A4E5-8030-F898-AFE6-D1E3DDC99A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E577B14-D19F-DFE3-DFE5-5F0BCEE189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EDB5134-9683-4DB9-AEC3-85C35581413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8297C6-36C6-A4EE-5339-5A7450C5F68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EF359E-1D6C-1244-2285-47C210AF7C5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C63824-7CAB-C779-FF94-BE85770E480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6A231A-76A4-BDBB-93C3-8F586EF2D29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2D359A-22E9-EE6D-AA5B-198AD172ED7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F3D14B-4166-D278-CBA2-72580008433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32C1FF-3A7F-54B0-78AF-E05E7D8F163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19E313D-66A7-7859-FCE3-FB72BE80AFD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E86871-CEE7-A6D4-32B7-25047E75D99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374A74-456F-5E60-4E65-236DF5080BE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6445C93-D571-B537-DFCC-5ECF8E6B752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38F862E-624F-99F7-BE86-BAB2EFF7C74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B841738-8F71-DA68-BB21-D7FABDEC596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6D7DFFE-5EE0-A72B-A25B-C9411EAB5C2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3ACFCF5-FA56-FD7E-51BE-969EBF7BDFF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1746677-C048-8193-B74C-8F89E7BA89D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8961478-2E17-091E-2D87-B634E97C1A3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B23BF7F-AF65-6362-90B8-6CB6CB65095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47410D0-4D85-1EDD-3DCB-334341636DF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69D114D-B248-AFBF-83CD-DF723DF33CD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9BAD2A3-7E8C-ECB8-32BA-FF053EE41E8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4EA12A5-F312-5B46-BE96-2BA4501F157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7350534-7F0B-219C-9574-777793B623B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DEFB526-00DC-B933-6A8C-BEE40ACA456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25B267C-9FF9-E9AD-9C76-588F1096F32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1F6EFF0-AE12-172A-7140-1F0BF28B47C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71FA1A-7D0C-78AA-F002-918C237C2A9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94CC89-4726-41CA-BB0C-6A6643A308B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C0F968-586D-C2D2-AFBF-56588AEE3A9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66B4A8-A208-1581-51DB-5F06FBF30D0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E47BA1-D624-AA81-77E3-F6997038DB3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57A390-9245-B675-60FA-A984C2D0DDA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D4C821-3643-6277-59B3-47A29A33A69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7DBD25-6BBA-44F4-F56B-23102C7F1AF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A4E45B-14D6-02B4-A1A8-F3385274C09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167167-2E44-6247-41B4-6DFA22F2AD7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FC83F6-EDCF-ECCC-078D-15CD3AFAE2B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A6EF42-19E3-5CF7-2777-FAC490D9885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461DD2-91AA-7B36-DCD0-6932797C7E3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B6DA8D-7689-562D-C32D-C725DA39A63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E3151D-3449-D6ED-9F38-00E4A44D083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7F6CFAF-BDF9-C40C-3AF3-2DC24AF8BF3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E3B2CE8-0FCD-7AF7-14CB-C009B2620E4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555CAC-D070-88EE-CA01-68C5AEE4F29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5050E04-B26F-7913-09C1-098BE867304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5958FE6-14CE-CD44-94A0-D2790A8996E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321D8F-381A-0CCD-F623-96C6122B571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062420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A2BA8-4256-FB92-78FC-3C9441B2B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3F8EAF-54DF-2A2C-63AA-CFB5C58EEC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6, [13 in 2] contains a 7 or a 9. Together with the 97 cell, 7 and 9 cannot appear elsewhere in the column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9B606FA-C11F-C88C-5B80-08CBEDCB7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F6A01D8-BE17-0E80-DD8A-4F973207B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E133893-E6A6-4EF2-68E7-212F55D095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361B2E9-63DE-7E9C-369A-E9C17EE9A4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B09A3E1-2C0E-21D4-D294-B4DBF497C09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01C05C-2772-4393-7622-3F2EA58DEB0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B7F123-F363-57A7-6FF2-4A6D1B6F9D2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7D5799-45EC-5E90-B025-AF0D082A248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01CCD2-C298-0F18-0398-65EBF9B8662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3EDAF7-4458-D5F7-1BF8-B106A73AA17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593ECD-ADD4-38B5-FFB1-66A230AB1DE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6C79C25-855A-BFD8-3A60-5FD5F7DC134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69FA92A-5E90-09AC-86F2-1D6B9606497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ADA64EE-5FA8-7207-2C13-65ADA05A808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77F4B54-F3E6-3D49-20D2-275E8D85FB8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E158F9-ABA3-3E02-0FE9-E60F75A3352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A4E4167-9556-CDC9-4458-A5A98F71DAC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795F571-887C-0FCC-8845-99F558C5FAE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7C8BB38-6FF6-82CA-9537-B1338196A1A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8898B1F-B43D-C28A-6A4A-A8A35E311D9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7BCBD41-C4E8-ACA9-CE13-F92E8092D81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56FC58-1C26-A82B-6FFC-96AC832E98B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8B87E40-BE1E-2043-2F5D-0AA583757B7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BC7E3BF-9194-7AD9-8F5F-195BF1263A9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99ECD19-C143-8D9F-0D1F-6928E81DAA8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F7509C-C30C-BD1E-E0A1-700D4F01888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F48828C-CB68-6579-2632-FA756FC7D02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EDBBC9E-95CF-B1B6-1D8B-475777B5A54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E8F6AD-1EBA-0791-66AD-3ED3B25E227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4CD0FA-7735-7C65-06F7-A115C2CA1A3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0FE573-5936-FFBE-7825-A426EC7940E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568DB9-7ABF-8035-C900-22D4062157D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8A6EC9-F646-431D-738D-4632EC028C7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CBAEA9-AAC4-250A-9FE3-4AEDAAE8CB8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9B8795-D8AB-6CD5-21D1-9259A3835E0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CB3A31-FC9B-0EDF-83B0-BEB375950E3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977315-94C0-1666-060F-B325279525C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67B7DC-D86A-94A3-8A8D-C7362820000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369374-55B5-9A55-F871-A3842214F9D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28FC16-4B40-3965-DF81-9285DDC04BF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9D4493-7308-FFD3-FE1E-57897869126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72DD43-49F3-006D-46FC-F88B85E01CF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1D4840-01BA-EE21-00C9-48BD9AB9961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42EE37-F2DA-177B-EE6A-39D13546F54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2468B7-4972-69B0-9A86-9066185BDC2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052555F-5776-B327-EAF7-B0D57A7BE33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B9A123A-0B50-7C90-3102-06C490538F2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7B76741-9E6B-1316-95E4-7006140C06C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ED3BC1-4270-8BEB-6C06-E937A7A7BA5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2543B2-1E33-03A6-733D-EE0F06CD733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A6C577-71A5-9A23-F51D-228778AF8ED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5BC30E-64C9-4DE1-1164-83BED482F2F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547730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CC942-1FD4-672F-EE83-616BAA4B4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FA60E3-4415-6401-D28E-B820F8B672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F069028-0A8D-167C-1A37-610A6D8CE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C0D38AB-8738-D42A-2262-CDF8B961B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1C0A3B6-1329-E765-6243-E322462413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E5F83AF-B111-28C2-C835-CA4D285651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9862A0E-F8F4-6E5F-E347-E9983D4B92A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520B8F-F5CD-5C80-CAFE-8F9C55CB18E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5BA23F1-557E-D0E1-66CB-02D84BF1782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C8F50D-641D-3199-B043-1C6A7916F02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A6F19B-3560-E414-48D1-AA241961EC1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23B64C-62D8-1CB9-DA51-E46007DF463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407D1DF-5B5C-B7CF-27D0-D3CCC7B3AEC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3AEEC7-39E2-C929-6F33-01EE8654239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EBB5771-36A3-F8C0-BBCF-7784071AFA8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4983353-E26C-C6AE-12E9-FC501931F6A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AEF419A-5F1C-3E13-36C9-57C002D8929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9D94105-CBFE-3A4D-4C84-940031F1FCB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4294314-2510-4EA5-CADD-64A3432F572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0F20FE8-5574-7ECD-C2A6-F6BAD2BAC07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E16FB7-6CEB-40C7-423A-CCA0AD3B356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E631FD6-CD47-AB8A-E821-CC644F75746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3FCADEB-DF21-6327-B4B8-C73DE0EBD46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E8CC15E-EAF5-869A-D8CD-89B35F29B66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A61A90F-AD61-851D-5381-9FF8C927C09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C5B0A4-E1F0-BD9B-F159-FED38FA9D70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A82DAA-F7C6-AB45-6A5C-E400BC0BEC7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C23859-F6EA-52BA-0592-CD4E44C5BA2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60BB1A-3E42-2311-1103-AF7D044A426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68CC6D-A548-1DE7-7E9A-D03305DBEDD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A0AEC1-2E58-C531-CD08-11904A92A8F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1BD8AE-C59F-5566-DBA2-46D6BDC5559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78CB27-7CB8-BF67-76DD-64C41E808E8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62018E-36AB-653B-567B-F5AA8ABE76D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61868B-73E0-3B44-DD07-011F188BFBF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B792C7-8483-51AC-0933-807B3456A18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10BB6B-1EC5-FFF5-F287-38E21A840E0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442D7E-0D34-DF33-E36C-B2087674F6B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DE1CE2-28FA-783D-8716-2624657EBB4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1E8439-90ED-6EB2-21B8-46FA9708623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D327A90-AC83-4FE7-84E8-AD88922BAFD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FBCC6BC-42BD-8CE4-93E4-71771E6EFB5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D384197-FC3C-BEC5-6BA4-28F0A26E67B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EDEE181-E738-8910-1E92-09772747C70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B0E96C5-7FCA-AFEF-D8D0-4DC859C2239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24C262-0EDA-5E2B-CBF4-26309464A90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23C736-CD02-34E4-CCB3-8E2FCE33AF4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423DC3-C641-27C6-640D-FE58DA89865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E8B8E4-9260-7635-20A3-A57E41ACEAE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3F48E9-F5EB-FAFF-1E62-FDB694E340A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BECFC0-03EB-9896-04BE-30FEDC880F4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91B42D-651C-6DFE-1DB2-2A8E462CF8C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B8182C-DD82-99DB-B2AD-2130D0FE25C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33EDC4-60CA-155E-4C75-0D883B1607B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210517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5E4D3-E4EE-84D7-4655-5452465D5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960B26-F43E-8CA2-7178-486CCF7522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5AF9B62-C07F-BA6D-824C-56F1D8693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0569481-CBB5-0E9E-6FD8-212889973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4F1FE17-703E-E675-01C0-BC2D5ED33B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7E6D680-B386-A780-6AD4-F4485B27D6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610BD1B-560A-81E5-EA0D-E7D630BF628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26DF9D-3F6A-9BF7-01DC-996BC83BA6C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B827AD-993C-0593-E168-CC3D9AD1D08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4D8EC66-CBE9-B7B9-DA33-00CBFB18D70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EFA6662-C93C-9462-1CDD-FEA3E3D295B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7736290-1C6C-AD45-75DC-CD1C81722AD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5383904-70E9-B320-8D04-29F5813AE26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0E2024A-7F0D-5A27-D4E2-3A148DF24A9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2EEA63C-9F40-F4C3-0EEA-193F38CE540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191F140-76B2-7A44-970E-C05ABCC09B8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6647BB7-5D68-43A4-8BB0-B0C4D511E5C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4D4B2DA-C25A-050D-9CAA-D9A5E1F7D74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CFB6E50-31DA-16B5-E010-E9283B410E2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085F112-6479-EE31-B788-DE8F64A460E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BE7A9C7-DEC9-2AD9-4295-FC253D856DF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3F3941-3107-FD7A-9F4E-BDDC2BC5319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234BF7-C675-762F-E7A4-18E715FC576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3F62EC-9934-4E98-A14B-45E85B9FD23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216ADC-E2F2-C58A-987D-4DC9E196524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521F06-2390-E323-D2FA-E94AA21854D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BC3E3F-8DFD-F1E3-4D06-A945594C399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B59F89-D347-7594-AE2A-846D780A650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C2A9C7-58B5-3547-4BE0-6C3F73DB5C8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163F3F-8D0D-BA37-804B-AD7075196CD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102ACB-7618-7CBE-B486-B780B692BB7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08A391-ABE9-FFE7-FE50-40A63AF18E3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E3ECF95-5A09-2A87-46FE-132E52B9BD7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099FC2-841A-F93E-242C-9C1BC2C2CBB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E724B6-B3D4-CBE6-F5CF-3202414A90C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AD2732-A2A7-D948-B547-17E0951E52E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A0A9B5-DB33-6E98-1D25-47C9E20FCD2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85C911B-A797-0930-AA55-32C275F6E94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D29824D-828A-63AE-4BD5-76F01BB4889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1A732DC-4EF4-BBDF-CCD4-8C9562CD05D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530FD4B-A181-25FC-CE7C-1E213D6F59F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BB69EF-05ED-447F-92FB-B944D268E83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239454-AC51-7A4E-1979-12A499425F1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0DE3D5-DF25-7961-1B1E-22699BA7F3E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C46FF3-337B-20A0-EE0D-FFF0ADCDE5A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CF5242-FE1F-B251-245E-16811BE2055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8B44BD-4A90-903F-AB6C-B818A2117E7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238BCC-26B0-3D3E-C400-16A3DF869D6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0AF88D-EF34-E1AB-1872-1F2FCF274CC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FC3CEB-3E9A-51E1-A919-BDA022A08A1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D88A93-8AFC-2B64-BFCE-EA7A36B88D9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91F405-2991-9115-0602-24FA2820611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E58A29-BC45-B03C-11F8-822443DFCEB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E02D50E-DDD1-8E47-397E-321377A5A58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547775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73BD1-9649-B5CA-0521-250B6CE0A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69A313-C262-1692-66FC-F88899CFD6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410BD4C-40D9-82F9-0C7B-C0A8CCF12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D0DCCFE-F0F0-62CC-54B8-4103CF20D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3A97554-15F7-02F1-12C8-00EE92A374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AAFF13D-AA6D-F657-E9F3-8FBFDFDA76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3C865C9-E3D8-AABF-CF6F-83F0BAECEF6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CD8FAC-AE3C-CFC7-5768-0F75445812D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E61CCA1-AAC7-C9B1-3023-00D03539B40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04C5FE-7E30-D272-6446-A2E933009E3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74319B-0841-A8D0-ED97-0F991F356EB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DCA4288-427C-C899-29E7-773D1625F14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40D0488-19AF-BD12-A0F4-276BF6B240D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95489D7-FFA5-908D-48DF-EB43218946F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6257E33-660B-B3E6-585E-D60F73F9584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D2C6BCC-443E-7AAD-7995-71109D8E888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8A1308-83F7-3D20-FC2C-60ECE18C9EE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877528F-C594-4E56-E9FC-EFF8C394EC0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56214E1-75F0-C934-8268-91B7A278192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62F94DE-B204-DD0D-5B16-899D72659B9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5061F6D-D14A-F17C-0326-FA4A073553D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E91403-E9D7-9811-3647-8AA4C8C14DE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42CD56-C049-654B-D030-637225D6CE7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B5FAA3-D334-911B-A576-4EECC8532C9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DA20EE-A880-1EF0-A13F-11B0AFBACC1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71DFD2-6DD1-9C2B-3386-DF4F0EBD731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9422F7-F47B-50CA-D3C6-BBBA17E2E6F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BBDE75-4EAC-1446-1A39-D58EE48C63D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8632E8-CBFA-167E-D417-C85C8425228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17A073-2CEF-9FDD-44B3-BEF7B95AC90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AB3A65-BC45-9F4C-EF37-508F79C8F28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345AE9-2623-9835-61B1-4A5B1FE7982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F2E3C0C-F977-8596-FA17-EEA46F6D1BA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85C64A-F560-1EC7-62B5-7FA453833DA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0B58ED-C026-FFEB-82FB-E820F35FE53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1678E1-9D38-D001-E805-89A77261132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4C0E08-BD8A-FBAF-BB89-9C991E907E2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743A2E6-277A-8A0F-693A-3A794E29538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BAA58FF-C285-48FB-E9C0-4A6F097438B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B4F9A1D-C75C-C499-8353-214E87B06F5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46E115A-EDFF-30C7-032E-377DD7A162B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9116AA-9877-1945-9225-EFAC8FCC5E2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6F9112-FA09-9A86-6735-817140E38BD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A44D1F-0DF5-EB84-F845-16A8313611D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6D68CA-4627-FA1E-E1BB-9260BF79EAA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F7616F-4053-AF15-0F3A-6CEF142DEA9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C55904-BF21-A261-EE20-3CC920D9E98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86FACF-7AEC-E5BC-0CD3-815B354E6E7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EF31EE-E261-2991-5BF5-4924F47554F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30F472-7DB8-D773-E76C-31527739A4D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8380A0-D08B-9CB7-A966-856CFB2A17E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47F70A-BD2F-68FB-858B-53DBA1C4BAB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72905E-C714-8FE9-1F8C-937B287184E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596FAE-5EB2-FC2D-2E1D-85A60B3F68B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291468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A12F2-017A-485F-69C9-41DD4621B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69CD76-59C4-6259-6BFC-578DA60AFD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6, remaining digits 1 and 2 fit in only one way.  (Can’t repeat 2 in [15 in 4] cage.)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90A7960-0819-BB1F-F8E2-32552141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0086A3C-3968-D77A-4525-9356081F29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1509F84-2EC5-96F1-FACC-13BBC45FF9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1C6A15D-3747-6A0A-498C-955EBF4660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77F4628-D654-BD66-0C7C-8361908B1E4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CAF552-D69D-F764-0929-741AECF5B40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DFF31D8-8042-077C-431B-F99FE8B5678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C5DD12A-A0CC-24E0-CD36-F364E5BC317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71BCC8-17A4-83BE-2FEC-3E9C67CC174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B99767F-A33A-4D5E-DE28-13696F9BC0E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737EBD5-86AD-F322-F559-3B731A29861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29BF712-6A0D-2586-8EBE-094DFC303BF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DE6751-3C20-52C8-0A3F-5D49449D0C7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058923-C6ED-90F9-7D9E-C73CF7EF749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36650CC-3C50-8A0F-0E03-53D423248F8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2C43A4B-16C9-DE39-27B2-F0BDEA396B4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AB4F499-9471-810F-6607-CFDE8A2AFF0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FD9030A-C3A1-4D32-EB21-F0AFC33B714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4ADF770-93E5-5FF9-5DFE-B74CCD0CECC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2CAD27-8163-CE5F-DFFE-2DDBFC1F97A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DE34D4-395E-972C-0EBF-E42E8F69322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E6ED5D-2FF8-3019-38BA-310BAD14FE0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D74682-C1B2-C903-9323-9D8055757EB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FEF218-70E7-5EE7-25F4-8F0C7A8D4F1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6B8E69-82DE-3079-2E70-08EFA2B906D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1732D6-3160-57F7-2DC0-4AA8DB75723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A45E01-58DF-37E5-1E4B-C3CDEF58FEE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596773-6A8B-7F09-9273-31887D395AB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664135-4C6F-868D-EFE6-5825D238253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FB082A-E4AE-8583-0587-57F4CC9ADCE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491FACC-A133-23B5-2638-E9D3D5C6821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AB0881-B51A-5A69-F80B-938FCD881E6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BDB0A8-451E-9604-197F-20B4A3DE2C1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DDEB32-C1DC-2F0D-1A7B-D6BA2F4DD77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558E18-47B0-06B1-A527-52DE787FD46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96DCE3-5AFE-C352-53D2-FF080800FBB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AC77A22-9372-6A4D-E8FB-E6DE5820B94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D023D93-A4EE-F8E4-57AB-D23CC444B2E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F2AC82E-37F7-5222-0236-80C53C0CB74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A017B7-5B5B-A1F2-5A1A-55B0A0A17E3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D9510D-FE10-C31C-0A8C-ECA8ACA1D92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51FEC4-6028-5987-E46C-01C719AF3FC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3818FA-AF1C-F393-0D73-8D549F46B1F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BF5DAB-34F2-DAD0-83EC-EB2E3F81D59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625951-A89D-B47D-E70D-0B81C686755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F9CF8D-D6C8-C8FB-64BE-45DD0CB89BC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1E5BDD-1C85-68E7-71DD-0E2315D3598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B93C3D-93E5-5913-9603-D39DF15167A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647E27-9512-0C4E-3AF1-E6545C3C54E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D61E39-7FAB-18B6-0D13-B9BB1CECD5B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C3CC9D-6ED4-8230-FF33-DDEDD0943FE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52C98D-7054-A2B6-D4E0-C1198285067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9ECF2E-504D-5D9F-2E32-7896826B211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1CB6FC6-1D56-5E1F-ECA8-572F5D5DED3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744133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EA245-4AEB-01E8-0A75-4CE51E519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C56DB8-27DB-CB35-6425-A2B6E4C01C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[15 in 4].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51D05CB-3F78-23EE-9482-1987F297F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113E0A7-9C35-CD42-9978-C1A0E39BB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1407FB7-FD3F-DB8D-9C7A-4A874BA420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109E073-151B-5405-612B-35A15BC763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61D5D4A-7E52-112D-FC1B-831CF265777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06E0D4-3596-653A-F293-6D89E5A8CB1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B62E7DC-85C3-D6AF-1EED-46BE1AB5FB6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262BBFD-B2B6-40DA-A021-B34993D38D0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D51C7DF-BE68-7C22-4EA6-6562A3D0AA8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159879E-8B1E-32CE-DA8B-B1EE46B3676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AEB151C-84D2-D2B5-2F2F-2C1E8EB81F1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99C78D1-9ABF-C146-AAD7-7B5374171CB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57961A-BC45-98A9-D635-D390BF100A6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47A69FB-B61F-01CB-9601-40560FB6786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F370A60-D55D-8FB4-FC2A-EE684536377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15B2156-0D2A-1085-C9DD-82382BB2E6C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57D6F5B-F1BD-B800-A139-08E18DEE8E7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E5D07F2-E006-98F1-49C4-13DFA82A676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FA7CD1-A217-F7E1-E130-255DB2930E1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F85591-C102-B70F-CFF4-0845C7EC202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722A7C-8335-2533-10E5-DE2E6467AB3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CA1DB3-1A09-7D82-B6F4-68D2CE54981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979C50-7C6F-9C26-C2A7-0A93BFAE967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D8E12F-D4BE-D486-DD3C-8F0F73A1E74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3A9507-4BD8-BC3F-D454-359E69EBE76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087594-C23B-5007-D1A4-CD34C1A98AC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94FE8F-EA87-780F-62A9-AC5686F2A64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F86D303-1568-808E-DC99-7694C9B5958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2CB643-F712-7EA0-0A53-37D49A63B1E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9E62A54-6823-8204-54C6-B6C9F6B4C10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3A8F26-E02B-AAAE-398D-7E2E5175791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09E601-204F-00B6-73AF-96D016A46E3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9DB0EC-C074-5975-C4C4-3B3E8FB1A89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0640AC-6F40-098E-4C56-5DB56065500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7BF2E7-C4BC-149F-2BEB-E62462E13C8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98E4DB2-BA87-0382-B800-9729F9959B8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3504066-F5BF-6ED3-B8CA-F64180F7BDE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5C01A9-567E-C099-DB71-18BDF5CDD8F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770467-7A79-64DD-A704-822A8AECD33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2EB3A4-07EC-FEB7-32E6-D543E945F62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37D688-DC74-DECF-F271-AFCDC42B374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A7A8A4-F7E2-18BD-5ECF-5087ED0ABB1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D3A5B4-B0DD-8682-D3D5-BB957CC65B7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C739CB-1BF9-DCA1-EEBB-53A6A458A29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5E2491-40B9-A5D6-8BAA-66628AF9411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E79B5E-7F6B-4EA4-68CD-97330AF4E5D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C4A938-2409-0C08-BE2F-DEF9D11D647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A6B654-E98B-ACC1-44AD-A06AEE16757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FAA2CB-FDF9-26EF-AC10-DA996CD7232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5C5FC8-21D2-0B96-5BAD-42DC13EF3E3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3AE5113-2BB1-FA8F-6EB4-E726436EB3F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B017D7-5AE7-B6B3-B581-3DEC9E6B8B1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6B3935-0C50-038B-1E54-8B3F4C88BB9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56C8088-1328-E486-10C5-C2C3285D289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883793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B1AF3-7B75-FDEE-6E35-C44BFCAB8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ACF418-342E-626A-E730-311877C512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18B53F2-1ACF-060C-8615-C49E31DE9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7A797B9-1E65-A384-08A4-C52B12C054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A79B360-674B-77D2-8E66-9704506451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ABFC15B-5353-C416-4C9B-5C70D7FB5D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895312A-D375-BDE3-9B76-D913F4C8DC3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46C6EA-9FF6-22EF-4562-AD2708B6194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3E1914-25E5-AF30-DD68-32996925F37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7DB1CE-20DE-BB96-1B0D-31D767A3815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262CA14-8ED8-9D38-1C39-25F8E19186D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5B6437F-FEE0-70DA-0E71-5C1F20AB087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2B28679-B893-717D-557C-D8E708C2AB0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A4EF1C9-443C-C85E-E223-A06DB9C728C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1D5417B-3061-C75C-34AB-65B50338E33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8B87FC2-37C6-F89C-924A-CE40FA9F005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4B496A-C883-53CD-52FA-A32B84A91F3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2A25792-D317-CCC1-6E49-9711D032D79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19602D-587D-78E6-F159-EF8C0E0024F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1F9714-13E6-0FB4-553F-DC786DB49C2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A1B278-214B-E6C3-C45D-9397EBA73BF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8BED77-88EA-4503-FAE3-B27BDB7BC5E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76BD90-5948-DC44-BE6C-6F170FAF3A7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24CC4C-F182-1BD2-44C6-DB873B32589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E95D18-4B33-D2A2-DCD0-E19CB46B72D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7E8396-C26F-1676-E1FD-1D2B335C159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6C511F-29D8-B7D6-E4A9-ACE58C2D975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CCA8BA-6D21-D500-23CE-FE01C3C0DD0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F5BA7E-4A9A-4B95-3D05-F1C0854029D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DDBE71E-89BD-D758-6546-DFFFEF6D9A8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A114A3-B307-62E3-AF45-5CD785A8993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1A9081-E77C-4DFC-70F4-5AFC70134DA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253898-4053-EAA9-0486-4F3E31D9B02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FD8D564-296F-A618-2CE0-0D349DF978D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0708A5-8392-5698-A013-A48DCF2DB2D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47D5F94-C66D-E6AA-2305-B23614B1198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0879136-0394-F156-CA81-689651AB089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3B1F105-07C6-E484-803E-BEC380379BE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78A209-D26F-BC18-493E-CD5DD900792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DDC8EE-6BE0-5116-524A-0FD91CE1608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98B74F-9A26-03BF-C34D-556A299F441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4F9787-65B2-F21A-1123-C4D3A3A9854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0A984B-07BC-6874-93A5-A2F5F02774F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8C3B09-2844-859C-64AE-5D2B519BBAE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2EB00E-AB7B-5FC2-57D4-FB1D2C6A2B0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51A311-38F6-8186-3AD0-A59D60FCE09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46A601-DFD6-FF3F-6968-36D88322E29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C2AB83-416E-3747-1617-7C0D9715A9D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1CEB70-665A-EF32-FC08-6D98C9A0D2A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AE15C13-D29D-7B4A-8D3C-D3444011EF9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0106224-8D36-FA24-991A-E26ED171E2A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04BEE0-6B7A-EAD4-9160-D61B1349748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5A9166-9B1B-C411-0AB5-C5C95ABBA07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2D2EB5A-95CD-9F0F-628C-C4E15D3F8B7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2668886-D451-0345-85BA-09352250648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7EA8F2C-A605-82AA-349E-44C43FD6E3B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820870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B7858-5C5E-394B-7BC2-F6C7A23F3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53FE76-D3F5-102F-83D4-64799E969E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AFBC8AE-F99E-A915-0274-7E15B971D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EBF4CAD-98FD-91EB-B3B1-593DE0BC13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BC53609-87C3-625D-E7F0-1018ADDCE1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AEDEF11-D819-2ACA-6BD8-8866F4CF66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2327AF1-C7A6-986F-379A-DC32162408D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12764E-BDD2-774E-FFFF-27D399D232C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06EB364-9BBB-C12C-7ED3-29F9EE7EC9C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4C2055-A63C-CA2A-CA89-4953A05EB20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ADB1063-13D7-0061-8E06-0412D7A1935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5B09F6B-C378-52A2-ABBC-24F0D341349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203375D-A0BB-515C-7900-41D64AF58BE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91984C8-5CA8-1FAC-7980-5AB3C8EB400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AF8B87D-1B74-EF34-2EDA-00B0D238927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E457E5B-075F-B424-251A-A89A479BD2B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D8341D7-76E8-13D7-B450-2C69C4886F6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FAC54-7C1A-FA21-262F-2A78F43783B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C49997-856E-7185-8E02-92AA02074AC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02AC30-5B9D-585C-DCDF-3E6F4775264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E74D2-2DE4-952D-BE79-2DE0D14AC55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8356DA-6EAF-A14D-1085-64C93A43119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057823-E946-511F-1497-866D82A2F77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E562A9-4C9B-6A97-84B4-A32B722FEF3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0375D8-D3B1-E573-E1FA-D77FA2FAFE3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9BC405-E62C-E61B-5CDB-745F88A075A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E47018-70A9-8ABF-2539-8CD17C9ACF8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341A9D-2BE7-4CFB-6835-8F35C1C4D65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8C9483-8074-2C00-B096-406FB200C59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59809A-F5F7-65FA-0F25-511ACA195A3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1BF432-D471-5813-564D-6AFCEC59847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B72745-46CB-F0AB-DDFA-9CB14EC9066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E785FC-A383-BA77-2D40-4AC581D3D80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7970F7F-9552-99E4-4B8A-6FD55F430F9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0546531-A211-B1A7-6378-7F39E084FCF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A7AC8BF-05CA-7AEF-CF02-099457DE091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5AD976B-66DE-077E-02BA-40986B72E2E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6BCAA9-18A3-14CB-A868-0BC91964353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AF5ADC-D320-62E5-80C7-D98A62C3701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31F0F4-479E-1378-E0D3-53BD315A5EE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199651-36F5-B026-F632-6AB72168291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7A6E7E-69F4-DC10-C9B8-67596CAF870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E3CFB4-7815-C575-20DD-D41ED61B097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A3C40A-C13D-014D-E105-81FB7D72CE7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EEA2EC-710A-38EC-8E3F-E5173378FB8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F1AF0B-B0B9-C549-B574-4F5BB50F762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D3D702-46D2-C7BC-2C54-6B9396161AB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636E5D-E04B-0D4E-7ECB-169AA09E32D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1F7DFF-A7B1-B244-65EB-4B2FA6E09B1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FF73E3-7A38-9D01-F110-97D8B5BDA79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2A02BB-5CD7-7F08-B5B6-ECBD57BCA4B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B1DC66-2FC7-781B-7D41-464F6265396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2D6174-D464-509D-F507-173F2DDF488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1DE6588-7EB9-392F-DC66-B2C7573A06A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2F87F9-7166-F427-6713-0D2EC4265B8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B7132D-EE52-36B7-2FCC-C473BF2CC44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8778409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1197C-A75E-904B-65A4-1591C8721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0350E2-192E-0A05-F05E-68DE6FBD2C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bottom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41B69BE-062D-99AA-B273-A1710F940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4BAA14C-F27C-C678-10D0-9BA7E6366B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35E5FE2-4A48-E2DF-E6C6-EA54139EAE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463C53F-9B13-FF6F-8879-91AFA9CD08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60013C7-1305-1FEB-576B-FC250D524E0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4D3DDB-889C-63A1-003D-88ABE9D31E3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5AFFC65-A18D-8E9D-BF54-EA804AEF53D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0ABD687-EF63-A00E-DF30-A2EF63E74C4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5D140D7-C06E-B4F5-07AB-74107264621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54CF162-2748-D606-3D6C-F82B961C0B6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13F2789-4534-3A0C-11F3-BCE83B081D3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45FE1E8-AD29-FA2C-DE57-9548C90E32F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2F12725-9562-D564-7F96-47124C1253E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A64C864-141F-5490-6D70-6ACD971176D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4AF5C39-DBC4-FD5B-2EF3-ECF3E883530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714DA-F932-52F8-F1CD-5A496B3627B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27C5D1-D5E7-86E7-337E-1E2960490DD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F24925-EB72-1CD7-1B99-369E143389C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4134AD-C315-C3FC-B9F9-A08A893DBF7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2568FE-0136-6915-2397-A36CDE123A7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6A9B13-D507-A77A-6FA8-A68346A6648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F09109-76CF-404A-F892-A63EA74E514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62C3F1-6180-56B9-0B5A-BE9759599F8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19ACF4-AD95-3358-1473-34B7368A81B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3079EE-2D19-6562-AB08-552722C92C0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E140BD-A1F8-4BD2-CED8-9E86A986A5A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0947F57-A039-645F-7A70-D8FB397AF6B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542826-D158-8B23-024E-391FCB54C01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9D1E02-9FD9-56BE-904C-A091CB07D2C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8691AD-7A2E-CB97-C1EB-01EA258581B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21835E1-BE00-7339-9DF8-24B6E1A398A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3335BD-3F0A-D94E-3791-99E911FC539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933910D-57A7-0392-7F08-6EDB8E89079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4B7DD12-D5B1-9309-2D34-DC1107F6AB3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AA0FC6D-DF84-5094-13C7-7BF71B9DCF9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D44AD1-6434-00A0-D5AA-3FECE7A5FB8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09EED8-C7EA-2ECD-43B7-C8AD12319B6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D720B5-C11C-044E-9624-B5E81F6C9C2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F9CCDF-15E2-7447-458C-793DC376916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75CAF9-FA3F-EC62-4744-00E1028A71D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26E27B-FEF1-114A-E0F3-94CD4180167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537DBF-C62D-A778-DFD8-FD21B1C64AA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05C180-578B-66F3-458D-55C04BAEF1F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DC8F81-DCB1-480F-6443-831C6FDB439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DB097A-0885-D10E-2D93-35D821C87D2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4F9C0B-ACFE-20E7-8CC9-CA6C0765605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8EAA3D-CF9F-9A81-C402-52E410F441B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BB176D-03EE-9861-2987-9847A537E40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3142D2-2498-2C08-2AB7-0AA03EC56B2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470F181-6FD4-B7EA-F556-86BDFBCC0C9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BEA5ED9-4938-C5BD-0112-77EEDC98725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6A9218-AD55-4AB1-F688-6EEF923143D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CEC245A-F731-4583-CD17-24F500BBE59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EBD85E-E8E2-32BB-4CC3-6B46E52C63E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82BBA6D-5EAA-4F73-DBF2-E70AB8DF2E5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077039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3A2FE-85E4-E0FF-2A51-3F5631132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4557A0-74D6-C9A9-3EF8-F1E291BEC5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570717D-D579-1E3E-DD26-7ABCE9A34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658E83E-FEF9-D683-C364-2FDEA3F04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D81E207-A949-97F7-6810-CA372C3F07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BB0E165-AB8A-911A-6979-9726CBAEBB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1EFB4237-5450-E892-1E31-94C2C127EC8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E5489B-3609-3347-5CF5-EAF5C04479F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124DAFC-4AD8-E18F-6CDE-EFA6CBDA88A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CA74B3-DF9A-10ED-4C39-BEBE41928F2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95B5A5A-79A5-A7D6-91E9-0AEBE7A9F5D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D222E7A-8C19-443F-8F03-8D865CFDB35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AA9F093-F455-2A64-F3CB-A89E14867A4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2295352-57B2-F27B-0991-EEC5FB18356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32965EC-86A9-F520-2F2F-60284674A21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F92FBA-8CEF-679D-4454-EE82541FD24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85F261-0550-04CA-F2D2-6B6349E2A62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05ECB1-08D8-0EE2-5358-EE611BAB2C0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7277ED-569E-975B-3C21-031CBCE6E7A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E3511F-F3F5-B04F-2D45-7ED31F53C46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C7FE3D-5D35-FA6A-2FCA-051ECD682A0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27531A-06D9-3CE0-8246-E0BF5A187EC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B9CDDD-D014-8EEF-C34B-8C3A87709A0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DCD827-4E16-9D4E-FB38-BE823686578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75389A-668B-9987-7961-004720678CB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000A8C-B1C4-1F48-FF38-6B69F07E8DB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5DD350E-988B-80F4-FD5B-40AD98DEC02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067DF9-7124-DA79-9A14-1049B8E982B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D39AB6-59EF-4A5D-FA26-DA16C00AF0E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A955E5-EBC7-701B-C225-BDEBA2FD3D8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87EBEC-1345-5D93-E73A-FDA5F91949B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2106CC-8C94-3464-2E98-2E8067A33B2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427BE87-7945-F553-C304-CAF22F8C9F7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301C1DE-7E7A-7D97-6F3A-5EB1A904F83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2436B5E-B137-57ED-EECE-DE616507795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767F5A-7C78-14DA-CA61-F24AC44859C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79C48F-F646-61EC-0CE1-5F498696BFD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6F025D-39DC-9AF4-3EE3-A9E3633D355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30C163-2E70-ACF3-D761-D673F0A4F0B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6F54F5-44C6-5330-B596-794B8529379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210160-913C-CB6B-31BC-68A48DAAD53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1664DF-D6F1-E2E4-B6F2-0CCBE5191B0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665DE3-114F-82C2-B767-28A1FB0F51A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CFA91B-74AB-E133-4C24-5AB41DC9065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1D7C68-4FA8-076D-3618-38B5E71D0BB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74E4FE-1D38-FA0D-4F82-574D6E8341D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A85CA7-4CD4-3BC5-D9EE-0AC76C4D64A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F7D6B1A-5323-1581-ED7B-25EADE8356E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6FB94FC-6E5A-CC17-A716-9D22DB3ED83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2E65DC-F4B0-07EB-78A1-D45238707CA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8D4B49B-5FD7-8F53-0D11-032A9E87793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F258EB-0F11-37CB-5944-593E269BF7E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98EE321-D17F-59BD-BDA9-0B836746379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68C9E5-377E-E024-E33E-53BB64AD763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67537-40C8-0291-641A-CDA3C895B1C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A89E52C-682B-62E7-DA26-9C934091E04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2264709-EB92-773E-8945-ED5E397E572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3986772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40459-3B38-7E06-058B-0FF173634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47A303-B807-33D5-2048-95D35CA3866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Columns 1, 2, 3, and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D60F8BA-8B1C-2985-6992-8F455EC4C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D3AFFD5-B6F8-9876-B462-863FE399F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CFCBA30-9C9C-DAB5-B9B1-B16C64885C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E331721-8F2D-17AE-5390-18098CA824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52A40118-E6A4-BC7B-D8CC-05DBFD74FA3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1B1BE06-AAAC-2C35-B76E-0D9892CB723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7269CB-CA04-9224-7984-5A3F503C6D1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C4ACCA0-8652-4B18-438D-1F82F9EB3EF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81DC5BF-D239-48D6-84E8-1AE393BE21E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644506-C454-E701-FDB0-32C5E61FA79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65C589E-B1EC-0F0A-659C-6EF93EDE5DA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8D44D26-597A-B236-DAD9-D4A0E2245B4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11841A1-D673-D1AC-ED10-28A6C8D64A3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8F1719-2E47-A565-3134-9702224393E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80C613-D1AE-2A7F-A478-B31A50CDCF5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941DA2-9673-E380-7149-D9C2D213F95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EDD2FB-79E9-F304-ED3C-6579B77345F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58409A-063C-7799-E00A-B247066E4A9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B7E1C8-FB9E-3246-0374-CD1DFFEEFE2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8A4399-8677-E6B9-908F-2FC0148AA94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A2DAE-0494-F9D2-A15E-B05072B9725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40489C-F079-C71B-E8B9-A7AD17D05E8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1C03F4-7B34-9FF8-915A-A84357F5E1B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5377D7-795C-4709-1D90-3E666434D5B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1009DA4-FCCE-0662-785F-FFD0F83B712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612829-0EBD-3939-E9A3-D73F61A9407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A15157-8441-F1E9-CDDB-1D50BA43067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919EB8-F4F2-6126-27D1-C3794BBC3F4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3EDF6C-6E56-5FF6-C792-A19E04B1D37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79473A2-AFAF-13D4-D837-6FDDCC3CC7A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0F64766-A194-E792-400E-6465F0E9C4B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6ADA8DB-A8A4-7889-5D07-37407C9217B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E423EB-4ED5-D0FC-74C1-10B3C22DAFF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92AD3F-8B22-9038-8D31-C499C02DECD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714E96-C621-A64A-A126-077F82AB83C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5B31F8-F451-6AE0-FFA2-E585A184F13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88DCC9-9F1C-F3C3-DEF2-2B73EDDB314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9168CA-5622-0D2B-F156-ADD6CE6E13C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718D5D-E958-80F3-720A-DF3CB80AF40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07BC69-FF33-C024-8887-E08FDF2A0BE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943973-5CA9-AC95-E153-ACDEB8FABAF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22C00F-39D9-0032-CBBC-F29354641BA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FB03E4-0864-1EC0-D139-3389C72C1DF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CE617D-759F-B738-844B-D5D4C40AD38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5C1A05-DFD5-AB80-EF4A-D01F84689E4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74DD382-B383-C2E2-C845-40FCA1C31E5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FDA0F0-C1CF-813C-4BF6-3C1AC2A19F7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EFD3C4-4ED6-B066-1345-E3E838EBCC8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36E86F7-EB1D-D0EC-0C45-BF83EDC8537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D851FB7-0FBD-04BA-1236-A2E9032ADB9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3731250-9426-B3EE-BC0D-B304CA4D3A0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EE67A0-FB92-6BAD-B3D1-C41D5B07427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26758A2-45C4-B9E3-1838-BAD8F128212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1AF177C-7134-1AF1-6B1B-12A0A9D0212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D0852A-134C-CF65-44B5-71936E1B106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52238B-D81B-93E3-C3A8-13D9610868F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D67C79-216F-D128-AEA9-C77E5A1C6A0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FDCC7F6-C3A8-52F7-8F01-BF906074309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BEC6099-0EE3-448F-9045-EF484763E6E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C6F07F0-79A7-B56F-A419-1FC152DA17F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3BC6B29-F6C5-870C-C293-D9CD5ED43CB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513FBB2-18B7-9C76-C721-4E95C24A09F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72510D0-53E8-CB7C-7D75-52DE6FD4DA2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3047071-C730-5C1E-2499-C7A2C33160A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75D1C6C-B0BE-C80D-4382-40B3C3FC8FF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D38519F-4416-28E2-C0D9-2173C7B4078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320AE8-EA08-167C-B15B-685909C7B63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7C53A60-B0A3-9731-4CD9-28AF96B1161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7CBF0AA-F13A-EE0A-72F6-9A9257BBCB2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D9FB560-9F3D-E06C-F105-23874A05A02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639A1D-04D6-3703-5975-542665282ED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37742018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8F0ED-732C-D4FD-02F4-516F97872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BC37E2-D08B-0791-FE58-DF826327D8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4559390-CF49-BB3F-4511-3789F908F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F349601-7341-B849-B4D7-A1DC1FA45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7F985FC-3F2C-6C58-BB36-28F050271D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F824DD1-95CB-4C23-2699-5C234E9174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50A313EB-03F3-5210-08E1-546AC9FD8FD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DCC1826-8A9B-9CA0-DFF4-27394F63DC3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E650D8-2B0E-9D8F-BD09-999F526EC92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97FC8FE-03E6-3A7E-73CD-3B063B82D5C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501E4F5-7FEE-2FEE-9E26-27A1C820B1F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60272D8-ED64-1A8F-B27C-729043A33EB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EED12A2-07B5-D4D7-DF3E-F6492DD9B7E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C44A134-393B-7107-9663-B4B3BFF07EB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1663A2A-CE15-E7CD-2A61-654C32991AF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036225-01AF-E31E-BB26-E5E88EBCFAA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A4574B-2316-03E5-94ED-B1AD051D4F4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94D3AC-727D-2739-D43D-83D85CF119B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EB0D75-BA04-18E6-8652-648E5B83E9E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9C9F7A-BEA4-54AD-0076-B5DFFF641BD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930165-2EA8-83BF-C809-9E8D1000828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418EF0-1C91-F66B-4A3C-2376A063F99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171FF8-9120-DD97-3C42-E11B36BF977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DF458A-BFE7-C117-4C87-E2EFB71CFD8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2420F8-C0FC-EBF1-9050-2EE094F4273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D21BD7-0CCF-465F-5DE6-1B97BEE29F4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25B2627-6B8E-948B-EF6E-6D975090EB2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573DFC-D95C-FA83-4AD7-C95325F522D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394967-AB39-3AAC-8A7F-4AAC8E8B251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A2AFAC-CB97-56B6-AE58-702E465A65E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0F9E91-8AFC-D1CC-405A-79D8B3A0AEE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0DCB990-C703-7312-FC42-35F9C12A390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2C25FC3-724A-F579-C711-20C75361A26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BD5483B-4258-2FD4-29BA-6E989307E74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51F5EFA-2B2E-9552-E89E-D1CEF657393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4405E6-557A-D1F9-C65C-657D1C1857D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C688D3-7442-9164-C359-D2823835A9D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728BF3-E9DA-E7DC-A762-38CC915EEB0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07D86D-79A0-8922-6039-7A2AD48D219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BD1FD4-21EF-D741-3645-2516F60E053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D5493F-FC92-8B0B-4F5E-2B4C5B41A82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603ACC-7B23-4395-579B-13C859A7DFB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F5BC4D-2BDD-3D31-D2F4-0DB899E0562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86E8BB-D754-8EC1-AF22-28DDE176C8F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693F3F-B2D8-AAA4-78AB-A248576B102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A63770-5D68-A074-4106-86B73923B59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94ED48-C8E1-EF14-EA1A-099275E92D8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A1491E-3E2B-C246-0028-B172EC44FD3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2508CE-3E90-B802-EDF8-07EB082FDCF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A0CA51-A0D9-1F19-137D-EE6D3B3BE36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D27022F-E9A3-5CC3-CF82-E13A087BEF1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9409F6-42C3-0721-A8DE-804C68B7CB0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99E3275-C9B0-EAD5-83E3-A3B96C9F2DC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69F828-241D-F28E-8A1E-BC350CD2D97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17B614-BD37-1B18-667D-7ED389EAD2C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64F3BD6-B890-1075-DBA0-875790E368D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085F85F-BA00-21CE-9559-8248D87D476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24ABC0-0A7C-0F9D-09C8-48C670F80F7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DF96E33-8A9E-5248-260D-A43D2301052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9A669DE-E458-8B96-F65A-419306D985C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73846A1-E718-AB0B-6A72-9D4E8CA1E86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91E1101-7D3D-06F8-BF02-E35D426DCF6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6B7CAA4-A22B-E404-39D8-3F93CBAF6EF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03484B2-DF93-DA22-C4B0-D2501368D13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6FE9CDD-7051-E37D-F60B-E948604E4EB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4764923-2ED4-3E51-CF88-3BCD89D27EC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F043F97-C6D1-36AB-2625-E4BACAC681C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221DFC6-6C87-ECC4-351A-20CCBD48AA1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48EAA1D-A801-19BF-ED22-1F71831339C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B25A91A-DE70-D79D-211C-B0933D1BB4B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E17BD1B-A5F4-3EAF-5A6D-CDD33A1D8AF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B00274E-E6A6-DCBA-ED4A-039646BE729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F875D7A-A540-973F-5C06-7DB23C9B1E1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6420325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466BD-C474-0AD8-715C-7A2E81883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B4B410-EB15-4743-98B4-B4A431480A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D46BD2A-2509-4D58-9DA2-51DFE6DBB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9E071D3-F850-AB42-646E-A782670AD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8EFB116-8997-9653-3EC1-6C1F531870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639181D-F01B-5651-1933-C84F05BE92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A7DC7C83-13B6-8091-C279-5E44EC02F90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1E7690A-7F3D-899D-1596-675E78F297F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4C597EE-A9F4-FE36-4B77-4EB9ADBA92A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C37F2F9-7C60-B597-1E0F-D4581FE3120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C2790AC-40F9-1239-91F5-1FDDDBFC31E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DF03387-C795-23E0-1EAF-802ECFC9B3F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8DE8D3F-ACFB-084E-2E2D-93DFA3BF0AF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9EAD0C2-CCF0-A234-CAA5-C7413EF3C5D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147556B-CDCB-6B4B-3344-F0C677D1199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C9DAB6-8047-3B13-E50F-E007BFB3EB9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086A1F-FB37-F905-BBFA-104BC198C98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3830D1-66D3-4B9E-F549-19993F73694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A599FD-898B-30A8-31DA-75525ADD42D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0E3D22-9C72-63B2-DEDC-B9F417EC151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4C3096-7455-8EC1-74A6-63F8DAF5530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1C105A-06BF-5B9A-0975-23DBEAB4D4A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BF381A-6E32-5B50-4662-14B7434357C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6DB365-CA6D-785E-C96E-7CB599FAB4E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A16E01-A746-4FCF-17FF-9CAF4506691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9C349E-FD09-70E2-3143-CD2802ACDF3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7576BB7-CE92-607E-3685-CF78B1DE836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71CC79-2431-07F0-46E5-0EC81874C49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A94A79-BC99-6B1C-D361-471227D78E2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6C0906-D6DB-7BC0-73AB-3961E2E3AA9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BF9C80-46D7-4E6C-D4F0-03678269129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FE7120C-34D8-088F-3A1D-D1AB667814D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AAE768A-3E2F-C0FC-AECE-99F50F554E6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151BA83-DF25-5346-672E-8656D28309A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73E2D97-E5CF-4186-FF28-974B69E5EA7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CE3452-C3DE-7BE2-744F-7543A8F0476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AC4212-79EE-242B-AA4A-22FFAEF0AEE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2E75DB-C28B-EAB8-4EEB-9A8F19055F1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A3D126-3C7C-D9A4-23C7-9A5B40BF220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08CB0E-07D2-64DD-8927-391C2DA6F0B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5CABA2-70AA-B4F9-4736-FB041C0D8A7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9C538C-0312-7AA4-B9AD-D7FC91E41F5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A68D17-60F5-A4FB-CA6E-076EBE1F1C0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133BD5-20C7-0CE7-06F0-3D97A2EB13E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ECFB82-BC11-A613-484A-6C8ED0DE31B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FE7B92-F0C4-B070-3840-E29AD94536A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154A69-C64C-90CE-5005-FCFA38AA859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E53AEB-522C-3BCA-3A7D-6BE2155EAED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AAB1DA-4FFD-5C2E-6DF3-433B2731918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F3D33F-D54F-F3FB-AC75-E40E2CC218F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588EE68-170E-25D2-53EB-C21E86D595E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0C875E-29DE-A0BB-93BF-2ACB5D194D6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79E5EB-AE9F-789C-2AEC-D7435917F60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446562-04BB-2D4A-C8AE-2EE505723BE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1F1CDD-451A-FB66-E53C-B4AC9E48119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2C40C26-C3AA-08C9-FBDF-41046EB0CCA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9EE8E94-214E-E8B9-0171-C577E71895F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6C4DB2-EDA5-7D9F-B9FD-5E2DFF0B579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D8B33DE-BC3B-2018-E588-5FA1EB10BB2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EE2A9B2-CFD9-5E5F-2C4F-728A2113BD2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70D8340-5C90-276F-F8DC-C69BDC8EBF9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DAE47EB-646F-C489-160A-D7804DAAD9D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3EA704C-4239-88EE-BEF5-2E15356E7F9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400C5CD-944B-0B90-DC4D-9A4DC30AB53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952BF8D-D6E4-1A5E-AEFE-EF044586162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8280517-6B45-0A5B-4FFB-7ED75965F67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DD6C9DC-AAA8-C1AD-3EA6-CE3090B4B1C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174E4DB-5299-C521-82E0-6A9DD565BA8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1B86D7F-5434-1A94-BC93-1BB755F7535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B94AC22-19E5-EDD9-16A0-60A4230B762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4EE8B5B-FE82-9294-9CBA-1C6B19E8288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4AAF7B2-114F-E33D-181E-D38319B469D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CD500DE-C49F-A188-5CC9-FAB16062F54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157025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44602-E75F-73F6-A4C6-EA2540D99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331F96-399C-CA77-EA28-4E437378DA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50E2382-3896-D62B-798E-86051D113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B6E1BBE-ABED-BCBC-3111-72E523ECD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AB6104D-3583-7639-5DA2-BE6F129874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175699F-E321-A45D-B86A-677017FB0C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00E56935-B4EA-99FC-E3EE-2CA6E08232F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330614-3C86-0A28-2D7F-3C133737064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E01466D-8655-F19C-0857-758CB24BC6C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E5C2DD0-8A7A-2200-77CD-2368F7F314C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0B1F871-79E5-5FDD-7086-52893EF2928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A6899E1-83F6-687A-07E9-3A4FD5FFD63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9552927-1742-A00E-7C3E-F7CF5755885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32735B9-3325-4F2D-D881-44C9280A478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C1623CD-3E0A-2217-96F4-E0AF0CFCEC9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08029A-9B34-E13B-DA77-FC4F973CBB5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1F12FF-B356-A056-CD23-0B48512B227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E8ED81-927F-A46D-E956-3FCC8D0B0D5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1AC6E7-414B-FA03-D488-049E3F1B645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BAFE52-E556-2F3C-4C14-7B98CB4D442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022467-F8AE-87AC-97FA-5A4E29CA411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93E972-7EDC-DC0E-865D-4DCD4E28ABE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5A14CF-0D52-E412-4C76-5726FD110C7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42C3D0-041D-2056-39B2-AAE031B3128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BF5284-CE45-366C-DDEB-E76C5763E44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8582C8-0420-5565-ED1C-0F7505B908E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6993804-CA6C-2F4F-D5AC-C91463596F9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230413-C369-8C8F-D346-3059D4B0967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374CC4-56DE-F7CB-1B4E-86C3C2BA9E0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EF8E889-F2E1-13F1-1FE0-DA67E4CC304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B9BAAB-5C35-06C2-ACC2-A4DC1C634B2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090F62-44AB-E1E5-297F-7AF86579F11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DE0E265-C8E8-39FF-259C-788F67D670C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694A85D-D9F8-D985-8695-39E8A5E365A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1E4A8A9-7C8F-D49D-B87E-BA885A6263B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FB3B1E-14E1-A1B7-EF3B-D356C8A8CB9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718A2B-1CFF-D225-DE22-4043C8C22C8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2969E2-A308-3B5C-22A1-BEE0DCCD9F9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EC8B98-4246-7AB7-D0C6-4C0FEFC3771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128A3E-AEA3-B92C-8D90-0C9877DF810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1F6251-0B82-3FB1-20CF-46BF164FF1D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015FE7-E439-6E87-B731-507ED5E7478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4C5092-18EA-1859-3D4A-14BBD7FBCD6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69A5AD-339B-61F9-6054-A8C1E0F0EC2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B9A47B-9E85-E6BD-24CB-41BAB743891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B03835-825E-835E-6D39-4D6076026A8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F20BED-F815-8597-B73D-C7A6C63B219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9CA348A-2A1D-ADC2-E077-68430CA030B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FBC524-01F5-CB1C-AB83-C1FD930D4E9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6D4FCA-7A73-C199-708B-D8247AC6180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3DF06F2-1E20-1EB2-575A-A19751A6593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74A3E7B-CCC6-3337-B0E1-9E674144F54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119B0D4-DE38-60B5-5998-BC991E15A12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A18593-B55C-9F4C-C5A2-4DA0F58022F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196B7B-2D27-B2E3-D059-30FF9152589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4624C6-31A8-ACB6-A0DA-D5009D5652C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4F55375-4312-F44A-B1DB-48A45858D71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345E54-40B9-B367-7935-5D72D5B527B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CE06725-9335-54B7-0D5E-D541F8752BB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662A470-4B26-9437-F125-01D382BF803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C201AB4-47B6-06F3-51ED-A579E248016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2056ED2-FE9F-6CAF-209E-DE0676595CD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A364989-960C-0896-79D1-421ADE312EF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3A3C0CB-1E2A-178A-D19D-2C5B5D5ECA9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74A8117-8C7D-A215-2BBD-8FA6D2093B3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4116991-EF02-3A83-4E32-7C8000165F3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87DF708-51E8-472E-7022-D09B05DE014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D880879-9357-2790-CBD5-AF810B7DA5B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D6BA442-8AA8-8AB3-5CBA-23E975CE94B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2E3D92D-FE33-06A7-9523-E88F9B532DF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A3CC189-FE96-32B7-C1F8-AB28C2EBFFE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3F3675-1AF7-4BB5-BF71-1C15B9E0400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9AC9FE0-2596-1863-EFEA-301D27298E0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5327807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87DDA-69FC-2067-A045-17BB7A6F2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3393D4-107F-3AA9-42F3-917C17ED59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C7B2755-06FF-985F-6A7B-2B50E4BD4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C142943-2C1B-4D46-AC65-8A13F48167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9B69B1E-2A47-7ED0-E46B-9CC9B9608D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7646075-F41E-C288-F994-3908E89B1E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CDECC81E-0955-0532-D7C4-E05DCD0EC6E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3FAA63C-DEA5-A189-7E40-9BB5C558B69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368BE33-7B00-39DE-C39D-22513D52197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FC61707-08B6-F2E8-2FBD-4DFA1B91B2D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B2DC8C-E7EB-B074-CE58-B651E684CF7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51717CF-37EE-2FE1-A4B1-8ECFC7D32B5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B36E9E9-39B4-2588-DC2B-F057D9E7991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01E0150-4AA5-1B54-DF2E-229C6301978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7033C5-8EA5-5B14-AB2B-DBFA9CEB6F4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1A616E-FB3E-F530-BC27-FC93A37BFC2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1BD2BA-22C1-A019-4394-3CC86154FA6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F665D4-420C-DA5F-B992-A152CC99D64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7FD033-EC15-110E-858F-7C207DC6B06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EBC7CD-C04D-E4E4-44AF-75176A36022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0D5C01-C91C-5886-8DA9-10EA6C1F5DC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696D3C-D313-EA4D-D750-98FE9048C6D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80D0B0-2553-A1F7-C0D2-E51344E27AD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E269FC-71F6-64F3-0049-46DAE56F4C9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68B3D4-3E6A-C02C-091E-0C04056E0E4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D881CE-393A-E133-F218-7F8AB8F6A39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48E5790-29F2-D2EE-B499-C196953336E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7FF470-6B85-0C5D-DB31-7D1FAFF148C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1F54A7-D8D2-E264-9281-A83A2C03A07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C2B765-91F4-9F9A-501C-E2B2640E33E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FAA9AA-6A24-ADD9-9B44-D88A5095929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55781C-669B-035F-0D0D-0F79114B8C4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10190D4-081B-4051-E399-F2BBB661F89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522CEC9-240A-2464-50FF-A64A25F18F8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81357B6-3E6F-9302-3A87-3B133EF8DFC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DAE153-240F-3D75-F3B3-2C58018A830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C0A247-2403-AFC8-AAD9-E04239708AE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3C69AA-B962-B19F-FA1A-14D7BDAF5A6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3091AF-930B-46FE-3F68-A62BB92062C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5ABF86-1342-19E9-E445-C41718B2B4A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D1A3C6-BE48-0BE2-ADB6-D6F41AAA790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B6DF00-0563-3E43-DFC5-F1DAE784D84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50ACCF-E50A-0A20-0621-35BECE8C152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1298DE-9F59-5F22-8C18-FFBE4F9F96A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EF7B69-DC03-643D-DDB3-30DD38C2C3C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CC560D-EC08-35DF-68E4-ABC7BB89717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9303A2-CBC0-8409-26A0-9DBA0A85A2D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3A2A5E-62A3-6DDB-3D29-F2D3B64ED8D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C41337-49FC-9397-9B9A-7295A58EF7D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9693F26-4920-6C06-3BCC-AB04B969E5B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0D956FD-6949-5DA7-26D9-F20B4672077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23F433C-065D-C109-AEF8-5C05A093642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13D943D-346C-9450-1E0C-6EEC6CA43C9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3A6A37-0A8A-22EC-AF73-F2516268C76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986092-0BA6-67AE-357D-43266A9B7C2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46E4726-C220-0FE8-4218-CF49536884D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01073F4-E96A-3C87-23FD-9E1EB6F84D0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E700D0-0B77-A2D3-DC39-617DFE0E393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D5E58B6-5DCE-FA20-3620-14C9D3806F4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8F8EC99-693C-5F20-9EE1-F7C095668FD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9AC1501-F88A-A50B-D147-0D7E8C26BCA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EAF3558-7D17-A226-0DB4-A04379FE795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FA5F821-AEC7-8C8D-861C-165B0F4BDA7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4BBF9FB-2489-6F07-3A44-EE7FF5EEB14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058F3E6-1424-EB9E-319A-ECDA7B6CF6C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1D384F8-043B-880F-B248-0AD19E1B1F8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3D17D91-2B91-AE91-02A6-25EB7F42207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1ACCBA3-45B5-B002-F7BA-F56D1B04E33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4847910-9737-51E0-BC35-D559EB6EE38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193794-120C-87BB-F24C-49CEE4B9153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7A5FF20-5686-E90B-D4C3-CF9044CDC6C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F782376-D00C-243D-D1AC-EC2261F0CD0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482FCCF-F8D1-AF78-246E-4D3855F45F3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088246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73DE0-BDF5-897B-5F9B-7800A2D96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509619-689A-8AE2-A1BE-4A72CCD0B2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remaining rows.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7154BA4-F1CD-4314-0E1F-A04A9F3CD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C2B2D3F-49AF-7AD8-9A6B-67AA08ABA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9888D79-9C90-E8F6-7B17-84E78A0BA1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FF177EB-7AD9-D514-4404-D805441FAA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5375B0D9-F448-D051-59C4-104C1B8F340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432FA50-0ECD-FCE6-2713-89B4AFDB27E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C7F7293-DFED-7F3A-876F-F55B2A8D4D9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9373C33-CB2B-3449-3374-6F4890F5E6B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85BECDC-8A54-70C9-73F2-5ACC0561D03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5083458-4C1F-2C6D-308A-7F8963A3A62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C6B653A-E15A-A3F0-E361-2CDCA70789E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311972C-0211-CC87-194B-DC52DF94816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0BE5B2-6942-6E68-1006-7C7F7957660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D90802-1F48-F828-022B-E58C70A2A13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6766AB-D198-87F6-0700-855F3AA9213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7C3E6B-A733-9650-30EA-BFCDF718A7E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F37398-FAB4-F565-7E01-A9D3689164D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CE6D7E-094C-AD40-FD70-779F3B0DEBB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951739-D0A0-BD7C-F313-5712F85CA2B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0A43C3-76CF-7340-6B4D-CEBE0F80B89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2D3D86-17F7-D0DC-18B5-1D762368D73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4E5811-1FD2-5A54-0239-263B6789453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E9FFFA-8EC1-E462-2B6A-D0136CB1148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D22AB56-0984-DF69-8D64-2C519C06F80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98EC2A1-8195-A75C-5235-685CF36FBF6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7C7F3A-AD59-6D45-66C8-2D5A9246094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B1BDA1-6BE6-4384-A53E-B8119F30862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8C5E9A-7547-FB9D-D8C4-21CCB84D9D0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2D3804-51A1-AE64-01C3-49EA5CB77B8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4A9421-08CC-9DB2-32D5-C19DFDCCD65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7FC96B-9D93-BBD3-2B50-6F5CD05D7FB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C824FB-C836-4945-4D21-488E59D1F46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AF217BE-B05E-B4AA-51E8-22C6273826F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251A84-A748-D6C7-EAF3-CF7965C3A15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4D0761-FECD-94A3-C1E3-F851A37FCC4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127F18-B22C-6AD4-BC22-607E17FE2A5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4F0B8B-605E-2551-7BA4-D0BDD0B4800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87F8C6-AEFE-6642-4466-D33D8616DFB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82C23F-699C-16DC-3DF3-EC46FEA93B3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F757CF-8324-2331-5291-2CE3E622E5A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45FB04-43E7-F49F-04A5-98C6AE7ED7A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5243B2-DD5A-FEA5-5B85-4E05CF59FB9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5820DE-5724-D282-789F-7393493664C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201031-DFB6-BE0B-F17D-8B9E0D7E6EC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BB54B2-EED6-BA0C-FC14-8C707E8B27C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67C2A67-5526-BFAA-2360-A922A03DC22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263F50-A270-1C8C-B94E-1619CF81D0F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96D52D-83EB-B1DF-9142-DB05F17C238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1049FA-5DD3-FE5F-DEA9-0D9E9EA3816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FC55972-2B0A-B5F4-C43C-71AB1874395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480E46-A0B9-C2D0-3F4B-21A26AD0331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308E02-444C-F24B-C35B-112880AF673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86811C3-3506-66BE-0274-097FE69D9CC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6ADD71-F9BA-7195-0632-2F8CA27D563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B9666B-C7E8-13B6-EA1C-EF8111FC447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E0438B-6BEF-AEAD-F6F6-DD2A75615AF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A390D03-8F33-B585-3286-FA60D655848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73E66BE-0A66-DFEE-FA51-3C5115BD92F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D5A2BCC-2CB9-EBB7-3CF4-CA0C234ACFF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A71B6B8-8950-2F80-9CCF-19D68639ABE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0383D63-2AB1-9E56-3EAE-F1176F96170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1B125C9-6691-CF55-A3F7-FBA34FB8903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C39D353-E45B-4D38-2858-FB32573680A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9A6E58D-B970-3308-B5D6-006D4B94B4D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890E4F5-0051-0DA2-EED8-D371BA9A93C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960A73B-73EE-56A6-528F-62FF53AC5A5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5E7F4D0-AD1C-CDB7-6432-F5EE0AF52AA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205561-8845-CF85-A4AC-323C554477A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B6E48D6-6DF5-B3FC-6110-0372C6B4939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6E5B0EC-BCBF-F864-D3BD-56595A15D5A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0960658-4CE1-6E41-67E6-FE8F72189FE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846C065-012E-8429-2B27-19A318B47DD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059864E-7164-3CA8-027D-CA35AB029CB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0C9DD94-0D77-D02E-5603-A8F30CEEC02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DCC5E0A-2C82-DD40-A9A2-98A35421898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8FCEDA2-E42E-0819-E075-446656643CD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EC05439-EAB9-DC6B-0BDA-4FBDCD5F922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35ACA90-71C1-C3B1-D030-297B4F96413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0A2B070-B9DB-93E5-4C1E-BD828E208A3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C17B6DB-A0BC-4916-2E3A-E3B0DFA619A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238579B-5D1D-1D5A-6931-F7E6CBB8D90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E9DF887-BB07-F398-3A47-ED0FED48572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FFDF826-30FC-9406-96DA-24859444292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B7B7A21-D379-E643-0D95-312A169EC4F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D95DA0A-D87B-CCCA-EB78-6E14BB88C73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13075150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83C17-5766-3411-F2F3-4831D47C6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9CDB34-3770-6C4F-AEF6-72491623C7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DF7386A-6EC9-A5ED-7E79-D3BE9714B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F8B20C6-124C-BDAE-1CCA-E1E6FCBC6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EA06C4C-8F7A-97C8-94FC-F19310B29B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E1D5119-3265-CEC4-CDC4-118D664AA6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854D8A95-420A-D9F3-9183-1749D955EBC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1E8F135-60E3-6703-1BD5-7B99333336E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8F0C430-1A40-DF6D-6F59-4BBD32D7286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6C884B4-B291-B6D5-ECB4-78151E10EF3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8031769-B6A7-70C1-E1F6-9751224A7F1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4AB2EA9-AF4B-DBF0-710E-3441C623B18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7784A57-ECA7-B084-B947-4B88C791BF5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8DF9262-E9FD-6149-00A5-24E716E4D63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E47F151-FA92-209C-CEA0-6098D9839C0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EEB6C0-E3C7-0A55-5553-0B197834263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4DCDE1-9B12-5ACA-9D11-0201FC3B4DF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92194B-3340-D92F-77E8-DDF2CB243B3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1E69F5-3A86-27D9-3587-9DAF6234849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A50604-949E-0AFA-9D00-A7AFB155E74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A869BD-87FC-E672-FA09-0C957B02BCE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072E11-C02E-87E6-0BE3-8C0E5B1A60D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F33FAF-0052-8188-EF2A-5CB53003AC7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25E3A0-AA98-2909-A63D-97A1BEBE22C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86CE2E-771F-A79D-901C-5360FE829A1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07E18A-E66F-631B-FF96-F5305708016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AD8F6DA-6266-8590-52C7-DCD69292C85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8547BC-E0C3-C675-64BD-6BD92362CAC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27151D-454E-7E45-A71D-D81EE9F4A0B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85B15A-53F7-C1BF-6A53-0B3BCB33030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F8CEDB-CDB3-0CF7-E958-1FB33E150FA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32254E7-AA5F-A9B5-533B-4C9D7EDA855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83A0B8-481E-87B7-090B-81CD9F33870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90DDBBF-A6E0-7D5A-4E5C-C2BD832F9F3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693521C-8E93-CF6A-29C8-932235EF02C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3515E1-2477-477C-0B59-09C10BBD13E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25654E-C516-9FD1-E3EF-489BA852D90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6C0A6E-0C7D-9550-AE44-2B7F075FE1C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2E1233-4B29-8E84-DC71-17F30FB1A8F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7D5729-25AE-D4E3-9B5A-F5C1110FB71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06BCAA-7FD3-E641-45AE-F18DB4D8FC6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617DEE-3FDA-B11C-AFE7-CBF71333F85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D48641-A33B-6978-EE48-4ABF43500E7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589363-938B-A030-1DFC-2216591BAC6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1D283C-374C-3807-A72E-EA770079B43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8ADA4F-ACC3-CE41-1F38-8D967625112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652E44A-E6A3-A1E4-B270-A82C7244BDB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772DDA-2279-247F-EB4D-AACE39ACF0F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4DA0FF-7564-B895-F122-D5DB1C609BB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E67A40-3051-B4AF-F682-F5606F6E960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9F2072A-D89E-4DB4-7275-2F1B6B46FA5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8D22E0-4ADE-F934-1FAA-9E2B0B2AA96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5B4669-DFBB-9DE0-E0FB-B4E379F3F3A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024600-4396-6C32-DC01-A9BDC6A680B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3B504C-CA26-C12C-E41C-A1FE9168A85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B90C2E-C707-C3DF-7B47-688628BADFC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7E8A477-00C3-7E58-7F6C-A5EEC2C4478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885D2F-C7DD-B1BA-D1A4-4031ABE3718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A4925E-65C6-ABF9-8DFD-C6D1EBBB7B5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4D672A0-0C4C-F292-ED96-ADCEE0CB22F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7359435-C5AA-E00E-32D0-C1E53521399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38F4EB3-50A7-81EA-5A89-816B9E54889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2E2E782-DAAA-7177-91F6-27E4DC24638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0E292AF-25A2-5EB6-7299-4E0E4536923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CEDF599-A89A-3784-2961-9203D314C82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59C32D0-4012-7A5B-46C9-DC86617992C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A45EA50-5ACE-B64B-D0E1-A8073E4EDBC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03043FB-C3A3-0C7C-54C0-D7BF218AFFF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25280F2-0F6D-5C2F-F0EA-4AE06C7F42E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825400-9C19-B762-A74E-69ABA571ECC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FE6A559-7963-E8CD-F5B4-CFC38744090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49B2EB4-3FF7-B534-4671-C04B90C804A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A4A6FAA-E381-937C-9D72-4C16F5CF39A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7B6DD31-5852-D915-B41A-847EB27654F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EBD3CAC-2FEE-101F-FE9B-68CBF07C696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32B677E-48F4-39ED-1910-271F98E30F1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C85C3F8-5712-D234-4D11-C5372F164B7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6A297E2-492D-4F13-2B17-7F3EB424F58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8CCEBFB-B4CC-BC52-DAE2-32DC24C9647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C9B31D4-D99C-7600-AF91-F43152374F4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C662633-9B17-C035-8BA9-2BFC1A6CBF9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C74CEBF-AC9B-77B8-DE35-190D7A375D9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7854987-697B-1BEB-44A8-B251B981493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E450D37-FE57-AEFB-6C46-44B76286444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83FE1AF-E84F-DC0F-7533-402A4B30A0C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D914E26-66AF-2785-AE0B-A07513FD50E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015AE50-302C-DAE4-FD35-D378E6483B2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591273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2CB1B-C5D3-92D5-43A8-305EFD8A3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3BC1DE-9717-2BC4-4B67-86CB1F9FA14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B06378E-3F63-119D-BC7B-4CBE4AAC1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246FBBF-83AD-5D02-E2D3-991D514E3C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5581674-1179-146E-462D-D6E1655803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0736BCF-C9FE-0F92-C58C-1064017F03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D48CA23D-59F6-A5F4-A08B-688988443DD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A52E5FD-52A7-23C7-6B60-15F29101B3A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CFF245F-F01E-52C0-F581-6EBA761EF17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6A25900-869C-E7F7-B291-13707805221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628C16-5B4D-4BC8-0FF6-0F1526603D1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BA2F9DB-DCA5-74E5-21ED-819A34D92E6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4083C28-285E-454E-00ED-B56CA5F96D4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0D21AE5-0E15-C1F0-A383-CA27A47A221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D186CE0-2D02-CF55-007E-5AAFD572A19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1BF21B-A103-69FE-E2FD-89FDC58A9A8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EB4726-FA86-157B-ABF4-DFFB7316AA7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F1EDFC-E254-9D4E-1BD6-511CDB3BBFC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8C2DF6-2FF2-60F5-EB90-61994971820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853E2B-7729-B3D8-1161-654C8C4833B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452585-747E-FC87-E461-B2139815BBE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042FCE-270F-07A2-4B5F-A74A34609BD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4AE34D-0B6B-1987-54B0-943B01DD105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40C9DA-6959-6C82-0F50-C216B892A5E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F5CB39-8A2A-E919-017F-466EA824284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D71356-0697-0805-DCEB-0933A58A338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4F196D5-08DB-617E-1A24-11A63BAFC78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1D8144-CDBE-B85F-45F1-EED68D9D3FA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56F5AF-A4C5-587E-9F4F-8334A44EA9B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06F3DD-A678-94FB-B5A3-0DD24144A1E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09CB43-5039-49D6-5FB4-A8C588C168F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5F520E7-7535-C32B-E5D0-DFF9EAD5342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115833-D26B-6315-7EFB-0D754A7989F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D89919-B1F4-DAA6-C887-01470235A63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909574-8F91-CFA1-74A2-558CA97299F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775DDF-8345-88F8-CA2D-23F0696CDB6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F10BA8-8D0E-8164-F1B2-46E87361828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07684E-2E3E-3A2C-A38E-535B8857057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0B70CC-D1D0-EB3D-2423-3F2FD1E9856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902DE4-16BD-C2DD-4F1A-D4A8FDB6193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2E2AFC-D35B-21D6-ADA3-FB14D9C75EC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F7443A-B6C1-B6EA-32FB-021BC005390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B33B7D-42C8-8185-502F-1CC7F2775CC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AD7392-ABBF-3B61-C759-E7E17C15D23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F37B8D-5C97-1AFB-3407-46522867B5C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B3D4F3-FC6F-27B1-725B-7853E668846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5848C1-24D6-F999-D7A8-C347E5D7EBB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E2C3FF-877A-8F57-D6EC-1DCD2014AEB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30BD73-D518-99F9-10AD-1DE44A4D9DD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BF31C4-804E-B86D-88D8-8ADA028DE37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083800B-C40D-9379-DB75-A218B0173E9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CC8A05-A773-835B-75FE-126BEF07C8D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12D8822-EB03-581E-5426-3EAA9D2EE35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BFDF6E-7EFF-0FB5-582A-B793CB3BB7B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2B15C48-6D1B-9DD2-105C-0CEAC25E6B2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C8BF47B-0162-6AF6-4C82-7E121C9ABE9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CF8E82B-8FC3-F734-91B3-098DF350795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1AD7BB-84F7-22B2-5BD7-5292C1F5399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B86226F-7151-A290-49B6-E3D596D9062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544858-7683-984F-54A6-6E3D633DBF8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65FE1B0-1C21-24B8-EF5F-BC33270ABC6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EABB445-FC92-0E9B-8851-049F2DDE02B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21ED126-BB50-125E-AC32-EDD70D0FB05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8E337A7-3745-58C6-FC15-A94C4040A47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C60FBE5-EF04-8F9D-D581-464983F6287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1D9362F-12A4-C264-2C8A-0D2E00AB3BD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4311B83-A815-2CFB-4EC8-CAF3BB297B2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96AD62D-E0E5-5F69-1534-BB28AC024BF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4B9759A-F625-D349-270F-5D8FDF4E5EB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AD2535-634A-B683-ADDA-7BEC3781DA6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FF5FDC0-95A9-D143-BB8D-4F1BAD20C40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01EE4F8-1DA8-2178-83C8-A0E4BE3A988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A4FF190-2494-F2E2-0971-32C556CADB0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9EAB0B5-1067-4DB4-C45A-444C9706F9B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BB8EB47-ED46-3C99-F6E3-D93FE5FDDC1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B360ECB-8A9C-3900-E50A-C97C5461D48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B102456-13AA-15F5-69B4-7BC89354BEC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18764FE-E03A-B391-07D6-91C7A8BAE09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BE8254D-D177-FC2A-C7C8-A5D48BD107D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0E48CD9-CC99-2009-AA35-0968F20091C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7C68283-2B53-902B-D1A4-E299AD3DDC1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41489B7-590B-1058-89DB-B753F36BEB1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076DE6A-34B3-4610-7B7E-26C1D1EB4D8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EB4E666-25C0-534E-BBFB-6A311768837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4BCF82C-1B73-940C-F72E-B44AA5FB584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A066C36-1949-95DC-A522-6B17120660E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835B167-DF05-829B-4E80-32797688084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736188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7B67C-2986-4D8D-FC27-A44D035C9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366A1E-EAFC-C148-B5BA-E036BE18A2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90B828C-FCB6-87B9-760D-9D62AFCF4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1FEEC9A-F0E5-7562-3DA7-A193384057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628E4EE-B907-88B1-7958-09817DA926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FC9EC56-CD6E-5858-A559-31E4A7729D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F8056060-0DD8-8BBA-E76E-8921E3B4397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AD8462E-4CE2-DF53-3D65-13EE2CF0820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734CCA-0660-5BBF-4DD2-483E1BAC5A1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01F3FC9-8480-26F3-61B9-67E49D84783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D58E3DB-B251-9E23-DC51-FDBE81307A4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CE7868C-D463-EA33-E097-D16CCDDBCD9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FAD34ED-515D-FB78-F5AB-E74D44DF2E9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3DA7A1A-FB68-180C-85D3-A40FE55A945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4327592-6C3D-32F8-6053-B510DD07515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5DE93F-E5AB-D6E5-0B4C-29926A49037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92C8F8-BC4E-D9F8-D619-5F6269766BD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6F7B51-E62B-A163-BC1F-02575869710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F1A4E3-F37E-B79E-3548-AF3D76FA5CD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C9DC27-888F-3A51-4211-45BF86AA6EF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6979F7-9238-6222-53B1-569D8764C4E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DDFDF4-7E85-2ABD-7F32-FCE8547AB4D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545061-1277-6FD8-E313-DC56EB6ACC2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536AE1-873A-DB06-C00C-77E14E3974B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296057-A0CD-DB00-11A4-F8F30AE05E8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38EA7B-207B-BB0B-0925-11038F006FB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6A4AF5-741F-5C00-BA7E-2E223D584D4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D4C9C5-6000-5A6A-624B-A2E1121780F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A1D652-D30C-897E-CC14-9CD27725EA6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FD17D2-9628-568A-74FA-4DC800D4F8A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D4290A6-4DED-8D0C-2525-74EFB8961F4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840042-0B35-8660-4AB0-7189F275506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AD19229-736A-EAE2-41CA-7467B368543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F003181-5D8B-9DF0-D900-495B80D251E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0FD6D5-E1F7-C794-72AB-2D40CF21D2B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0E0686-8F53-C5F1-15E9-FB2CF405045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2FECAB-03D1-3CEB-841A-D08D260C768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C37FA5-C860-AAC1-5A7D-D67F6B79DC5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1A10B8-E9D6-89AB-A38E-69BC3E98B18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DC6F36-3186-D4CD-0F43-1B3A9958D89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BC34C6-D19D-B48D-B2C4-7652EA5763E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60BF7A-AC5D-27E5-FA2C-15063C00D3C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D1F7A7-4C2A-04A2-5A5E-B05694A3A64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254501-934D-C0DE-A5B2-B36594CE6FC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DFE334-2FB4-2B14-CA8A-75AFC015A85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6F5D79-C1CB-C810-FAEB-4BFE123CFCC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F51BCA-83E5-D24D-4184-D69E313A788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DA7AF46-787A-851A-8B81-32E6B07A377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31175C-C842-003C-575F-7468D5BF0EE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585FB3-3875-3395-F1FA-B4E30B025D0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A51887C-2DBD-1FF0-0D58-5406C68F9BE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6CD848A-7E72-AE74-78C9-C61A8967F72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4F2376-B7E5-666B-36E4-B09B1C72DCA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D781848-D224-D5B2-AECD-A1347EFEE1B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0EDCB3-A047-4001-4570-FF5500AEE74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C70D1D8-7906-A6FF-C9C8-E83489B3F91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34A31A5-3885-FDFF-6E71-119EA92252F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88C67E-72A1-CB06-7DCF-B740BFF97A7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91889F7-3171-308B-A3B9-0CEB7B29235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201C2B7-3589-87A4-FAB8-02525A64799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6A4DF0F-4C9C-EB3F-6C7A-BD9F3FBA1D2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83C3931-902C-E8D2-C6CB-328FCC300CE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F8ECCF8-F0FA-591A-2946-8538022C786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40F4558-156B-4BAD-A1BA-0B11BA9BAB8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A4B925C-68F1-5275-0A3C-01DF853C1C6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61E86E8-38D2-6A00-9EDD-9BFB26EA97A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B74FA6C-67C6-2A79-A202-A80B2F3133A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57ADFFA-0864-7053-79EA-AF400EB59BF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A72F251-29D1-2B9F-4D38-A8186727A0D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4CD02A-0913-EE02-EA89-6603029CFB4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715D263-87B2-CD48-3ED5-80CE37522C1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1C97D9A-2C7C-7F72-F3B5-7513C0EECF2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12B689E-F2EE-2920-89ED-096FE29FB6B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A9FC525-E226-6BAC-319E-40300C5A79E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F0A43E8-656D-8880-7A86-982FE3B3E07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E2C6D70-676C-3FAA-24C2-8B3A0A361B9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8C652C4-F860-CA73-89C2-850E4D48264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56D579F-3014-3BC2-DE9A-4E4AD24A140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F090137-F314-8CBD-D5ED-A92F1636B5F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7FBD4CF-8F75-69FC-436E-8802D397FFC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19FBAB8-06C2-F177-50B1-4742DCEE29F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14237D7-E1D9-16D5-28B2-CC9A19D5AD5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DEECD6E-DBD6-40FD-E5D4-0B89CD45A98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67B8932-7664-B8D6-95E0-73810D87649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F6308BD-84C6-2ED4-A247-31167E2CC51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89B2882-3126-EDB8-C23A-AF3DC56E5B4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794681A-EE63-74BE-4634-FAE29D0D269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462580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97F06-8FA4-E406-26DD-5FE22E2DD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0074C7-2B82-797C-191C-65F8F17952B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[17 in 3] is three of 1479, which sums to 21. So, 4 is the odd one out.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8A2B18D-187C-1CE3-3174-F38AD767B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4FAF909-4C89-DCD3-348B-04D543964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B5BE4DC-5410-F425-70BB-B65975FF6C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38956F4-5094-8CD4-229C-037D75F3A9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BBC41211-566C-4242-4A28-0D77BC65175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F9F32C0-81C1-C13F-1523-55E853FD129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DB853F4-3BF2-9E21-D2CA-2B36E3B00A8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BABBB90-0F66-0309-8633-E8B63BE3ED6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ABFEA85-1CBB-78B5-5361-48EEF811EC4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A24736B-0781-F067-4E1D-A1F7ED60B24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1BF80E9-8E0D-FB14-50CB-F31E766D5F7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7CFB6F4-F345-6165-995D-6005A0AD5F0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E3D331C-8FBE-0184-D762-50AADACCA0D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952FC3-52C7-2ABB-6B3A-95C421699EB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18BDA9-1FBE-89E0-99A2-4D8D9ECD637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7F398B-93F4-3405-982D-F1E129997A8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00766E-9915-37BE-7914-8ABBB536626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BCE869-8160-3460-2802-B66E2DB3962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4D2107-0D0B-9244-2A1D-79127516984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EA48A9-6901-10DA-E1DF-66934CECAF2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0A1FC8-7011-6C95-2BF6-A3DC0963C43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4C0333-199D-DC6A-99CF-F05AF63C882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63E46B-3900-87B0-D45A-D6B1756A577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D21A05-7F71-E7F6-9D7E-A9D0E1B4D4F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3304F73-E2D0-87AD-003D-06769C71FF8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F28679-A036-ED4D-246D-A366A315730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ACCC0B-B4E1-A7BE-AA8D-2B09865A893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718239-74B2-9410-1141-17BCB07ED64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6AD07C-83F8-F302-4517-54A479DD7D7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013D15-D4E6-F97E-B4F0-653CEAD66B3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91B476C-6F9D-5A81-700F-B8361C5ABCC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63DD76E-973C-915F-FBD5-1FFFCD475A3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0DE5F3-8ADE-E938-7E93-CFCDB08D695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CF2F63-DC76-E203-81C7-9C4C0D2750D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57EF26-9B5B-FA63-643E-70358E0E4C7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4EE13-E85D-1F2C-61A4-9E66902094B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A4992C-E2B8-79E9-6137-69010315DC9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EB50B8-1D1A-EC82-9B0B-66A8EDE9968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6E2C78-DA3F-CD3D-8912-7D4DA15AB86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C8A872-EAA7-D4F2-0711-66F9E9D99BA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39ECB2-9F29-74F6-E18A-1FC228B3936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D37CB0-5DBD-D3A4-9ED5-D96BEF90BD5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BBAAB2-A304-20E1-F7FB-D77345794F7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B03659-C87E-553E-5B77-FDACB7EF164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FF5ECC-64CA-CD0B-EAC1-A800A597597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F45DE1-F609-97EC-3DFE-E52BB4A4BA0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DD28E3-83C7-A5B1-39E5-247B7BC8CEA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7A2D15-BD54-1569-C93B-71AE54617B7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9443B8-512A-E27E-0422-A93EBA8F895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422FF81-F6E4-44E1-6A1B-C08D7FAF7EB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DA2A62B-6FA6-F70F-1DA8-40E56D02CF5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384C924-4B77-CA2C-ABDD-B3E731DD4DF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25D577-2D4B-AFA3-8ACA-3C44EF77814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FC2BFCD-890E-AF19-7CD3-7F4872C5A99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1A50932-B26C-7DB9-7E7C-796B9CAF3C9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DD56C5-1461-B276-9963-05276596782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D1FA816-DDDC-6333-0EB9-87DD4BA4339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4DC0BFE-7AF8-41FD-EF4B-88B5A2761CA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9F23608-9D54-4C73-D2B9-53A322F015E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01D17F4-0243-E7EB-E43B-52BD1B3C032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2956306-2AF8-8DCE-C020-E0D0CE496D5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3B2167C-A054-D6E0-8ADA-AC365F8AD01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77A2ABE-9752-62C4-3C43-286B52E5952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F8FDC9D-A2E2-810C-AC49-668559E718E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4AF7BEF-8852-91B3-B395-08931435B03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6F5638E-897A-AE06-E0EB-1B21299BE07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87B8A71-1A54-0B53-DB2F-28FA443281D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03DEC1-48D3-9F1F-CA50-D99F93AD917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29DF2A0-6766-6AB6-943F-404526B45AC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EA2468-DC3F-6A5A-91F4-33D61C46893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1180ED6-1B62-47E9-F3F7-0195D66381E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3F06FA6-F2D6-2566-5F72-420ED58BE00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076A9EC-112E-EDDA-81C2-12D7BEAEBE3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6643696-8B3E-6659-ABA4-FC27A21C008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2A26B01-ADC2-FE70-86F9-BC11D0BB438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AF36FB0-F54D-3724-2E81-48886F66E5B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405D1DE-5F4F-4A52-DD43-D6EDC5A5671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AF5D4B6-DFA0-17CD-DEF1-1D8743F240A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4B71008-E6F0-34C4-88DA-88406B315DC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322007A-39ED-5881-727B-AEF769F6F95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105FDB9-AC7C-C3CA-D92F-51C34F4B91E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F63AA16-818F-20C6-C4C9-5B1C675CB04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8160364-F551-A4F0-9A51-22481EFA52E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6613229-AA95-B195-602C-C2C767F9F86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C3DA6CF-1EAF-8CCA-E40F-073BA5029A8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1487762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A7997-E1AA-A9CA-1074-E7DCC4979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574605-E399-0125-C952-6FCFAC9F4C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DBD1D8A-AF14-D138-6A9B-C5F01B960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8517CD8-75CB-E0C8-B4FF-FE7726F3E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8C7B07F-385F-8954-2C0F-E6E93ECE8D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305A407-3CA6-16BC-A498-ABDF55C032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9EB48F64-D482-BA2F-805A-A154825DA1B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2A30774-0B9C-0529-96E4-D326615A08B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9FEAD31-3797-ED38-9D06-4FEEA4FAF3B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77AC0B-77F4-FF0E-A923-6ABA1F0F2D0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99E20DA-C030-AFC8-336F-55986EC5ACD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74C1A37-87D4-C9F6-F6AD-00396215100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2930394-5080-2204-919A-B52C8CC613F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389A170-2BB8-6DB6-AD4B-0CD081DF8FD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2D3B3E7-7F0D-5BF6-1F6C-4A31EB9820A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DCCBA6-39AD-6DB3-3572-57FFD944425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C8725E-9CFF-4529-109E-03056DE2CBA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EB03BF-69E4-9114-1ACE-E42F6BA816F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01AEE2-C6FA-6A8C-DE5D-8657467DB84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4B1358-822A-1535-37D9-C4A3A58D653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8E7A7F-BC0B-24F3-D306-C92A44E68A8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14FB922-2619-FCFE-F51D-8578311F90D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B4FEDB-45A1-7E42-6774-22E13B352E8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8A1BED-9B83-0E96-C89F-F579C421D3A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D8FB3C-C0D7-E3C0-5470-356DAEF68B8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477EE5-D5F9-4ADB-0CE8-0E3C6FD50CF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8EC7029-A116-A37C-C085-DFBC653065C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ABC74D-749C-A7C4-44A9-6972CEC1BDF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722EC2-BF8F-3BD0-F968-05A062F850D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55DDDF-744E-F08A-51D3-5719D27448C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19D994-39E9-E3F4-9F3F-B4A13A7F145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D399AD-1F0E-4504-47B7-4BB3B9B95F3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0EF08C6-9E6C-5873-2B06-451372CAE36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F871D50-AE21-8A51-14D7-64E4C1CA7FE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0EFC2E5-1B86-21DB-8232-B7E5AB2E3C1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0C265B-3476-B0E2-EABF-4630999C289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BD392A-0997-CE0E-977B-983DCC29F35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417368-BB70-B2B9-41FF-5668214A41F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80C756-CF2D-EC1F-33F8-96991D85658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D46F15-CC58-5308-6AFF-F42523F47FC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24A32D-5CD6-C2DF-192B-CA2B05D40B7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E560C7-0211-8D79-D093-8BFDE2A2333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B9CED1-C711-00D5-5879-B0D1E456B5E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9D5136-37C5-B6ED-CC79-581BB3D0374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F8F6D7-42C0-7155-865B-BBB795D9DE5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7AE128-C555-18CF-7756-40367C7A4B7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F12071-363C-B7BA-DDDE-7622A8DF030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3CDE86-E1B6-D65F-4157-04FB6610325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8D0F1F-7874-AAC3-12E4-46BDA785D3D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5A9B74-DE77-FF27-FC8D-7F2D934DBC7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19E5F5-BA7F-DDD4-3B64-A122966D56F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14FE921-48F7-E086-0F24-76B515107DA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8C6C4D0-C53C-9956-3872-5CB5A9C2D9B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4D4315-F48A-DD27-B9EE-96DD3D432D8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8BBA7C-64A8-1169-0F74-AE15E776D90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901426-6DFD-1D2D-1F7F-B1B4A73E29B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CFCB11B-EAC2-43C9-61A6-C2485BF2796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85D00C-784E-8773-13BC-60DA24E5DD1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28CD81C-D715-C6E4-C27B-09EFA218453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D33A062-C9AC-ABEC-161F-6FDB4559EA9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A5A040E-7394-75C6-B7EC-DB1F7D2A769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17BDC81-1A39-0406-7AE5-E1045DE2C1E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7965FB4-D076-9E82-6B17-99A945BABEA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7D221EE-B160-A21B-C237-5218B56D010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FA4F6EF-4088-BA15-4432-8B351BE27D4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8384D7B-AA7E-C0C0-320F-E4E685A6A97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78A3845-4B24-DB84-B40A-20F34572F2C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CD39F0F-6443-FE33-CA38-0A14F430DFA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654EE7-1BC9-1BA0-B20A-B4C3DD0BAAA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37BE1D7-0E78-637B-8BA6-471E1FA2724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76F7BDA-7051-B483-4FE5-51EFEB41A41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C3347A1-622F-CBA3-9F52-F71C9697EC3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8987189-4169-2BDD-B289-559D1CCF301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DD87AAB-578F-884F-BEA1-4CADB70014D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3197FA1-E536-DA03-CF59-EDA83C3F6ED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279E14D-E9DB-598D-F9F5-3A4F6D220A4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694FB8A-2696-5D10-D1A2-9A5DBC76898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8D75BE2-D96F-04D9-3707-E811D9BBF65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B912503-7525-C62A-C4ED-DE0BB5A98FB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662F30F-E7FF-3D04-0C35-FFCAB8FF52A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3E80777-E723-93B5-6F7E-52F5486390A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1AE3ED4-9E7F-A74B-901C-3964A1F10FE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6F2A5D0-C196-FE00-7728-40CD5D11A36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0E4D963-ACDE-BFF3-5F22-A8FE62960D3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317F069-7E36-3212-8B1C-86ABC366FC3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28169FA-F906-BC51-0D51-C3C663F872F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6F512C9-D0A3-5C8B-45D0-7AB68E7F7EF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754437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397D2-2792-8C54-45C4-BC13F40C5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998001-947B-DB1A-E72F-C0AC36F48A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D5CFF32-0322-390F-5C60-D77B717DC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02B152D-FA62-06C1-3305-EE7A5D558C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190BCED-4057-3FF1-3D10-35396135D0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38488DD-A3FA-F390-AB5A-1B13878940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FB9CE8A5-5C02-024B-7284-7CADC51E518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C263C19-0876-4E64-F2A3-954B1AEA148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49B6913-DFE3-0B37-21FA-C0941960B39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36809B6-5B62-C794-F694-671A797FCDE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EC6BC72-C323-29E4-450B-F880045E43C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BF5E361-D954-6E84-4179-EE4F50B2AD7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14299E-6A06-D8B2-89DA-7D465DBD124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3F7A9A-FF4D-A92C-FBEE-7BF7100CFB5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4BA9A6-BAF2-2AC0-BB36-12C675E94A4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3D4481-5EE3-AA68-F89E-D6B1C5BBAD5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9157AD-5BAC-4831-4EE9-A365B1EDF5B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707DC0-5F9B-3F47-F1C1-BEE8E086ADD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AA3FB4-5C8B-334B-2EAA-2C50805FE28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3F49B7-001D-B009-84E6-14A13ED45AA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A1808D-F398-8EF1-2202-8CA9952609F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BCAC9B6-1B26-FFF4-6247-16A77734617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19FF46-0B16-6F58-11EF-D776CEE4686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911700A-7C89-C571-96CA-432DAA39B6A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4728C7-1C02-8E37-69B2-AD44D062EC5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77C394-2F97-6A0E-E8FA-184A28D6D7E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9A0E81-418A-30FD-2305-E66B89F5CB8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DBE9C95-DD5F-E73C-C583-97F7271322B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FB301EA-6E4A-2674-BBEC-9E7DFFF4461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6363CA2-C9E5-91D4-06BE-C4FDDA3C559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35F43A8-F303-6D40-B03D-184C1BA4702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1FB8F46-44A4-5D1B-D74A-0F30ECB87CB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D8DFAF-331D-5B98-A95E-6FB3B611499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9CA74E-ADEC-845B-3EE4-39FE382D694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F597E7-A822-A3B7-E2EC-D92A53006BD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DEF419-C1BA-9FE4-5951-17A2198E0CA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DB00E7-4860-1198-63A4-6201D4289B0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211E69-70A2-578A-2E4D-9C32720CCDE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8846F0-49F7-DB3A-6BF5-D3F2C581BDC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7CDCC8-47BB-08E6-470C-B0D25458940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F38B20-6C5F-3A7D-BEC2-88B829423E1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63F621-7B63-E4E9-A502-0899EA668D3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A52F43-FA72-DA26-11DF-FF1F197D5BE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F0FF50-4DE5-8D42-1857-25564CB7797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C8AAA78-D630-F6DB-1453-CDC0347E500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0759D2F-770B-7D2B-66AE-872B0279A4E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A4D31E-D48D-C605-80FA-CBA3B7382F6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673DC5A-9E57-345B-C57A-EBCBBF1AD4B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21F9AF-5BED-9110-BBFB-347F3B8101C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C379B1-3C91-EEDE-3C89-38CA40D9201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8ACECC-9520-CE4D-9637-316A6FA1E3F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FCD5EB-E3F6-A8BC-E6B3-D3E5CAD7033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53B902E-49BA-B5B9-7A4A-49180701840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673F250-FF6A-9DBB-6902-86A4D2CCB6A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B751A68-F582-06A5-6EA0-3630BBF4830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D049D90-ABB5-4C9F-9952-BBD133EF632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034A5F9-BAC6-1FB6-0834-6EB44A4B579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AA49CBD-9005-3E4A-D0CA-0D0A53117B2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22094E8-109A-7F84-2F43-FB502C65259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C86C763-1722-6B54-7556-CC9E939A82E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EE5A36E-A317-27EF-6076-129CE0153D0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B298A2E-394C-3ECB-66F1-F230234C6A8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34D91A-A648-5D4D-0DD3-8B634B19647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EC89C19-0446-5B6F-B584-BF413F1D02B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E0053E7-2094-757C-5435-DBA665C48B7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B949681-83B0-1003-D78F-05CCB049FC1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8D5CCEB-9CFC-F893-4B4A-07214988095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0EC2854-615F-A760-6766-DE4E7542533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468DCFF-E53B-1F90-C625-F2B70FD0A69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56F5715-4F94-B2D9-B401-EEE324EBD50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0976E1B-C4EC-79B1-4538-EDD3798F7BD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C70DE06-B078-D1F1-186B-E61906E8A7D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3C92D5A-E56C-B8FA-2332-06F67B5156A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A690F70-8141-45F3-E3A9-B68E8FA56D6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80967CE-BA5D-E96D-2CFB-9A439794109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ADA9FC4-C8C8-DBF2-3B71-4F85A860F58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02C629C-F826-FEC8-5764-8ACB32F0031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40CD0AC-2E17-BF00-4F87-01758F31857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7D5C12F-501B-B253-35E2-F5AC6BE78A2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0459FF0-12A2-550E-22D6-449F940CA45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DE4C686-464A-979B-B9EE-C54C0993B76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0E438EB-092D-8795-7F43-316A9E696FE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CCDEF5D-F69F-B37E-3550-8F727B0752D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5675486-8AC6-41BD-B04E-EA5DB712E98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D4F0F65-F20D-632D-9ECB-C2592BE266C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034CC7F-0611-FA92-EFE9-9D8A503FCC2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83F6EB5-7E45-62C1-C408-15626D19D67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937307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C5B12-1EC8-D985-DC89-22787B138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A413CF-DC85-D3B4-8089-FE8C0AF87D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7423BB4-3AD4-2B21-550C-AC67867D6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FD2ABD7-5AAC-2B9A-D674-937D89ADC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2B418EB-E202-BF90-FF47-46578CDF5A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EDE7751-F89F-3FE9-0B3B-68E2927648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F9363D57-6816-4C2D-E812-9D590777056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30C47FC-2942-7E17-2FEB-A86FAFB9E4B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2B2C923-F6F9-1DCB-F525-C4D7A53530F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09439EF-BF7D-6825-A2A3-E5265ADF918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EB2741-7C44-6673-060C-5F8ECDA99F3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7A87EEF-386B-C9ED-A609-F778BBB17A5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204E53-0E4F-BF08-E74F-5AE0FE25A91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43733E-5A2C-5004-1D75-B40461A7A6A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307B63-4849-992B-A69A-7F5F598485C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705245-14BB-6F1F-6B7D-20A268F3027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99C10B-E9A1-2ACB-CC40-607F561B3F1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4FD016-1AC0-F9B6-B241-EC372DF7002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1FBB4E-A018-4B6C-07F5-AC7D986A8FA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DA5EEE-E18A-C0F9-00A9-507EEBDCEA2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F9359F-B290-8484-DB14-5B69A4F6C8E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77617C6-95E2-8060-85C0-3F26A8C9B23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412976-09EB-45BE-F6C7-660146EC606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D48076B-3DB6-609E-DC07-907E1DB555C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01568A-2485-8FC3-94BA-EE9167A7AFF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254A25-12C6-9DC7-0631-50678DA380E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83F3E4-2603-FFE3-FC05-A501C122869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7C743A-A0D5-F7FA-5E4F-BCBA8E6A127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5CD07EA-4D65-5732-1A7A-1F0B85E7DE4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73AF1CA-B88C-82E9-DFCE-6BAA351E26A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AECBC49-C05B-8166-596C-FA8AE0DA614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0FB1487-8D57-F9A1-C3E9-71571E71699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26FD8D-5ED1-9874-5CE9-09D3D10FA6D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EEC1EC-A1B5-4640-7045-21B1173C083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BA971E-E209-7A1D-2075-CA2E35BCAAE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BF7D8E-5F43-CAE1-3CE3-124DD07039B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14C557-5469-8240-FA1B-B33480B624D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953093-9038-B234-17DA-95F84BC95D6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A2CC46-6EA4-1275-0477-150015525F8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C713EB-7860-B5EB-8780-7AF4521E7D1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2F5410-9267-656D-C4F0-9C639824048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EA2294-ECFA-AF60-2B30-1C266FC5AB7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1F3808-2E4D-3A2B-F461-902D5339225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E51065-C1EA-3BEB-47F2-0D1E4797BE4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C3CE26-55DA-E2EC-3E40-71214470EDB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33BD471-03BD-45E0-FA5D-3B2CC803AAF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5D933D-5D70-79CF-3DEA-0153F898A5B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83B42B-E8AB-0BDD-549F-FBD1B2D1790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FEBEA5-E5CE-1C3E-9ECB-BEAEF0F9617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69EB535-CB74-4B0A-330B-D02CE45431C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16481A-7C3A-61BA-AE8F-C59E697F5D9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EC2290-F939-A721-C7E8-DECE4384ACF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A6A79E-7B92-4689-1E1A-5BAC33FA894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0134786-8156-EF01-5F8D-A92AC479CD3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ABA9FE7-2EC1-23C2-B3A0-C66E7E3416D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330DAE8-E567-08E8-CE91-47B453D0F89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C26F5B5-3BA4-EF35-DFE2-D59CE00A01B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583775-0D44-3BAB-40B4-9396AAC4EA9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549D813-F6C8-F7F8-E47F-9922D288A8B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FF26945-0CE2-2813-91EC-0CDD9FCD63D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3C5D97-73A5-96F2-B8B3-B8FFE9B2D29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C4AE3D1-9BAA-6F93-51E2-9C2FC48DD1A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82C5229-AD4B-BB94-26F6-862C16953E0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7E5E936-0547-C121-46A3-EEA3DA944CE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56302E3-FA26-875A-D9BA-090B7E7477C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246AF42-0704-77B4-96F9-C3F53B6967D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73632B-CC9B-4995-023A-CDDE2374883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AAC3AA2-CABE-ADD5-558A-51D7F9319C7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CD8D7E0-9E4A-ED2A-E88B-C4644E2635B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8169E41-2CFB-1AF8-9000-F9DD85728D5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7747C1A-2BDB-B481-02B7-BC3A20693D1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87B13B4-EF86-06E9-737A-659654DB5C1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9315512-EDAD-48EF-9513-C4E4B69FAE5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157ABC1-7C92-74BD-86D1-524E308937D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AF78928-3FC1-B415-2647-BC3A6D2A897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77E5A16-F5D7-6985-5D8C-8DAF116CDBE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AF38206-EAB4-7A6C-4D9B-D028BBE12C5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CEFBD51-8ADF-BC53-E3FA-DB0DBEE5696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A68072F-C1F2-7498-86B3-F296CFC2CE4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6021435-9F43-091C-33FE-973F6EAFB2D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306B931-3FC2-5EC4-A470-8F1A7FAE811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CFDF0D-DD59-80BF-379E-19D290A6BA3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297A1A7-7D17-2CCE-AD41-C27A1F4F8AB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9156A0A-6530-998F-12B7-18AFDCF1192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4CB7D89-BE99-FE29-02D5-218A44B90BF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63782F4-671A-5896-0037-7425B652B49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9E7B39C-3DD2-8F14-8775-7AAB2179E65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679883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11017</TotalTime>
  <Words>3277</Words>
  <Application>Microsoft Macintosh PowerPoint</Application>
  <PresentationFormat>Widescreen</PresentationFormat>
  <Paragraphs>2808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407</cp:revision>
  <cp:lastPrinted>2025-12-02T00:08:17Z</cp:lastPrinted>
  <dcterms:created xsi:type="dcterms:W3CDTF">2024-03-19T02:13:08Z</dcterms:created>
  <dcterms:modified xsi:type="dcterms:W3CDTF">2026-07-14T16:29:37Z</dcterms:modified>
</cp:coreProperties>
</file>