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457" r:id="rId2"/>
    <p:sldId id="531" r:id="rId3"/>
    <p:sldId id="532" r:id="rId4"/>
    <p:sldId id="533" r:id="rId5"/>
    <p:sldId id="534" r:id="rId6"/>
    <p:sldId id="535" r:id="rId7"/>
    <p:sldId id="536" r:id="rId8"/>
    <p:sldId id="537" r:id="rId9"/>
    <p:sldId id="538" r:id="rId10"/>
    <p:sldId id="539" r:id="rId11"/>
    <p:sldId id="540" r:id="rId12"/>
    <p:sldId id="541" r:id="rId13"/>
    <p:sldId id="542" r:id="rId14"/>
    <p:sldId id="543" r:id="rId15"/>
    <p:sldId id="544" r:id="rId16"/>
    <p:sldId id="545" r:id="rId17"/>
    <p:sldId id="546" r:id="rId18"/>
    <p:sldId id="547" r:id="rId19"/>
    <p:sldId id="548" r:id="rId20"/>
    <p:sldId id="549" r:id="rId21"/>
    <p:sldId id="550" r:id="rId22"/>
    <p:sldId id="551" r:id="rId23"/>
    <p:sldId id="552" r:id="rId24"/>
    <p:sldId id="553" r:id="rId25"/>
    <p:sldId id="554" r:id="rId26"/>
    <p:sldId id="555" r:id="rId27"/>
    <p:sldId id="556" r:id="rId28"/>
    <p:sldId id="557" r:id="rId29"/>
    <p:sldId id="558" r:id="rId30"/>
    <p:sldId id="559" r:id="rId31"/>
    <p:sldId id="560" r:id="rId32"/>
    <p:sldId id="561" r:id="rId33"/>
    <p:sldId id="562" r:id="rId34"/>
    <p:sldId id="563" r:id="rId35"/>
    <p:sldId id="564" r:id="rId36"/>
    <p:sldId id="56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273"/>
    <p:restoredTop sz="94670"/>
  </p:normalViewPr>
  <p:slideViewPr>
    <p:cSldViewPr snapToGrid="0">
      <p:cViewPr varScale="1">
        <p:scale>
          <a:sx n="113" d="100"/>
          <a:sy n="113" d="100"/>
        </p:scale>
        <p:origin x="149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7/31/26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C21DB-073D-5347-7B69-D1559B29D0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B6E04C-A94C-0CA8-F751-E0B4FB779B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EBB5D0-00E7-E740-A14A-3FDF0ED479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A062C0-D4B7-01E2-66C5-9E07260FA05E}"/>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596843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542B3-E30C-D7FE-3944-8C85C7DCC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BC53CC-793C-6099-5532-5795045B22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D5CA71-D994-3137-648D-ADE6693CF0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FC1DD8-9BE7-0729-98B8-8C6CF4C621C6}"/>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3935052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954D8-B0C1-5654-83C9-7E7CBF065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CEF70-F5FE-A237-2497-72440DDDD6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F7DFE1-264E-67BF-7D31-E7E84D2AF0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55B065-C821-A3FC-2CCB-568F309CC8B6}"/>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1890846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507AC-7449-AF92-1BCA-64F3DD17C8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C589AA-25C3-C7AD-5743-D487F614C9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B1C380-F011-D9EF-A61D-EAA501D53E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99C8C5-BF57-256B-9B56-5E69D90BE3C3}"/>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4071102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2CC3C-416A-2388-531E-94B51B4C90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4F66C0-81F4-7CAF-A5CC-B593A94A2A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D1EEFB-7CD6-2D93-0659-C9303E978A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5E7932-27A3-BCBE-698C-1A94060ABA43}"/>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4238690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37E66-036F-0E66-DC5F-D04E02C187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F27837-F546-27AA-BA0A-3C12870DF1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07E291-E1A7-17F2-51FB-B2497287D4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6AC20B-5DF6-8F7B-90A1-898A46033825}"/>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19532651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B1C0E-0968-43D9-DAF2-8BB56F0FBA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7A47A6-FA3E-2EEF-646D-7FA49468FB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578732-15CA-53A8-C44E-9B6EE03B81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79A897-1CAD-17BC-2551-B42F63C0C4B9}"/>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920622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A2834-0470-6DFD-2567-149BD55D72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93EB7-CCBD-DA85-5AC6-47FD6D3753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C11270-94CA-B347-642D-0E5EB9DC3C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9BAF33-D239-B7D2-0245-48475F77D370}"/>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2545490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0E55B-A429-8091-517D-B54C45D649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B03BC-9FD3-F950-22F8-3C978698BC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601198-22EA-D534-8593-B2163C1748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79F93C-20B9-84C5-6438-24B4B53D6721}"/>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28027708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BC40A-006E-7DFF-EECC-3EEE053DCD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E2B32E-13D2-DDA5-A2B1-D453DD54C4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60F7CA-FCCE-F546-7C1B-EA7A9DF762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1D49D2-66A2-A6D9-8A24-3B07C7992A2D}"/>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9574455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2EF79-70DA-6B60-D4F3-9AB4E8A0C7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6E7D2D-D1C7-ECA5-C4B6-98297408CF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ECA6AD-2917-6F4E-C974-54CE349770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CAA36D-46B8-23A6-74DE-F07B04A64847}"/>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35311250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78ED5-A2E8-1F36-DC7A-8A5EC08DF7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8F6BE-AB3D-7986-48FF-451451A0B3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2E2940-150C-10C0-152F-D539296680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4D3E9D-ABAA-C792-84C1-DDB1BA6FF6A4}"/>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3512442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E03EE-EB7D-84BB-2368-D4006B2627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C7419A-1D34-8C7D-E274-F4EF7CFD7F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BA27F1-0183-58B3-C686-284D7AD1DB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B3F466-357E-8EFF-B0E5-6DE62541793F}"/>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26469035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53361-9584-1D76-4872-0F59AA9F53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9DC79-A058-C91D-E3C5-CC0424D1CC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370D76-766F-9F65-A746-33F828FE33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65991C-4680-D459-80AC-F721E43B3CCE}"/>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2097542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08116-787A-B9B7-29A4-E5C049325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4B463D-CD03-F142-C7C5-17C85FB685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118ED3-7918-16C0-7BBF-1BEE6F8E12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70AE86-53E5-D93E-D7F5-A3EDB2498FAB}"/>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271276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44F03-57E3-933A-D079-0DAB00F137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F48B1C-D3E8-696A-BF64-E8CA7F2CDA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BB87E8-EDF1-6C84-CF9B-1C83D833EC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7713CB-DF65-2199-98F5-354E806A2EE3}"/>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35035401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70A28-3CB3-B8D8-92EF-8DEC4B14B5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FC16B-20F0-C8F3-968B-452D3A3609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7220BC-C2B9-F27A-26C5-85747F2247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72231C-E521-FDA3-5384-3CD0B1036470}"/>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36974324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9D5DC-4383-6D1E-DF88-1A3252F77A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C0D559-3027-BBA9-710D-D3AFA9A961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777F15-339A-F286-21FE-4BE6E0FD73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C2912F-454D-8C37-87D0-7B20946FB5E3}"/>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41881697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D64DA-B0E2-4EEA-4958-C8C2A5F275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6891C-B9CA-541B-5E2E-B418A13A91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B3314C-23C5-2531-D7BC-71FE075D47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1E25FD-CF4A-684D-66DF-CFF167C73A8C}"/>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24308903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3F823-0A55-984F-348A-5A24871D7A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DED361-8F2A-2054-E9F2-809654F429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E5643-8D26-C300-F300-86ED19C8D1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51E7CE-4E01-95E5-8705-3BD4F8499C0C}"/>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38067613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238CD-1EF0-F72B-74A2-89F9C36538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6A3951-4BE9-910E-8DBB-DA406E8302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915D0D-3BB6-B964-776B-9C54C45D04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1E7E24-1E51-E0AB-7FD6-46EAFAEBA268}"/>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30717507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9759F-1E09-F581-AC5F-325CF1ED01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87D64-6C31-E808-AED9-31715BEC09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77E97D-17B1-F56E-B829-9A48A83614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C21348-8D70-BAF0-09DD-1976F9A0859B}"/>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7888569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44513-4F4D-5E09-3FF5-6404C1E432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C0C54-FE72-AF2F-F815-6F75918A10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E4A668-487A-6A65-B4DD-AF92B31E85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36D49B-7CB5-0C65-B2D6-E9BA3CB37D04}"/>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6452741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4E2E1-86DE-E34E-3C5D-06C09C53FC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E8B98C-3DAD-F53A-2BFA-336EF8B43B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EE374-9D24-3CC1-60BE-68AEFADC41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006EFB-84E7-3666-7FCF-743D3159A6E5}"/>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42586589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03FA1-8D2A-A0D5-8F32-ABAED8B3F5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8DD546-E7A2-BDDE-C937-64F6EFD14A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486794-9CF4-C8D2-76E6-FC023E69E0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D8F641-671C-0840-2AE4-9AA82304BEE6}"/>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10341693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DB3DE-92D9-8E3A-4030-892DC2A72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13E1AF-8DF9-0C07-2116-2057EC37A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21AD0B-59BC-4CB5-622D-41249C2A69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BC6C7B-A390-7BA3-096A-517A9079966F}"/>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26391980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73154-AE83-8407-A65C-AC5C8305F9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112AD0-7A59-3B0B-B016-AA889B62BD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511EC4-9DB7-E801-83AC-B67DF7FE54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9800E3-85FF-2B89-3D34-BFFDD1FD5854}"/>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5444796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15CFB-DF63-DE32-FDBC-C81C25E381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B7F9C-3D9A-0299-DEFB-0DF75B3AEE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9BD2F3-EC1C-38BB-FB4B-BBDDF34B63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383321-47D3-08A4-EC45-4A235528E412}"/>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19233136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9BD96-D886-9141-32E3-22C52F409C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199D8B-35E0-4B5C-E2D5-DE0979B44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74EE1-A95C-CB33-379B-57A898DCBB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737E5D-35DA-5C38-7FDD-2CC237A7366F}"/>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27253753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F57DA-F933-B3BF-D26A-29953161DD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86D7EA-E590-B9CD-1EE8-40EF4C3441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2E674F-2CF0-886E-A1E1-FC8E49FEA7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6061A7-E1F1-852B-A25D-E3D2839B34B9}"/>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27333054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2922A-83BD-F6F7-01D1-C0EC6EBB52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CEE9FA-914C-9959-E025-106BF6A14C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633CB1-271A-980F-99A5-C73EDFC4AB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E62645-778C-271D-1C4B-E4A020888393}"/>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42501000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0BCCF-9529-FEDF-6574-3CB3C82E9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6DE50D-2BFC-6E61-851D-90B1E51DB8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EFCE76-75A9-5F9D-4C3C-80D016352C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D5176B-DDF4-6B57-2B49-7FA5A65B213C}"/>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41343833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7CE4F-E8ED-786E-8F88-D9AC74FF1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57F12C-B64F-A184-EDB8-BDF7F8DB1E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59B91F-0335-FF58-5189-E66C249D8C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CF3921-AF8E-F971-A0A7-118D74E550A4}"/>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33954635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16F6B-BA8F-E99D-5C6F-0F9198672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F9AB27-9ECA-028A-7925-8D73DD5BF6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350315-8674-8A38-1A41-E8543C9E7A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C42D03-55F6-1F4A-4050-14347164F31A}"/>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2741610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29AD9-BC69-C864-BEF3-3570795855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18798E-E79D-5B09-9995-4D437295E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2829C8-4843-1459-560F-FBB14F76D7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E5705B-48E8-FFE6-98B6-E9E48AE9E7EE}"/>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2020239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pic>
        <p:nvPicPr>
          <p:cNvPr id="6" name="Picture 5">
            <a:extLst>
              <a:ext uri="{FF2B5EF4-FFF2-40B4-BE49-F238E27FC236}">
                <a16:creationId xmlns:a16="http://schemas.microsoft.com/office/drawing/2014/main" id="{6C4CE0A2-2535-96A1-00D5-A60F7AA43E72}"/>
              </a:ext>
            </a:extLst>
          </p:cNvPr>
          <p:cNvPicPr>
            <a:picLocks noChangeAspect="1"/>
          </p:cNvPicPr>
          <p:nvPr userDrawn="1"/>
        </p:nvPicPr>
        <p:blipFill>
          <a:blip r:embed="rId2"/>
          <a:stretch>
            <a:fillRect/>
          </a:stretch>
        </p:blipFill>
        <p:spPr>
          <a:xfrm>
            <a:off x="3164560" y="124983"/>
            <a:ext cx="4540763" cy="5173021"/>
          </a:xfrm>
          <a:prstGeom prst="rect">
            <a:avLst/>
          </a:prstGeom>
        </p:spPr>
      </p:pic>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7/31/26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7/31/26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7/31/26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7/31/26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7/31/26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7/31/26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7/31/26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7/31/26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7/31/26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7/31/26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7/31/26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7/31/26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6F70D-262D-E06D-289D-DB9F525589B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8D84C7-A30E-78AA-4DDA-8A0D067C1A24}"/>
              </a:ext>
            </a:extLst>
          </p:cNvPr>
          <p:cNvSpPr>
            <a:spLocks noGrp="1"/>
          </p:cNvSpPr>
          <p:nvPr>
            <p:ph sz="half" idx="1"/>
          </p:nvPr>
        </p:nvSpPr>
        <p:spPr/>
        <p:txBody>
          <a:bodyPr/>
          <a:lstStyle/>
          <a:p>
            <a:r>
              <a:rPr lang="en-US" dirty="0"/>
              <a:t>Initialize the eight multiplication clues.</a:t>
            </a:r>
          </a:p>
        </p:txBody>
      </p:sp>
      <p:pic>
        <p:nvPicPr>
          <p:cNvPr id="4" name="Picture 3" descr="A grid of sudoku puzzle&#10;&#10;Description automatically generated">
            <a:extLst>
              <a:ext uri="{FF2B5EF4-FFF2-40B4-BE49-F238E27FC236}">
                <a16:creationId xmlns:a16="http://schemas.microsoft.com/office/drawing/2014/main" id="{5B018F40-7B89-59D1-8F2D-AC7B4128266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62D3776-11F7-37E4-527A-DCB2B510B4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518E120-7D75-6497-C268-33D4649587F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0F4E398-82A8-2576-D6B0-DD78C848D16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C7C96CA-F760-D14C-1522-783575A796B9}"/>
              </a:ext>
            </a:extLst>
          </p:cNvPr>
          <p:cNvSpPr txBox="1"/>
          <p:nvPr/>
        </p:nvSpPr>
        <p:spPr>
          <a:xfrm>
            <a:off x="3640666" y="901933"/>
            <a:ext cx="570089" cy="230832"/>
          </a:xfrm>
          <a:prstGeom prst="rect">
            <a:avLst/>
          </a:prstGeom>
          <a:noFill/>
        </p:spPr>
        <p:txBody>
          <a:bodyPr wrap="square" rtlCol="0">
            <a:spAutoFit/>
          </a:bodyPr>
          <a:lstStyle/>
          <a:p>
            <a:pPr algn="ctr"/>
            <a:r>
              <a:rPr lang="en-US" sz="900" dirty="0"/>
              <a:t>378</a:t>
            </a:r>
          </a:p>
        </p:txBody>
      </p:sp>
      <p:sp>
        <p:nvSpPr>
          <p:cNvPr id="8" name="TextBox 7">
            <a:extLst>
              <a:ext uri="{FF2B5EF4-FFF2-40B4-BE49-F238E27FC236}">
                <a16:creationId xmlns:a16="http://schemas.microsoft.com/office/drawing/2014/main" id="{08060707-39EB-EB87-9E00-4637170BCCEE}"/>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9" name="TextBox 8">
            <a:extLst>
              <a:ext uri="{FF2B5EF4-FFF2-40B4-BE49-F238E27FC236}">
                <a16:creationId xmlns:a16="http://schemas.microsoft.com/office/drawing/2014/main" id="{7B232496-726E-4E9C-7F84-24E88E924D06}"/>
              </a:ext>
            </a:extLst>
          </p:cNvPr>
          <p:cNvSpPr txBox="1"/>
          <p:nvPr/>
        </p:nvSpPr>
        <p:spPr>
          <a:xfrm>
            <a:off x="3138310" y="901933"/>
            <a:ext cx="570089" cy="230832"/>
          </a:xfrm>
          <a:prstGeom prst="rect">
            <a:avLst/>
          </a:prstGeom>
          <a:noFill/>
        </p:spPr>
        <p:txBody>
          <a:bodyPr wrap="square" rtlCol="0">
            <a:spAutoFit/>
          </a:bodyPr>
          <a:lstStyle/>
          <a:p>
            <a:pPr algn="ctr"/>
            <a:r>
              <a:rPr lang="en-US" sz="900" dirty="0"/>
              <a:t>378</a:t>
            </a:r>
          </a:p>
        </p:txBody>
      </p:sp>
      <p:sp>
        <p:nvSpPr>
          <p:cNvPr id="10" name="TextBox 9">
            <a:extLst>
              <a:ext uri="{FF2B5EF4-FFF2-40B4-BE49-F238E27FC236}">
                <a16:creationId xmlns:a16="http://schemas.microsoft.com/office/drawing/2014/main" id="{25F437A4-1B5E-0848-860E-A86FF233B533}"/>
              </a:ext>
            </a:extLst>
          </p:cNvPr>
          <p:cNvSpPr txBox="1"/>
          <p:nvPr/>
        </p:nvSpPr>
        <p:spPr>
          <a:xfrm>
            <a:off x="5650090" y="1402877"/>
            <a:ext cx="570089" cy="230832"/>
          </a:xfrm>
          <a:prstGeom prst="rect">
            <a:avLst/>
          </a:prstGeom>
          <a:noFill/>
        </p:spPr>
        <p:txBody>
          <a:bodyPr wrap="square" rtlCol="0">
            <a:spAutoFit/>
          </a:bodyPr>
          <a:lstStyle/>
          <a:p>
            <a:pPr algn="ctr"/>
            <a:r>
              <a:rPr lang="en-US" sz="900" dirty="0"/>
              <a:t>3489</a:t>
            </a:r>
          </a:p>
        </p:txBody>
      </p:sp>
      <p:sp>
        <p:nvSpPr>
          <p:cNvPr id="11" name="TextBox 10">
            <a:extLst>
              <a:ext uri="{FF2B5EF4-FFF2-40B4-BE49-F238E27FC236}">
                <a16:creationId xmlns:a16="http://schemas.microsoft.com/office/drawing/2014/main" id="{BD98C471-8532-4381-C5A0-B54CCEC43ADB}"/>
              </a:ext>
            </a:extLst>
          </p:cNvPr>
          <p:cNvSpPr txBox="1"/>
          <p:nvPr/>
        </p:nvSpPr>
        <p:spPr>
          <a:xfrm>
            <a:off x="6152446" y="1402877"/>
            <a:ext cx="570089" cy="230832"/>
          </a:xfrm>
          <a:prstGeom prst="rect">
            <a:avLst/>
          </a:prstGeom>
          <a:noFill/>
        </p:spPr>
        <p:txBody>
          <a:bodyPr wrap="square" rtlCol="0">
            <a:spAutoFit/>
          </a:bodyPr>
          <a:lstStyle/>
          <a:p>
            <a:pPr algn="ctr"/>
            <a:r>
              <a:rPr lang="en-US" sz="900" dirty="0"/>
              <a:t>348</a:t>
            </a:r>
          </a:p>
        </p:txBody>
      </p:sp>
      <p:sp>
        <p:nvSpPr>
          <p:cNvPr id="12" name="TextBox 11">
            <a:extLst>
              <a:ext uri="{FF2B5EF4-FFF2-40B4-BE49-F238E27FC236}">
                <a16:creationId xmlns:a16="http://schemas.microsoft.com/office/drawing/2014/main" id="{5A6D4D91-8E50-9D96-3D5E-4997A00411DE}"/>
              </a:ext>
            </a:extLst>
          </p:cNvPr>
          <p:cNvSpPr txBox="1"/>
          <p:nvPr/>
        </p:nvSpPr>
        <p:spPr>
          <a:xfrm>
            <a:off x="6654802" y="1402877"/>
            <a:ext cx="570089" cy="230832"/>
          </a:xfrm>
          <a:prstGeom prst="rect">
            <a:avLst/>
          </a:prstGeom>
          <a:noFill/>
        </p:spPr>
        <p:txBody>
          <a:bodyPr wrap="square" rtlCol="0">
            <a:spAutoFit/>
          </a:bodyPr>
          <a:lstStyle/>
          <a:p>
            <a:pPr algn="ctr"/>
            <a:r>
              <a:rPr lang="en-US" sz="900" dirty="0"/>
              <a:t>137</a:t>
            </a:r>
          </a:p>
        </p:txBody>
      </p:sp>
      <p:sp>
        <p:nvSpPr>
          <p:cNvPr id="13" name="TextBox 12">
            <a:extLst>
              <a:ext uri="{FF2B5EF4-FFF2-40B4-BE49-F238E27FC236}">
                <a16:creationId xmlns:a16="http://schemas.microsoft.com/office/drawing/2014/main" id="{D45F379A-A9CC-AEE9-6FF3-D06C307899FE}"/>
              </a:ext>
            </a:extLst>
          </p:cNvPr>
          <p:cNvSpPr txBox="1"/>
          <p:nvPr/>
        </p:nvSpPr>
        <p:spPr>
          <a:xfrm>
            <a:off x="5650090" y="1903821"/>
            <a:ext cx="570089" cy="230832"/>
          </a:xfrm>
          <a:prstGeom prst="rect">
            <a:avLst/>
          </a:prstGeom>
          <a:noFill/>
        </p:spPr>
        <p:txBody>
          <a:bodyPr wrap="square" rtlCol="0">
            <a:spAutoFit/>
          </a:bodyPr>
          <a:lstStyle/>
          <a:p>
            <a:pPr algn="ctr"/>
            <a:r>
              <a:rPr lang="en-US" sz="900" dirty="0"/>
              <a:t>289</a:t>
            </a:r>
          </a:p>
        </p:txBody>
      </p:sp>
      <p:sp>
        <p:nvSpPr>
          <p:cNvPr id="14" name="TextBox 13">
            <a:extLst>
              <a:ext uri="{FF2B5EF4-FFF2-40B4-BE49-F238E27FC236}">
                <a16:creationId xmlns:a16="http://schemas.microsoft.com/office/drawing/2014/main" id="{0A6D5641-8358-12F2-F174-7832314DA120}"/>
              </a:ext>
            </a:extLst>
          </p:cNvPr>
          <p:cNvSpPr txBox="1"/>
          <p:nvPr/>
        </p:nvSpPr>
        <p:spPr>
          <a:xfrm>
            <a:off x="6152446" y="1903821"/>
            <a:ext cx="570089" cy="230832"/>
          </a:xfrm>
          <a:prstGeom prst="rect">
            <a:avLst/>
          </a:prstGeom>
          <a:noFill/>
        </p:spPr>
        <p:txBody>
          <a:bodyPr wrap="square" rtlCol="0">
            <a:spAutoFit/>
          </a:bodyPr>
          <a:lstStyle/>
          <a:p>
            <a:pPr algn="ctr"/>
            <a:r>
              <a:rPr lang="en-US" sz="900" dirty="0"/>
              <a:t>156</a:t>
            </a:r>
          </a:p>
        </p:txBody>
      </p:sp>
      <p:sp>
        <p:nvSpPr>
          <p:cNvPr id="15" name="TextBox 14">
            <a:extLst>
              <a:ext uri="{FF2B5EF4-FFF2-40B4-BE49-F238E27FC236}">
                <a16:creationId xmlns:a16="http://schemas.microsoft.com/office/drawing/2014/main" id="{C8522318-C2C5-4C67-D5C8-AEFDC20F1F2E}"/>
              </a:ext>
            </a:extLst>
          </p:cNvPr>
          <p:cNvSpPr txBox="1"/>
          <p:nvPr/>
        </p:nvSpPr>
        <p:spPr>
          <a:xfrm>
            <a:off x="6654802" y="1903821"/>
            <a:ext cx="570089" cy="230832"/>
          </a:xfrm>
          <a:prstGeom prst="rect">
            <a:avLst/>
          </a:prstGeom>
          <a:noFill/>
        </p:spPr>
        <p:txBody>
          <a:bodyPr wrap="square" rtlCol="0">
            <a:spAutoFit/>
          </a:bodyPr>
          <a:lstStyle/>
          <a:p>
            <a:pPr algn="ctr"/>
            <a:r>
              <a:rPr lang="en-US" sz="900" dirty="0"/>
              <a:t>463</a:t>
            </a:r>
          </a:p>
        </p:txBody>
      </p:sp>
      <p:sp>
        <p:nvSpPr>
          <p:cNvPr id="16" name="TextBox 15">
            <a:extLst>
              <a:ext uri="{FF2B5EF4-FFF2-40B4-BE49-F238E27FC236}">
                <a16:creationId xmlns:a16="http://schemas.microsoft.com/office/drawing/2014/main" id="{DE101171-C147-50EC-440B-20F0347CF634}"/>
              </a:ext>
            </a:extLst>
          </p:cNvPr>
          <p:cNvSpPr txBox="1"/>
          <p:nvPr/>
        </p:nvSpPr>
        <p:spPr>
          <a:xfrm>
            <a:off x="4645378" y="2404765"/>
            <a:ext cx="570089" cy="230832"/>
          </a:xfrm>
          <a:prstGeom prst="rect">
            <a:avLst/>
          </a:prstGeom>
          <a:noFill/>
        </p:spPr>
        <p:txBody>
          <a:bodyPr wrap="square" rtlCol="0">
            <a:spAutoFit/>
          </a:bodyPr>
          <a:lstStyle/>
          <a:p>
            <a:pPr algn="ctr"/>
            <a:r>
              <a:rPr lang="en-US" sz="900" dirty="0"/>
              <a:t>23479</a:t>
            </a:r>
          </a:p>
        </p:txBody>
      </p:sp>
      <p:sp>
        <p:nvSpPr>
          <p:cNvPr id="17" name="TextBox 16">
            <a:extLst>
              <a:ext uri="{FF2B5EF4-FFF2-40B4-BE49-F238E27FC236}">
                <a16:creationId xmlns:a16="http://schemas.microsoft.com/office/drawing/2014/main" id="{CF7E5779-D0BA-E91A-3CAF-0441365B356D}"/>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2349</a:t>
            </a:r>
          </a:p>
        </p:txBody>
      </p:sp>
      <p:sp>
        <p:nvSpPr>
          <p:cNvPr id="18" name="TextBox 17">
            <a:extLst>
              <a:ext uri="{FF2B5EF4-FFF2-40B4-BE49-F238E27FC236}">
                <a16:creationId xmlns:a16="http://schemas.microsoft.com/office/drawing/2014/main" id="{4E3AA95F-2F0C-3E36-2B2B-38915549F1FE}"/>
              </a:ext>
            </a:extLst>
          </p:cNvPr>
          <p:cNvSpPr txBox="1"/>
          <p:nvPr/>
        </p:nvSpPr>
        <p:spPr>
          <a:xfrm>
            <a:off x="6152446" y="2404765"/>
            <a:ext cx="570089" cy="230832"/>
          </a:xfrm>
          <a:prstGeom prst="rect">
            <a:avLst/>
          </a:prstGeom>
          <a:noFill/>
        </p:spPr>
        <p:txBody>
          <a:bodyPr wrap="square" rtlCol="0">
            <a:spAutoFit/>
          </a:bodyPr>
          <a:lstStyle/>
          <a:p>
            <a:pPr algn="ctr"/>
            <a:r>
              <a:rPr lang="en-US" sz="900" dirty="0"/>
              <a:t>248</a:t>
            </a:r>
          </a:p>
        </p:txBody>
      </p:sp>
      <p:sp>
        <p:nvSpPr>
          <p:cNvPr id="19" name="TextBox 18">
            <a:extLst>
              <a:ext uri="{FF2B5EF4-FFF2-40B4-BE49-F238E27FC236}">
                <a16:creationId xmlns:a16="http://schemas.microsoft.com/office/drawing/2014/main" id="{847464D1-ABE5-A54B-40F9-705CAB7A52AE}"/>
              </a:ext>
            </a:extLst>
          </p:cNvPr>
          <p:cNvSpPr txBox="1"/>
          <p:nvPr/>
        </p:nvSpPr>
        <p:spPr>
          <a:xfrm>
            <a:off x="3640666" y="2905709"/>
            <a:ext cx="570089" cy="230832"/>
          </a:xfrm>
          <a:prstGeom prst="rect">
            <a:avLst/>
          </a:prstGeom>
          <a:noFill/>
        </p:spPr>
        <p:txBody>
          <a:bodyPr wrap="square" rtlCol="0">
            <a:spAutoFit/>
          </a:bodyPr>
          <a:lstStyle/>
          <a:p>
            <a:pPr algn="ctr"/>
            <a:r>
              <a:rPr lang="en-US" sz="900" dirty="0"/>
              <a:t>932</a:t>
            </a:r>
          </a:p>
        </p:txBody>
      </p:sp>
      <p:sp>
        <p:nvSpPr>
          <p:cNvPr id="21" name="TextBox 20">
            <a:extLst>
              <a:ext uri="{FF2B5EF4-FFF2-40B4-BE49-F238E27FC236}">
                <a16:creationId xmlns:a16="http://schemas.microsoft.com/office/drawing/2014/main" id="{794141D9-3CB3-5FE5-C0F0-FA75EF710926}"/>
              </a:ext>
            </a:extLst>
          </p:cNvPr>
          <p:cNvSpPr txBox="1"/>
          <p:nvPr/>
        </p:nvSpPr>
        <p:spPr>
          <a:xfrm>
            <a:off x="3138310" y="2905709"/>
            <a:ext cx="570089" cy="230832"/>
          </a:xfrm>
          <a:prstGeom prst="rect">
            <a:avLst/>
          </a:prstGeom>
          <a:noFill/>
        </p:spPr>
        <p:txBody>
          <a:bodyPr wrap="square" rtlCol="0">
            <a:spAutoFit/>
          </a:bodyPr>
          <a:lstStyle/>
          <a:p>
            <a:pPr algn="ctr"/>
            <a:r>
              <a:rPr lang="en-US" sz="900" dirty="0"/>
              <a:t>269</a:t>
            </a:r>
          </a:p>
        </p:txBody>
      </p:sp>
      <p:sp>
        <p:nvSpPr>
          <p:cNvPr id="22" name="TextBox 21">
            <a:extLst>
              <a:ext uri="{FF2B5EF4-FFF2-40B4-BE49-F238E27FC236}">
                <a16:creationId xmlns:a16="http://schemas.microsoft.com/office/drawing/2014/main" id="{C6EF32EB-2CDD-BAFD-914E-BA249709680D}"/>
              </a:ext>
            </a:extLst>
          </p:cNvPr>
          <p:cNvSpPr txBox="1"/>
          <p:nvPr/>
        </p:nvSpPr>
        <p:spPr>
          <a:xfrm>
            <a:off x="6152446" y="3406653"/>
            <a:ext cx="570089" cy="230832"/>
          </a:xfrm>
          <a:prstGeom prst="rect">
            <a:avLst/>
          </a:prstGeom>
          <a:noFill/>
        </p:spPr>
        <p:txBody>
          <a:bodyPr wrap="square" rtlCol="0">
            <a:spAutoFit/>
          </a:bodyPr>
          <a:lstStyle/>
          <a:p>
            <a:pPr algn="ctr"/>
            <a:r>
              <a:rPr lang="en-US" sz="900" dirty="0"/>
              <a:t>39</a:t>
            </a:r>
          </a:p>
        </p:txBody>
      </p:sp>
      <p:sp>
        <p:nvSpPr>
          <p:cNvPr id="23" name="TextBox 22">
            <a:extLst>
              <a:ext uri="{FF2B5EF4-FFF2-40B4-BE49-F238E27FC236}">
                <a16:creationId xmlns:a16="http://schemas.microsoft.com/office/drawing/2014/main" id="{B11C26E2-7EA3-2484-1672-1C446782DA4E}"/>
              </a:ext>
            </a:extLst>
          </p:cNvPr>
          <p:cNvSpPr txBox="1"/>
          <p:nvPr/>
        </p:nvSpPr>
        <p:spPr>
          <a:xfrm>
            <a:off x="6654802" y="3406653"/>
            <a:ext cx="570089" cy="230832"/>
          </a:xfrm>
          <a:prstGeom prst="rect">
            <a:avLst/>
          </a:prstGeom>
          <a:noFill/>
        </p:spPr>
        <p:txBody>
          <a:bodyPr wrap="square" rtlCol="0">
            <a:spAutoFit/>
          </a:bodyPr>
          <a:lstStyle/>
          <a:p>
            <a:pPr algn="ctr"/>
            <a:r>
              <a:rPr lang="en-US" sz="900" dirty="0"/>
              <a:t>15</a:t>
            </a:r>
          </a:p>
        </p:txBody>
      </p:sp>
      <p:sp>
        <p:nvSpPr>
          <p:cNvPr id="24" name="TextBox 23">
            <a:extLst>
              <a:ext uri="{FF2B5EF4-FFF2-40B4-BE49-F238E27FC236}">
                <a16:creationId xmlns:a16="http://schemas.microsoft.com/office/drawing/2014/main" id="{6045C184-1FB4-6C11-6F0F-319C31C0242B}"/>
              </a:ext>
            </a:extLst>
          </p:cNvPr>
          <p:cNvSpPr txBox="1"/>
          <p:nvPr/>
        </p:nvSpPr>
        <p:spPr>
          <a:xfrm>
            <a:off x="7157158" y="3406653"/>
            <a:ext cx="570089" cy="230832"/>
          </a:xfrm>
          <a:prstGeom prst="rect">
            <a:avLst/>
          </a:prstGeom>
          <a:noFill/>
        </p:spPr>
        <p:txBody>
          <a:bodyPr wrap="square" rtlCol="0">
            <a:spAutoFit/>
          </a:bodyPr>
          <a:lstStyle/>
          <a:p>
            <a:pPr algn="ctr"/>
            <a:r>
              <a:rPr lang="en-US" sz="900" dirty="0"/>
              <a:t>84</a:t>
            </a:r>
          </a:p>
        </p:txBody>
      </p:sp>
      <p:sp>
        <p:nvSpPr>
          <p:cNvPr id="25" name="TextBox 24">
            <a:extLst>
              <a:ext uri="{FF2B5EF4-FFF2-40B4-BE49-F238E27FC236}">
                <a16:creationId xmlns:a16="http://schemas.microsoft.com/office/drawing/2014/main" id="{D9F9F629-F2FC-897D-81B1-E624DFCAB436}"/>
              </a:ext>
            </a:extLst>
          </p:cNvPr>
          <p:cNvSpPr txBox="1"/>
          <p:nvPr/>
        </p:nvSpPr>
        <p:spPr>
          <a:xfrm>
            <a:off x="4143022" y="3907597"/>
            <a:ext cx="570089" cy="230832"/>
          </a:xfrm>
          <a:prstGeom prst="rect">
            <a:avLst/>
          </a:prstGeom>
          <a:noFill/>
        </p:spPr>
        <p:txBody>
          <a:bodyPr wrap="square" rtlCol="0">
            <a:spAutoFit/>
          </a:bodyPr>
          <a:lstStyle/>
          <a:p>
            <a:pPr algn="ctr"/>
            <a:r>
              <a:rPr lang="en-US" sz="900" dirty="0"/>
              <a:t>378</a:t>
            </a:r>
          </a:p>
        </p:txBody>
      </p:sp>
      <p:sp>
        <p:nvSpPr>
          <p:cNvPr id="26" name="TextBox 25">
            <a:extLst>
              <a:ext uri="{FF2B5EF4-FFF2-40B4-BE49-F238E27FC236}">
                <a16:creationId xmlns:a16="http://schemas.microsoft.com/office/drawing/2014/main" id="{AB61D3B1-0CAF-7697-9F66-9801DB5DC7C1}"/>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AA619B32-E482-0A5D-88DE-5785B3E0D031}"/>
              </a:ext>
            </a:extLst>
          </p:cNvPr>
          <p:cNvSpPr txBox="1"/>
          <p:nvPr/>
        </p:nvSpPr>
        <p:spPr>
          <a:xfrm>
            <a:off x="5147734" y="3907597"/>
            <a:ext cx="570089" cy="230832"/>
          </a:xfrm>
          <a:prstGeom prst="rect">
            <a:avLst/>
          </a:prstGeom>
          <a:noFill/>
        </p:spPr>
        <p:txBody>
          <a:bodyPr wrap="square" rtlCol="0">
            <a:spAutoFit/>
          </a:bodyPr>
          <a:lstStyle/>
          <a:p>
            <a:pPr algn="ctr"/>
            <a:r>
              <a:rPr lang="en-US" sz="900" dirty="0"/>
              <a:t>282</a:t>
            </a:r>
          </a:p>
        </p:txBody>
      </p:sp>
      <p:sp>
        <p:nvSpPr>
          <p:cNvPr id="28" name="TextBox 27">
            <a:extLst>
              <a:ext uri="{FF2B5EF4-FFF2-40B4-BE49-F238E27FC236}">
                <a16:creationId xmlns:a16="http://schemas.microsoft.com/office/drawing/2014/main" id="{6DBF386C-DAD7-8F80-BA85-E46EE0B174A8}"/>
              </a:ext>
            </a:extLst>
          </p:cNvPr>
          <p:cNvSpPr txBox="1"/>
          <p:nvPr/>
        </p:nvSpPr>
        <p:spPr>
          <a:xfrm>
            <a:off x="4645378" y="4408541"/>
            <a:ext cx="570089" cy="230832"/>
          </a:xfrm>
          <a:prstGeom prst="rect">
            <a:avLst/>
          </a:prstGeom>
          <a:noFill/>
        </p:spPr>
        <p:txBody>
          <a:bodyPr wrap="square" rtlCol="0">
            <a:spAutoFit/>
          </a:bodyPr>
          <a:lstStyle/>
          <a:p>
            <a:pPr algn="ctr"/>
            <a:r>
              <a:rPr lang="en-US" sz="900" dirty="0"/>
              <a:t>2367</a:t>
            </a:r>
          </a:p>
        </p:txBody>
      </p:sp>
      <p:sp>
        <p:nvSpPr>
          <p:cNvPr id="29" name="TextBox 28">
            <a:extLst>
              <a:ext uri="{FF2B5EF4-FFF2-40B4-BE49-F238E27FC236}">
                <a16:creationId xmlns:a16="http://schemas.microsoft.com/office/drawing/2014/main" id="{EF046BDE-8E1E-B7BD-D5CE-8BD3F474ADA1}"/>
              </a:ext>
            </a:extLst>
          </p:cNvPr>
          <p:cNvSpPr txBox="1"/>
          <p:nvPr/>
        </p:nvSpPr>
        <p:spPr>
          <a:xfrm>
            <a:off x="5147734" y="4408541"/>
            <a:ext cx="570089" cy="230832"/>
          </a:xfrm>
          <a:prstGeom prst="rect">
            <a:avLst/>
          </a:prstGeom>
          <a:noFill/>
        </p:spPr>
        <p:txBody>
          <a:bodyPr wrap="square" rtlCol="0">
            <a:spAutoFit/>
          </a:bodyPr>
          <a:lstStyle/>
          <a:p>
            <a:pPr algn="ctr"/>
            <a:r>
              <a:rPr lang="en-US" sz="900" dirty="0"/>
              <a:t>1256</a:t>
            </a:r>
          </a:p>
        </p:txBody>
      </p:sp>
      <p:sp>
        <p:nvSpPr>
          <p:cNvPr id="30" name="TextBox 29">
            <a:extLst>
              <a:ext uri="{FF2B5EF4-FFF2-40B4-BE49-F238E27FC236}">
                <a16:creationId xmlns:a16="http://schemas.microsoft.com/office/drawing/2014/main" id="{C548B930-A27D-272D-1E5F-007E64AECFA2}"/>
              </a:ext>
            </a:extLst>
          </p:cNvPr>
          <p:cNvSpPr txBox="1"/>
          <p:nvPr/>
        </p:nvSpPr>
        <p:spPr>
          <a:xfrm>
            <a:off x="5650090" y="4408541"/>
            <a:ext cx="570089" cy="230832"/>
          </a:xfrm>
          <a:prstGeom prst="rect">
            <a:avLst/>
          </a:prstGeom>
          <a:noFill/>
        </p:spPr>
        <p:txBody>
          <a:bodyPr wrap="square" rtlCol="0">
            <a:spAutoFit/>
          </a:bodyPr>
          <a:lstStyle/>
          <a:p>
            <a:pPr algn="ctr"/>
            <a:r>
              <a:rPr lang="en-US" sz="900" dirty="0"/>
              <a:t>8743</a:t>
            </a:r>
          </a:p>
        </p:txBody>
      </p:sp>
      <p:sp>
        <p:nvSpPr>
          <p:cNvPr id="31" name="TextBox 30">
            <a:extLst>
              <a:ext uri="{FF2B5EF4-FFF2-40B4-BE49-F238E27FC236}">
                <a16:creationId xmlns:a16="http://schemas.microsoft.com/office/drawing/2014/main" id="{31B4D0B7-FA27-3885-BBA7-A2CD0F023E52}"/>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012958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85D21-AB0D-781E-76E7-255F16CB785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FF6C0F-2EEC-1D6D-E8DE-66DCF544C481}"/>
              </a:ext>
            </a:extLst>
          </p:cNvPr>
          <p:cNvSpPr>
            <a:spLocks noGrp="1"/>
          </p:cNvSpPr>
          <p:nvPr>
            <p:ph sz="half" idx="1"/>
          </p:nvPr>
        </p:nvSpPr>
        <p:spPr/>
        <p:txBody>
          <a:bodyPr/>
          <a:lstStyle/>
          <a:p>
            <a:r>
              <a:rPr lang="en-US" dirty="0"/>
              <a:t>In Line 7, all possibilities contain 2.</a:t>
            </a:r>
          </a:p>
        </p:txBody>
      </p:sp>
      <p:pic>
        <p:nvPicPr>
          <p:cNvPr id="4" name="Picture 3" descr="A grid of sudoku puzzle&#10;&#10;Description automatically generated">
            <a:extLst>
              <a:ext uri="{FF2B5EF4-FFF2-40B4-BE49-F238E27FC236}">
                <a16:creationId xmlns:a16="http://schemas.microsoft.com/office/drawing/2014/main" id="{D7A894E0-FC28-83B1-C5B9-AFB100EBDB9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7D044A8-15E5-022C-B093-65EB0A102B8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919CC39-1E7B-51A0-E815-278AF67C157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37E10E8-D4BE-5AA3-84AA-5B9269426AF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DF9C2ED-01ED-6E60-9CE0-3CE6BA757A2C}"/>
              </a:ext>
            </a:extLst>
          </p:cNvPr>
          <p:cNvSpPr txBox="1"/>
          <p:nvPr/>
        </p:nvSpPr>
        <p:spPr>
          <a:xfrm>
            <a:off x="3640666" y="901933"/>
            <a:ext cx="570089" cy="230832"/>
          </a:xfrm>
          <a:prstGeom prst="rect">
            <a:avLst/>
          </a:prstGeom>
          <a:noFill/>
        </p:spPr>
        <p:txBody>
          <a:bodyPr wrap="square" rtlCol="0">
            <a:spAutoFit/>
          </a:bodyPr>
          <a:lstStyle/>
          <a:p>
            <a:pPr algn="ctr"/>
            <a:r>
              <a:rPr lang="en-US" sz="900" dirty="0"/>
              <a:t>378</a:t>
            </a:r>
          </a:p>
        </p:txBody>
      </p:sp>
      <p:sp>
        <p:nvSpPr>
          <p:cNvPr id="8" name="TextBox 7">
            <a:extLst>
              <a:ext uri="{FF2B5EF4-FFF2-40B4-BE49-F238E27FC236}">
                <a16:creationId xmlns:a16="http://schemas.microsoft.com/office/drawing/2014/main" id="{BB4647B6-1026-9D33-3771-C73049500842}"/>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9" name="TextBox 8">
            <a:extLst>
              <a:ext uri="{FF2B5EF4-FFF2-40B4-BE49-F238E27FC236}">
                <a16:creationId xmlns:a16="http://schemas.microsoft.com/office/drawing/2014/main" id="{C9807049-571E-6951-ACDE-A6A6797F799B}"/>
              </a:ext>
            </a:extLst>
          </p:cNvPr>
          <p:cNvSpPr txBox="1"/>
          <p:nvPr/>
        </p:nvSpPr>
        <p:spPr>
          <a:xfrm>
            <a:off x="3138310" y="901933"/>
            <a:ext cx="570089" cy="230832"/>
          </a:xfrm>
          <a:prstGeom prst="rect">
            <a:avLst/>
          </a:prstGeom>
          <a:noFill/>
        </p:spPr>
        <p:txBody>
          <a:bodyPr wrap="square" rtlCol="0">
            <a:spAutoFit/>
          </a:bodyPr>
          <a:lstStyle/>
          <a:p>
            <a:pPr algn="ctr"/>
            <a:r>
              <a:rPr lang="en-US" sz="900" dirty="0"/>
              <a:t>378</a:t>
            </a:r>
          </a:p>
        </p:txBody>
      </p:sp>
      <p:sp>
        <p:nvSpPr>
          <p:cNvPr id="10" name="TextBox 9">
            <a:extLst>
              <a:ext uri="{FF2B5EF4-FFF2-40B4-BE49-F238E27FC236}">
                <a16:creationId xmlns:a16="http://schemas.microsoft.com/office/drawing/2014/main" id="{830F21C5-295E-699E-9080-FC4E83518A06}"/>
              </a:ext>
            </a:extLst>
          </p:cNvPr>
          <p:cNvSpPr txBox="1"/>
          <p:nvPr/>
        </p:nvSpPr>
        <p:spPr>
          <a:xfrm>
            <a:off x="5650090" y="1402877"/>
            <a:ext cx="570089" cy="230832"/>
          </a:xfrm>
          <a:prstGeom prst="rect">
            <a:avLst/>
          </a:prstGeom>
          <a:noFill/>
        </p:spPr>
        <p:txBody>
          <a:bodyPr wrap="square" rtlCol="0">
            <a:spAutoFit/>
          </a:bodyPr>
          <a:lstStyle/>
          <a:p>
            <a:pPr algn="ctr"/>
            <a:r>
              <a:rPr lang="en-US" sz="900" dirty="0"/>
              <a:t>3489</a:t>
            </a:r>
          </a:p>
        </p:txBody>
      </p:sp>
      <p:sp>
        <p:nvSpPr>
          <p:cNvPr id="11" name="TextBox 10">
            <a:extLst>
              <a:ext uri="{FF2B5EF4-FFF2-40B4-BE49-F238E27FC236}">
                <a16:creationId xmlns:a16="http://schemas.microsoft.com/office/drawing/2014/main" id="{F8D2BA57-B754-10AC-AEAA-FD95981D5746}"/>
              </a:ext>
            </a:extLst>
          </p:cNvPr>
          <p:cNvSpPr txBox="1"/>
          <p:nvPr/>
        </p:nvSpPr>
        <p:spPr>
          <a:xfrm>
            <a:off x="6152446" y="1402877"/>
            <a:ext cx="570089" cy="230832"/>
          </a:xfrm>
          <a:prstGeom prst="rect">
            <a:avLst/>
          </a:prstGeom>
          <a:noFill/>
        </p:spPr>
        <p:txBody>
          <a:bodyPr wrap="square" rtlCol="0">
            <a:spAutoFit/>
          </a:bodyPr>
          <a:lstStyle/>
          <a:p>
            <a:pPr algn="ctr"/>
            <a:r>
              <a:rPr lang="en-US" sz="900" dirty="0"/>
              <a:t>348</a:t>
            </a:r>
          </a:p>
        </p:txBody>
      </p:sp>
      <p:sp>
        <p:nvSpPr>
          <p:cNvPr id="12" name="TextBox 11">
            <a:extLst>
              <a:ext uri="{FF2B5EF4-FFF2-40B4-BE49-F238E27FC236}">
                <a16:creationId xmlns:a16="http://schemas.microsoft.com/office/drawing/2014/main" id="{C425A9D1-A1BF-4756-311A-22E5599383BC}"/>
              </a:ext>
            </a:extLst>
          </p:cNvPr>
          <p:cNvSpPr txBox="1"/>
          <p:nvPr/>
        </p:nvSpPr>
        <p:spPr>
          <a:xfrm>
            <a:off x="6654802" y="1402877"/>
            <a:ext cx="570089" cy="230832"/>
          </a:xfrm>
          <a:prstGeom prst="rect">
            <a:avLst/>
          </a:prstGeom>
          <a:noFill/>
        </p:spPr>
        <p:txBody>
          <a:bodyPr wrap="square" rtlCol="0">
            <a:spAutoFit/>
          </a:bodyPr>
          <a:lstStyle/>
          <a:p>
            <a:pPr algn="ctr"/>
            <a:r>
              <a:rPr lang="en-US" sz="900" dirty="0"/>
              <a:t>137</a:t>
            </a:r>
          </a:p>
        </p:txBody>
      </p:sp>
      <p:sp>
        <p:nvSpPr>
          <p:cNvPr id="13" name="TextBox 12">
            <a:extLst>
              <a:ext uri="{FF2B5EF4-FFF2-40B4-BE49-F238E27FC236}">
                <a16:creationId xmlns:a16="http://schemas.microsoft.com/office/drawing/2014/main" id="{B4334801-87D4-CC64-37F0-89E97F72A003}"/>
              </a:ext>
            </a:extLst>
          </p:cNvPr>
          <p:cNvSpPr txBox="1"/>
          <p:nvPr/>
        </p:nvSpPr>
        <p:spPr>
          <a:xfrm>
            <a:off x="5650090" y="1903821"/>
            <a:ext cx="570089" cy="230832"/>
          </a:xfrm>
          <a:prstGeom prst="rect">
            <a:avLst/>
          </a:prstGeom>
          <a:noFill/>
        </p:spPr>
        <p:txBody>
          <a:bodyPr wrap="square" rtlCol="0">
            <a:spAutoFit/>
          </a:bodyPr>
          <a:lstStyle/>
          <a:p>
            <a:pPr algn="ctr"/>
            <a:r>
              <a:rPr lang="en-US" sz="900" dirty="0"/>
              <a:t>289</a:t>
            </a:r>
          </a:p>
        </p:txBody>
      </p:sp>
      <p:sp>
        <p:nvSpPr>
          <p:cNvPr id="14" name="TextBox 13">
            <a:extLst>
              <a:ext uri="{FF2B5EF4-FFF2-40B4-BE49-F238E27FC236}">
                <a16:creationId xmlns:a16="http://schemas.microsoft.com/office/drawing/2014/main" id="{1C8BF958-4B1C-0715-A79D-A475BC6D769E}"/>
              </a:ext>
            </a:extLst>
          </p:cNvPr>
          <p:cNvSpPr txBox="1"/>
          <p:nvPr/>
        </p:nvSpPr>
        <p:spPr>
          <a:xfrm>
            <a:off x="6152446" y="1903821"/>
            <a:ext cx="570089" cy="230832"/>
          </a:xfrm>
          <a:prstGeom prst="rect">
            <a:avLst/>
          </a:prstGeom>
          <a:noFill/>
        </p:spPr>
        <p:txBody>
          <a:bodyPr wrap="square" rtlCol="0">
            <a:spAutoFit/>
          </a:bodyPr>
          <a:lstStyle/>
          <a:p>
            <a:pPr algn="ctr"/>
            <a:r>
              <a:rPr lang="en-US" sz="900" dirty="0"/>
              <a:t>156</a:t>
            </a:r>
          </a:p>
        </p:txBody>
      </p:sp>
      <p:sp>
        <p:nvSpPr>
          <p:cNvPr id="15" name="TextBox 14">
            <a:extLst>
              <a:ext uri="{FF2B5EF4-FFF2-40B4-BE49-F238E27FC236}">
                <a16:creationId xmlns:a16="http://schemas.microsoft.com/office/drawing/2014/main" id="{4417D1C3-ED0F-5892-1EDB-748AF273E574}"/>
              </a:ext>
            </a:extLst>
          </p:cNvPr>
          <p:cNvSpPr txBox="1"/>
          <p:nvPr/>
        </p:nvSpPr>
        <p:spPr>
          <a:xfrm>
            <a:off x="6654802" y="1903821"/>
            <a:ext cx="570089" cy="230832"/>
          </a:xfrm>
          <a:prstGeom prst="rect">
            <a:avLst/>
          </a:prstGeom>
          <a:noFill/>
        </p:spPr>
        <p:txBody>
          <a:bodyPr wrap="square" rtlCol="0">
            <a:spAutoFit/>
          </a:bodyPr>
          <a:lstStyle/>
          <a:p>
            <a:pPr algn="ctr"/>
            <a:r>
              <a:rPr lang="en-US" sz="900" dirty="0"/>
              <a:t>463</a:t>
            </a:r>
          </a:p>
        </p:txBody>
      </p:sp>
      <p:sp>
        <p:nvSpPr>
          <p:cNvPr id="16" name="TextBox 15">
            <a:extLst>
              <a:ext uri="{FF2B5EF4-FFF2-40B4-BE49-F238E27FC236}">
                <a16:creationId xmlns:a16="http://schemas.microsoft.com/office/drawing/2014/main" id="{AAE348B8-97DC-8DF4-E6B7-36782C285B95}"/>
              </a:ext>
            </a:extLst>
          </p:cNvPr>
          <p:cNvSpPr txBox="1"/>
          <p:nvPr/>
        </p:nvSpPr>
        <p:spPr>
          <a:xfrm>
            <a:off x="4645378" y="2404765"/>
            <a:ext cx="570089" cy="230832"/>
          </a:xfrm>
          <a:prstGeom prst="rect">
            <a:avLst/>
          </a:prstGeom>
          <a:noFill/>
        </p:spPr>
        <p:txBody>
          <a:bodyPr wrap="square" rtlCol="0">
            <a:spAutoFit/>
          </a:bodyPr>
          <a:lstStyle/>
          <a:p>
            <a:pPr algn="ctr"/>
            <a:r>
              <a:rPr lang="en-US" sz="900" dirty="0"/>
              <a:t>23479</a:t>
            </a:r>
          </a:p>
        </p:txBody>
      </p:sp>
      <p:sp>
        <p:nvSpPr>
          <p:cNvPr id="17" name="TextBox 16">
            <a:extLst>
              <a:ext uri="{FF2B5EF4-FFF2-40B4-BE49-F238E27FC236}">
                <a16:creationId xmlns:a16="http://schemas.microsoft.com/office/drawing/2014/main" id="{A9D4D4C3-2AA8-D98E-3C34-FE806ACAE0B2}"/>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2349</a:t>
            </a:r>
          </a:p>
        </p:txBody>
      </p:sp>
      <p:sp>
        <p:nvSpPr>
          <p:cNvPr id="18" name="TextBox 17">
            <a:extLst>
              <a:ext uri="{FF2B5EF4-FFF2-40B4-BE49-F238E27FC236}">
                <a16:creationId xmlns:a16="http://schemas.microsoft.com/office/drawing/2014/main" id="{FA978529-5407-F816-3BBC-55A541AA9AAD}"/>
              </a:ext>
            </a:extLst>
          </p:cNvPr>
          <p:cNvSpPr txBox="1"/>
          <p:nvPr/>
        </p:nvSpPr>
        <p:spPr>
          <a:xfrm>
            <a:off x="6152446" y="2404765"/>
            <a:ext cx="570089" cy="230832"/>
          </a:xfrm>
          <a:prstGeom prst="rect">
            <a:avLst/>
          </a:prstGeom>
          <a:noFill/>
        </p:spPr>
        <p:txBody>
          <a:bodyPr wrap="square" rtlCol="0">
            <a:spAutoFit/>
          </a:bodyPr>
          <a:lstStyle/>
          <a:p>
            <a:pPr algn="ctr"/>
            <a:r>
              <a:rPr lang="en-US" sz="900" dirty="0"/>
              <a:t>248</a:t>
            </a:r>
          </a:p>
        </p:txBody>
      </p:sp>
      <p:sp>
        <p:nvSpPr>
          <p:cNvPr id="19" name="TextBox 18">
            <a:extLst>
              <a:ext uri="{FF2B5EF4-FFF2-40B4-BE49-F238E27FC236}">
                <a16:creationId xmlns:a16="http://schemas.microsoft.com/office/drawing/2014/main" id="{C5FC570B-5A8A-0520-F7AE-B6D1301D2254}"/>
              </a:ext>
            </a:extLst>
          </p:cNvPr>
          <p:cNvSpPr txBox="1"/>
          <p:nvPr/>
        </p:nvSpPr>
        <p:spPr>
          <a:xfrm>
            <a:off x="3640666" y="2905709"/>
            <a:ext cx="570089" cy="230832"/>
          </a:xfrm>
          <a:prstGeom prst="rect">
            <a:avLst/>
          </a:prstGeom>
          <a:noFill/>
        </p:spPr>
        <p:txBody>
          <a:bodyPr wrap="square" rtlCol="0">
            <a:spAutoFit/>
          </a:bodyPr>
          <a:lstStyle/>
          <a:p>
            <a:pPr algn="ctr"/>
            <a:r>
              <a:rPr lang="en-US" sz="900" dirty="0"/>
              <a:t>932</a:t>
            </a:r>
          </a:p>
        </p:txBody>
      </p:sp>
      <p:sp>
        <p:nvSpPr>
          <p:cNvPr id="21" name="TextBox 20">
            <a:extLst>
              <a:ext uri="{FF2B5EF4-FFF2-40B4-BE49-F238E27FC236}">
                <a16:creationId xmlns:a16="http://schemas.microsoft.com/office/drawing/2014/main" id="{33E9E021-F589-E561-7E00-FA2C097E4BE5}"/>
              </a:ext>
            </a:extLst>
          </p:cNvPr>
          <p:cNvSpPr txBox="1"/>
          <p:nvPr/>
        </p:nvSpPr>
        <p:spPr>
          <a:xfrm>
            <a:off x="3138310" y="2905709"/>
            <a:ext cx="570089" cy="230832"/>
          </a:xfrm>
          <a:prstGeom prst="rect">
            <a:avLst/>
          </a:prstGeom>
          <a:noFill/>
        </p:spPr>
        <p:txBody>
          <a:bodyPr wrap="square" rtlCol="0">
            <a:spAutoFit/>
          </a:bodyPr>
          <a:lstStyle/>
          <a:p>
            <a:pPr algn="ctr"/>
            <a:r>
              <a:rPr lang="en-US" sz="900" dirty="0"/>
              <a:t>269</a:t>
            </a:r>
          </a:p>
        </p:txBody>
      </p:sp>
      <p:sp>
        <p:nvSpPr>
          <p:cNvPr id="22" name="TextBox 21">
            <a:extLst>
              <a:ext uri="{FF2B5EF4-FFF2-40B4-BE49-F238E27FC236}">
                <a16:creationId xmlns:a16="http://schemas.microsoft.com/office/drawing/2014/main" id="{3BE83811-D4CF-54EE-13B1-455CD0721492}"/>
              </a:ext>
            </a:extLst>
          </p:cNvPr>
          <p:cNvSpPr txBox="1"/>
          <p:nvPr/>
        </p:nvSpPr>
        <p:spPr>
          <a:xfrm>
            <a:off x="6152446" y="3406653"/>
            <a:ext cx="570089" cy="230832"/>
          </a:xfrm>
          <a:prstGeom prst="rect">
            <a:avLst/>
          </a:prstGeom>
          <a:noFill/>
        </p:spPr>
        <p:txBody>
          <a:bodyPr wrap="square" rtlCol="0">
            <a:spAutoFit/>
          </a:bodyPr>
          <a:lstStyle/>
          <a:p>
            <a:pPr algn="ctr"/>
            <a:r>
              <a:rPr lang="en-US" sz="900" dirty="0"/>
              <a:t>39</a:t>
            </a:r>
          </a:p>
        </p:txBody>
      </p:sp>
      <p:sp>
        <p:nvSpPr>
          <p:cNvPr id="23" name="TextBox 22">
            <a:extLst>
              <a:ext uri="{FF2B5EF4-FFF2-40B4-BE49-F238E27FC236}">
                <a16:creationId xmlns:a16="http://schemas.microsoft.com/office/drawing/2014/main" id="{BAEE6164-454D-8CB2-8F20-934B23D37134}"/>
              </a:ext>
            </a:extLst>
          </p:cNvPr>
          <p:cNvSpPr txBox="1"/>
          <p:nvPr/>
        </p:nvSpPr>
        <p:spPr>
          <a:xfrm>
            <a:off x="6654802" y="3406653"/>
            <a:ext cx="570089" cy="230832"/>
          </a:xfrm>
          <a:prstGeom prst="rect">
            <a:avLst/>
          </a:prstGeom>
          <a:noFill/>
        </p:spPr>
        <p:txBody>
          <a:bodyPr wrap="square" rtlCol="0">
            <a:spAutoFit/>
          </a:bodyPr>
          <a:lstStyle/>
          <a:p>
            <a:pPr algn="ctr"/>
            <a:r>
              <a:rPr lang="en-US" sz="900" dirty="0"/>
              <a:t>15</a:t>
            </a:r>
          </a:p>
        </p:txBody>
      </p:sp>
      <p:sp>
        <p:nvSpPr>
          <p:cNvPr id="24" name="TextBox 23">
            <a:extLst>
              <a:ext uri="{FF2B5EF4-FFF2-40B4-BE49-F238E27FC236}">
                <a16:creationId xmlns:a16="http://schemas.microsoft.com/office/drawing/2014/main" id="{38181959-CA56-985F-8A8D-2B8772570BF1}"/>
              </a:ext>
            </a:extLst>
          </p:cNvPr>
          <p:cNvSpPr txBox="1"/>
          <p:nvPr/>
        </p:nvSpPr>
        <p:spPr>
          <a:xfrm>
            <a:off x="7157158" y="3406653"/>
            <a:ext cx="570089" cy="230832"/>
          </a:xfrm>
          <a:prstGeom prst="rect">
            <a:avLst/>
          </a:prstGeom>
          <a:noFill/>
        </p:spPr>
        <p:txBody>
          <a:bodyPr wrap="square" rtlCol="0">
            <a:spAutoFit/>
          </a:bodyPr>
          <a:lstStyle/>
          <a:p>
            <a:pPr algn="ctr"/>
            <a:r>
              <a:rPr lang="en-US" sz="900" dirty="0"/>
              <a:t>84</a:t>
            </a:r>
          </a:p>
        </p:txBody>
      </p:sp>
      <p:sp>
        <p:nvSpPr>
          <p:cNvPr id="25" name="TextBox 24">
            <a:extLst>
              <a:ext uri="{FF2B5EF4-FFF2-40B4-BE49-F238E27FC236}">
                <a16:creationId xmlns:a16="http://schemas.microsoft.com/office/drawing/2014/main" id="{3071B675-D943-77D9-0997-009339825FD0}"/>
              </a:ext>
            </a:extLst>
          </p:cNvPr>
          <p:cNvSpPr txBox="1"/>
          <p:nvPr/>
        </p:nvSpPr>
        <p:spPr>
          <a:xfrm>
            <a:off x="4143022" y="3907597"/>
            <a:ext cx="570089" cy="230832"/>
          </a:xfrm>
          <a:prstGeom prst="rect">
            <a:avLst/>
          </a:prstGeom>
          <a:noFill/>
        </p:spPr>
        <p:txBody>
          <a:bodyPr wrap="square" rtlCol="0">
            <a:spAutoFit/>
          </a:bodyPr>
          <a:lstStyle/>
          <a:p>
            <a:pPr algn="ctr"/>
            <a:r>
              <a:rPr lang="en-US" sz="900" dirty="0"/>
              <a:t>378</a:t>
            </a:r>
          </a:p>
        </p:txBody>
      </p:sp>
      <p:sp>
        <p:nvSpPr>
          <p:cNvPr id="26" name="TextBox 25">
            <a:extLst>
              <a:ext uri="{FF2B5EF4-FFF2-40B4-BE49-F238E27FC236}">
                <a16:creationId xmlns:a16="http://schemas.microsoft.com/office/drawing/2014/main" id="{FE4D4B30-85A3-0133-5C6E-C452DDC2E9D2}"/>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CC952AA2-1638-E1FB-0B0E-D1F011198F4E}"/>
              </a:ext>
            </a:extLst>
          </p:cNvPr>
          <p:cNvSpPr txBox="1"/>
          <p:nvPr/>
        </p:nvSpPr>
        <p:spPr>
          <a:xfrm>
            <a:off x="5147734" y="3907597"/>
            <a:ext cx="570089" cy="230832"/>
          </a:xfrm>
          <a:prstGeom prst="rect">
            <a:avLst/>
          </a:prstGeom>
          <a:noFill/>
        </p:spPr>
        <p:txBody>
          <a:bodyPr wrap="square" rtlCol="0">
            <a:spAutoFit/>
          </a:bodyPr>
          <a:lstStyle/>
          <a:p>
            <a:pPr algn="ctr"/>
            <a:r>
              <a:rPr lang="en-US" sz="900" dirty="0"/>
              <a:t>282</a:t>
            </a:r>
          </a:p>
        </p:txBody>
      </p:sp>
      <p:sp>
        <p:nvSpPr>
          <p:cNvPr id="28" name="TextBox 27">
            <a:extLst>
              <a:ext uri="{FF2B5EF4-FFF2-40B4-BE49-F238E27FC236}">
                <a16:creationId xmlns:a16="http://schemas.microsoft.com/office/drawing/2014/main" id="{685CA572-5E44-905D-F91A-65C66FCB708F}"/>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77AAE151-C187-4B3A-2DCD-0B16EF2963AF}"/>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83612DAE-9468-6807-21A6-F215068DF84B}"/>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EC565D12-7EBB-DA95-26DC-573144DE561D}"/>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489592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AFFD9-2B3D-BA4C-005D-87C61B9979C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3ED2BD-450E-7A5E-C4DF-7DC9F33924CB}"/>
              </a:ext>
            </a:extLst>
          </p:cNvPr>
          <p:cNvSpPr>
            <a:spLocks noGrp="1"/>
          </p:cNvSpPr>
          <p:nvPr>
            <p:ph sz="half" idx="1"/>
          </p:nvPr>
        </p:nvSpPr>
        <p:spPr/>
        <p:txBody>
          <a:bodyPr/>
          <a:lstStyle/>
          <a:p>
            <a:r>
              <a:rPr lang="en-US" dirty="0"/>
              <a:t>In the right center block, 1 must be in Line 6.</a:t>
            </a:r>
          </a:p>
        </p:txBody>
      </p:sp>
      <p:pic>
        <p:nvPicPr>
          <p:cNvPr id="4" name="Picture 3" descr="A grid of sudoku puzzle&#10;&#10;Description automatically generated">
            <a:extLst>
              <a:ext uri="{FF2B5EF4-FFF2-40B4-BE49-F238E27FC236}">
                <a16:creationId xmlns:a16="http://schemas.microsoft.com/office/drawing/2014/main" id="{674C7CC6-EC9E-9905-6176-598C1137CEA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296AD84-7A34-927A-A448-8164A1C6AAE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C5381CE-944A-88D3-434F-F23C17374B2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6BB52E1-F19B-3E59-F48D-59F8C5C6760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87E0835-ED7B-2C7D-ADB6-1649F0BFBCE0}"/>
              </a:ext>
            </a:extLst>
          </p:cNvPr>
          <p:cNvSpPr txBox="1"/>
          <p:nvPr/>
        </p:nvSpPr>
        <p:spPr>
          <a:xfrm>
            <a:off x="3640666" y="901933"/>
            <a:ext cx="570089" cy="230832"/>
          </a:xfrm>
          <a:prstGeom prst="rect">
            <a:avLst/>
          </a:prstGeom>
          <a:noFill/>
        </p:spPr>
        <p:txBody>
          <a:bodyPr wrap="square" rtlCol="0">
            <a:spAutoFit/>
          </a:bodyPr>
          <a:lstStyle/>
          <a:p>
            <a:pPr algn="ctr"/>
            <a:r>
              <a:rPr lang="en-US" sz="900" dirty="0"/>
              <a:t>378</a:t>
            </a:r>
          </a:p>
        </p:txBody>
      </p:sp>
      <p:sp>
        <p:nvSpPr>
          <p:cNvPr id="8" name="TextBox 7">
            <a:extLst>
              <a:ext uri="{FF2B5EF4-FFF2-40B4-BE49-F238E27FC236}">
                <a16:creationId xmlns:a16="http://schemas.microsoft.com/office/drawing/2014/main" id="{6700024B-E666-CFC0-E9B6-68D71313FF44}"/>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9" name="TextBox 8">
            <a:extLst>
              <a:ext uri="{FF2B5EF4-FFF2-40B4-BE49-F238E27FC236}">
                <a16:creationId xmlns:a16="http://schemas.microsoft.com/office/drawing/2014/main" id="{B4E51B4F-8671-BBC3-14BC-A8307FE3017F}"/>
              </a:ext>
            </a:extLst>
          </p:cNvPr>
          <p:cNvSpPr txBox="1"/>
          <p:nvPr/>
        </p:nvSpPr>
        <p:spPr>
          <a:xfrm>
            <a:off x="3138310" y="901933"/>
            <a:ext cx="570089" cy="230832"/>
          </a:xfrm>
          <a:prstGeom prst="rect">
            <a:avLst/>
          </a:prstGeom>
          <a:noFill/>
        </p:spPr>
        <p:txBody>
          <a:bodyPr wrap="square" rtlCol="0">
            <a:spAutoFit/>
          </a:bodyPr>
          <a:lstStyle/>
          <a:p>
            <a:pPr algn="ctr"/>
            <a:r>
              <a:rPr lang="en-US" sz="900" dirty="0"/>
              <a:t>378</a:t>
            </a:r>
          </a:p>
        </p:txBody>
      </p:sp>
      <p:sp>
        <p:nvSpPr>
          <p:cNvPr id="10" name="TextBox 9">
            <a:extLst>
              <a:ext uri="{FF2B5EF4-FFF2-40B4-BE49-F238E27FC236}">
                <a16:creationId xmlns:a16="http://schemas.microsoft.com/office/drawing/2014/main" id="{A01AA0FC-387C-D314-8BC2-4AA26FD58932}"/>
              </a:ext>
            </a:extLst>
          </p:cNvPr>
          <p:cNvSpPr txBox="1"/>
          <p:nvPr/>
        </p:nvSpPr>
        <p:spPr>
          <a:xfrm>
            <a:off x="5650090" y="1402877"/>
            <a:ext cx="570089" cy="230832"/>
          </a:xfrm>
          <a:prstGeom prst="rect">
            <a:avLst/>
          </a:prstGeom>
          <a:noFill/>
        </p:spPr>
        <p:txBody>
          <a:bodyPr wrap="square" rtlCol="0">
            <a:spAutoFit/>
          </a:bodyPr>
          <a:lstStyle/>
          <a:p>
            <a:pPr algn="ctr"/>
            <a:r>
              <a:rPr lang="en-US" sz="900" dirty="0"/>
              <a:t>3489</a:t>
            </a:r>
          </a:p>
        </p:txBody>
      </p:sp>
      <p:sp>
        <p:nvSpPr>
          <p:cNvPr id="11" name="TextBox 10">
            <a:extLst>
              <a:ext uri="{FF2B5EF4-FFF2-40B4-BE49-F238E27FC236}">
                <a16:creationId xmlns:a16="http://schemas.microsoft.com/office/drawing/2014/main" id="{DD5BB0EC-3CB5-41FF-9C86-34D880959875}"/>
              </a:ext>
            </a:extLst>
          </p:cNvPr>
          <p:cNvSpPr txBox="1"/>
          <p:nvPr/>
        </p:nvSpPr>
        <p:spPr>
          <a:xfrm>
            <a:off x="6152446" y="1402877"/>
            <a:ext cx="570089" cy="230832"/>
          </a:xfrm>
          <a:prstGeom prst="rect">
            <a:avLst/>
          </a:prstGeom>
          <a:noFill/>
        </p:spPr>
        <p:txBody>
          <a:bodyPr wrap="square" rtlCol="0">
            <a:spAutoFit/>
          </a:bodyPr>
          <a:lstStyle/>
          <a:p>
            <a:pPr algn="ctr"/>
            <a:r>
              <a:rPr lang="en-US" sz="900" dirty="0"/>
              <a:t>348</a:t>
            </a:r>
          </a:p>
        </p:txBody>
      </p:sp>
      <p:sp>
        <p:nvSpPr>
          <p:cNvPr id="12" name="TextBox 11">
            <a:extLst>
              <a:ext uri="{FF2B5EF4-FFF2-40B4-BE49-F238E27FC236}">
                <a16:creationId xmlns:a16="http://schemas.microsoft.com/office/drawing/2014/main" id="{AB775E1E-ED87-BEE8-C5F5-E52FE5B1F258}"/>
              </a:ext>
            </a:extLst>
          </p:cNvPr>
          <p:cNvSpPr txBox="1"/>
          <p:nvPr/>
        </p:nvSpPr>
        <p:spPr>
          <a:xfrm>
            <a:off x="6654802" y="1402877"/>
            <a:ext cx="570089" cy="230832"/>
          </a:xfrm>
          <a:prstGeom prst="rect">
            <a:avLst/>
          </a:prstGeom>
          <a:noFill/>
        </p:spPr>
        <p:txBody>
          <a:bodyPr wrap="square" rtlCol="0">
            <a:spAutoFit/>
          </a:bodyPr>
          <a:lstStyle/>
          <a:p>
            <a:pPr algn="ctr"/>
            <a:r>
              <a:rPr lang="en-US" sz="900" dirty="0"/>
              <a:t>137</a:t>
            </a:r>
          </a:p>
        </p:txBody>
      </p:sp>
      <p:sp>
        <p:nvSpPr>
          <p:cNvPr id="13" name="TextBox 12">
            <a:extLst>
              <a:ext uri="{FF2B5EF4-FFF2-40B4-BE49-F238E27FC236}">
                <a16:creationId xmlns:a16="http://schemas.microsoft.com/office/drawing/2014/main" id="{BF7DFB97-CA29-CA7A-55B0-F6E7B0A5C517}"/>
              </a:ext>
            </a:extLst>
          </p:cNvPr>
          <p:cNvSpPr txBox="1"/>
          <p:nvPr/>
        </p:nvSpPr>
        <p:spPr>
          <a:xfrm>
            <a:off x="5650090" y="1903821"/>
            <a:ext cx="570089" cy="230832"/>
          </a:xfrm>
          <a:prstGeom prst="rect">
            <a:avLst/>
          </a:prstGeom>
          <a:noFill/>
        </p:spPr>
        <p:txBody>
          <a:bodyPr wrap="square" rtlCol="0">
            <a:spAutoFit/>
          </a:bodyPr>
          <a:lstStyle/>
          <a:p>
            <a:pPr algn="ctr"/>
            <a:r>
              <a:rPr lang="en-US" sz="900" dirty="0"/>
              <a:t>289</a:t>
            </a:r>
          </a:p>
        </p:txBody>
      </p:sp>
      <p:sp>
        <p:nvSpPr>
          <p:cNvPr id="14" name="TextBox 13">
            <a:extLst>
              <a:ext uri="{FF2B5EF4-FFF2-40B4-BE49-F238E27FC236}">
                <a16:creationId xmlns:a16="http://schemas.microsoft.com/office/drawing/2014/main" id="{49583A4E-F39F-18FE-49FA-3948D8F9DF27}"/>
              </a:ext>
            </a:extLst>
          </p:cNvPr>
          <p:cNvSpPr txBox="1"/>
          <p:nvPr/>
        </p:nvSpPr>
        <p:spPr>
          <a:xfrm>
            <a:off x="6152446" y="1903821"/>
            <a:ext cx="570089" cy="230832"/>
          </a:xfrm>
          <a:prstGeom prst="rect">
            <a:avLst/>
          </a:prstGeom>
          <a:noFill/>
        </p:spPr>
        <p:txBody>
          <a:bodyPr wrap="square" rtlCol="0">
            <a:spAutoFit/>
          </a:bodyPr>
          <a:lstStyle/>
          <a:p>
            <a:pPr algn="ctr"/>
            <a:r>
              <a:rPr lang="en-US" sz="900" dirty="0"/>
              <a:t>156</a:t>
            </a:r>
          </a:p>
        </p:txBody>
      </p:sp>
      <p:sp>
        <p:nvSpPr>
          <p:cNvPr id="15" name="TextBox 14">
            <a:extLst>
              <a:ext uri="{FF2B5EF4-FFF2-40B4-BE49-F238E27FC236}">
                <a16:creationId xmlns:a16="http://schemas.microsoft.com/office/drawing/2014/main" id="{BAFC2C5F-5714-99EC-6C53-24EB5236A7D8}"/>
              </a:ext>
            </a:extLst>
          </p:cNvPr>
          <p:cNvSpPr txBox="1"/>
          <p:nvPr/>
        </p:nvSpPr>
        <p:spPr>
          <a:xfrm>
            <a:off x="6654802" y="1903821"/>
            <a:ext cx="570089" cy="230832"/>
          </a:xfrm>
          <a:prstGeom prst="rect">
            <a:avLst/>
          </a:prstGeom>
          <a:noFill/>
        </p:spPr>
        <p:txBody>
          <a:bodyPr wrap="square" rtlCol="0">
            <a:spAutoFit/>
          </a:bodyPr>
          <a:lstStyle/>
          <a:p>
            <a:pPr algn="ctr"/>
            <a:r>
              <a:rPr lang="en-US" sz="900" dirty="0"/>
              <a:t>463</a:t>
            </a:r>
          </a:p>
        </p:txBody>
      </p:sp>
      <p:sp>
        <p:nvSpPr>
          <p:cNvPr id="16" name="TextBox 15">
            <a:extLst>
              <a:ext uri="{FF2B5EF4-FFF2-40B4-BE49-F238E27FC236}">
                <a16:creationId xmlns:a16="http://schemas.microsoft.com/office/drawing/2014/main" id="{1000D176-2AC0-C674-4200-DC0E653A2C1B}"/>
              </a:ext>
            </a:extLst>
          </p:cNvPr>
          <p:cNvSpPr txBox="1"/>
          <p:nvPr/>
        </p:nvSpPr>
        <p:spPr>
          <a:xfrm>
            <a:off x="4645378" y="2404765"/>
            <a:ext cx="570089" cy="230832"/>
          </a:xfrm>
          <a:prstGeom prst="rect">
            <a:avLst/>
          </a:prstGeom>
          <a:noFill/>
        </p:spPr>
        <p:txBody>
          <a:bodyPr wrap="square" rtlCol="0">
            <a:spAutoFit/>
          </a:bodyPr>
          <a:lstStyle/>
          <a:p>
            <a:pPr algn="ctr"/>
            <a:r>
              <a:rPr lang="en-US" sz="900" dirty="0"/>
              <a:t>23479</a:t>
            </a:r>
          </a:p>
        </p:txBody>
      </p:sp>
      <p:sp>
        <p:nvSpPr>
          <p:cNvPr id="17" name="TextBox 16">
            <a:extLst>
              <a:ext uri="{FF2B5EF4-FFF2-40B4-BE49-F238E27FC236}">
                <a16:creationId xmlns:a16="http://schemas.microsoft.com/office/drawing/2014/main" id="{672DCC45-41EF-9A81-606D-2B2B7373DD6C}"/>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2349</a:t>
            </a:r>
          </a:p>
        </p:txBody>
      </p:sp>
      <p:sp>
        <p:nvSpPr>
          <p:cNvPr id="18" name="TextBox 17">
            <a:extLst>
              <a:ext uri="{FF2B5EF4-FFF2-40B4-BE49-F238E27FC236}">
                <a16:creationId xmlns:a16="http://schemas.microsoft.com/office/drawing/2014/main" id="{389CF39E-FEDC-5EC9-AB08-1C230FA06C0E}"/>
              </a:ext>
            </a:extLst>
          </p:cNvPr>
          <p:cNvSpPr txBox="1"/>
          <p:nvPr/>
        </p:nvSpPr>
        <p:spPr>
          <a:xfrm>
            <a:off x="6152446" y="2404765"/>
            <a:ext cx="570089" cy="230832"/>
          </a:xfrm>
          <a:prstGeom prst="rect">
            <a:avLst/>
          </a:prstGeom>
          <a:noFill/>
        </p:spPr>
        <p:txBody>
          <a:bodyPr wrap="square" rtlCol="0">
            <a:spAutoFit/>
          </a:bodyPr>
          <a:lstStyle/>
          <a:p>
            <a:pPr algn="ctr"/>
            <a:r>
              <a:rPr lang="en-US" sz="900" dirty="0"/>
              <a:t>248</a:t>
            </a:r>
          </a:p>
        </p:txBody>
      </p:sp>
      <p:sp>
        <p:nvSpPr>
          <p:cNvPr id="19" name="TextBox 18">
            <a:extLst>
              <a:ext uri="{FF2B5EF4-FFF2-40B4-BE49-F238E27FC236}">
                <a16:creationId xmlns:a16="http://schemas.microsoft.com/office/drawing/2014/main" id="{A9990ACA-3FD7-55A9-769F-F0AC538132CC}"/>
              </a:ext>
            </a:extLst>
          </p:cNvPr>
          <p:cNvSpPr txBox="1"/>
          <p:nvPr/>
        </p:nvSpPr>
        <p:spPr>
          <a:xfrm>
            <a:off x="3640666" y="2905709"/>
            <a:ext cx="570089" cy="230832"/>
          </a:xfrm>
          <a:prstGeom prst="rect">
            <a:avLst/>
          </a:prstGeom>
          <a:noFill/>
        </p:spPr>
        <p:txBody>
          <a:bodyPr wrap="square" rtlCol="0">
            <a:spAutoFit/>
          </a:bodyPr>
          <a:lstStyle/>
          <a:p>
            <a:pPr algn="ctr"/>
            <a:r>
              <a:rPr lang="en-US" sz="900" dirty="0"/>
              <a:t>932</a:t>
            </a:r>
          </a:p>
        </p:txBody>
      </p:sp>
      <p:sp>
        <p:nvSpPr>
          <p:cNvPr id="21" name="TextBox 20">
            <a:extLst>
              <a:ext uri="{FF2B5EF4-FFF2-40B4-BE49-F238E27FC236}">
                <a16:creationId xmlns:a16="http://schemas.microsoft.com/office/drawing/2014/main" id="{5DD4F6FE-7ED7-FE8E-765E-3AEA6EF250C6}"/>
              </a:ext>
            </a:extLst>
          </p:cNvPr>
          <p:cNvSpPr txBox="1"/>
          <p:nvPr/>
        </p:nvSpPr>
        <p:spPr>
          <a:xfrm>
            <a:off x="3138310" y="2905709"/>
            <a:ext cx="570089" cy="230832"/>
          </a:xfrm>
          <a:prstGeom prst="rect">
            <a:avLst/>
          </a:prstGeom>
          <a:noFill/>
        </p:spPr>
        <p:txBody>
          <a:bodyPr wrap="square" rtlCol="0">
            <a:spAutoFit/>
          </a:bodyPr>
          <a:lstStyle/>
          <a:p>
            <a:pPr algn="ctr"/>
            <a:r>
              <a:rPr lang="en-US" sz="900" dirty="0"/>
              <a:t>269</a:t>
            </a:r>
          </a:p>
        </p:txBody>
      </p:sp>
      <p:sp>
        <p:nvSpPr>
          <p:cNvPr id="25" name="TextBox 24">
            <a:extLst>
              <a:ext uri="{FF2B5EF4-FFF2-40B4-BE49-F238E27FC236}">
                <a16:creationId xmlns:a16="http://schemas.microsoft.com/office/drawing/2014/main" id="{8F1270E5-9E2A-9BBD-C9CF-1FB47CAA7A7F}"/>
              </a:ext>
            </a:extLst>
          </p:cNvPr>
          <p:cNvSpPr txBox="1"/>
          <p:nvPr/>
        </p:nvSpPr>
        <p:spPr>
          <a:xfrm>
            <a:off x="4143022" y="3907597"/>
            <a:ext cx="570089" cy="230832"/>
          </a:xfrm>
          <a:prstGeom prst="rect">
            <a:avLst/>
          </a:prstGeom>
          <a:noFill/>
        </p:spPr>
        <p:txBody>
          <a:bodyPr wrap="square" rtlCol="0">
            <a:spAutoFit/>
          </a:bodyPr>
          <a:lstStyle/>
          <a:p>
            <a:pPr algn="ctr"/>
            <a:r>
              <a:rPr lang="en-US" sz="900" dirty="0"/>
              <a:t>378</a:t>
            </a:r>
          </a:p>
        </p:txBody>
      </p:sp>
      <p:sp>
        <p:nvSpPr>
          <p:cNvPr id="26" name="TextBox 25">
            <a:extLst>
              <a:ext uri="{FF2B5EF4-FFF2-40B4-BE49-F238E27FC236}">
                <a16:creationId xmlns:a16="http://schemas.microsoft.com/office/drawing/2014/main" id="{44F5478C-99C3-F017-F193-41A1724EFA01}"/>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5D5844DB-15D2-D59E-0B0E-2B33635C9628}"/>
              </a:ext>
            </a:extLst>
          </p:cNvPr>
          <p:cNvSpPr txBox="1"/>
          <p:nvPr/>
        </p:nvSpPr>
        <p:spPr>
          <a:xfrm>
            <a:off x="5147734" y="3907597"/>
            <a:ext cx="570089" cy="230832"/>
          </a:xfrm>
          <a:prstGeom prst="rect">
            <a:avLst/>
          </a:prstGeom>
          <a:noFill/>
        </p:spPr>
        <p:txBody>
          <a:bodyPr wrap="square" rtlCol="0">
            <a:spAutoFit/>
          </a:bodyPr>
          <a:lstStyle/>
          <a:p>
            <a:pPr algn="ctr"/>
            <a:r>
              <a:rPr lang="en-US" sz="900" dirty="0"/>
              <a:t>282</a:t>
            </a:r>
          </a:p>
        </p:txBody>
      </p:sp>
      <p:sp>
        <p:nvSpPr>
          <p:cNvPr id="28" name="TextBox 27">
            <a:extLst>
              <a:ext uri="{FF2B5EF4-FFF2-40B4-BE49-F238E27FC236}">
                <a16:creationId xmlns:a16="http://schemas.microsoft.com/office/drawing/2014/main" id="{B9242490-D8EA-19F2-52D3-3931724D6E39}"/>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714DF9C5-4052-4CCB-45C5-B75C42240EE5}"/>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8A140EB1-B98C-D135-8B66-43E4541E890B}"/>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A52349D2-B40A-5565-BC69-6745B4714CAD}"/>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F5BB50C6-36E8-7DA5-FE65-60B6C2EF6B79}"/>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8C22170D-7848-DF99-6022-EA964145BE97}"/>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AB523AC0-7693-D2EC-6226-C61F3F36D907}"/>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3767416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C0678-BED8-21C9-03E5-7F6C968A2FA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2BA456-3091-161E-7A1D-56ADED97222A}"/>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2AD7081-0D57-FE91-12CD-FE3FCD586A0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52E56FE-B903-71E5-7A58-4C65A97BD49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69961EC-E94E-4BFE-A790-BBBF48199BE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181057C-257F-D116-4857-76A6876BD52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276F138-F9F6-47AC-68DF-754C3D6F8AA8}"/>
              </a:ext>
            </a:extLst>
          </p:cNvPr>
          <p:cNvSpPr txBox="1"/>
          <p:nvPr/>
        </p:nvSpPr>
        <p:spPr>
          <a:xfrm>
            <a:off x="3640666" y="901933"/>
            <a:ext cx="570089" cy="230832"/>
          </a:xfrm>
          <a:prstGeom prst="rect">
            <a:avLst/>
          </a:prstGeom>
          <a:noFill/>
        </p:spPr>
        <p:txBody>
          <a:bodyPr wrap="square" rtlCol="0">
            <a:spAutoFit/>
          </a:bodyPr>
          <a:lstStyle/>
          <a:p>
            <a:pPr algn="ctr"/>
            <a:r>
              <a:rPr lang="en-US" sz="900" dirty="0"/>
              <a:t>378</a:t>
            </a:r>
          </a:p>
        </p:txBody>
      </p:sp>
      <p:sp>
        <p:nvSpPr>
          <p:cNvPr id="8" name="TextBox 7">
            <a:extLst>
              <a:ext uri="{FF2B5EF4-FFF2-40B4-BE49-F238E27FC236}">
                <a16:creationId xmlns:a16="http://schemas.microsoft.com/office/drawing/2014/main" id="{FC3DAD0E-5C59-2E41-6AC1-BE4C2BBF4447}"/>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9" name="TextBox 8">
            <a:extLst>
              <a:ext uri="{FF2B5EF4-FFF2-40B4-BE49-F238E27FC236}">
                <a16:creationId xmlns:a16="http://schemas.microsoft.com/office/drawing/2014/main" id="{3058FDF1-5B9F-9BFB-7CF1-97AB890094E3}"/>
              </a:ext>
            </a:extLst>
          </p:cNvPr>
          <p:cNvSpPr txBox="1"/>
          <p:nvPr/>
        </p:nvSpPr>
        <p:spPr>
          <a:xfrm>
            <a:off x="3138310" y="901933"/>
            <a:ext cx="570089" cy="230832"/>
          </a:xfrm>
          <a:prstGeom prst="rect">
            <a:avLst/>
          </a:prstGeom>
          <a:noFill/>
        </p:spPr>
        <p:txBody>
          <a:bodyPr wrap="square" rtlCol="0">
            <a:spAutoFit/>
          </a:bodyPr>
          <a:lstStyle/>
          <a:p>
            <a:pPr algn="ctr"/>
            <a:r>
              <a:rPr lang="en-US" sz="900" dirty="0"/>
              <a:t>378</a:t>
            </a:r>
          </a:p>
        </p:txBody>
      </p:sp>
      <p:sp>
        <p:nvSpPr>
          <p:cNvPr id="10" name="TextBox 9">
            <a:extLst>
              <a:ext uri="{FF2B5EF4-FFF2-40B4-BE49-F238E27FC236}">
                <a16:creationId xmlns:a16="http://schemas.microsoft.com/office/drawing/2014/main" id="{B35B1358-7D52-29BA-4E0F-FB0E760E9887}"/>
              </a:ext>
            </a:extLst>
          </p:cNvPr>
          <p:cNvSpPr txBox="1"/>
          <p:nvPr/>
        </p:nvSpPr>
        <p:spPr>
          <a:xfrm>
            <a:off x="5650090" y="1402877"/>
            <a:ext cx="570089" cy="230832"/>
          </a:xfrm>
          <a:prstGeom prst="rect">
            <a:avLst/>
          </a:prstGeom>
          <a:noFill/>
        </p:spPr>
        <p:txBody>
          <a:bodyPr wrap="square" rtlCol="0">
            <a:spAutoFit/>
          </a:bodyPr>
          <a:lstStyle/>
          <a:p>
            <a:pPr algn="ctr"/>
            <a:r>
              <a:rPr lang="en-US" sz="900" dirty="0"/>
              <a:t>489</a:t>
            </a:r>
          </a:p>
        </p:txBody>
      </p:sp>
      <p:sp>
        <p:nvSpPr>
          <p:cNvPr id="11" name="TextBox 10">
            <a:extLst>
              <a:ext uri="{FF2B5EF4-FFF2-40B4-BE49-F238E27FC236}">
                <a16:creationId xmlns:a16="http://schemas.microsoft.com/office/drawing/2014/main" id="{1840957C-68A5-6F5E-AE9B-27D9F3DE1CD1}"/>
              </a:ext>
            </a:extLst>
          </p:cNvPr>
          <p:cNvSpPr txBox="1"/>
          <p:nvPr/>
        </p:nvSpPr>
        <p:spPr>
          <a:xfrm>
            <a:off x="6152446" y="1402877"/>
            <a:ext cx="570089" cy="230832"/>
          </a:xfrm>
          <a:prstGeom prst="rect">
            <a:avLst/>
          </a:prstGeom>
          <a:noFill/>
        </p:spPr>
        <p:txBody>
          <a:bodyPr wrap="square" rtlCol="0">
            <a:spAutoFit/>
          </a:bodyPr>
          <a:lstStyle/>
          <a:p>
            <a:pPr algn="ctr"/>
            <a:r>
              <a:rPr lang="en-US" sz="900" dirty="0"/>
              <a:t>48</a:t>
            </a:r>
          </a:p>
        </p:txBody>
      </p:sp>
      <p:sp>
        <p:nvSpPr>
          <p:cNvPr id="12" name="TextBox 11">
            <a:extLst>
              <a:ext uri="{FF2B5EF4-FFF2-40B4-BE49-F238E27FC236}">
                <a16:creationId xmlns:a16="http://schemas.microsoft.com/office/drawing/2014/main" id="{D6BC8123-C1D9-26D8-4F8E-FE1086488FF7}"/>
              </a:ext>
            </a:extLst>
          </p:cNvPr>
          <p:cNvSpPr txBox="1"/>
          <p:nvPr/>
        </p:nvSpPr>
        <p:spPr>
          <a:xfrm>
            <a:off x="6654802" y="1402877"/>
            <a:ext cx="570089" cy="230832"/>
          </a:xfrm>
          <a:prstGeom prst="rect">
            <a:avLst/>
          </a:prstGeom>
          <a:noFill/>
        </p:spPr>
        <p:txBody>
          <a:bodyPr wrap="square" rtlCol="0">
            <a:spAutoFit/>
          </a:bodyPr>
          <a:lstStyle/>
          <a:p>
            <a:pPr algn="ctr"/>
            <a:r>
              <a:rPr lang="en-US" sz="900" dirty="0"/>
              <a:t>37</a:t>
            </a:r>
          </a:p>
        </p:txBody>
      </p:sp>
      <p:sp>
        <p:nvSpPr>
          <p:cNvPr id="13" name="TextBox 12">
            <a:extLst>
              <a:ext uri="{FF2B5EF4-FFF2-40B4-BE49-F238E27FC236}">
                <a16:creationId xmlns:a16="http://schemas.microsoft.com/office/drawing/2014/main" id="{BC3ADA19-7742-9991-C15B-213676362033}"/>
              </a:ext>
            </a:extLst>
          </p:cNvPr>
          <p:cNvSpPr txBox="1"/>
          <p:nvPr/>
        </p:nvSpPr>
        <p:spPr>
          <a:xfrm>
            <a:off x="5650090" y="1903821"/>
            <a:ext cx="570089" cy="230832"/>
          </a:xfrm>
          <a:prstGeom prst="rect">
            <a:avLst/>
          </a:prstGeom>
          <a:noFill/>
        </p:spPr>
        <p:txBody>
          <a:bodyPr wrap="square" rtlCol="0">
            <a:spAutoFit/>
          </a:bodyPr>
          <a:lstStyle/>
          <a:p>
            <a:pPr algn="ctr"/>
            <a:r>
              <a:rPr lang="en-US" sz="900" dirty="0"/>
              <a:t>289</a:t>
            </a:r>
          </a:p>
        </p:txBody>
      </p:sp>
      <p:sp>
        <p:nvSpPr>
          <p:cNvPr id="14" name="TextBox 13">
            <a:extLst>
              <a:ext uri="{FF2B5EF4-FFF2-40B4-BE49-F238E27FC236}">
                <a16:creationId xmlns:a16="http://schemas.microsoft.com/office/drawing/2014/main" id="{72A1D0D3-E2EF-9497-8C81-6764F1B72EAE}"/>
              </a:ext>
            </a:extLst>
          </p:cNvPr>
          <p:cNvSpPr txBox="1"/>
          <p:nvPr/>
        </p:nvSpPr>
        <p:spPr>
          <a:xfrm>
            <a:off x="6152446" y="1903821"/>
            <a:ext cx="570089" cy="230832"/>
          </a:xfrm>
          <a:prstGeom prst="rect">
            <a:avLst/>
          </a:prstGeom>
          <a:noFill/>
        </p:spPr>
        <p:txBody>
          <a:bodyPr wrap="square" rtlCol="0">
            <a:spAutoFit/>
          </a:bodyPr>
          <a:lstStyle/>
          <a:p>
            <a:pPr algn="ctr"/>
            <a:r>
              <a:rPr lang="en-US" sz="900" dirty="0"/>
              <a:t>156</a:t>
            </a:r>
          </a:p>
        </p:txBody>
      </p:sp>
      <p:sp>
        <p:nvSpPr>
          <p:cNvPr id="15" name="TextBox 14">
            <a:extLst>
              <a:ext uri="{FF2B5EF4-FFF2-40B4-BE49-F238E27FC236}">
                <a16:creationId xmlns:a16="http://schemas.microsoft.com/office/drawing/2014/main" id="{EC9D1572-2A9B-7C17-43A1-B2ABBC2339E9}"/>
              </a:ext>
            </a:extLst>
          </p:cNvPr>
          <p:cNvSpPr txBox="1"/>
          <p:nvPr/>
        </p:nvSpPr>
        <p:spPr>
          <a:xfrm>
            <a:off x="6654802" y="1903821"/>
            <a:ext cx="570089" cy="230832"/>
          </a:xfrm>
          <a:prstGeom prst="rect">
            <a:avLst/>
          </a:prstGeom>
          <a:noFill/>
        </p:spPr>
        <p:txBody>
          <a:bodyPr wrap="square" rtlCol="0">
            <a:spAutoFit/>
          </a:bodyPr>
          <a:lstStyle/>
          <a:p>
            <a:pPr algn="ctr"/>
            <a:r>
              <a:rPr lang="en-US" sz="900" dirty="0"/>
              <a:t>463</a:t>
            </a:r>
          </a:p>
        </p:txBody>
      </p:sp>
      <p:sp>
        <p:nvSpPr>
          <p:cNvPr id="16" name="TextBox 15">
            <a:extLst>
              <a:ext uri="{FF2B5EF4-FFF2-40B4-BE49-F238E27FC236}">
                <a16:creationId xmlns:a16="http://schemas.microsoft.com/office/drawing/2014/main" id="{1084EA3B-DA2C-506C-3F9C-3B8931A0EF6A}"/>
              </a:ext>
            </a:extLst>
          </p:cNvPr>
          <p:cNvSpPr txBox="1"/>
          <p:nvPr/>
        </p:nvSpPr>
        <p:spPr>
          <a:xfrm>
            <a:off x="4645378" y="2404765"/>
            <a:ext cx="570089" cy="230832"/>
          </a:xfrm>
          <a:prstGeom prst="rect">
            <a:avLst/>
          </a:prstGeom>
          <a:noFill/>
        </p:spPr>
        <p:txBody>
          <a:bodyPr wrap="square" rtlCol="0">
            <a:spAutoFit/>
          </a:bodyPr>
          <a:lstStyle/>
          <a:p>
            <a:pPr algn="ctr"/>
            <a:r>
              <a:rPr lang="en-US" sz="900" dirty="0"/>
              <a:t>347</a:t>
            </a:r>
          </a:p>
        </p:txBody>
      </p:sp>
      <p:sp>
        <p:nvSpPr>
          <p:cNvPr id="17" name="TextBox 16">
            <a:extLst>
              <a:ext uri="{FF2B5EF4-FFF2-40B4-BE49-F238E27FC236}">
                <a16:creationId xmlns:a16="http://schemas.microsoft.com/office/drawing/2014/main" id="{CECBBDB1-572F-DC24-7EDF-292B0963ADA2}"/>
              </a:ext>
            </a:extLst>
          </p:cNvPr>
          <p:cNvSpPr txBox="1"/>
          <p:nvPr/>
        </p:nvSpPr>
        <p:spPr>
          <a:xfrm>
            <a:off x="5147734" y="2404765"/>
            <a:ext cx="570089" cy="230832"/>
          </a:xfrm>
          <a:prstGeom prst="rect">
            <a:avLst/>
          </a:prstGeom>
          <a:noFill/>
        </p:spPr>
        <p:txBody>
          <a:bodyPr wrap="square" rtlCol="0">
            <a:spAutoFit/>
          </a:bodyPr>
          <a:lstStyle/>
          <a:p>
            <a:pPr algn="ctr"/>
            <a:r>
              <a:rPr lang="en-US" sz="900" dirty="0"/>
              <a:t>432</a:t>
            </a:r>
          </a:p>
        </p:txBody>
      </p:sp>
      <p:sp>
        <p:nvSpPr>
          <p:cNvPr id="18" name="TextBox 17">
            <a:extLst>
              <a:ext uri="{FF2B5EF4-FFF2-40B4-BE49-F238E27FC236}">
                <a16:creationId xmlns:a16="http://schemas.microsoft.com/office/drawing/2014/main" id="{FE2027FC-61E4-47DB-3AC2-9509DF7231A5}"/>
              </a:ext>
            </a:extLst>
          </p:cNvPr>
          <p:cNvSpPr txBox="1"/>
          <p:nvPr/>
        </p:nvSpPr>
        <p:spPr>
          <a:xfrm>
            <a:off x="6152446" y="2404765"/>
            <a:ext cx="570089" cy="230832"/>
          </a:xfrm>
          <a:prstGeom prst="rect">
            <a:avLst/>
          </a:prstGeom>
          <a:noFill/>
        </p:spPr>
        <p:txBody>
          <a:bodyPr wrap="square" rtlCol="0">
            <a:spAutoFit/>
          </a:bodyPr>
          <a:lstStyle/>
          <a:p>
            <a:pPr algn="ctr"/>
            <a:r>
              <a:rPr lang="en-US" sz="900" dirty="0"/>
              <a:t>224</a:t>
            </a:r>
          </a:p>
        </p:txBody>
      </p:sp>
      <p:sp>
        <p:nvSpPr>
          <p:cNvPr id="19" name="TextBox 18">
            <a:extLst>
              <a:ext uri="{FF2B5EF4-FFF2-40B4-BE49-F238E27FC236}">
                <a16:creationId xmlns:a16="http://schemas.microsoft.com/office/drawing/2014/main" id="{A010C126-AF84-11AA-27F3-EDE47C6F465F}"/>
              </a:ext>
            </a:extLst>
          </p:cNvPr>
          <p:cNvSpPr txBox="1"/>
          <p:nvPr/>
        </p:nvSpPr>
        <p:spPr>
          <a:xfrm>
            <a:off x="3640666" y="2905709"/>
            <a:ext cx="570089" cy="230832"/>
          </a:xfrm>
          <a:prstGeom prst="rect">
            <a:avLst/>
          </a:prstGeom>
          <a:noFill/>
        </p:spPr>
        <p:txBody>
          <a:bodyPr wrap="square" rtlCol="0">
            <a:spAutoFit/>
          </a:bodyPr>
          <a:lstStyle/>
          <a:p>
            <a:pPr algn="ctr"/>
            <a:r>
              <a:rPr lang="en-US" sz="900" dirty="0"/>
              <a:t>932</a:t>
            </a:r>
          </a:p>
        </p:txBody>
      </p:sp>
      <p:sp>
        <p:nvSpPr>
          <p:cNvPr id="21" name="TextBox 20">
            <a:extLst>
              <a:ext uri="{FF2B5EF4-FFF2-40B4-BE49-F238E27FC236}">
                <a16:creationId xmlns:a16="http://schemas.microsoft.com/office/drawing/2014/main" id="{99168DFB-A83D-2BA2-F846-1D0470FFF965}"/>
              </a:ext>
            </a:extLst>
          </p:cNvPr>
          <p:cNvSpPr txBox="1"/>
          <p:nvPr/>
        </p:nvSpPr>
        <p:spPr>
          <a:xfrm>
            <a:off x="3138310" y="2905709"/>
            <a:ext cx="570089" cy="230832"/>
          </a:xfrm>
          <a:prstGeom prst="rect">
            <a:avLst/>
          </a:prstGeom>
          <a:noFill/>
        </p:spPr>
        <p:txBody>
          <a:bodyPr wrap="square" rtlCol="0">
            <a:spAutoFit/>
          </a:bodyPr>
          <a:lstStyle/>
          <a:p>
            <a:pPr algn="ctr"/>
            <a:r>
              <a:rPr lang="en-US" sz="900" dirty="0"/>
              <a:t>269</a:t>
            </a:r>
          </a:p>
        </p:txBody>
      </p:sp>
      <p:sp>
        <p:nvSpPr>
          <p:cNvPr id="25" name="TextBox 24">
            <a:extLst>
              <a:ext uri="{FF2B5EF4-FFF2-40B4-BE49-F238E27FC236}">
                <a16:creationId xmlns:a16="http://schemas.microsoft.com/office/drawing/2014/main" id="{C6291CE2-64FB-A86B-C836-0A7A017BB389}"/>
              </a:ext>
            </a:extLst>
          </p:cNvPr>
          <p:cNvSpPr txBox="1"/>
          <p:nvPr/>
        </p:nvSpPr>
        <p:spPr>
          <a:xfrm>
            <a:off x="4143022" y="3907597"/>
            <a:ext cx="570089" cy="230832"/>
          </a:xfrm>
          <a:prstGeom prst="rect">
            <a:avLst/>
          </a:prstGeom>
          <a:noFill/>
        </p:spPr>
        <p:txBody>
          <a:bodyPr wrap="square" rtlCol="0">
            <a:spAutoFit/>
          </a:bodyPr>
          <a:lstStyle/>
          <a:p>
            <a:pPr algn="ctr"/>
            <a:r>
              <a:rPr lang="en-US" sz="900" dirty="0"/>
              <a:t>378</a:t>
            </a:r>
          </a:p>
        </p:txBody>
      </p:sp>
      <p:sp>
        <p:nvSpPr>
          <p:cNvPr id="26" name="TextBox 25">
            <a:extLst>
              <a:ext uri="{FF2B5EF4-FFF2-40B4-BE49-F238E27FC236}">
                <a16:creationId xmlns:a16="http://schemas.microsoft.com/office/drawing/2014/main" id="{353A7BED-A362-9F9B-2677-97B0719EC3E5}"/>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993C9481-54CF-9B7A-90D1-AD88475F527C}"/>
              </a:ext>
            </a:extLst>
          </p:cNvPr>
          <p:cNvSpPr txBox="1"/>
          <p:nvPr/>
        </p:nvSpPr>
        <p:spPr>
          <a:xfrm>
            <a:off x="5147734" y="3907597"/>
            <a:ext cx="570089" cy="230832"/>
          </a:xfrm>
          <a:prstGeom prst="rect">
            <a:avLst/>
          </a:prstGeom>
          <a:noFill/>
        </p:spPr>
        <p:txBody>
          <a:bodyPr wrap="square" rtlCol="0">
            <a:spAutoFit/>
          </a:bodyPr>
          <a:lstStyle/>
          <a:p>
            <a:pPr algn="ctr"/>
            <a:r>
              <a:rPr lang="en-US" sz="900" dirty="0"/>
              <a:t>282</a:t>
            </a:r>
          </a:p>
        </p:txBody>
      </p:sp>
      <p:sp>
        <p:nvSpPr>
          <p:cNvPr id="28" name="TextBox 27">
            <a:extLst>
              <a:ext uri="{FF2B5EF4-FFF2-40B4-BE49-F238E27FC236}">
                <a16:creationId xmlns:a16="http://schemas.microsoft.com/office/drawing/2014/main" id="{EEA92AB9-654C-9344-9ACB-E833383C4FF9}"/>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03933F1B-936B-D379-5197-54CE9468D85A}"/>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B94260B4-5E3B-8B64-A8CC-B03049A5A2AA}"/>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A99B4885-3613-22FC-77DF-11C837520082}"/>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97CA8863-C70C-81D3-47FC-0C67970D8DBF}"/>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86E92508-1128-D42B-8B51-4EBC1B32BDA3}"/>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932A0129-0B17-A791-51C3-529CD069B705}"/>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3703759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C472B-8DB1-6EAB-838D-B80594BDFAE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50DC4B-FC7C-2D35-1863-C3B517A27089}"/>
              </a:ext>
            </a:extLst>
          </p:cNvPr>
          <p:cNvSpPr>
            <a:spLocks noGrp="1"/>
          </p:cNvSpPr>
          <p:nvPr>
            <p:ph sz="half" idx="1"/>
          </p:nvPr>
        </p:nvSpPr>
        <p:spPr/>
        <p:txBody>
          <a:bodyPr/>
          <a:lstStyle/>
          <a:p>
            <a:r>
              <a:rPr lang="en-US" dirty="0"/>
              <a:t>In Line 2, 8x4=32 is not possible. The 4 and 3 would force Line 3 to contain 7x8=56, which would put two 8’s in Column 6.</a:t>
            </a:r>
          </a:p>
        </p:txBody>
      </p:sp>
      <p:pic>
        <p:nvPicPr>
          <p:cNvPr id="4" name="Picture 3" descr="A grid of sudoku puzzle&#10;&#10;Description automatically generated">
            <a:extLst>
              <a:ext uri="{FF2B5EF4-FFF2-40B4-BE49-F238E27FC236}">
                <a16:creationId xmlns:a16="http://schemas.microsoft.com/office/drawing/2014/main" id="{27091FF7-858A-617E-BA8D-6390E0218AB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915E1C1-67E7-8CB6-D158-B6581D24BF5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9AA7272-81B5-2DF6-6DC6-A5E934B387E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8AA04C7-8C95-9672-A512-34E1FC5DF65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CEC4636-0E5A-40D3-AD8D-627881F1B706}"/>
              </a:ext>
            </a:extLst>
          </p:cNvPr>
          <p:cNvSpPr txBox="1"/>
          <p:nvPr/>
        </p:nvSpPr>
        <p:spPr>
          <a:xfrm>
            <a:off x="3640666" y="901933"/>
            <a:ext cx="570089" cy="230832"/>
          </a:xfrm>
          <a:prstGeom prst="rect">
            <a:avLst/>
          </a:prstGeom>
          <a:noFill/>
        </p:spPr>
        <p:txBody>
          <a:bodyPr wrap="square" rtlCol="0">
            <a:spAutoFit/>
          </a:bodyPr>
          <a:lstStyle/>
          <a:p>
            <a:pPr algn="ctr"/>
            <a:r>
              <a:rPr lang="en-US" sz="900" dirty="0"/>
              <a:t>378</a:t>
            </a:r>
          </a:p>
        </p:txBody>
      </p:sp>
      <p:sp>
        <p:nvSpPr>
          <p:cNvPr id="8" name="TextBox 7">
            <a:extLst>
              <a:ext uri="{FF2B5EF4-FFF2-40B4-BE49-F238E27FC236}">
                <a16:creationId xmlns:a16="http://schemas.microsoft.com/office/drawing/2014/main" id="{26399B7C-4CBE-941B-5B44-08DADBF4D763}"/>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9" name="TextBox 8">
            <a:extLst>
              <a:ext uri="{FF2B5EF4-FFF2-40B4-BE49-F238E27FC236}">
                <a16:creationId xmlns:a16="http://schemas.microsoft.com/office/drawing/2014/main" id="{15B77634-26B2-C282-BBE5-E83797788B81}"/>
              </a:ext>
            </a:extLst>
          </p:cNvPr>
          <p:cNvSpPr txBox="1"/>
          <p:nvPr/>
        </p:nvSpPr>
        <p:spPr>
          <a:xfrm>
            <a:off x="3138310" y="901933"/>
            <a:ext cx="570089" cy="230832"/>
          </a:xfrm>
          <a:prstGeom prst="rect">
            <a:avLst/>
          </a:prstGeom>
          <a:noFill/>
        </p:spPr>
        <p:txBody>
          <a:bodyPr wrap="square" rtlCol="0">
            <a:spAutoFit/>
          </a:bodyPr>
          <a:lstStyle/>
          <a:p>
            <a:pPr algn="ctr"/>
            <a:r>
              <a:rPr lang="en-US" sz="900" dirty="0"/>
              <a:t>378</a:t>
            </a:r>
          </a:p>
        </p:txBody>
      </p:sp>
      <p:sp>
        <p:nvSpPr>
          <p:cNvPr id="10" name="TextBox 9">
            <a:extLst>
              <a:ext uri="{FF2B5EF4-FFF2-40B4-BE49-F238E27FC236}">
                <a16:creationId xmlns:a16="http://schemas.microsoft.com/office/drawing/2014/main" id="{D7B4D2A4-ABF3-9E10-BF1D-B9CB7E27BEB2}"/>
              </a:ext>
            </a:extLst>
          </p:cNvPr>
          <p:cNvSpPr txBox="1"/>
          <p:nvPr/>
        </p:nvSpPr>
        <p:spPr>
          <a:xfrm>
            <a:off x="5650090" y="1402877"/>
            <a:ext cx="570089" cy="230832"/>
          </a:xfrm>
          <a:prstGeom prst="rect">
            <a:avLst/>
          </a:prstGeom>
          <a:noFill/>
        </p:spPr>
        <p:txBody>
          <a:bodyPr wrap="square" rtlCol="0">
            <a:spAutoFit/>
          </a:bodyPr>
          <a:lstStyle/>
          <a:p>
            <a:pPr algn="ctr"/>
            <a:r>
              <a:rPr lang="en-US" sz="900" dirty="0"/>
              <a:t>49</a:t>
            </a:r>
          </a:p>
        </p:txBody>
      </p:sp>
      <p:sp>
        <p:nvSpPr>
          <p:cNvPr id="12" name="TextBox 11">
            <a:extLst>
              <a:ext uri="{FF2B5EF4-FFF2-40B4-BE49-F238E27FC236}">
                <a16:creationId xmlns:a16="http://schemas.microsoft.com/office/drawing/2014/main" id="{0ED08EBA-BE89-0B1A-8D46-DE03E177400D}"/>
              </a:ext>
            </a:extLst>
          </p:cNvPr>
          <p:cNvSpPr txBox="1"/>
          <p:nvPr/>
        </p:nvSpPr>
        <p:spPr>
          <a:xfrm>
            <a:off x="6654802" y="1402877"/>
            <a:ext cx="570089" cy="230832"/>
          </a:xfrm>
          <a:prstGeom prst="rect">
            <a:avLst/>
          </a:prstGeom>
          <a:noFill/>
        </p:spPr>
        <p:txBody>
          <a:bodyPr wrap="square" rtlCol="0">
            <a:spAutoFit/>
          </a:bodyPr>
          <a:lstStyle/>
          <a:p>
            <a:pPr algn="ctr"/>
            <a:r>
              <a:rPr lang="en-US" sz="900" dirty="0"/>
              <a:t>37</a:t>
            </a:r>
          </a:p>
        </p:txBody>
      </p:sp>
      <p:sp>
        <p:nvSpPr>
          <p:cNvPr id="13" name="TextBox 12">
            <a:extLst>
              <a:ext uri="{FF2B5EF4-FFF2-40B4-BE49-F238E27FC236}">
                <a16:creationId xmlns:a16="http://schemas.microsoft.com/office/drawing/2014/main" id="{BF18F258-F38E-A3F5-CC24-FA0CC0463384}"/>
              </a:ext>
            </a:extLst>
          </p:cNvPr>
          <p:cNvSpPr txBox="1"/>
          <p:nvPr/>
        </p:nvSpPr>
        <p:spPr>
          <a:xfrm>
            <a:off x="5650090" y="1903821"/>
            <a:ext cx="570089" cy="230832"/>
          </a:xfrm>
          <a:prstGeom prst="rect">
            <a:avLst/>
          </a:prstGeom>
          <a:noFill/>
        </p:spPr>
        <p:txBody>
          <a:bodyPr wrap="square" rtlCol="0">
            <a:spAutoFit/>
          </a:bodyPr>
          <a:lstStyle/>
          <a:p>
            <a:pPr algn="ctr"/>
            <a:r>
              <a:rPr lang="en-US" sz="900" dirty="0"/>
              <a:t>289</a:t>
            </a:r>
          </a:p>
        </p:txBody>
      </p:sp>
      <p:sp>
        <p:nvSpPr>
          <p:cNvPr id="14" name="TextBox 13">
            <a:extLst>
              <a:ext uri="{FF2B5EF4-FFF2-40B4-BE49-F238E27FC236}">
                <a16:creationId xmlns:a16="http://schemas.microsoft.com/office/drawing/2014/main" id="{DC3A6F45-80E1-70E1-9E1B-6AA877E926F7}"/>
              </a:ext>
            </a:extLst>
          </p:cNvPr>
          <p:cNvSpPr txBox="1"/>
          <p:nvPr/>
        </p:nvSpPr>
        <p:spPr>
          <a:xfrm>
            <a:off x="6152446" y="1903821"/>
            <a:ext cx="570089" cy="230832"/>
          </a:xfrm>
          <a:prstGeom prst="rect">
            <a:avLst/>
          </a:prstGeom>
          <a:noFill/>
        </p:spPr>
        <p:txBody>
          <a:bodyPr wrap="square" rtlCol="0">
            <a:spAutoFit/>
          </a:bodyPr>
          <a:lstStyle/>
          <a:p>
            <a:pPr algn="ctr"/>
            <a:r>
              <a:rPr lang="en-US" sz="900" dirty="0"/>
              <a:t>156</a:t>
            </a:r>
          </a:p>
        </p:txBody>
      </p:sp>
      <p:sp>
        <p:nvSpPr>
          <p:cNvPr id="15" name="TextBox 14">
            <a:extLst>
              <a:ext uri="{FF2B5EF4-FFF2-40B4-BE49-F238E27FC236}">
                <a16:creationId xmlns:a16="http://schemas.microsoft.com/office/drawing/2014/main" id="{1B33A87B-4923-833D-229C-C8B8862E15EA}"/>
              </a:ext>
            </a:extLst>
          </p:cNvPr>
          <p:cNvSpPr txBox="1"/>
          <p:nvPr/>
        </p:nvSpPr>
        <p:spPr>
          <a:xfrm>
            <a:off x="6654802" y="1903821"/>
            <a:ext cx="570089" cy="230832"/>
          </a:xfrm>
          <a:prstGeom prst="rect">
            <a:avLst/>
          </a:prstGeom>
          <a:noFill/>
        </p:spPr>
        <p:txBody>
          <a:bodyPr wrap="square" rtlCol="0">
            <a:spAutoFit/>
          </a:bodyPr>
          <a:lstStyle/>
          <a:p>
            <a:pPr algn="ctr"/>
            <a:r>
              <a:rPr lang="en-US" sz="900" dirty="0"/>
              <a:t>463</a:t>
            </a:r>
          </a:p>
        </p:txBody>
      </p:sp>
      <p:sp>
        <p:nvSpPr>
          <p:cNvPr id="16" name="TextBox 15">
            <a:extLst>
              <a:ext uri="{FF2B5EF4-FFF2-40B4-BE49-F238E27FC236}">
                <a16:creationId xmlns:a16="http://schemas.microsoft.com/office/drawing/2014/main" id="{67DF5BE8-0D69-666D-2931-5CC9006EBE66}"/>
              </a:ext>
            </a:extLst>
          </p:cNvPr>
          <p:cNvSpPr txBox="1"/>
          <p:nvPr/>
        </p:nvSpPr>
        <p:spPr>
          <a:xfrm>
            <a:off x="4645378" y="2404765"/>
            <a:ext cx="570089" cy="230832"/>
          </a:xfrm>
          <a:prstGeom prst="rect">
            <a:avLst/>
          </a:prstGeom>
          <a:noFill/>
        </p:spPr>
        <p:txBody>
          <a:bodyPr wrap="square" rtlCol="0">
            <a:spAutoFit/>
          </a:bodyPr>
          <a:lstStyle/>
          <a:p>
            <a:pPr algn="ctr"/>
            <a:r>
              <a:rPr lang="en-US" sz="900" dirty="0"/>
              <a:t>347</a:t>
            </a:r>
          </a:p>
        </p:txBody>
      </p:sp>
      <p:sp>
        <p:nvSpPr>
          <p:cNvPr id="17" name="TextBox 16">
            <a:extLst>
              <a:ext uri="{FF2B5EF4-FFF2-40B4-BE49-F238E27FC236}">
                <a16:creationId xmlns:a16="http://schemas.microsoft.com/office/drawing/2014/main" id="{67D83CE8-2B28-A418-155E-BA9B78D1CD82}"/>
              </a:ext>
            </a:extLst>
          </p:cNvPr>
          <p:cNvSpPr txBox="1"/>
          <p:nvPr/>
        </p:nvSpPr>
        <p:spPr>
          <a:xfrm>
            <a:off x="5147734" y="2404765"/>
            <a:ext cx="570089" cy="230832"/>
          </a:xfrm>
          <a:prstGeom prst="rect">
            <a:avLst/>
          </a:prstGeom>
          <a:noFill/>
        </p:spPr>
        <p:txBody>
          <a:bodyPr wrap="square" rtlCol="0">
            <a:spAutoFit/>
          </a:bodyPr>
          <a:lstStyle/>
          <a:p>
            <a:pPr algn="ctr"/>
            <a:r>
              <a:rPr lang="en-US" sz="900" dirty="0"/>
              <a:t>432</a:t>
            </a:r>
          </a:p>
        </p:txBody>
      </p:sp>
      <p:sp>
        <p:nvSpPr>
          <p:cNvPr id="18" name="TextBox 17">
            <a:extLst>
              <a:ext uri="{FF2B5EF4-FFF2-40B4-BE49-F238E27FC236}">
                <a16:creationId xmlns:a16="http://schemas.microsoft.com/office/drawing/2014/main" id="{F50F846F-3945-56BE-0BAC-1E01327987E4}"/>
              </a:ext>
            </a:extLst>
          </p:cNvPr>
          <p:cNvSpPr txBox="1"/>
          <p:nvPr/>
        </p:nvSpPr>
        <p:spPr>
          <a:xfrm>
            <a:off x="6152446" y="2404765"/>
            <a:ext cx="570089" cy="230832"/>
          </a:xfrm>
          <a:prstGeom prst="rect">
            <a:avLst/>
          </a:prstGeom>
          <a:noFill/>
        </p:spPr>
        <p:txBody>
          <a:bodyPr wrap="square" rtlCol="0">
            <a:spAutoFit/>
          </a:bodyPr>
          <a:lstStyle/>
          <a:p>
            <a:pPr algn="ctr"/>
            <a:r>
              <a:rPr lang="en-US" sz="900" dirty="0"/>
              <a:t>224</a:t>
            </a:r>
          </a:p>
        </p:txBody>
      </p:sp>
      <p:sp>
        <p:nvSpPr>
          <p:cNvPr id="19" name="TextBox 18">
            <a:extLst>
              <a:ext uri="{FF2B5EF4-FFF2-40B4-BE49-F238E27FC236}">
                <a16:creationId xmlns:a16="http://schemas.microsoft.com/office/drawing/2014/main" id="{3C3CD51E-31B5-1C2F-0737-C57EC4DC06DF}"/>
              </a:ext>
            </a:extLst>
          </p:cNvPr>
          <p:cNvSpPr txBox="1"/>
          <p:nvPr/>
        </p:nvSpPr>
        <p:spPr>
          <a:xfrm>
            <a:off x="3640666" y="2905709"/>
            <a:ext cx="570089" cy="230832"/>
          </a:xfrm>
          <a:prstGeom prst="rect">
            <a:avLst/>
          </a:prstGeom>
          <a:noFill/>
        </p:spPr>
        <p:txBody>
          <a:bodyPr wrap="square" rtlCol="0">
            <a:spAutoFit/>
          </a:bodyPr>
          <a:lstStyle/>
          <a:p>
            <a:pPr algn="ctr"/>
            <a:r>
              <a:rPr lang="en-US" sz="900" dirty="0"/>
              <a:t>932</a:t>
            </a:r>
          </a:p>
        </p:txBody>
      </p:sp>
      <p:sp>
        <p:nvSpPr>
          <p:cNvPr id="21" name="TextBox 20">
            <a:extLst>
              <a:ext uri="{FF2B5EF4-FFF2-40B4-BE49-F238E27FC236}">
                <a16:creationId xmlns:a16="http://schemas.microsoft.com/office/drawing/2014/main" id="{AB23B045-6645-43A1-F407-52B242BB118C}"/>
              </a:ext>
            </a:extLst>
          </p:cNvPr>
          <p:cNvSpPr txBox="1"/>
          <p:nvPr/>
        </p:nvSpPr>
        <p:spPr>
          <a:xfrm>
            <a:off x="3138310" y="2905709"/>
            <a:ext cx="570089" cy="230832"/>
          </a:xfrm>
          <a:prstGeom prst="rect">
            <a:avLst/>
          </a:prstGeom>
          <a:noFill/>
        </p:spPr>
        <p:txBody>
          <a:bodyPr wrap="square" rtlCol="0">
            <a:spAutoFit/>
          </a:bodyPr>
          <a:lstStyle/>
          <a:p>
            <a:pPr algn="ctr"/>
            <a:r>
              <a:rPr lang="en-US" sz="900" dirty="0"/>
              <a:t>269</a:t>
            </a:r>
          </a:p>
        </p:txBody>
      </p:sp>
      <p:sp>
        <p:nvSpPr>
          <p:cNvPr id="25" name="TextBox 24">
            <a:extLst>
              <a:ext uri="{FF2B5EF4-FFF2-40B4-BE49-F238E27FC236}">
                <a16:creationId xmlns:a16="http://schemas.microsoft.com/office/drawing/2014/main" id="{41F2D43D-B2B1-C5E6-C20A-DF6511E2BD9A}"/>
              </a:ext>
            </a:extLst>
          </p:cNvPr>
          <p:cNvSpPr txBox="1"/>
          <p:nvPr/>
        </p:nvSpPr>
        <p:spPr>
          <a:xfrm>
            <a:off x="4143022" y="3907597"/>
            <a:ext cx="570089" cy="230832"/>
          </a:xfrm>
          <a:prstGeom prst="rect">
            <a:avLst/>
          </a:prstGeom>
          <a:noFill/>
        </p:spPr>
        <p:txBody>
          <a:bodyPr wrap="square" rtlCol="0">
            <a:spAutoFit/>
          </a:bodyPr>
          <a:lstStyle/>
          <a:p>
            <a:pPr algn="ctr"/>
            <a:r>
              <a:rPr lang="en-US" sz="900" dirty="0"/>
              <a:t>378</a:t>
            </a:r>
          </a:p>
        </p:txBody>
      </p:sp>
      <p:sp>
        <p:nvSpPr>
          <p:cNvPr id="26" name="TextBox 25">
            <a:extLst>
              <a:ext uri="{FF2B5EF4-FFF2-40B4-BE49-F238E27FC236}">
                <a16:creationId xmlns:a16="http://schemas.microsoft.com/office/drawing/2014/main" id="{0F10A0A4-463D-F641-F465-2633A7419FFB}"/>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C443A659-BAE5-ECD0-A53F-98A3B2072200}"/>
              </a:ext>
            </a:extLst>
          </p:cNvPr>
          <p:cNvSpPr txBox="1"/>
          <p:nvPr/>
        </p:nvSpPr>
        <p:spPr>
          <a:xfrm>
            <a:off x="5147734" y="3907597"/>
            <a:ext cx="570089" cy="230832"/>
          </a:xfrm>
          <a:prstGeom prst="rect">
            <a:avLst/>
          </a:prstGeom>
          <a:noFill/>
        </p:spPr>
        <p:txBody>
          <a:bodyPr wrap="square" rtlCol="0">
            <a:spAutoFit/>
          </a:bodyPr>
          <a:lstStyle/>
          <a:p>
            <a:pPr algn="ctr"/>
            <a:r>
              <a:rPr lang="en-US" sz="900" dirty="0"/>
              <a:t>282</a:t>
            </a:r>
          </a:p>
        </p:txBody>
      </p:sp>
      <p:sp>
        <p:nvSpPr>
          <p:cNvPr id="28" name="TextBox 27">
            <a:extLst>
              <a:ext uri="{FF2B5EF4-FFF2-40B4-BE49-F238E27FC236}">
                <a16:creationId xmlns:a16="http://schemas.microsoft.com/office/drawing/2014/main" id="{879083C8-B4F2-53F1-3DE1-26282DCF8577}"/>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24228278-8427-C43F-92F3-83CC0F8E5C74}"/>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2541D7D4-DD72-21FF-71D7-0499586DD569}"/>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8229C6E4-EDDE-8059-9DDA-D639D41E3870}"/>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F212440-3C67-83AD-6E07-2ABD7B9760B9}"/>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A75C6991-91D3-6185-DE02-AEA03FFCC3C2}"/>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F478D4D5-94B6-AFC2-E8AF-004A45C7456A}"/>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760AEB13-A046-0A42-BA1E-482F2DB2EC04}"/>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2734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63F93-539E-DAA6-A62B-90B0A15F8D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508684-490E-C117-E0F4-147436DAE36E}"/>
              </a:ext>
            </a:extLst>
          </p:cNvPr>
          <p:cNvSpPr>
            <a:spLocks noGrp="1"/>
          </p:cNvSpPr>
          <p:nvPr>
            <p:ph sz="half" idx="1"/>
          </p:nvPr>
        </p:nvSpPr>
        <p:spPr/>
        <p:txBody>
          <a:bodyPr/>
          <a:lstStyle/>
          <a:p>
            <a:r>
              <a:rPr lang="en-US" dirty="0"/>
              <a:t>In Line 3, 7x9=63 is not possible. The 9 would force Line 2 to contain 4x8=32, which would put two 3’s in the upper right block (Column 8).</a:t>
            </a:r>
          </a:p>
        </p:txBody>
      </p:sp>
      <p:pic>
        <p:nvPicPr>
          <p:cNvPr id="4" name="Picture 3" descr="A grid of sudoku puzzle&#10;&#10;Description automatically generated">
            <a:extLst>
              <a:ext uri="{FF2B5EF4-FFF2-40B4-BE49-F238E27FC236}">
                <a16:creationId xmlns:a16="http://schemas.microsoft.com/office/drawing/2014/main" id="{A2821BB3-FB3A-13B5-440F-FAEA67F638B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658DADB-8C49-274E-77AF-3F35957C9D7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1E5A49F-22F9-DC90-40D5-C1E1A4FDA45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9F95DDC-D596-74B6-2E9D-9240EF05136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9AA65B6-B063-B541-BE71-958C331E7874}"/>
              </a:ext>
            </a:extLst>
          </p:cNvPr>
          <p:cNvSpPr txBox="1"/>
          <p:nvPr/>
        </p:nvSpPr>
        <p:spPr>
          <a:xfrm>
            <a:off x="3640666" y="901933"/>
            <a:ext cx="570089" cy="230832"/>
          </a:xfrm>
          <a:prstGeom prst="rect">
            <a:avLst/>
          </a:prstGeom>
          <a:noFill/>
        </p:spPr>
        <p:txBody>
          <a:bodyPr wrap="square" rtlCol="0">
            <a:spAutoFit/>
          </a:bodyPr>
          <a:lstStyle/>
          <a:p>
            <a:pPr algn="ctr"/>
            <a:r>
              <a:rPr lang="en-US" sz="900" dirty="0"/>
              <a:t>378</a:t>
            </a:r>
          </a:p>
        </p:txBody>
      </p:sp>
      <p:sp>
        <p:nvSpPr>
          <p:cNvPr id="8" name="TextBox 7">
            <a:extLst>
              <a:ext uri="{FF2B5EF4-FFF2-40B4-BE49-F238E27FC236}">
                <a16:creationId xmlns:a16="http://schemas.microsoft.com/office/drawing/2014/main" id="{0AFBEF65-91E1-95B3-FD6A-72736FD0AC32}"/>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9" name="TextBox 8">
            <a:extLst>
              <a:ext uri="{FF2B5EF4-FFF2-40B4-BE49-F238E27FC236}">
                <a16:creationId xmlns:a16="http://schemas.microsoft.com/office/drawing/2014/main" id="{40B052DC-B9EF-7C31-7AF3-68654A7FE86E}"/>
              </a:ext>
            </a:extLst>
          </p:cNvPr>
          <p:cNvSpPr txBox="1"/>
          <p:nvPr/>
        </p:nvSpPr>
        <p:spPr>
          <a:xfrm>
            <a:off x="3138310" y="901933"/>
            <a:ext cx="570089" cy="230832"/>
          </a:xfrm>
          <a:prstGeom prst="rect">
            <a:avLst/>
          </a:prstGeom>
          <a:noFill/>
        </p:spPr>
        <p:txBody>
          <a:bodyPr wrap="square" rtlCol="0">
            <a:spAutoFit/>
          </a:bodyPr>
          <a:lstStyle/>
          <a:p>
            <a:pPr algn="ctr"/>
            <a:r>
              <a:rPr lang="en-US" sz="900" dirty="0"/>
              <a:t>378</a:t>
            </a:r>
          </a:p>
        </p:txBody>
      </p:sp>
      <p:sp>
        <p:nvSpPr>
          <p:cNvPr id="10" name="TextBox 9">
            <a:extLst>
              <a:ext uri="{FF2B5EF4-FFF2-40B4-BE49-F238E27FC236}">
                <a16:creationId xmlns:a16="http://schemas.microsoft.com/office/drawing/2014/main" id="{3CC03BC7-A98E-2825-5EAE-475410E96244}"/>
              </a:ext>
            </a:extLst>
          </p:cNvPr>
          <p:cNvSpPr txBox="1"/>
          <p:nvPr/>
        </p:nvSpPr>
        <p:spPr>
          <a:xfrm>
            <a:off x="5650090" y="1402877"/>
            <a:ext cx="570089" cy="230832"/>
          </a:xfrm>
          <a:prstGeom prst="rect">
            <a:avLst/>
          </a:prstGeom>
          <a:noFill/>
        </p:spPr>
        <p:txBody>
          <a:bodyPr wrap="square" rtlCol="0">
            <a:spAutoFit/>
          </a:bodyPr>
          <a:lstStyle/>
          <a:p>
            <a:pPr algn="ctr"/>
            <a:r>
              <a:rPr lang="en-US" sz="900" dirty="0"/>
              <a:t>49</a:t>
            </a:r>
          </a:p>
        </p:txBody>
      </p:sp>
      <p:sp>
        <p:nvSpPr>
          <p:cNvPr id="12" name="TextBox 11">
            <a:extLst>
              <a:ext uri="{FF2B5EF4-FFF2-40B4-BE49-F238E27FC236}">
                <a16:creationId xmlns:a16="http://schemas.microsoft.com/office/drawing/2014/main" id="{01F2088A-523A-77DD-D9E7-EF451AEFDA30}"/>
              </a:ext>
            </a:extLst>
          </p:cNvPr>
          <p:cNvSpPr txBox="1"/>
          <p:nvPr/>
        </p:nvSpPr>
        <p:spPr>
          <a:xfrm>
            <a:off x="6654802" y="1402877"/>
            <a:ext cx="570089" cy="230832"/>
          </a:xfrm>
          <a:prstGeom prst="rect">
            <a:avLst/>
          </a:prstGeom>
          <a:noFill/>
        </p:spPr>
        <p:txBody>
          <a:bodyPr wrap="square" rtlCol="0">
            <a:spAutoFit/>
          </a:bodyPr>
          <a:lstStyle/>
          <a:p>
            <a:pPr algn="ctr"/>
            <a:r>
              <a:rPr lang="en-US" sz="900" dirty="0"/>
              <a:t>37</a:t>
            </a:r>
          </a:p>
        </p:txBody>
      </p:sp>
      <p:sp>
        <p:nvSpPr>
          <p:cNvPr id="13" name="TextBox 12">
            <a:extLst>
              <a:ext uri="{FF2B5EF4-FFF2-40B4-BE49-F238E27FC236}">
                <a16:creationId xmlns:a16="http://schemas.microsoft.com/office/drawing/2014/main" id="{DBE4F1B9-6A04-F391-F108-1D048C1ADF74}"/>
              </a:ext>
            </a:extLst>
          </p:cNvPr>
          <p:cNvSpPr txBox="1"/>
          <p:nvPr/>
        </p:nvSpPr>
        <p:spPr>
          <a:xfrm>
            <a:off x="5650090" y="1903821"/>
            <a:ext cx="570089" cy="230832"/>
          </a:xfrm>
          <a:prstGeom prst="rect">
            <a:avLst/>
          </a:prstGeom>
          <a:noFill/>
        </p:spPr>
        <p:txBody>
          <a:bodyPr wrap="square" rtlCol="0">
            <a:spAutoFit/>
          </a:bodyPr>
          <a:lstStyle/>
          <a:p>
            <a:pPr algn="ctr"/>
            <a:r>
              <a:rPr lang="en-US" sz="900" dirty="0"/>
              <a:t>28</a:t>
            </a:r>
          </a:p>
        </p:txBody>
      </p:sp>
      <p:sp>
        <p:nvSpPr>
          <p:cNvPr id="14" name="TextBox 13">
            <a:extLst>
              <a:ext uri="{FF2B5EF4-FFF2-40B4-BE49-F238E27FC236}">
                <a16:creationId xmlns:a16="http://schemas.microsoft.com/office/drawing/2014/main" id="{FA6384F6-1401-89D0-6972-558B05D2BE70}"/>
              </a:ext>
            </a:extLst>
          </p:cNvPr>
          <p:cNvSpPr txBox="1"/>
          <p:nvPr/>
        </p:nvSpPr>
        <p:spPr>
          <a:xfrm>
            <a:off x="6152446" y="1903821"/>
            <a:ext cx="570089" cy="230832"/>
          </a:xfrm>
          <a:prstGeom prst="rect">
            <a:avLst/>
          </a:prstGeom>
          <a:noFill/>
        </p:spPr>
        <p:txBody>
          <a:bodyPr wrap="square" rtlCol="0">
            <a:spAutoFit/>
          </a:bodyPr>
          <a:lstStyle/>
          <a:p>
            <a:pPr algn="ctr"/>
            <a:r>
              <a:rPr lang="en-US" sz="900" dirty="0"/>
              <a:t>15</a:t>
            </a:r>
          </a:p>
        </p:txBody>
      </p:sp>
      <p:sp>
        <p:nvSpPr>
          <p:cNvPr id="15" name="TextBox 14">
            <a:extLst>
              <a:ext uri="{FF2B5EF4-FFF2-40B4-BE49-F238E27FC236}">
                <a16:creationId xmlns:a16="http://schemas.microsoft.com/office/drawing/2014/main" id="{2960D524-BFDD-D6E0-72CD-6C18F9E41B20}"/>
              </a:ext>
            </a:extLst>
          </p:cNvPr>
          <p:cNvSpPr txBox="1"/>
          <p:nvPr/>
        </p:nvSpPr>
        <p:spPr>
          <a:xfrm>
            <a:off x="6654802" y="1903821"/>
            <a:ext cx="570089" cy="230832"/>
          </a:xfrm>
          <a:prstGeom prst="rect">
            <a:avLst/>
          </a:prstGeom>
          <a:noFill/>
        </p:spPr>
        <p:txBody>
          <a:bodyPr wrap="square" rtlCol="0">
            <a:spAutoFit/>
          </a:bodyPr>
          <a:lstStyle/>
          <a:p>
            <a:pPr algn="ctr"/>
            <a:r>
              <a:rPr lang="en-US" sz="900" dirty="0"/>
              <a:t>46</a:t>
            </a:r>
          </a:p>
        </p:txBody>
      </p:sp>
      <p:sp>
        <p:nvSpPr>
          <p:cNvPr id="16" name="TextBox 15">
            <a:extLst>
              <a:ext uri="{FF2B5EF4-FFF2-40B4-BE49-F238E27FC236}">
                <a16:creationId xmlns:a16="http://schemas.microsoft.com/office/drawing/2014/main" id="{41AA2492-B0ED-1557-7EAA-3E7BF75BA7BF}"/>
              </a:ext>
            </a:extLst>
          </p:cNvPr>
          <p:cNvSpPr txBox="1"/>
          <p:nvPr/>
        </p:nvSpPr>
        <p:spPr>
          <a:xfrm>
            <a:off x="4645378" y="2404765"/>
            <a:ext cx="570089" cy="230832"/>
          </a:xfrm>
          <a:prstGeom prst="rect">
            <a:avLst/>
          </a:prstGeom>
          <a:noFill/>
        </p:spPr>
        <p:txBody>
          <a:bodyPr wrap="square" rtlCol="0">
            <a:spAutoFit/>
          </a:bodyPr>
          <a:lstStyle/>
          <a:p>
            <a:pPr algn="ctr"/>
            <a:r>
              <a:rPr lang="en-US" sz="900" dirty="0"/>
              <a:t>347</a:t>
            </a:r>
          </a:p>
        </p:txBody>
      </p:sp>
      <p:sp>
        <p:nvSpPr>
          <p:cNvPr id="17" name="TextBox 16">
            <a:extLst>
              <a:ext uri="{FF2B5EF4-FFF2-40B4-BE49-F238E27FC236}">
                <a16:creationId xmlns:a16="http://schemas.microsoft.com/office/drawing/2014/main" id="{05AA0DE7-A9CB-E8E2-F632-2C009B6A84E7}"/>
              </a:ext>
            </a:extLst>
          </p:cNvPr>
          <p:cNvSpPr txBox="1"/>
          <p:nvPr/>
        </p:nvSpPr>
        <p:spPr>
          <a:xfrm>
            <a:off x="5147734" y="2404765"/>
            <a:ext cx="570089" cy="230832"/>
          </a:xfrm>
          <a:prstGeom prst="rect">
            <a:avLst/>
          </a:prstGeom>
          <a:noFill/>
        </p:spPr>
        <p:txBody>
          <a:bodyPr wrap="square" rtlCol="0">
            <a:spAutoFit/>
          </a:bodyPr>
          <a:lstStyle/>
          <a:p>
            <a:pPr algn="ctr"/>
            <a:r>
              <a:rPr lang="en-US" sz="900" dirty="0"/>
              <a:t>432</a:t>
            </a:r>
          </a:p>
        </p:txBody>
      </p:sp>
      <p:sp>
        <p:nvSpPr>
          <p:cNvPr id="18" name="TextBox 17">
            <a:extLst>
              <a:ext uri="{FF2B5EF4-FFF2-40B4-BE49-F238E27FC236}">
                <a16:creationId xmlns:a16="http://schemas.microsoft.com/office/drawing/2014/main" id="{828E303B-6575-7B0F-CE85-BD47B943FA01}"/>
              </a:ext>
            </a:extLst>
          </p:cNvPr>
          <p:cNvSpPr txBox="1"/>
          <p:nvPr/>
        </p:nvSpPr>
        <p:spPr>
          <a:xfrm>
            <a:off x="6152446" y="2404765"/>
            <a:ext cx="570089" cy="230832"/>
          </a:xfrm>
          <a:prstGeom prst="rect">
            <a:avLst/>
          </a:prstGeom>
          <a:noFill/>
        </p:spPr>
        <p:txBody>
          <a:bodyPr wrap="square" rtlCol="0">
            <a:spAutoFit/>
          </a:bodyPr>
          <a:lstStyle/>
          <a:p>
            <a:pPr algn="ctr"/>
            <a:r>
              <a:rPr lang="en-US" sz="900" dirty="0"/>
              <a:t>224</a:t>
            </a:r>
          </a:p>
        </p:txBody>
      </p:sp>
      <p:sp>
        <p:nvSpPr>
          <p:cNvPr id="19" name="TextBox 18">
            <a:extLst>
              <a:ext uri="{FF2B5EF4-FFF2-40B4-BE49-F238E27FC236}">
                <a16:creationId xmlns:a16="http://schemas.microsoft.com/office/drawing/2014/main" id="{9EB9469C-10BD-0530-9ACA-9CD912332DBD}"/>
              </a:ext>
            </a:extLst>
          </p:cNvPr>
          <p:cNvSpPr txBox="1"/>
          <p:nvPr/>
        </p:nvSpPr>
        <p:spPr>
          <a:xfrm>
            <a:off x="3640666" y="2905709"/>
            <a:ext cx="570089" cy="230832"/>
          </a:xfrm>
          <a:prstGeom prst="rect">
            <a:avLst/>
          </a:prstGeom>
          <a:noFill/>
        </p:spPr>
        <p:txBody>
          <a:bodyPr wrap="square" rtlCol="0">
            <a:spAutoFit/>
          </a:bodyPr>
          <a:lstStyle/>
          <a:p>
            <a:pPr algn="ctr"/>
            <a:r>
              <a:rPr lang="en-US" sz="900" dirty="0"/>
              <a:t>932</a:t>
            </a:r>
          </a:p>
        </p:txBody>
      </p:sp>
      <p:sp>
        <p:nvSpPr>
          <p:cNvPr id="21" name="TextBox 20">
            <a:extLst>
              <a:ext uri="{FF2B5EF4-FFF2-40B4-BE49-F238E27FC236}">
                <a16:creationId xmlns:a16="http://schemas.microsoft.com/office/drawing/2014/main" id="{81CE474A-8A4F-81D5-EE25-0530066B6318}"/>
              </a:ext>
            </a:extLst>
          </p:cNvPr>
          <p:cNvSpPr txBox="1"/>
          <p:nvPr/>
        </p:nvSpPr>
        <p:spPr>
          <a:xfrm>
            <a:off x="3138310" y="2905709"/>
            <a:ext cx="570089" cy="230832"/>
          </a:xfrm>
          <a:prstGeom prst="rect">
            <a:avLst/>
          </a:prstGeom>
          <a:noFill/>
        </p:spPr>
        <p:txBody>
          <a:bodyPr wrap="square" rtlCol="0">
            <a:spAutoFit/>
          </a:bodyPr>
          <a:lstStyle/>
          <a:p>
            <a:pPr algn="ctr"/>
            <a:r>
              <a:rPr lang="en-US" sz="900" dirty="0"/>
              <a:t>269</a:t>
            </a:r>
          </a:p>
        </p:txBody>
      </p:sp>
      <p:sp>
        <p:nvSpPr>
          <p:cNvPr id="25" name="TextBox 24">
            <a:extLst>
              <a:ext uri="{FF2B5EF4-FFF2-40B4-BE49-F238E27FC236}">
                <a16:creationId xmlns:a16="http://schemas.microsoft.com/office/drawing/2014/main" id="{49636490-E1D8-572A-5C52-F7981D4A9F54}"/>
              </a:ext>
            </a:extLst>
          </p:cNvPr>
          <p:cNvSpPr txBox="1"/>
          <p:nvPr/>
        </p:nvSpPr>
        <p:spPr>
          <a:xfrm>
            <a:off x="4143022" y="3907597"/>
            <a:ext cx="570089" cy="230832"/>
          </a:xfrm>
          <a:prstGeom prst="rect">
            <a:avLst/>
          </a:prstGeom>
          <a:noFill/>
        </p:spPr>
        <p:txBody>
          <a:bodyPr wrap="square" rtlCol="0">
            <a:spAutoFit/>
          </a:bodyPr>
          <a:lstStyle/>
          <a:p>
            <a:pPr algn="ctr"/>
            <a:r>
              <a:rPr lang="en-US" sz="900" dirty="0"/>
              <a:t>378</a:t>
            </a:r>
          </a:p>
        </p:txBody>
      </p:sp>
      <p:sp>
        <p:nvSpPr>
          <p:cNvPr id="26" name="TextBox 25">
            <a:extLst>
              <a:ext uri="{FF2B5EF4-FFF2-40B4-BE49-F238E27FC236}">
                <a16:creationId xmlns:a16="http://schemas.microsoft.com/office/drawing/2014/main" id="{7BFF3393-639A-B011-FBBB-81FBCD6764E1}"/>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F2D6F57B-3DA1-EC43-22C7-808B988AA985}"/>
              </a:ext>
            </a:extLst>
          </p:cNvPr>
          <p:cNvSpPr txBox="1"/>
          <p:nvPr/>
        </p:nvSpPr>
        <p:spPr>
          <a:xfrm>
            <a:off x="5147734" y="3907597"/>
            <a:ext cx="570089" cy="230832"/>
          </a:xfrm>
          <a:prstGeom prst="rect">
            <a:avLst/>
          </a:prstGeom>
          <a:noFill/>
        </p:spPr>
        <p:txBody>
          <a:bodyPr wrap="square" rtlCol="0">
            <a:spAutoFit/>
          </a:bodyPr>
          <a:lstStyle/>
          <a:p>
            <a:pPr algn="ctr"/>
            <a:r>
              <a:rPr lang="en-US" sz="900" dirty="0"/>
              <a:t>282</a:t>
            </a:r>
          </a:p>
        </p:txBody>
      </p:sp>
      <p:sp>
        <p:nvSpPr>
          <p:cNvPr id="28" name="TextBox 27">
            <a:extLst>
              <a:ext uri="{FF2B5EF4-FFF2-40B4-BE49-F238E27FC236}">
                <a16:creationId xmlns:a16="http://schemas.microsoft.com/office/drawing/2014/main" id="{E11E02BA-3A96-B8BF-C7A7-667A9B81BDEA}"/>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FBBCF8D4-2BE9-69B9-4577-50CF1356EBB4}"/>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80DE6E8F-5D83-7623-6084-3965EED10B81}"/>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E41BF81C-97D4-9F59-5B00-A6F220E4D8AE}"/>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5D27C799-CBA5-3FB2-B2BA-213DB81C5441}"/>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2522CB5E-B4E8-97BD-7211-1702981EF64C}"/>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B662F42E-D2CA-4EA4-0C20-3790A6245743}"/>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0B21FD9C-09F5-8C6B-5CCF-7F8886F2255A}"/>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2422977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E4AC1-FF55-C19A-AF86-E3515B2F870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40D2FF-0B06-4598-76AE-E92C0B2D5D9C}"/>
              </a:ext>
            </a:extLst>
          </p:cNvPr>
          <p:cNvSpPr>
            <a:spLocks noGrp="1"/>
          </p:cNvSpPr>
          <p:nvPr>
            <p:ph sz="half" idx="1"/>
          </p:nvPr>
        </p:nvSpPr>
        <p:spPr/>
        <p:txBody>
          <a:bodyPr/>
          <a:lstStyle/>
          <a:p>
            <a:r>
              <a:rPr lang="en-US" dirty="0"/>
              <a:t>Initialize Rows 4–6.</a:t>
            </a:r>
          </a:p>
        </p:txBody>
      </p:sp>
      <p:pic>
        <p:nvPicPr>
          <p:cNvPr id="4" name="Picture 3" descr="A grid of sudoku puzzle&#10;&#10;Description automatically generated">
            <a:extLst>
              <a:ext uri="{FF2B5EF4-FFF2-40B4-BE49-F238E27FC236}">
                <a16:creationId xmlns:a16="http://schemas.microsoft.com/office/drawing/2014/main" id="{967E6708-9BC6-A773-80B5-752EF301540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9367FB0-8052-FF1D-242D-6BF1902D8F4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0C0B986-9111-83EB-7574-3852EF7B8CD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36429A5-089D-BAEA-6DF4-A91B4C406DC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8371D90-4A16-8E81-6B35-1F924B428B0F}"/>
              </a:ext>
            </a:extLst>
          </p:cNvPr>
          <p:cNvSpPr txBox="1"/>
          <p:nvPr/>
        </p:nvSpPr>
        <p:spPr>
          <a:xfrm>
            <a:off x="3640666" y="901933"/>
            <a:ext cx="570089" cy="230832"/>
          </a:xfrm>
          <a:prstGeom prst="rect">
            <a:avLst/>
          </a:prstGeom>
          <a:noFill/>
        </p:spPr>
        <p:txBody>
          <a:bodyPr wrap="square" rtlCol="0">
            <a:spAutoFit/>
          </a:bodyPr>
          <a:lstStyle/>
          <a:p>
            <a:pPr algn="ctr"/>
            <a:r>
              <a:rPr lang="en-US" sz="900" dirty="0"/>
              <a:t>378</a:t>
            </a:r>
          </a:p>
        </p:txBody>
      </p:sp>
      <p:sp>
        <p:nvSpPr>
          <p:cNvPr id="8" name="TextBox 7">
            <a:extLst>
              <a:ext uri="{FF2B5EF4-FFF2-40B4-BE49-F238E27FC236}">
                <a16:creationId xmlns:a16="http://schemas.microsoft.com/office/drawing/2014/main" id="{A6F2B5B2-A071-C47A-B982-74187FF0EA66}"/>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9" name="TextBox 8">
            <a:extLst>
              <a:ext uri="{FF2B5EF4-FFF2-40B4-BE49-F238E27FC236}">
                <a16:creationId xmlns:a16="http://schemas.microsoft.com/office/drawing/2014/main" id="{794E1E42-7D10-E4DB-9104-23BEE3F77628}"/>
              </a:ext>
            </a:extLst>
          </p:cNvPr>
          <p:cNvSpPr txBox="1"/>
          <p:nvPr/>
        </p:nvSpPr>
        <p:spPr>
          <a:xfrm>
            <a:off x="3138310" y="901933"/>
            <a:ext cx="570089" cy="230832"/>
          </a:xfrm>
          <a:prstGeom prst="rect">
            <a:avLst/>
          </a:prstGeom>
          <a:noFill/>
        </p:spPr>
        <p:txBody>
          <a:bodyPr wrap="square" rtlCol="0">
            <a:spAutoFit/>
          </a:bodyPr>
          <a:lstStyle/>
          <a:p>
            <a:pPr algn="ctr"/>
            <a:r>
              <a:rPr lang="en-US" sz="900" dirty="0"/>
              <a:t>378</a:t>
            </a:r>
          </a:p>
        </p:txBody>
      </p:sp>
      <p:sp>
        <p:nvSpPr>
          <p:cNvPr id="10" name="TextBox 9">
            <a:extLst>
              <a:ext uri="{FF2B5EF4-FFF2-40B4-BE49-F238E27FC236}">
                <a16:creationId xmlns:a16="http://schemas.microsoft.com/office/drawing/2014/main" id="{0E2BC7C7-B2E7-FFE9-23EE-6D107D070FC0}"/>
              </a:ext>
            </a:extLst>
          </p:cNvPr>
          <p:cNvSpPr txBox="1"/>
          <p:nvPr/>
        </p:nvSpPr>
        <p:spPr>
          <a:xfrm>
            <a:off x="5650090" y="1402877"/>
            <a:ext cx="570089" cy="230832"/>
          </a:xfrm>
          <a:prstGeom prst="rect">
            <a:avLst/>
          </a:prstGeom>
          <a:noFill/>
        </p:spPr>
        <p:txBody>
          <a:bodyPr wrap="square" rtlCol="0">
            <a:spAutoFit/>
          </a:bodyPr>
          <a:lstStyle/>
          <a:p>
            <a:pPr algn="ctr"/>
            <a:r>
              <a:rPr lang="en-US" sz="900" dirty="0"/>
              <a:t>49</a:t>
            </a:r>
          </a:p>
        </p:txBody>
      </p:sp>
      <p:sp>
        <p:nvSpPr>
          <p:cNvPr id="12" name="TextBox 11">
            <a:extLst>
              <a:ext uri="{FF2B5EF4-FFF2-40B4-BE49-F238E27FC236}">
                <a16:creationId xmlns:a16="http://schemas.microsoft.com/office/drawing/2014/main" id="{79672F81-6273-D0F1-CD01-D2F844F5EBE9}"/>
              </a:ext>
            </a:extLst>
          </p:cNvPr>
          <p:cNvSpPr txBox="1"/>
          <p:nvPr/>
        </p:nvSpPr>
        <p:spPr>
          <a:xfrm>
            <a:off x="6654802" y="1402877"/>
            <a:ext cx="570089" cy="230832"/>
          </a:xfrm>
          <a:prstGeom prst="rect">
            <a:avLst/>
          </a:prstGeom>
          <a:noFill/>
        </p:spPr>
        <p:txBody>
          <a:bodyPr wrap="square" rtlCol="0">
            <a:spAutoFit/>
          </a:bodyPr>
          <a:lstStyle/>
          <a:p>
            <a:pPr algn="ctr"/>
            <a:r>
              <a:rPr lang="en-US" sz="900" dirty="0"/>
              <a:t>37</a:t>
            </a:r>
          </a:p>
        </p:txBody>
      </p:sp>
      <p:sp>
        <p:nvSpPr>
          <p:cNvPr id="13" name="TextBox 12">
            <a:extLst>
              <a:ext uri="{FF2B5EF4-FFF2-40B4-BE49-F238E27FC236}">
                <a16:creationId xmlns:a16="http://schemas.microsoft.com/office/drawing/2014/main" id="{B217E946-D22D-9375-87A3-7BFD56DF8C73}"/>
              </a:ext>
            </a:extLst>
          </p:cNvPr>
          <p:cNvSpPr txBox="1"/>
          <p:nvPr/>
        </p:nvSpPr>
        <p:spPr>
          <a:xfrm>
            <a:off x="5650090" y="1903821"/>
            <a:ext cx="570089" cy="230832"/>
          </a:xfrm>
          <a:prstGeom prst="rect">
            <a:avLst/>
          </a:prstGeom>
          <a:noFill/>
        </p:spPr>
        <p:txBody>
          <a:bodyPr wrap="square" rtlCol="0">
            <a:spAutoFit/>
          </a:bodyPr>
          <a:lstStyle/>
          <a:p>
            <a:pPr algn="ctr"/>
            <a:r>
              <a:rPr lang="en-US" sz="900" dirty="0"/>
              <a:t>28</a:t>
            </a:r>
          </a:p>
        </p:txBody>
      </p:sp>
      <p:sp>
        <p:nvSpPr>
          <p:cNvPr id="14" name="TextBox 13">
            <a:extLst>
              <a:ext uri="{FF2B5EF4-FFF2-40B4-BE49-F238E27FC236}">
                <a16:creationId xmlns:a16="http://schemas.microsoft.com/office/drawing/2014/main" id="{5D89A0F0-AA0B-EC42-0B1F-54035CA3D9CA}"/>
              </a:ext>
            </a:extLst>
          </p:cNvPr>
          <p:cNvSpPr txBox="1"/>
          <p:nvPr/>
        </p:nvSpPr>
        <p:spPr>
          <a:xfrm>
            <a:off x="6152446" y="1903821"/>
            <a:ext cx="570089" cy="230832"/>
          </a:xfrm>
          <a:prstGeom prst="rect">
            <a:avLst/>
          </a:prstGeom>
          <a:noFill/>
        </p:spPr>
        <p:txBody>
          <a:bodyPr wrap="square" rtlCol="0">
            <a:spAutoFit/>
          </a:bodyPr>
          <a:lstStyle/>
          <a:p>
            <a:pPr algn="ctr"/>
            <a:r>
              <a:rPr lang="en-US" sz="900" dirty="0"/>
              <a:t>15</a:t>
            </a:r>
          </a:p>
        </p:txBody>
      </p:sp>
      <p:sp>
        <p:nvSpPr>
          <p:cNvPr id="15" name="TextBox 14">
            <a:extLst>
              <a:ext uri="{FF2B5EF4-FFF2-40B4-BE49-F238E27FC236}">
                <a16:creationId xmlns:a16="http://schemas.microsoft.com/office/drawing/2014/main" id="{24002180-C2F2-E61B-1F86-16F12512C83E}"/>
              </a:ext>
            </a:extLst>
          </p:cNvPr>
          <p:cNvSpPr txBox="1"/>
          <p:nvPr/>
        </p:nvSpPr>
        <p:spPr>
          <a:xfrm>
            <a:off x="6654802" y="1903821"/>
            <a:ext cx="570089" cy="230832"/>
          </a:xfrm>
          <a:prstGeom prst="rect">
            <a:avLst/>
          </a:prstGeom>
          <a:noFill/>
        </p:spPr>
        <p:txBody>
          <a:bodyPr wrap="square" rtlCol="0">
            <a:spAutoFit/>
          </a:bodyPr>
          <a:lstStyle/>
          <a:p>
            <a:pPr algn="ctr"/>
            <a:r>
              <a:rPr lang="en-US" sz="900" dirty="0"/>
              <a:t>46</a:t>
            </a:r>
          </a:p>
        </p:txBody>
      </p:sp>
      <p:sp>
        <p:nvSpPr>
          <p:cNvPr id="16" name="TextBox 15">
            <a:extLst>
              <a:ext uri="{FF2B5EF4-FFF2-40B4-BE49-F238E27FC236}">
                <a16:creationId xmlns:a16="http://schemas.microsoft.com/office/drawing/2014/main" id="{292468AE-D1B7-B703-117D-968F1C62566F}"/>
              </a:ext>
            </a:extLst>
          </p:cNvPr>
          <p:cNvSpPr txBox="1"/>
          <p:nvPr/>
        </p:nvSpPr>
        <p:spPr>
          <a:xfrm>
            <a:off x="4645378" y="2404765"/>
            <a:ext cx="570089" cy="230832"/>
          </a:xfrm>
          <a:prstGeom prst="rect">
            <a:avLst/>
          </a:prstGeom>
          <a:noFill/>
        </p:spPr>
        <p:txBody>
          <a:bodyPr wrap="square" rtlCol="0">
            <a:spAutoFit/>
          </a:bodyPr>
          <a:lstStyle/>
          <a:p>
            <a:pPr algn="ctr"/>
            <a:r>
              <a:rPr lang="en-US" sz="900" dirty="0"/>
              <a:t>347</a:t>
            </a:r>
          </a:p>
        </p:txBody>
      </p:sp>
      <p:sp>
        <p:nvSpPr>
          <p:cNvPr id="17" name="TextBox 16">
            <a:extLst>
              <a:ext uri="{FF2B5EF4-FFF2-40B4-BE49-F238E27FC236}">
                <a16:creationId xmlns:a16="http://schemas.microsoft.com/office/drawing/2014/main" id="{5690CD21-B594-ECDC-94B9-36E7C2EB40B2}"/>
              </a:ext>
            </a:extLst>
          </p:cNvPr>
          <p:cNvSpPr txBox="1"/>
          <p:nvPr/>
        </p:nvSpPr>
        <p:spPr>
          <a:xfrm>
            <a:off x="5147734" y="2404765"/>
            <a:ext cx="570089" cy="230832"/>
          </a:xfrm>
          <a:prstGeom prst="rect">
            <a:avLst/>
          </a:prstGeom>
          <a:noFill/>
        </p:spPr>
        <p:txBody>
          <a:bodyPr wrap="square" rtlCol="0">
            <a:spAutoFit/>
          </a:bodyPr>
          <a:lstStyle/>
          <a:p>
            <a:pPr algn="ctr"/>
            <a:r>
              <a:rPr lang="en-US" sz="900" dirty="0"/>
              <a:t>432</a:t>
            </a:r>
          </a:p>
        </p:txBody>
      </p:sp>
      <p:sp>
        <p:nvSpPr>
          <p:cNvPr id="18" name="TextBox 17">
            <a:extLst>
              <a:ext uri="{FF2B5EF4-FFF2-40B4-BE49-F238E27FC236}">
                <a16:creationId xmlns:a16="http://schemas.microsoft.com/office/drawing/2014/main" id="{92D63A2C-3CC5-D260-1AA3-1E448BB8A199}"/>
              </a:ext>
            </a:extLst>
          </p:cNvPr>
          <p:cNvSpPr txBox="1"/>
          <p:nvPr/>
        </p:nvSpPr>
        <p:spPr>
          <a:xfrm>
            <a:off x="6152446" y="2404765"/>
            <a:ext cx="570089" cy="230832"/>
          </a:xfrm>
          <a:prstGeom prst="rect">
            <a:avLst/>
          </a:prstGeom>
          <a:noFill/>
        </p:spPr>
        <p:txBody>
          <a:bodyPr wrap="square" rtlCol="0">
            <a:spAutoFit/>
          </a:bodyPr>
          <a:lstStyle/>
          <a:p>
            <a:pPr algn="ctr"/>
            <a:r>
              <a:rPr lang="en-US" sz="900" dirty="0"/>
              <a:t>224</a:t>
            </a:r>
          </a:p>
        </p:txBody>
      </p:sp>
      <p:sp>
        <p:nvSpPr>
          <p:cNvPr id="19" name="TextBox 18">
            <a:extLst>
              <a:ext uri="{FF2B5EF4-FFF2-40B4-BE49-F238E27FC236}">
                <a16:creationId xmlns:a16="http://schemas.microsoft.com/office/drawing/2014/main" id="{7AE1107F-E167-6C8E-165C-05BE5BBDB38B}"/>
              </a:ext>
            </a:extLst>
          </p:cNvPr>
          <p:cNvSpPr txBox="1"/>
          <p:nvPr/>
        </p:nvSpPr>
        <p:spPr>
          <a:xfrm>
            <a:off x="3640666" y="2905709"/>
            <a:ext cx="570089" cy="230832"/>
          </a:xfrm>
          <a:prstGeom prst="rect">
            <a:avLst/>
          </a:prstGeom>
          <a:noFill/>
        </p:spPr>
        <p:txBody>
          <a:bodyPr wrap="square" rtlCol="0">
            <a:spAutoFit/>
          </a:bodyPr>
          <a:lstStyle/>
          <a:p>
            <a:pPr algn="ctr"/>
            <a:r>
              <a:rPr lang="en-US" sz="900" dirty="0"/>
              <a:t>932</a:t>
            </a:r>
          </a:p>
        </p:txBody>
      </p:sp>
      <p:sp>
        <p:nvSpPr>
          <p:cNvPr id="21" name="TextBox 20">
            <a:extLst>
              <a:ext uri="{FF2B5EF4-FFF2-40B4-BE49-F238E27FC236}">
                <a16:creationId xmlns:a16="http://schemas.microsoft.com/office/drawing/2014/main" id="{EE339A7E-52D8-D077-4B47-AF14C35CAA88}"/>
              </a:ext>
            </a:extLst>
          </p:cNvPr>
          <p:cNvSpPr txBox="1"/>
          <p:nvPr/>
        </p:nvSpPr>
        <p:spPr>
          <a:xfrm>
            <a:off x="3138310" y="2905709"/>
            <a:ext cx="570089" cy="230832"/>
          </a:xfrm>
          <a:prstGeom prst="rect">
            <a:avLst/>
          </a:prstGeom>
          <a:noFill/>
        </p:spPr>
        <p:txBody>
          <a:bodyPr wrap="square" rtlCol="0">
            <a:spAutoFit/>
          </a:bodyPr>
          <a:lstStyle/>
          <a:p>
            <a:pPr algn="ctr"/>
            <a:r>
              <a:rPr lang="en-US" sz="900" dirty="0"/>
              <a:t>269</a:t>
            </a:r>
          </a:p>
        </p:txBody>
      </p:sp>
      <p:sp>
        <p:nvSpPr>
          <p:cNvPr id="25" name="TextBox 24">
            <a:extLst>
              <a:ext uri="{FF2B5EF4-FFF2-40B4-BE49-F238E27FC236}">
                <a16:creationId xmlns:a16="http://schemas.microsoft.com/office/drawing/2014/main" id="{72E40AB1-B037-8C22-989C-F556D1217F63}"/>
              </a:ext>
            </a:extLst>
          </p:cNvPr>
          <p:cNvSpPr txBox="1"/>
          <p:nvPr/>
        </p:nvSpPr>
        <p:spPr>
          <a:xfrm>
            <a:off x="4143022" y="3907597"/>
            <a:ext cx="570089" cy="230832"/>
          </a:xfrm>
          <a:prstGeom prst="rect">
            <a:avLst/>
          </a:prstGeom>
          <a:noFill/>
        </p:spPr>
        <p:txBody>
          <a:bodyPr wrap="square" rtlCol="0">
            <a:spAutoFit/>
          </a:bodyPr>
          <a:lstStyle/>
          <a:p>
            <a:pPr algn="ctr"/>
            <a:r>
              <a:rPr lang="en-US" sz="900" dirty="0"/>
              <a:t>378</a:t>
            </a:r>
          </a:p>
        </p:txBody>
      </p:sp>
      <p:sp>
        <p:nvSpPr>
          <p:cNvPr id="26" name="TextBox 25">
            <a:extLst>
              <a:ext uri="{FF2B5EF4-FFF2-40B4-BE49-F238E27FC236}">
                <a16:creationId xmlns:a16="http://schemas.microsoft.com/office/drawing/2014/main" id="{14A4D3A4-90BC-F1BA-A324-9929CCF552A5}"/>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E1BB43C9-FFD4-6044-C9B6-4536C4100E9B}"/>
              </a:ext>
            </a:extLst>
          </p:cNvPr>
          <p:cNvSpPr txBox="1"/>
          <p:nvPr/>
        </p:nvSpPr>
        <p:spPr>
          <a:xfrm>
            <a:off x="5147734" y="3907597"/>
            <a:ext cx="570089" cy="230832"/>
          </a:xfrm>
          <a:prstGeom prst="rect">
            <a:avLst/>
          </a:prstGeom>
          <a:noFill/>
        </p:spPr>
        <p:txBody>
          <a:bodyPr wrap="square" rtlCol="0">
            <a:spAutoFit/>
          </a:bodyPr>
          <a:lstStyle/>
          <a:p>
            <a:pPr algn="ctr"/>
            <a:r>
              <a:rPr lang="en-US" sz="900" dirty="0"/>
              <a:t>282</a:t>
            </a:r>
          </a:p>
        </p:txBody>
      </p:sp>
      <p:sp>
        <p:nvSpPr>
          <p:cNvPr id="28" name="TextBox 27">
            <a:extLst>
              <a:ext uri="{FF2B5EF4-FFF2-40B4-BE49-F238E27FC236}">
                <a16:creationId xmlns:a16="http://schemas.microsoft.com/office/drawing/2014/main" id="{46D41F74-FC39-4D3A-DE2E-ED36CA648AEA}"/>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8B05866E-2FEB-50F6-E936-337E298A128B}"/>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CC811E03-3200-0736-794C-FD5A2C21D8A6}"/>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E950CB2E-37B2-3FA6-7D72-6B311AB93708}"/>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1003CAE0-34F6-1BF2-08F7-8EA258D758FA}"/>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EB46C2A9-F498-4A3B-16D9-64ECE173614E}"/>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42040F67-4741-59B2-593A-73B9FAFD60BF}"/>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1DC3036A-65A4-FA02-D4C1-766979912E13}"/>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04E3F7F5-3F22-341F-0DEF-E6EAA3ED244C}"/>
              </a:ext>
            </a:extLst>
          </p:cNvPr>
          <p:cNvSpPr txBox="1"/>
          <p:nvPr/>
        </p:nvSpPr>
        <p:spPr>
          <a:xfrm>
            <a:off x="3640666" y="3406653"/>
            <a:ext cx="570089" cy="230832"/>
          </a:xfrm>
          <a:prstGeom prst="rect">
            <a:avLst/>
          </a:prstGeom>
          <a:noFill/>
        </p:spPr>
        <p:txBody>
          <a:bodyPr wrap="square" rtlCol="0">
            <a:spAutoFit/>
          </a:bodyPr>
          <a:lstStyle/>
          <a:p>
            <a:pPr algn="ctr"/>
            <a:r>
              <a:rPr lang="en-US" sz="900" dirty="0"/>
              <a:t>279</a:t>
            </a:r>
          </a:p>
        </p:txBody>
      </p:sp>
      <p:sp>
        <p:nvSpPr>
          <p:cNvPr id="23" name="TextBox 22">
            <a:extLst>
              <a:ext uri="{FF2B5EF4-FFF2-40B4-BE49-F238E27FC236}">
                <a16:creationId xmlns:a16="http://schemas.microsoft.com/office/drawing/2014/main" id="{C10942AF-A21F-F39A-A9FC-BD8139C0CC9A}"/>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5A60CD28-C2B6-214A-9FA6-B4D322AE46C6}"/>
              </a:ext>
            </a:extLst>
          </p:cNvPr>
          <p:cNvSpPr txBox="1"/>
          <p:nvPr/>
        </p:nvSpPr>
        <p:spPr>
          <a:xfrm>
            <a:off x="4645378" y="3406653"/>
            <a:ext cx="570089" cy="230832"/>
          </a:xfrm>
          <a:prstGeom prst="rect">
            <a:avLst/>
          </a:prstGeom>
          <a:noFill/>
        </p:spPr>
        <p:txBody>
          <a:bodyPr wrap="square" rtlCol="0">
            <a:spAutoFit/>
          </a:bodyPr>
          <a:lstStyle/>
          <a:p>
            <a:pPr algn="ctr"/>
            <a:r>
              <a:rPr lang="en-US" sz="900" dirty="0"/>
              <a:t>24579</a:t>
            </a:r>
          </a:p>
        </p:txBody>
      </p:sp>
      <p:sp>
        <p:nvSpPr>
          <p:cNvPr id="34" name="TextBox 33">
            <a:extLst>
              <a:ext uri="{FF2B5EF4-FFF2-40B4-BE49-F238E27FC236}">
                <a16:creationId xmlns:a16="http://schemas.microsoft.com/office/drawing/2014/main" id="{9E1846B4-59FF-83CA-CDF5-F803426AD40F}"/>
              </a:ext>
            </a:extLst>
          </p:cNvPr>
          <p:cNvSpPr txBox="1"/>
          <p:nvPr/>
        </p:nvSpPr>
        <p:spPr>
          <a:xfrm>
            <a:off x="5147734" y="3406653"/>
            <a:ext cx="570089" cy="230832"/>
          </a:xfrm>
          <a:prstGeom prst="rect">
            <a:avLst/>
          </a:prstGeom>
          <a:noFill/>
        </p:spPr>
        <p:txBody>
          <a:bodyPr wrap="square" rtlCol="0">
            <a:spAutoFit/>
          </a:bodyPr>
          <a:lstStyle/>
          <a:p>
            <a:pPr algn="ctr"/>
            <a:r>
              <a:rPr lang="en-US" sz="900" dirty="0"/>
              <a:t>2459</a:t>
            </a:r>
          </a:p>
        </p:txBody>
      </p:sp>
      <p:sp>
        <p:nvSpPr>
          <p:cNvPr id="35" name="TextBox 34">
            <a:extLst>
              <a:ext uri="{FF2B5EF4-FFF2-40B4-BE49-F238E27FC236}">
                <a16:creationId xmlns:a16="http://schemas.microsoft.com/office/drawing/2014/main" id="{10B066DA-B668-D77F-85B0-6DC9C8616696}"/>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2479</a:t>
            </a:r>
          </a:p>
        </p:txBody>
      </p:sp>
      <p:sp>
        <p:nvSpPr>
          <p:cNvPr id="36" name="TextBox 35">
            <a:extLst>
              <a:ext uri="{FF2B5EF4-FFF2-40B4-BE49-F238E27FC236}">
                <a16:creationId xmlns:a16="http://schemas.microsoft.com/office/drawing/2014/main" id="{69AA458E-3522-AAAC-1F3F-45623EC7068F}"/>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37" name="TextBox 36">
            <a:extLst>
              <a:ext uri="{FF2B5EF4-FFF2-40B4-BE49-F238E27FC236}">
                <a16:creationId xmlns:a16="http://schemas.microsoft.com/office/drawing/2014/main" id="{F6F2F4A7-8441-A7E1-E524-A10697F5AB19}"/>
              </a:ext>
            </a:extLst>
          </p:cNvPr>
          <p:cNvSpPr txBox="1"/>
          <p:nvPr/>
        </p:nvSpPr>
        <p:spPr>
          <a:xfrm>
            <a:off x="7157158" y="2404765"/>
            <a:ext cx="570089" cy="230832"/>
          </a:xfrm>
          <a:prstGeom prst="rect">
            <a:avLst/>
          </a:prstGeom>
          <a:noFill/>
        </p:spPr>
        <p:txBody>
          <a:bodyPr wrap="square" rtlCol="0">
            <a:spAutoFit/>
          </a:bodyPr>
          <a:lstStyle/>
          <a:p>
            <a:pPr algn="ctr"/>
            <a:r>
              <a:rPr lang="en-US" sz="900" dirty="0"/>
              <a:t>679</a:t>
            </a:r>
          </a:p>
        </p:txBody>
      </p:sp>
      <p:sp>
        <p:nvSpPr>
          <p:cNvPr id="38" name="TextBox 37">
            <a:extLst>
              <a:ext uri="{FF2B5EF4-FFF2-40B4-BE49-F238E27FC236}">
                <a16:creationId xmlns:a16="http://schemas.microsoft.com/office/drawing/2014/main" id="{71331721-D6FF-3151-71F5-1E6A662AF69D}"/>
              </a:ext>
            </a:extLst>
          </p:cNvPr>
          <p:cNvSpPr txBox="1"/>
          <p:nvPr/>
        </p:nvSpPr>
        <p:spPr>
          <a:xfrm>
            <a:off x="6152446" y="2905709"/>
            <a:ext cx="570089" cy="230832"/>
          </a:xfrm>
          <a:prstGeom prst="rect">
            <a:avLst/>
          </a:prstGeom>
          <a:noFill/>
        </p:spPr>
        <p:txBody>
          <a:bodyPr wrap="square" rtlCol="0">
            <a:spAutoFit/>
          </a:bodyPr>
          <a:lstStyle/>
          <a:p>
            <a:pPr algn="ctr"/>
            <a:r>
              <a:rPr lang="en-US" sz="900" dirty="0"/>
              <a:t>245679</a:t>
            </a:r>
          </a:p>
        </p:txBody>
      </p:sp>
      <p:sp>
        <p:nvSpPr>
          <p:cNvPr id="39" name="TextBox 38">
            <a:extLst>
              <a:ext uri="{FF2B5EF4-FFF2-40B4-BE49-F238E27FC236}">
                <a16:creationId xmlns:a16="http://schemas.microsoft.com/office/drawing/2014/main" id="{2FCFE52E-741B-1A62-E691-47AF29828FA0}"/>
              </a:ext>
            </a:extLst>
          </p:cNvPr>
          <p:cNvSpPr txBox="1"/>
          <p:nvPr/>
        </p:nvSpPr>
        <p:spPr>
          <a:xfrm>
            <a:off x="6654802" y="2905709"/>
            <a:ext cx="570089" cy="230832"/>
          </a:xfrm>
          <a:prstGeom prst="rect">
            <a:avLst/>
          </a:prstGeom>
          <a:noFill/>
        </p:spPr>
        <p:txBody>
          <a:bodyPr wrap="square" rtlCol="0">
            <a:spAutoFit/>
          </a:bodyPr>
          <a:lstStyle/>
          <a:p>
            <a:pPr algn="ctr"/>
            <a:r>
              <a:rPr lang="en-US" sz="900" dirty="0"/>
              <a:t>24567</a:t>
            </a:r>
          </a:p>
        </p:txBody>
      </p:sp>
      <p:sp>
        <p:nvSpPr>
          <p:cNvPr id="40" name="TextBox 39">
            <a:extLst>
              <a:ext uri="{FF2B5EF4-FFF2-40B4-BE49-F238E27FC236}">
                <a16:creationId xmlns:a16="http://schemas.microsoft.com/office/drawing/2014/main" id="{4B32245E-8DA1-27CE-2B1C-AD52C967FE4E}"/>
              </a:ext>
            </a:extLst>
          </p:cNvPr>
          <p:cNvSpPr txBox="1"/>
          <p:nvPr/>
        </p:nvSpPr>
        <p:spPr>
          <a:xfrm>
            <a:off x="7157158" y="2905709"/>
            <a:ext cx="570089" cy="230832"/>
          </a:xfrm>
          <a:prstGeom prst="rect">
            <a:avLst/>
          </a:prstGeom>
          <a:noFill/>
        </p:spPr>
        <p:txBody>
          <a:bodyPr wrap="square" rtlCol="0">
            <a:spAutoFit/>
          </a:bodyPr>
          <a:lstStyle/>
          <a:p>
            <a:pPr algn="ctr"/>
            <a:r>
              <a:rPr lang="en-US" sz="900" dirty="0"/>
              <a:t>45679</a:t>
            </a:r>
          </a:p>
        </p:txBody>
      </p:sp>
      <p:sp>
        <p:nvSpPr>
          <p:cNvPr id="41" name="TextBox 40">
            <a:extLst>
              <a:ext uri="{FF2B5EF4-FFF2-40B4-BE49-F238E27FC236}">
                <a16:creationId xmlns:a16="http://schemas.microsoft.com/office/drawing/2014/main" id="{C4549D3D-E347-12D5-D665-6E8002762509}"/>
              </a:ext>
            </a:extLst>
          </p:cNvPr>
          <p:cNvSpPr txBox="1"/>
          <p:nvPr/>
        </p:nvSpPr>
        <p:spPr>
          <a:xfrm>
            <a:off x="4143022" y="2404765"/>
            <a:ext cx="570089" cy="230832"/>
          </a:xfrm>
          <a:prstGeom prst="rect">
            <a:avLst/>
          </a:prstGeom>
          <a:noFill/>
        </p:spPr>
        <p:txBody>
          <a:bodyPr wrap="square" rtlCol="0">
            <a:spAutoFit/>
          </a:bodyPr>
          <a:lstStyle/>
          <a:p>
            <a:pPr algn="ctr"/>
            <a:r>
              <a:rPr lang="en-US" sz="900" dirty="0"/>
              <a:t>3678</a:t>
            </a:r>
          </a:p>
        </p:txBody>
      </p:sp>
      <p:sp>
        <p:nvSpPr>
          <p:cNvPr id="42" name="TextBox 41">
            <a:extLst>
              <a:ext uri="{FF2B5EF4-FFF2-40B4-BE49-F238E27FC236}">
                <a16:creationId xmlns:a16="http://schemas.microsoft.com/office/drawing/2014/main" id="{EBE9C105-AD83-BAD3-C6AF-1AF35C08881F}"/>
              </a:ext>
            </a:extLst>
          </p:cNvPr>
          <p:cNvSpPr txBox="1"/>
          <p:nvPr/>
        </p:nvSpPr>
        <p:spPr>
          <a:xfrm>
            <a:off x="3138310" y="2404765"/>
            <a:ext cx="570089" cy="230832"/>
          </a:xfrm>
          <a:prstGeom prst="rect">
            <a:avLst/>
          </a:prstGeom>
          <a:noFill/>
        </p:spPr>
        <p:txBody>
          <a:bodyPr wrap="square" rtlCol="0">
            <a:spAutoFit/>
          </a:bodyPr>
          <a:lstStyle/>
          <a:p>
            <a:pPr algn="ctr"/>
            <a:r>
              <a:rPr lang="en-US" sz="900" dirty="0"/>
              <a:t>36789</a:t>
            </a:r>
          </a:p>
        </p:txBody>
      </p:sp>
      <p:sp>
        <p:nvSpPr>
          <p:cNvPr id="43" name="TextBox 42">
            <a:extLst>
              <a:ext uri="{FF2B5EF4-FFF2-40B4-BE49-F238E27FC236}">
                <a16:creationId xmlns:a16="http://schemas.microsoft.com/office/drawing/2014/main" id="{F9358F18-564C-3307-3590-7AD486BC6F6D}"/>
              </a:ext>
            </a:extLst>
          </p:cNvPr>
          <p:cNvSpPr txBox="1"/>
          <p:nvPr/>
        </p:nvSpPr>
        <p:spPr>
          <a:xfrm>
            <a:off x="5147734" y="2905709"/>
            <a:ext cx="570089" cy="230832"/>
          </a:xfrm>
          <a:prstGeom prst="rect">
            <a:avLst/>
          </a:prstGeom>
          <a:noFill/>
        </p:spPr>
        <p:txBody>
          <a:bodyPr wrap="square" rtlCol="0">
            <a:spAutoFit/>
          </a:bodyPr>
          <a:lstStyle/>
          <a:p>
            <a:pPr algn="ctr"/>
            <a:r>
              <a:rPr lang="en-US" sz="900" dirty="0"/>
              <a:t>23459</a:t>
            </a:r>
          </a:p>
        </p:txBody>
      </p:sp>
      <p:sp>
        <p:nvSpPr>
          <p:cNvPr id="44" name="TextBox 43">
            <a:extLst>
              <a:ext uri="{FF2B5EF4-FFF2-40B4-BE49-F238E27FC236}">
                <a16:creationId xmlns:a16="http://schemas.microsoft.com/office/drawing/2014/main" id="{27A64756-9179-B824-FF77-DF9469A7CD05}"/>
              </a:ext>
            </a:extLst>
          </p:cNvPr>
          <p:cNvSpPr txBox="1"/>
          <p:nvPr/>
        </p:nvSpPr>
        <p:spPr>
          <a:xfrm>
            <a:off x="5650090" y="2905709"/>
            <a:ext cx="570089" cy="230832"/>
          </a:xfrm>
          <a:prstGeom prst="rect">
            <a:avLst/>
          </a:prstGeom>
          <a:noFill/>
        </p:spPr>
        <p:txBody>
          <a:bodyPr wrap="square" rtlCol="0">
            <a:spAutoFit/>
          </a:bodyPr>
          <a:lstStyle/>
          <a:p>
            <a:pPr algn="ctr"/>
            <a:r>
              <a:rPr lang="en-US" sz="900" dirty="0"/>
              <a:t>234579</a:t>
            </a:r>
          </a:p>
        </p:txBody>
      </p:sp>
    </p:spTree>
    <p:extLst>
      <p:ext uri="{BB962C8B-B14F-4D97-AF65-F5344CB8AC3E}">
        <p14:creationId xmlns:p14="http://schemas.microsoft.com/office/powerpoint/2010/main" val="2211237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87574-411A-6863-5592-F5781BA6BC9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ECE0E4-DE3B-FBD1-365D-3BC1C2CC0173}"/>
              </a:ext>
            </a:extLst>
          </p:cNvPr>
          <p:cNvSpPr>
            <a:spLocks noGrp="1"/>
          </p:cNvSpPr>
          <p:nvPr>
            <p:ph sz="half" idx="1"/>
          </p:nvPr>
        </p:nvSpPr>
        <p:spPr/>
        <p:txBody>
          <a:bodyPr/>
          <a:lstStyle/>
          <a:p>
            <a:r>
              <a:rPr lang="en-US" dirty="0"/>
              <a:t>In the left center block, 4 is in Row 6.</a:t>
            </a:r>
          </a:p>
        </p:txBody>
      </p:sp>
      <p:pic>
        <p:nvPicPr>
          <p:cNvPr id="4" name="Picture 3" descr="A grid of sudoku puzzle&#10;&#10;Description automatically generated">
            <a:extLst>
              <a:ext uri="{FF2B5EF4-FFF2-40B4-BE49-F238E27FC236}">
                <a16:creationId xmlns:a16="http://schemas.microsoft.com/office/drawing/2014/main" id="{BF1DB920-A1A2-8873-7EDB-09AC5AAAE14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6972851-CECC-E974-A494-E19979C801E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A420004-A132-5980-1DA2-767D008270E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963C0D6-75CF-A9E8-2D3F-962CDFE272A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D17803B-DA25-71F7-A1CD-85677D968827}"/>
              </a:ext>
            </a:extLst>
          </p:cNvPr>
          <p:cNvSpPr txBox="1"/>
          <p:nvPr/>
        </p:nvSpPr>
        <p:spPr>
          <a:xfrm>
            <a:off x="3640666" y="901933"/>
            <a:ext cx="570089" cy="230832"/>
          </a:xfrm>
          <a:prstGeom prst="rect">
            <a:avLst/>
          </a:prstGeom>
          <a:noFill/>
        </p:spPr>
        <p:txBody>
          <a:bodyPr wrap="square" rtlCol="0">
            <a:spAutoFit/>
          </a:bodyPr>
          <a:lstStyle/>
          <a:p>
            <a:pPr algn="ctr"/>
            <a:r>
              <a:rPr lang="en-US" sz="900" dirty="0"/>
              <a:t>378</a:t>
            </a:r>
          </a:p>
        </p:txBody>
      </p:sp>
      <p:sp>
        <p:nvSpPr>
          <p:cNvPr id="8" name="TextBox 7">
            <a:extLst>
              <a:ext uri="{FF2B5EF4-FFF2-40B4-BE49-F238E27FC236}">
                <a16:creationId xmlns:a16="http://schemas.microsoft.com/office/drawing/2014/main" id="{957D2C8E-F951-A8C6-26A9-48C7FF70D6D8}"/>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9" name="TextBox 8">
            <a:extLst>
              <a:ext uri="{FF2B5EF4-FFF2-40B4-BE49-F238E27FC236}">
                <a16:creationId xmlns:a16="http://schemas.microsoft.com/office/drawing/2014/main" id="{84755755-D9CC-B53F-5EA0-6E0BCF6E765D}"/>
              </a:ext>
            </a:extLst>
          </p:cNvPr>
          <p:cNvSpPr txBox="1"/>
          <p:nvPr/>
        </p:nvSpPr>
        <p:spPr>
          <a:xfrm>
            <a:off x="3138310" y="901933"/>
            <a:ext cx="570089" cy="230832"/>
          </a:xfrm>
          <a:prstGeom prst="rect">
            <a:avLst/>
          </a:prstGeom>
          <a:noFill/>
        </p:spPr>
        <p:txBody>
          <a:bodyPr wrap="square" rtlCol="0">
            <a:spAutoFit/>
          </a:bodyPr>
          <a:lstStyle/>
          <a:p>
            <a:pPr algn="ctr"/>
            <a:r>
              <a:rPr lang="en-US" sz="900" dirty="0"/>
              <a:t>378</a:t>
            </a:r>
          </a:p>
        </p:txBody>
      </p:sp>
      <p:sp>
        <p:nvSpPr>
          <p:cNvPr id="10" name="TextBox 9">
            <a:extLst>
              <a:ext uri="{FF2B5EF4-FFF2-40B4-BE49-F238E27FC236}">
                <a16:creationId xmlns:a16="http://schemas.microsoft.com/office/drawing/2014/main" id="{30A9FDCC-241B-185B-BBA2-B447033590EB}"/>
              </a:ext>
            </a:extLst>
          </p:cNvPr>
          <p:cNvSpPr txBox="1"/>
          <p:nvPr/>
        </p:nvSpPr>
        <p:spPr>
          <a:xfrm>
            <a:off x="5650090" y="1402877"/>
            <a:ext cx="570089" cy="230832"/>
          </a:xfrm>
          <a:prstGeom prst="rect">
            <a:avLst/>
          </a:prstGeom>
          <a:noFill/>
        </p:spPr>
        <p:txBody>
          <a:bodyPr wrap="square" rtlCol="0">
            <a:spAutoFit/>
          </a:bodyPr>
          <a:lstStyle/>
          <a:p>
            <a:pPr algn="ctr"/>
            <a:r>
              <a:rPr lang="en-US" sz="900" dirty="0"/>
              <a:t>49</a:t>
            </a:r>
          </a:p>
        </p:txBody>
      </p:sp>
      <p:sp>
        <p:nvSpPr>
          <p:cNvPr id="12" name="TextBox 11">
            <a:extLst>
              <a:ext uri="{FF2B5EF4-FFF2-40B4-BE49-F238E27FC236}">
                <a16:creationId xmlns:a16="http://schemas.microsoft.com/office/drawing/2014/main" id="{4D346DF2-3150-8C6C-4FD5-03138ABE3A0B}"/>
              </a:ext>
            </a:extLst>
          </p:cNvPr>
          <p:cNvSpPr txBox="1"/>
          <p:nvPr/>
        </p:nvSpPr>
        <p:spPr>
          <a:xfrm>
            <a:off x="6654802" y="1402877"/>
            <a:ext cx="570089" cy="230832"/>
          </a:xfrm>
          <a:prstGeom prst="rect">
            <a:avLst/>
          </a:prstGeom>
          <a:noFill/>
        </p:spPr>
        <p:txBody>
          <a:bodyPr wrap="square" rtlCol="0">
            <a:spAutoFit/>
          </a:bodyPr>
          <a:lstStyle/>
          <a:p>
            <a:pPr algn="ctr"/>
            <a:r>
              <a:rPr lang="en-US" sz="900" dirty="0"/>
              <a:t>37</a:t>
            </a:r>
          </a:p>
        </p:txBody>
      </p:sp>
      <p:sp>
        <p:nvSpPr>
          <p:cNvPr id="13" name="TextBox 12">
            <a:extLst>
              <a:ext uri="{FF2B5EF4-FFF2-40B4-BE49-F238E27FC236}">
                <a16:creationId xmlns:a16="http://schemas.microsoft.com/office/drawing/2014/main" id="{465C9B13-4C18-7713-EBDB-56FB9667B6FD}"/>
              </a:ext>
            </a:extLst>
          </p:cNvPr>
          <p:cNvSpPr txBox="1"/>
          <p:nvPr/>
        </p:nvSpPr>
        <p:spPr>
          <a:xfrm>
            <a:off x="5650090" y="1903821"/>
            <a:ext cx="570089" cy="230832"/>
          </a:xfrm>
          <a:prstGeom prst="rect">
            <a:avLst/>
          </a:prstGeom>
          <a:noFill/>
        </p:spPr>
        <p:txBody>
          <a:bodyPr wrap="square" rtlCol="0">
            <a:spAutoFit/>
          </a:bodyPr>
          <a:lstStyle/>
          <a:p>
            <a:pPr algn="ctr"/>
            <a:r>
              <a:rPr lang="en-US" sz="900" dirty="0"/>
              <a:t>28</a:t>
            </a:r>
          </a:p>
        </p:txBody>
      </p:sp>
      <p:sp>
        <p:nvSpPr>
          <p:cNvPr id="14" name="TextBox 13">
            <a:extLst>
              <a:ext uri="{FF2B5EF4-FFF2-40B4-BE49-F238E27FC236}">
                <a16:creationId xmlns:a16="http://schemas.microsoft.com/office/drawing/2014/main" id="{C5105B83-4D12-90A5-A96D-AAB1989B3367}"/>
              </a:ext>
            </a:extLst>
          </p:cNvPr>
          <p:cNvSpPr txBox="1"/>
          <p:nvPr/>
        </p:nvSpPr>
        <p:spPr>
          <a:xfrm>
            <a:off x="6152446" y="1903821"/>
            <a:ext cx="570089" cy="230832"/>
          </a:xfrm>
          <a:prstGeom prst="rect">
            <a:avLst/>
          </a:prstGeom>
          <a:noFill/>
        </p:spPr>
        <p:txBody>
          <a:bodyPr wrap="square" rtlCol="0">
            <a:spAutoFit/>
          </a:bodyPr>
          <a:lstStyle/>
          <a:p>
            <a:pPr algn="ctr"/>
            <a:r>
              <a:rPr lang="en-US" sz="900" dirty="0"/>
              <a:t>15</a:t>
            </a:r>
          </a:p>
        </p:txBody>
      </p:sp>
      <p:sp>
        <p:nvSpPr>
          <p:cNvPr id="15" name="TextBox 14">
            <a:extLst>
              <a:ext uri="{FF2B5EF4-FFF2-40B4-BE49-F238E27FC236}">
                <a16:creationId xmlns:a16="http://schemas.microsoft.com/office/drawing/2014/main" id="{482A0FAD-217A-36BD-130D-CEC03C0E5434}"/>
              </a:ext>
            </a:extLst>
          </p:cNvPr>
          <p:cNvSpPr txBox="1"/>
          <p:nvPr/>
        </p:nvSpPr>
        <p:spPr>
          <a:xfrm>
            <a:off x="6654802" y="1903821"/>
            <a:ext cx="570089" cy="230832"/>
          </a:xfrm>
          <a:prstGeom prst="rect">
            <a:avLst/>
          </a:prstGeom>
          <a:noFill/>
        </p:spPr>
        <p:txBody>
          <a:bodyPr wrap="square" rtlCol="0">
            <a:spAutoFit/>
          </a:bodyPr>
          <a:lstStyle/>
          <a:p>
            <a:pPr algn="ctr"/>
            <a:r>
              <a:rPr lang="en-US" sz="900" dirty="0"/>
              <a:t>46</a:t>
            </a:r>
          </a:p>
        </p:txBody>
      </p:sp>
      <p:sp>
        <p:nvSpPr>
          <p:cNvPr id="16" name="TextBox 15">
            <a:extLst>
              <a:ext uri="{FF2B5EF4-FFF2-40B4-BE49-F238E27FC236}">
                <a16:creationId xmlns:a16="http://schemas.microsoft.com/office/drawing/2014/main" id="{62D434CA-AAA9-720A-254D-44855FDD597A}"/>
              </a:ext>
            </a:extLst>
          </p:cNvPr>
          <p:cNvSpPr txBox="1"/>
          <p:nvPr/>
        </p:nvSpPr>
        <p:spPr>
          <a:xfrm>
            <a:off x="4645378" y="2404765"/>
            <a:ext cx="570089" cy="230832"/>
          </a:xfrm>
          <a:prstGeom prst="rect">
            <a:avLst/>
          </a:prstGeom>
          <a:noFill/>
        </p:spPr>
        <p:txBody>
          <a:bodyPr wrap="square" rtlCol="0">
            <a:spAutoFit/>
          </a:bodyPr>
          <a:lstStyle/>
          <a:p>
            <a:pPr algn="ctr"/>
            <a:r>
              <a:rPr lang="en-US" sz="900" dirty="0"/>
              <a:t>347</a:t>
            </a:r>
          </a:p>
        </p:txBody>
      </p:sp>
      <p:sp>
        <p:nvSpPr>
          <p:cNvPr id="17" name="TextBox 16">
            <a:extLst>
              <a:ext uri="{FF2B5EF4-FFF2-40B4-BE49-F238E27FC236}">
                <a16:creationId xmlns:a16="http://schemas.microsoft.com/office/drawing/2014/main" id="{6BE9ED4B-296C-095E-44F0-E200F11477E8}"/>
              </a:ext>
            </a:extLst>
          </p:cNvPr>
          <p:cNvSpPr txBox="1"/>
          <p:nvPr/>
        </p:nvSpPr>
        <p:spPr>
          <a:xfrm>
            <a:off x="5147734" y="2404765"/>
            <a:ext cx="570089" cy="230832"/>
          </a:xfrm>
          <a:prstGeom prst="rect">
            <a:avLst/>
          </a:prstGeom>
          <a:noFill/>
        </p:spPr>
        <p:txBody>
          <a:bodyPr wrap="square" rtlCol="0">
            <a:spAutoFit/>
          </a:bodyPr>
          <a:lstStyle/>
          <a:p>
            <a:pPr algn="ctr"/>
            <a:r>
              <a:rPr lang="en-US" sz="900" dirty="0"/>
              <a:t>432</a:t>
            </a:r>
          </a:p>
        </p:txBody>
      </p:sp>
      <p:sp>
        <p:nvSpPr>
          <p:cNvPr id="18" name="TextBox 17">
            <a:extLst>
              <a:ext uri="{FF2B5EF4-FFF2-40B4-BE49-F238E27FC236}">
                <a16:creationId xmlns:a16="http://schemas.microsoft.com/office/drawing/2014/main" id="{2B9D0D14-3C04-35C1-9A07-771F590DFE12}"/>
              </a:ext>
            </a:extLst>
          </p:cNvPr>
          <p:cNvSpPr txBox="1"/>
          <p:nvPr/>
        </p:nvSpPr>
        <p:spPr>
          <a:xfrm>
            <a:off x="6152446" y="2404765"/>
            <a:ext cx="570089" cy="230832"/>
          </a:xfrm>
          <a:prstGeom prst="rect">
            <a:avLst/>
          </a:prstGeom>
          <a:noFill/>
        </p:spPr>
        <p:txBody>
          <a:bodyPr wrap="square" rtlCol="0">
            <a:spAutoFit/>
          </a:bodyPr>
          <a:lstStyle/>
          <a:p>
            <a:pPr algn="ctr"/>
            <a:r>
              <a:rPr lang="en-US" sz="900" dirty="0"/>
              <a:t>224</a:t>
            </a:r>
          </a:p>
        </p:txBody>
      </p:sp>
      <p:sp>
        <p:nvSpPr>
          <p:cNvPr id="19" name="TextBox 18">
            <a:extLst>
              <a:ext uri="{FF2B5EF4-FFF2-40B4-BE49-F238E27FC236}">
                <a16:creationId xmlns:a16="http://schemas.microsoft.com/office/drawing/2014/main" id="{FB3B2566-0B46-0CAC-4160-040396826D46}"/>
              </a:ext>
            </a:extLst>
          </p:cNvPr>
          <p:cNvSpPr txBox="1"/>
          <p:nvPr/>
        </p:nvSpPr>
        <p:spPr>
          <a:xfrm>
            <a:off x="3640666" y="2905709"/>
            <a:ext cx="570089" cy="230832"/>
          </a:xfrm>
          <a:prstGeom prst="rect">
            <a:avLst/>
          </a:prstGeom>
          <a:noFill/>
        </p:spPr>
        <p:txBody>
          <a:bodyPr wrap="square" rtlCol="0">
            <a:spAutoFit/>
          </a:bodyPr>
          <a:lstStyle/>
          <a:p>
            <a:pPr algn="ctr"/>
            <a:r>
              <a:rPr lang="en-US" sz="900" dirty="0"/>
              <a:t>932</a:t>
            </a:r>
          </a:p>
        </p:txBody>
      </p:sp>
      <p:sp>
        <p:nvSpPr>
          <p:cNvPr id="21" name="TextBox 20">
            <a:extLst>
              <a:ext uri="{FF2B5EF4-FFF2-40B4-BE49-F238E27FC236}">
                <a16:creationId xmlns:a16="http://schemas.microsoft.com/office/drawing/2014/main" id="{AB5B2A9D-39FD-068F-A900-5099AFC5A00A}"/>
              </a:ext>
            </a:extLst>
          </p:cNvPr>
          <p:cNvSpPr txBox="1"/>
          <p:nvPr/>
        </p:nvSpPr>
        <p:spPr>
          <a:xfrm>
            <a:off x="3138310" y="2905709"/>
            <a:ext cx="570089" cy="230832"/>
          </a:xfrm>
          <a:prstGeom prst="rect">
            <a:avLst/>
          </a:prstGeom>
          <a:noFill/>
        </p:spPr>
        <p:txBody>
          <a:bodyPr wrap="square" rtlCol="0">
            <a:spAutoFit/>
          </a:bodyPr>
          <a:lstStyle/>
          <a:p>
            <a:pPr algn="ctr"/>
            <a:r>
              <a:rPr lang="en-US" sz="900" dirty="0"/>
              <a:t>269</a:t>
            </a:r>
          </a:p>
        </p:txBody>
      </p:sp>
      <p:sp>
        <p:nvSpPr>
          <p:cNvPr id="25" name="TextBox 24">
            <a:extLst>
              <a:ext uri="{FF2B5EF4-FFF2-40B4-BE49-F238E27FC236}">
                <a16:creationId xmlns:a16="http://schemas.microsoft.com/office/drawing/2014/main" id="{D58FAA31-A7C7-3B75-0451-EF9942A698CB}"/>
              </a:ext>
            </a:extLst>
          </p:cNvPr>
          <p:cNvSpPr txBox="1"/>
          <p:nvPr/>
        </p:nvSpPr>
        <p:spPr>
          <a:xfrm>
            <a:off x="4143022" y="3907597"/>
            <a:ext cx="570089" cy="230832"/>
          </a:xfrm>
          <a:prstGeom prst="rect">
            <a:avLst/>
          </a:prstGeom>
          <a:noFill/>
        </p:spPr>
        <p:txBody>
          <a:bodyPr wrap="square" rtlCol="0">
            <a:spAutoFit/>
          </a:bodyPr>
          <a:lstStyle/>
          <a:p>
            <a:pPr algn="ctr"/>
            <a:r>
              <a:rPr lang="en-US" sz="900" dirty="0"/>
              <a:t>378</a:t>
            </a:r>
          </a:p>
        </p:txBody>
      </p:sp>
      <p:sp>
        <p:nvSpPr>
          <p:cNvPr id="26" name="TextBox 25">
            <a:extLst>
              <a:ext uri="{FF2B5EF4-FFF2-40B4-BE49-F238E27FC236}">
                <a16:creationId xmlns:a16="http://schemas.microsoft.com/office/drawing/2014/main" id="{2AF643EF-EF64-8B7B-DEFD-CC59A07C4FEE}"/>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8E93BDD3-6211-8649-1096-B65D849A21ED}"/>
              </a:ext>
            </a:extLst>
          </p:cNvPr>
          <p:cNvSpPr txBox="1"/>
          <p:nvPr/>
        </p:nvSpPr>
        <p:spPr>
          <a:xfrm>
            <a:off x="5147734" y="3907597"/>
            <a:ext cx="570089" cy="230832"/>
          </a:xfrm>
          <a:prstGeom prst="rect">
            <a:avLst/>
          </a:prstGeom>
          <a:noFill/>
        </p:spPr>
        <p:txBody>
          <a:bodyPr wrap="square" rtlCol="0">
            <a:spAutoFit/>
          </a:bodyPr>
          <a:lstStyle/>
          <a:p>
            <a:pPr algn="ctr"/>
            <a:r>
              <a:rPr lang="en-US" sz="900" dirty="0"/>
              <a:t>282</a:t>
            </a:r>
          </a:p>
        </p:txBody>
      </p:sp>
      <p:sp>
        <p:nvSpPr>
          <p:cNvPr id="28" name="TextBox 27">
            <a:extLst>
              <a:ext uri="{FF2B5EF4-FFF2-40B4-BE49-F238E27FC236}">
                <a16:creationId xmlns:a16="http://schemas.microsoft.com/office/drawing/2014/main" id="{BAB2F62F-5FB6-352B-3D0B-20BE659982A2}"/>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9B75151E-2998-1A58-65D2-E20A6B0E9D2D}"/>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7034F197-8D5D-126F-AA77-246C840E20DC}"/>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C3C381D3-B746-81C6-6928-AB19AED92802}"/>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972086A4-93E4-93DD-87D9-9ADE6AECF1FB}"/>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8EC0DD27-15C9-07FA-FE86-E663438AEAEF}"/>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4A65785F-6C1D-A8EB-13E8-D62C4F8DBEAA}"/>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21466E2B-25C1-4960-AE93-43684F9C7116}"/>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E4B4CE29-2927-CBE3-3BD5-FD93AA78522C}"/>
              </a:ext>
            </a:extLst>
          </p:cNvPr>
          <p:cNvSpPr txBox="1"/>
          <p:nvPr/>
        </p:nvSpPr>
        <p:spPr>
          <a:xfrm>
            <a:off x="3640666" y="3406653"/>
            <a:ext cx="570089" cy="230832"/>
          </a:xfrm>
          <a:prstGeom prst="rect">
            <a:avLst/>
          </a:prstGeom>
          <a:noFill/>
        </p:spPr>
        <p:txBody>
          <a:bodyPr wrap="square" rtlCol="0">
            <a:spAutoFit/>
          </a:bodyPr>
          <a:lstStyle/>
          <a:p>
            <a:pPr algn="ctr"/>
            <a:r>
              <a:rPr lang="en-US" sz="900" dirty="0"/>
              <a:t>279</a:t>
            </a:r>
          </a:p>
        </p:txBody>
      </p:sp>
      <p:sp>
        <p:nvSpPr>
          <p:cNvPr id="23" name="TextBox 22">
            <a:extLst>
              <a:ext uri="{FF2B5EF4-FFF2-40B4-BE49-F238E27FC236}">
                <a16:creationId xmlns:a16="http://schemas.microsoft.com/office/drawing/2014/main" id="{5FB3A135-ED75-2DF8-8181-9FB0FD4D8FC6}"/>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59369CE9-89EE-A045-60CE-2B0A1005EE9B}"/>
              </a:ext>
            </a:extLst>
          </p:cNvPr>
          <p:cNvSpPr txBox="1"/>
          <p:nvPr/>
        </p:nvSpPr>
        <p:spPr>
          <a:xfrm>
            <a:off x="4645378" y="3406653"/>
            <a:ext cx="570089" cy="230832"/>
          </a:xfrm>
          <a:prstGeom prst="rect">
            <a:avLst/>
          </a:prstGeom>
          <a:noFill/>
        </p:spPr>
        <p:txBody>
          <a:bodyPr wrap="square" rtlCol="0">
            <a:spAutoFit/>
          </a:bodyPr>
          <a:lstStyle/>
          <a:p>
            <a:pPr algn="ctr"/>
            <a:r>
              <a:rPr lang="en-US" sz="900" dirty="0"/>
              <a:t>2579</a:t>
            </a:r>
          </a:p>
        </p:txBody>
      </p:sp>
      <p:sp>
        <p:nvSpPr>
          <p:cNvPr id="34" name="TextBox 33">
            <a:extLst>
              <a:ext uri="{FF2B5EF4-FFF2-40B4-BE49-F238E27FC236}">
                <a16:creationId xmlns:a16="http://schemas.microsoft.com/office/drawing/2014/main" id="{FA6B558A-1CFB-C0B0-0748-DE57C9D1A889}"/>
              </a:ext>
            </a:extLst>
          </p:cNvPr>
          <p:cNvSpPr txBox="1"/>
          <p:nvPr/>
        </p:nvSpPr>
        <p:spPr>
          <a:xfrm>
            <a:off x="5147734" y="3406653"/>
            <a:ext cx="570089" cy="230832"/>
          </a:xfrm>
          <a:prstGeom prst="rect">
            <a:avLst/>
          </a:prstGeom>
          <a:noFill/>
        </p:spPr>
        <p:txBody>
          <a:bodyPr wrap="square" rtlCol="0">
            <a:spAutoFit/>
          </a:bodyPr>
          <a:lstStyle/>
          <a:p>
            <a:pPr algn="ctr"/>
            <a:r>
              <a:rPr lang="en-US" sz="900" dirty="0"/>
              <a:t>259</a:t>
            </a:r>
          </a:p>
        </p:txBody>
      </p:sp>
      <p:sp>
        <p:nvSpPr>
          <p:cNvPr id="35" name="TextBox 34">
            <a:extLst>
              <a:ext uri="{FF2B5EF4-FFF2-40B4-BE49-F238E27FC236}">
                <a16:creationId xmlns:a16="http://schemas.microsoft.com/office/drawing/2014/main" id="{5564C664-1E7C-D452-C8E1-F2CA148DCA93}"/>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2479</a:t>
            </a:r>
          </a:p>
        </p:txBody>
      </p:sp>
      <p:sp>
        <p:nvSpPr>
          <p:cNvPr id="36" name="TextBox 35">
            <a:extLst>
              <a:ext uri="{FF2B5EF4-FFF2-40B4-BE49-F238E27FC236}">
                <a16:creationId xmlns:a16="http://schemas.microsoft.com/office/drawing/2014/main" id="{A230E8DB-2AFA-D418-7489-03B21C342419}"/>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37" name="TextBox 36">
            <a:extLst>
              <a:ext uri="{FF2B5EF4-FFF2-40B4-BE49-F238E27FC236}">
                <a16:creationId xmlns:a16="http://schemas.microsoft.com/office/drawing/2014/main" id="{2F6E55AC-2607-1D6E-80C9-1BAD33908D3E}"/>
              </a:ext>
            </a:extLst>
          </p:cNvPr>
          <p:cNvSpPr txBox="1"/>
          <p:nvPr/>
        </p:nvSpPr>
        <p:spPr>
          <a:xfrm>
            <a:off x="7157158" y="2404765"/>
            <a:ext cx="570089" cy="230832"/>
          </a:xfrm>
          <a:prstGeom prst="rect">
            <a:avLst/>
          </a:prstGeom>
          <a:noFill/>
        </p:spPr>
        <p:txBody>
          <a:bodyPr wrap="square" rtlCol="0">
            <a:spAutoFit/>
          </a:bodyPr>
          <a:lstStyle/>
          <a:p>
            <a:pPr algn="ctr"/>
            <a:r>
              <a:rPr lang="en-US" sz="900" dirty="0"/>
              <a:t>679</a:t>
            </a:r>
          </a:p>
        </p:txBody>
      </p:sp>
      <p:sp>
        <p:nvSpPr>
          <p:cNvPr id="38" name="TextBox 37">
            <a:extLst>
              <a:ext uri="{FF2B5EF4-FFF2-40B4-BE49-F238E27FC236}">
                <a16:creationId xmlns:a16="http://schemas.microsoft.com/office/drawing/2014/main" id="{4C147771-C180-074F-17F4-B6F2C3BC89E9}"/>
              </a:ext>
            </a:extLst>
          </p:cNvPr>
          <p:cNvSpPr txBox="1"/>
          <p:nvPr/>
        </p:nvSpPr>
        <p:spPr>
          <a:xfrm>
            <a:off x="6152446" y="2905709"/>
            <a:ext cx="570089" cy="230832"/>
          </a:xfrm>
          <a:prstGeom prst="rect">
            <a:avLst/>
          </a:prstGeom>
          <a:noFill/>
        </p:spPr>
        <p:txBody>
          <a:bodyPr wrap="square" rtlCol="0">
            <a:spAutoFit/>
          </a:bodyPr>
          <a:lstStyle/>
          <a:p>
            <a:pPr algn="ctr"/>
            <a:r>
              <a:rPr lang="en-US" sz="900" dirty="0"/>
              <a:t>245679</a:t>
            </a:r>
          </a:p>
        </p:txBody>
      </p:sp>
      <p:sp>
        <p:nvSpPr>
          <p:cNvPr id="39" name="TextBox 38">
            <a:extLst>
              <a:ext uri="{FF2B5EF4-FFF2-40B4-BE49-F238E27FC236}">
                <a16:creationId xmlns:a16="http://schemas.microsoft.com/office/drawing/2014/main" id="{A689ABDC-154E-582E-08E9-D69B97990468}"/>
              </a:ext>
            </a:extLst>
          </p:cNvPr>
          <p:cNvSpPr txBox="1"/>
          <p:nvPr/>
        </p:nvSpPr>
        <p:spPr>
          <a:xfrm>
            <a:off x="6654802" y="2905709"/>
            <a:ext cx="570089" cy="230832"/>
          </a:xfrm>
          <a:prstGeom prst="rect">
            <a:avLst/>
          </a:prstGeom>
          <a:noFill/>
        </p:spPr>
        <p:txBody>
          <a:bodyPr wrap="square" rtlCol="0">
            <a:spAutoFit/>
          </a:bodyPr>
          <a:lstStyle/>
          <a:p>
            <a:pPr algn="ctr"/>
            <a:r>
              <a:rPr lang="en-US" sz="900" dirty="0"/>
              <a:t>24567</a:t>
            </a:r>
          </a:p>
        </p:txBody>
      </p:sp>
      <p:sp>
        <p:nvSpPr>
          <p:cNvPr id="40" name="TextBox 39">
            <a:extLst>
              <a:ext uri="{FF2B5EF4-FFF2-40B4-BE49-F238E27FC236}">
                <a16:creationId xmlns:a16="http://schemas.microsoft.com/office/drawing/2014/main" id="{94338948-FC80-3BB9-2B08-0C13D64CAA42}"/>
              </a:ext>
            </a:extLst>
          </p:cNvPr>
          <p:cNvSpPr txBox="1"/>
          <p:nvPr/>
        </p:nvSpPr>
        <p:spPr>
          <a:xfrm>
            <a:off x="7157158" y="2905709"/>
            <a:ext cx="570089" cy="230832"/>
          </a:xfrm>
          <a:prstGeom prst="rect">
            <a:avLst/>
          </a:prstGeom>
          <a:noFill/>
        </p:spPr>
        <p:txBody>
          <a:bodyPr wrap="square" rtlCol="0">
            <a:spAutoFit/>
          </a:bodyPr>
          <a:lstStyle/>
          <a:p>
            <a:pPr algn="ctr"/>
            <a:r>
              <a:rPr lang="en-US" sz="900" dirty="0"/>
              <a:t>45679</a:t>
            </a:r>
          </a:p>
        </p:txBody>
      </p:sp>
      <p:sp>
        <p:nvSpPr>
          <p:cNvPr id="41" name="TextBox 40">
            <a:extLst>
              <a:ext uri="{FF2B5EF4-FFF2-40B4-BE49-F238E27FC236}">
                <a16:creationId xmlns:a16="http://schemas.microsoft.com/office/drawing/2014/main" id="{F25BD564-CC24-2AA2-FC04-75EDE94DC69A}"/>
              </a:ext>
            </a:extLst>
          </p:cNvPr>
          <p:cNvSpPr txBox="1"/>
          <p:nvPr/>
        </p:nvSpPr>
        <p:spPr>
          <a:xfrm>
            <a:off x="4143022" y="2404765"/>
            <a:ext cx="570089" cy="230832"/>
          </a:xfrm>
          <a:prstGeom prst="rect">
            <a:avLst/>
          </a:prstGeom>
          <a:noFill/>
        </p:spPr>
        <p:txBody>
          <a:bodyPr wrap="square" rtlCol="0">
            <a:spAutoFit/>
          </a:bodyPr>
          <a:lstStyle/>
          <a:p>
            <a:pPr algn="ctr"/>
            <a:r>
              <a:rPr lang="en-US" sz="900" dirty="0"/>
              <a:t>3678</a:t>
            </a:r>
          </a:p>
        </p:txBody>
      </p:sp>
      <p:sp>
        <p:nvSpPr>
          <p:cNvPr id="42" name="TextBox 41">
            <a:extLst>
              <a:ext uri="{FF2B5EF4-FFF2-40B4-BE49-F238E27FC236}">
                <a16:creationId xmlns:a16="http://schemas.microsoft.com/office/drawing/2014/main" id="{70352F41-A524-6931-7B19-3A55574C7E6B}"/>
              </a:ext>
            </a:extLst>
          </p:cNvPr>
          <p:cNvSpPr txBox="1"/>
          <p:nvPr/>
        </p:nvSpPr>
        <p:spPr>
          <a:xfrm>
            <a:off x="3138310" y="2404765"/>
            <a:ext cx="570089" cy="230832"/>
          </a:xfrm>
          <a:prstGeom prst="rect">
            <a:avLst/>
          </a:prstGeom>
          <a:noFill/>
        </p:spPr>
        <p:txBody>
          <a:bodyPr wrap="square" rtlCol="0">
            <a:spAutoFit/>
          </a:bodyPr>
          <a:lstStyle/>
          <a:p>
            <a:pPr algn="ctr"/>
            <a:r>
              <a:rPr lang="en-US" sz="900" dirty="0"/>
              <a:t>36789</a:t>
            </a:r>
          </a:p>
        </p:txBody>
      </p:sp>
      <p:sp>
        <p:nvSpPr>
          <p:cNvPr id="43" name="TextBox 42">
            <a:extLst>
              <a:ext uri="{FF2B5EF4-FFF2-40B4-BE49-F238E27FC236}">
                <a16:creationId xmlns:a16="http://schemas.microsoft.com/office/drawing/2014/main" id="{03A3AB9D-5DD9-D7CE-7A44-457AF80441F6}"/>
              </a:ext>
            </a:extLst>
          </p:cNvPr>
          <p:cNvSpPr txBox="1"/>
          <p:nvPr/>
        </p:nvSpPr>
        <p:spPr>
          <a:xfrm>
            <a:off x="5147734" y="2905709"/>
            <a:ext cx="570089" cy="230832"/>
          </a:xfrm>
          <a:prstGeom prst="rect">
            <a:avLst/>
          </a:prstGeom>
          <a:noFill/>
        </p:spPr>
        <p:txBody>
          <a:bodyPr wrap="square" rtlCol="0">
            <a:spAutoFit/>
          </a:bodyPr>
          <a:lstStyle/>
          <a:p>
            <a:pPr algn="ctr"/>
            <a:r>
              <a:rPr lang="en-US" sz="900" dirty="0"/>
              <a:t>23459</a:t>
            </a:r>
          </a:p>
        </p:txBody>
      </p:sp>
      <p:sp>
        <p:nvSpPr>
          <p:cNvPr id="44" name="TextBox 43">
            <a:extLst>
              <a:ext uri="{FF2B5EF4-FFF2-40B4-BE49-F238E27FC236}">
                <a16:creationId xmlns:a16="http://schemas.microsoft.com/office/drawing/2014/main" id="{2B6181A3-A08C-8B32-EF0A-93621AB587F7}"/>
              </a:ext>
            </a:extLst>
          </p:cNvPr>
          <p:cNvSpPr txBox="1"/>
          <p:nvPr/>
        </p:nvSpPr>
        <p:spPr>
          <a:xfrm>
            <a:off x="5650090" y="2905709"/>
            <a:ext cx="570089" cy="230832"/>
          </a:xfrm>
          <a:prstGeom prst="rect">
            <a:avLst/>
          </a:prstGeom>
          <a:noFill/>
        </p:spPr>
        <p:txBody>
          <a:bodyPr wrap="square" rtlCol="0">
            <a:spAutoFit/>
          </a:bodyPr>
          <a:lstStyle/>
          <a:p>
            <a:pPr algn="ctr"/>
            <a:r>
              <a:rPr lang="en-US" sz="900" dirty="0"/>
              <a:t>234579</a:t>
            </a:r>
          </a:p>
        </p:txBody>
      </p:sp>
    </p:spTree>
    <p:extLst>
      <p:ext uri="{BB962C8B-B14F-4D97-AF65-F5344CB8AC3E}">
        <p14:creationId xmlns:p14="http://schemas.microsoft.com/office/powerpoint/2010/main" val="577728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F2850-FF8C-732B-C29B-10AA2C42B75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5CDED3-1326-84D7-8FD2-C36E23C079BC}"/>
              </a:ext>
            </a:extLst>
          </p:cNvPr>
          <p:cNvSpPr>
            <a:spLocks noGrp="1"/>
          </p:cNvSpPr>
          <p:nvPr>
            <p:ph sz="half" idx="1"/>
          </p:nvPr>
        </p:nvSpPr>
        <p:spPr/>
        <p:txBody>
          <a:bodyPr/>
          <a:lstStyle/>
          <a:p>
            <a:r>
              <a:rPr lang="en-US" dirty="0"/>
              <a:t>Initialize remaining cells.</a:t>
            </a:r>
          </a:p>
        </p:txBody>
      </p:sp>
      <p:pic>
        <p:nvPicPr>
          <p:cNvPr id="4" name="Picture 3" descr="A grid of sudoku puzzle&#10;&#10;Description automatically generated">
            <a:extLst>
              <a:ext uri="{FF2B5EF4-FFF2-40B4-BE49-F238E27FC236}">
                <a16:creationId xmlns:a16="http://schemas.microsoft.com/office/drawing/2014/main" id="{CD5E731E-FC73-896D-B43A-40076DA2B8E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6DD3861-EA57-19EE-621D-1F7E0D859D6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98A9F9E-924E-E98E-0112-689049F3BB4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A88BEDF-E720-4196-752D-068619F8D9F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AD82553-DDB0-DF46-8DB6-4795B2EE2879}"/>
              </a:ext>
            </a:extLst>
          </p:cNvPr>
          <p:cNvSpPr txBox="1"/>
          <p:nvPr/>
        </p:nvSpPr>
        <p:spPr>
          <a:xfrm>
            <a:off x="3640666" y="901933"/>
            <a:ext cx="570089" cy="230832"/>
          </a:xfrm>
          <a:prstGeom prst="rect">
            <a:avLst/>
          </a:prstGeom>
          <a:noFill/>
        </p:spPr>
        <p:txBody>
          <a:bodyPr wrap="square" rtlCol="0">
            <a:spAutoFit/>
          </a:bodyPr>
          <a:lstStyle/>
          <a:p>
            <a:pPr algn="ctr"/>
            <a:r>
              <a:rPr lang="en-US" sz="900" dirty="0"/>
              <a:t>378</a:t>
            </a:r>
          </a:p>
        </p:txBody>
      </p:sp>
      <p:sp>
        <p:nvSpPr>
          <p:cNvPr id="8" name="TextBox 7">
            <a:extLst>
              <a:ext uri="{FF2B5EF4-FFF2-40B4-BE49-F238E27FC236}">
                <a16:creationId xmlns:a16="http://schemas.microsoft.com/office/drawing/2014/main" id="{B8D1C92D-7D00-F7D6-7C63-F5DD4BFE7C21}"/>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9" name="TextBox 8">
            <a:extLst>
              <a:ext uri="{FF2B5EF4-FFF2-40B4-BE49-F238E27FC236}">
                <a16:creationId xmlns:a16="http://schemas.microsoft.com/office/drawing/2014/main" id="{B69F029C-31D5-5AAB-043B-7B5102041DB7}"/>
              </a:ext>
            </a:extLst>
          </p:cNvPr>
          <p:cNvSpPr txBox="1"/>
          <p:nvPr/>
        </p:nvSpPr>
        <p:spPr>
          <a:xfrm>
            <a:off x="3138310" y="901933"/>
            <a:ext cx="570089" cy="230832"/>
          </a:xfrm>
          <a:prstGeom prst="rect">
            <a:avLst/>
          </a:prstGeom>
          <a:noFill/>
        </p:spPr>
        <p:txBody>
          <a:bodyPr wrap="square" rtlCol="0">
            <a:spAutoFit/>
          </a:bodyPr>
          <a:lstStyle/>
          <a:p>
            <a:pPr algn="ctr"/>
            <a:r>
              <a:rPr lang="en-US" sz="900" dirty="0"/>
              <a:t>378</a:t>
            </a:r>
          </a:p>
        </p:txBody>
      </p:sp>
      <p:sp>
        <p:nvSpPr>
          <p:cNvPr id="10" name="TextBox 9">
            <a:extLst>
              <a:ext uri="{FF2B5EF4-FFF2-40B4-BE49-F238E27FC236}">
                <a16:creationId xmlns:a16="http://schemas.microsoft.com/office/drawing/2014/main" id="{2F637FD0-4B80-3796-CB64-B1A96D9BEAB5}"/>
              </a:ext>
            </a:extLst>
          </p:cNvPr>
          <p:cNvSpPr txBox="1"/>
          <p:nvPr/>
        </p:nvSpPr>
        <p:spPr>
          <a:xfrm>
            <a:off x="5650090" y="1402877"/>
            <a:ext cx="570089" cy="230832"/>
          </a:xfrm>
          <a:prstGeom prst="rect">
            <a:avLst/>
          </a:prstGeom>
          <a:noFill/>
        </p:spPr>
        <p:txBody>
          <a:bodyPr wrap="square" rtlCol="0">
            <a:spAutoFit/>
          </a:bodyPr>
          <a:lstStyle/>
          <a:p>
            <a:pPr algn="ctr"/>
            <a:r>
              <a:rPr lang="en-US" sz="900" dirty="0"/>
              <a:t>49</a:t>
            </a:r>
          </a:p>
        </p:txBody>
      </p:sp>
      <p:sp>
        <p:nvSpPr>
          <p:cNvPr id="12" name="TextBox 11">
            <a:extLst>
              <a:ext uri="{FF2B5EF4-FFF2-40B4-BE49-F238E27FC236}">
                <a16:creationId xmlns:a16="http://schemas.microsoft.com/office/drawing/2014/main" id="{0C6B44B0-1F38-8910-9EF8-4BE44974E76B}"/>
              </a:ext>
            </a:extLst>
          </p:cNvPr>
          <p:cNvSpPr txBox="1"/>
          <p:nvPr/>
        </p:nvSpPr>
        <p:spPr>
          <a:xfrm>
            <a:off x="6654802" y="1402877"/>
            <a:ext cx="570089" cy="230832"/>
          </a:xfrm>
          <a:prstGeom prst="rect">
            <a:avLst/>
          </a:prstGeom>
          <a:noFill/>
        </p:spPr>
        <p:txBody>
          <a:bodyPr wrap="square" rtlCol="0">
            <a:spAutoFit/>
          </a:bodyPr>
          <a:lstStyle/>
          <a:p>
            <a:pPr algn="ctr"/>
            <a:r>
              <a:rPr lang="en-US" sz="900" dirty="0"/>
              <a:t>37</a:t>
            </a:r>
          </a:p>
        </p:txBody>
      </p:sp>
      <p:sp>
        <p:nvSpPr>
          <p:cNvPr id="13" name="TextBox 12">
            <a:extLst>
              <a:ext uri="{FF2B5EF4-FFF2-40B4-BE49-F238E27FC236}">
                <a16:creationId xmlns:a16="http://schemas.microsoft.com/office/drawing/2014/main" id="{4CED6476-E9DE-38BE-61D5-9CCB15475C7B}"/>
              </a:ext>
            </a:extLst>
          </p:cNvPr>
          <p:cNvSpPr txBox="1"/>
          <p:nvPr/>
        </p:nvSpPr>
        <p:spPr>
          <a:xfrm>
            <a:off x="5650090" y="1903821"/>
            <a:ext cx="570089" cy="230832"/>
          </a:xfrm>
          <a:prstGeom prst="rect">
            <a:avLst/>
          </a:prstGeom>
          <a:noFill/>
        </p:spPr>
        <p:txBody>
          <a:bodyPr wrap="square" rtlCol="0">
            <a:spAutoFit/>
          </a:bodyPr>
          <a:lstStyle/>
          <a:p>
            <a:pPr algn="ctr"/>
            <a:r>
              <a:rPr lang="en-US" sz="900" dirty="0"/>
              <a:t>28</a:t>
            </a:r>
          </a:p>
        </p:txBody>
      </p:sp>
      <p:sp>
        <p:nvSpPr>
          <p:cNvPr id="14" name="TextBox 13">
            <a:extLst>
              <a:ext uri="{FF2B5EF4-FFF2-40B4-BE49-F238E27FC236}">
                <a16:creationId xmlns:a16="http://schemas.microsoft.com/office/drawing/2014/main" id="{B1D376A3-C217-6AF0-8BA7-52158B3F215F}"/>
              </a:ext>
            </a:extLst>
          </p:cNvPr>
          <p:cNvSpPr txBox="1"/>
          <p:nvPr/>
        </p:nvSpPr>
        <p:spPr>
          <a:xfrm>
            <a:off x="6152446" y="1903821"/>
            <a:ext cx="570089" cy="230832"/>
          </a:xfrm>
          <a:prstGeom prst="rect">
            <a:avLst/>
          </a:prstGeom>
          <a:noFill/>
        </p:spPr>
        <p:txBody>
          <a:bodyPr wrap="square" rtlCol="0">
            <a:spAutoFit/>
          </a:bodyPr>
          <a:lstStyle/>
          <a:p>
            <a:pPr algn="ctr"/>
            <a:r>
              <a:rPr lang="en-US" sz="900" dirty="0"/>
              <a:t>15</a:t>
            </a:r>
          </a:p>
        </p:txBody>
      </p:sp>
      <p:sp>
        <p:nvSpPr>
          <p:cNvPr id="15" name="TextBox 14">
            <a:extLst>
              <a:ext uri="{FF2B5EF4-FFF2-40B4-BE49-F238E27FC236}">
                <a16:creationId xmlns:a16="http://schemas.microsoft.com/office/drawing/2014/main" id="{9951BFDA-AF31-8A82-9508-A429298DC824}"/>
              </a:ext>
            </a:extLst>
          </p:cNvPr>
          <p:cNvSpPr txBox="1"/>
          <p:nvPr/>
        </p:nvSpPr>
        <p:spPr>
          <a:xfrm>
            <a:off x="6654802" y="1903821"/>
            <a:ext cx="570089" cy="230832"/>
          </a:xfrm>
          <a:prstGeom prst="rect">
            <a:avLst/>
          </a:prstGeom>
          <a:noFill/>
        </p:spPr>
        <p:txBody>
          <a:bodyPr wrap="square" rtlCol="0">
            <a:spAutoFit/>
          </a:bodyPr>
          <a:lstStyle/>
          <a:p>
            <a:pPr algn="ctr"/>
            <a:r>
              <a:rPr lang="en-US" sz="900" dirty="0"/>
              <a:t>46</a:t>
            </a:r>
          </a:p>
        </p:txBody>
      </p:sp>
      <p:sp>
        <p:nvSpPr>
          <p:cNvPr id="16" name="TextBox 15">
            <a:extLst>
              <a:ext uri="{FF2B5EF4-FFF2-40B4-BE49-F238E27FC236}">
                <a16:creationId xmlns:a16="http://schemas.microsoft.com/office/drawing/2014/main" id="{A90CDFA4-A9A9-D2EF-CC24-06744914B4E4}"/>
              </a:ext>
            </a:extLst>
          </p:cNvPr>
          <p:cNvSpPr txBox="1"/>
          <p:nvPr/>
        </p:nvSpPr>
        <p:spPr>
          <a:xfrm>
            <a:off x="4645378" y="2404765"/>
            <a:ext cx="570089" cy="230832"/>
          </a:xfrm>
          <a:prstGeom prst="rect">
            <a:avLst/>
          </a:prstGeom>
          <a:noFill/>
        </p:spPr>
        <p:txBody>
          <a:bodyPr wrap="square" rtlCol="0">
            <a:spAutoFit/>
          </a:bodyPr>
          <a:lstStyle/>
          <a:p>
            <a:pPr algn="ctr"/>
            <a:r>
              <a:rPr lang="en-US" sz="900" dirty="0"/>
              <a:t>347</a:t>
            </a:r>
          </a:p>
        </p:txBody>
      </p:sp>
      <p:sp>
        <p:nvSpPr>
          <p:cNvPr id="17" name="TextBox 16">
            <a:extLst>
              <a:ext uri="{FF2B5EF4-FFF2-40B4-BE49-F238E27FC236}">
                <a16:creationId xmlns:a16="http://schemas.microsoft.com/office/drawing/2014/main" id="{9A277F55-4E1C-C9C6-7BD7-DBE653A20DE4}"/>
              </a:ext>
            </a:extLst>
          </p:cNvPr>
          <p:cNvSpPr txBox="1"/>
          <p:nvPr/>
        </p:nvSpPr>
        <p:spPr>
          <a:xfrm>
            <a:off x="5147734" y="2404765"/>
            <a:ext cx="570089" cy="230832"/>
          </a:xfrm>
          <a:prstGeom prst="rect">
            <a:avLst/>
          </a:prstGeom>
          <a:noFill/>
        </p:spPr>
        <p:txBody>
          <a:bodyPr wrap="square" rtlCol="0">
            <a:spAutoFit/>
          </a:bodyPr>
          <a:lstStyle/>
          <a:p>
            <a:pPr algn="ctr"/>
            <a:r>
              <a:rPr lang="en-US" sz="900" dirty="0"/>
              <a:t>432</a:t>
            </a:r>
          </a:p>
        </p:txBody>
      </p:sp>
      <p:sp>
        <p:nvSpPr>
          <p:cNvPr id="18" name="TextBox 17">
            <a:extLst>
              <a:ext uri="{FF2B5EF4-FFF2-40B4-BE49-F238E27FC236}">
                <a16:creationId xmlns:a16="http://schemas.microsoft.com/office/drawing/2014/main" id="{C9199964-AD76-2E3B-6049-8BAE65E35B4F}"/>
              </a:ext>
            </a:extLst>
          </p:cNvPr>
          <p:cNvSpPr txBox="1"/>
          <p:nvPr/>
        </p:nvSpPr>
        <p:spPr>
          <a:xfrm>
            <a:off x="6152446" y="2404765"/>
            <a:ext cx="570089" cy="230832"/>
          </a:xfrm>
          <a:prstGeom prst="rect">
            <a:avLst/>
          </a:prstGeom>
          <a:noFill/>
        </p:spPr>
        <p:txBody>
          <a:bodyPr wrap="square" rtlCol="0">
            <a:spAutoFit/>
          </a:bodyPr>
          <a:lstStyle/>
          <a:p>
            <a:pPr algn="ctr"/>
            <a:r>
              <a:rPr lang="en-US" sz="900" dirty="0"/>
              <a:t>224</a:t>
            </a:r>
          </a:p>
        </p:txBody>
      </p:sp>
      <p:sp>
        <p:nvSpPr>
          <p:cNvPr id="19" name="TextBox 18">
            <a:extLst>
              <a:ext uri="{FF2B5EF4-FFF2-40B4-BE49-F238E27FC236}">
                <a16:creationId xmlns:a16="http://schemas.microsoft.com/office/drawing/2014/main" id="{802B709F-FDA7-277D-5E87-38A3245C5D24}"/>
              </a:ext>
            </a:extLst>
          </p:cNvPr>
          <p:cNvSpPr txBox="1"/>
          <p:nvPr/>
        </p:nvSpPr>
        <p:spPr>
          <a:xfrm>
            <a:off x="3640666" y="2905709"/>
            <a:ext cx="570089" cy="230832"/>
          </a:xfrm>
          <a:prstGeom prst="rect">
            <a:avLst/>
          </a:prstGeom>
          <a:noFill/>
        </p:spPr>
        <p:txBody>
          <a:bodyPr wrap="square" rtlCol="0">
            <a:spAutoFit/>
          </a:bodyPr>
          <a:lstStyle/>
          <a:p>
            <a:pPr algn="ctr"/>
            <a:r>
              <a:rPr lang="en-US" sz="900" dirty="0"/>
              <a:t>932</a:t>
            </a:r>
          </a:p>
        </p:txBody>
      </p:sp>
      <p:sp>
        <p:nvSpPr>
          <p:cNvPr id="21" name="TextBox 20">
            <a:extLst>
              <a:ext uri="{FF2B5EF4-FFF2-40B4-BE49-F238E27FC236}">
                <a16:creationId xmlns:a16="http://schemas.microsoft.com/office/drawing/2014/main" id="{6F646F6B-5E0D-BA82-E5E7-7F5521F0E08A}"/>
              </a:ext>
            </a:extLst>
          </p:cNvPr>
          <p:cNvSpPr txBox="1"/>
          <p:nvPr/>
        </p:nvSpPr>
        <p:spPr>
          <a:xfrm>
            <a:off x="3138310" y="2905709"/>
            <a:ext cx="570089" cy="230832"/>
          </a:xfrm>
          <a:prstGeom prst="rect">
            <a:avLst/>
          </a:prstGeom>
          <a:noFill/>
        </p:spPr>
        <p:txBody>
          <a:bodyPr wrap="square" rtlCol="0">
            <a:spAutoFit/>
          </a:bodyPr>
          <a:lstStyle/>
          <a:p>
            <a:pPr algn="ctr"/>
            <a:r>
              <a:rPr lang="en-US" sz="900" dirty="0"/>
              <a:t>269</a:t>
            </a:r>
          </a:p>
        </p:txBody>
      </p:sp>
      <p:sp>
        <p:nvSpPr>
          <p:cNvPr id="25" name="TextBox 24">
            <a:extLst>
              <a:ext uri="{FF2B5EF4-FFF2-40B4-BE49-F238E27FC236}">
                <a16:creationId xmlns:a16="http://schemas.microsoft.com/office/drawing/2014/main" id="{A680019C-FCF5-59E1-4145-B599C6DBD369}"/>
              </a:ext>
            </a:extLst>
          </p:cNvPr>
          <p:cNvSpPr txBox="1"/>
          <p:nvPr/>
        </p:nvSpPr>
        <p:spPr>
          <a:xfrm>
            <a:off x="4143022" y="3907597"/>
            <a:ext cx="570089" cy="230832"/>
          </a:xfrm>
          <a:prstGeom prst="rect">
            <a:avLst/>
          </a:prstGeom>
          <a:noFill/>
        </p:spPr>
        <p:txBody>
          <a:bodyPr wrap="square" rtlCol="0">
            <a:spAutoFit/>
          </a:bodyPr>
          <a:lstStyle/>
          <a:p>
            <a:pPr algn="ctr"/>
            <a:r>
              <a:rPr lang="en-US" sz="900" dirty="0"/>
              <a:t>378</a:t>
            </a:r>
          </a:p>
        </p:txBody>
      </p:sp>
      <p:sp>
        <p:nvSpPr>
          <p:cNvPr id="26" name="TextBox 25">
            <a:extLst>
              <a:ext uri="{FF2B5EF4-FFF2-40B4-BE49-F238E27FC236}">
                <a16:creationId xmlns:a16="http://schemas.microsoft.com/office/drawing/2014/main" id="{4EA3EBD2-7AAF-359F-2F7B-3CBC9AD5F95C}"/>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7CA31277-703A-BB97-5CA6-F1AEECFA3512}"/>
              </a:ext>
            </a:extLst>
          </p:cNvPr>
          <p:cNvSpPr txBox="1"/>
          <p:nvPr/>
        </p:nvSpPr>
        <p:spPr>
          <a:xfrm>
            <a:off x="5147734" y="3907597"/>
            <a:ext cx="570089" cy="230832"/>
          </a:xfrm>
          <a:prstGeom prst="rect">
            <a:avLst/>
          </a:prstGeom>
          <a:noFill/>
        </p:spPr>
        <p:txBody>
          <a:bodyPr wrap="square" rtlCol="0">
            <a:spAutoFit/>
          </a:bodyPr>
          <a:lstStyle/>
          <a:p>
            <a:pPr algn="ctr"/>
            <a:r>
              <a:rPr lang="en-US" sz="900" dirty="0"/>
              <a:t>282</a:t>
            </a:r>
          </a:p>
        </p:txBody>
      </p:sp>
      <p:sp>
        <p:nvSpPr>
          <p:cNvPr id="28" name="TextBox 27">
            <a:extLst>
              <a:ext uri="{FF2B5EF4-FFF2-40B4-BE49-F238E27FC236}">
                <a16:creationId xmlns:a16="http://schemas.microsoft.com/office/drawing/2014/main" id="{24E7D274-E7CC-3A74-5317-8C1BCF091EEB}"/>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795A9021-808B-BE1E-3F35-0B50D60A281D}"/>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FE5ECC11-AE48-59DF-DBD4-5DEB4C96BAB7}"/>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E26E0711-461E-BF2D-DFD3-A37DC3FE9403}"/>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C9F00E85-0204-6BC1-D5E5-704896896341}"/>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9EFCFC07-BFDF-88A5-4FD9-5ECB7CCBB02B}"/>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0DAD1C0B-36B5-76AC-0F0A-030AD08C58B9}"/>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BE6D97EB-D710-D767-4887-82560EDA7327}"/>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348BAA9C-DF7D-E979-4877-33896DBE2DF8}"/>
              </a:ext>
            </a:extLst>
          </p:cNvPr>
          <p:cNvSpPr txBox="1"/>
          <p:nvPr/>
        </p:nvSpPr>
        <p:spPr>
          <a:xfrm>
            <a:off x="3640666" y="3406653"/>
            <a:ext cx="570089" cy="230832"/>
          </a:xfrm>
          <a:prstGeom prst="rect">
            <a:avLst/>
          </a:prstGeom>
          <a:noFill/>
        </p:spPr>
        <p:txBody>
          <a:bodyPr wrap="square" rtlCol="0">
            <a:spAutoFit/>
          </a:bodyPr>
          <a:lstStyle/>
          <a:p>
            <a:pPr algn="ctr"/>
            <a:r>
              <a:rPr lang="en-US" sz="900" dirty="0"/>
              <a:t>279</a:t>
            </a:r>
          </a:p>
        </p:txBody>
      </p:sp>
      <p:sp>
        <p:nvSpPr>
          <p:cNvPr id="23" name="TextBox 22">
            <a:extLst>
              <a:ext uri="{FF2B5EF4-FFF2-40B4-BE49-F238E27FC236}">
                <a16:creationId xmlns:a16="http://schemas.microsoft.com/office/drawing/2014/main" id="{BB19E305-6E74-0E41-EB4A-F33D4EA0E95B}"/>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ADF98F6D-E22D-F093-6DB4-F18633729C46}"/>
              </a:ext>
            </a:extLst>
          </p:cNvPr>
          <p:cNvSpPr txBox="1"/>
          <p:nvPr/>
        </p:nvSpPr>
        <p:spPr>
          <a:xfrm>
            <a:off x="4645378" y="3406653"/>
            <a:ext cx="570089" cy="230832"/>
          </a:xfrm>
          <a:prstGeom prst="rect">
            <a:avLst/>
          </a:prstGeom>
          <a:noFill/>
        </p:spPr>
        <p:txBody>
          <a:bodyPr wrap="square" rtlCol="0">
            <a:spAutoFit/>
          </a:bodyPr>
          <a:lstStyle/>
          <a:p>
            <a:pPr algn="ctr"/>
            <a:r>
              <a:rPr lang="en-US" sz="900" dirty="0"/>
              <a:t>2579</a:t>
            </a:r>
          </a:p>
        </p:txBody>
      </p:sp>
      <p:sp>
        <p:nvSpPr>
          <p:cNvPr id="34" name="TextBox 33">
            <a:extLst>
              <a:ext uri="{FF2B5EF4-FFF2-40B4-BE49-F238E27FC236}">
                <a16:creationId xmlns:a16="http://schemas.microsoft.com/office/drawing/2014/main" id="{82B5198F-CD11-58F9-7D29-A06C85377347}"/>
              </a:ext>
            </a:extLst>
          </p:cNvPr>
          <p:cNvSpPr txBox="1"/>
          <p:nvPr/>
        </p:nvSpPr>
        <p:spPr>
          <a:xfrm>
            <a:off x="5147734" y="3406653"/>
            <a:ext cx="570089" cy="230832"/>
          </a:xfrm>
          <a:prstGeom prst="rect">
            <a:avLst/>
          </a:prstGeom>
          <a:noFill/>
        </p:spPr>
        <p:txBody>
          <a:bodyPr wrap="square" rtlCol="0">
            <a:spAutoFit/>
          </a:bodyPr>
          <a:lstStyle/>
          <a:p>
            <a:pPr algn="ctr"/>
            <a:r>
              <a:rPr lang="en-US" sz="900" dirty="0"/>
              <a:t>259</a:t>
            </a:r>
          </a:p>
        </p:txBody>
      </p:sp>
      <p:sp>
        <p:nvSpPr>
          <p:cNvPr id="35" name="TextBox 34">
            <a:extLst>
              <a:ext uri="{FF2B5EF4-FFF2-40B4-BE49-F238E27FC236}">
                <a16:creationId xmlns:a16="http://schemas.microsoft.com/office/drawing/2014/main" id="{EF6B07A4-2531-6DED-3FD7-3E6954AC1894}"/>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2479</a:t>
            </a:r>
          </a:p>
        </p:txBody>
      </p:sp>
      <p:sp>
        <p:nvSpPr>
          <p:cNvPr id="36" name="TextBox 35">
            <a:extLst>
              <a:ext uri="{FF2B5EF4-FFF2-40B4-BE49-F238E27FC236}">
                <a16:creationId xmlns:a16="http://schemas.microsoft.com/office/drawing/2014/main" id="{F7F4DDFE-6E60-EC8C-D767-674D85C62749}"/>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37" name="TextBox 36">
            <a:extLst>
              <a:ext uri="{FF2B5EF4-FFF2-40B4-BE49-F238E27FC236}">
                <a16:creationId xmlns:a16="http://schemas.microsoft.com/office/drawing/2014/main" id="{E34712E8-3DA4-1F13-18DD-FC3559BB0EAE}"/>
              </a:ext>
            </a:extLst>
          </p:cNvPr>
          <p:cNvSpPr txBox="1"/>
          <p:nvPr/>
        </p:nvSpPr>
        <p:spPr>
          <a:xfrm>
            <a:off x="7157158" y="2404765"/>
            <a:ext cx="570089" cy="230832"/>
          </a:xfrm>
          <a:prstGeom prst="rect">
            <a:avLst/>
          </a:prstGeom>
          <a:noFill/>
        </p:spPr>
        <p:txBody>
          <a:bodyPr wrap="square" rtlCol="0">
            <a:spAutoFit/>
          </a:bodyPr>
          <a:lstStyle/>
          <a:p>
            <a:pPr algn="ctr"/>
            <a:r>
              <a:rPr lang="en-US" sz="900" dirty="0"/>
              <a:t>679</a:t>
            </a:r>
          </a:p>
        </p:txBody>
      </p:sp>
      <p:sp>
        <p:nvSpPr>
          <p:cNvPr id="38" name="TextBox 37">
            <a:extLst>
              <a:ext uri="{FF2B5EF4-FFF2-40B4-BE49-F238E27FC236}">
                <a16:creationId xmlns:a16="http://schemas.microsoft.com/office/drawing/2014/main" id="{03F8F998-0B1A-D071-99C3-C06CB7F5A32E}"/>
              </a:ext>
            </a:extLst>
          </p:cNvPr>
          <p:cNvSpPr txBox="1"/>
          <p:nvPr/>
        </p:nvSpPr>
        <p:spPr>
          <a:xfrm>
            <a:off x="6152446" y="2905709"/>
            <a:ext cx="570089" cy="230832"/>
          </a:xfrm>
          <a:prstGeom prst="rect">
            <a:avLst/>
          </a:prstGeom>
          <a:noFill/>
        </p:spPr>
        <p:txBody>
          <a:bodyPr wrap="square" rtlCol="0">
            <a:spAutoFit/>
          </a:bodyPr>
          <a:lstStyle/>
          <a:p>
            <a:pPr algn="ctr"/>
            <a:r>
              <a:rPr lang="en-US" sz="900" dirty="0"/>
              <a:t>245679</a:t>
            </a:r>
          </a:p>
        </p:txBody>
      </p:sp>
      <p:sp>
        <p:nvSpPr>
          <p:cNvPr id="39" name="TextBox 38">
            <a:extLst>
              <a:ext uri="{FF2B5EF4-FFF2-40B4-BE49-F238E27FC236}">
                <a16:creationId xmlns:a16="http://schemas.microsoft.com/office/drawing/2014/main" id="{259C6ADD-4098-7911-91FB-AA48BB4C81CC}"/>
              </a:ext>
            </a:extLst>
          </p:cNvPr>
          <p:cNvSpPr txBox="1"/>
          <p:nvPr/>
        </p:nvSpPr>
        <p:spPr>
          <a:xfrm>
            <a:off x="6654802" y="2905709"/>
            <a:ext cx="570089" cy="230832"/>
          </a:xfrm>
          <a:prstGeom prst="rect">
            <a:avLst/>
          </a:prstGeom>
          <a:noFill/>
        </p:spPr>
        <p:txBody>
          <a:bodyPr wrap="square" rtlCol="0">
            <a:spAutoFit/>
          </a:bodyPr>
          <a:lstStyle/>
          <a:p>
            <a:pPr algn="ctr"/>
            <a:r>
              <a:rPr lang="en-US" sz="900" dirty="0"/>
              <a:t>24567</a:t>
            </a:r>
          </a:p>
        </p:txBody>
      </p:sp>
      <p:sp>
        <p:nvSpPr>
          <p:cNvPr id="40" name="TextBox 39">
            <a:extLst>
              <a:ext uri="{FF2B5EF4-FFF2-40B4-BE49-F238E27FC236}">
                <a16:creationId xmlns:a16="http://schemas.microsoft.com/office/drawing/2014/main" id="{7EF15915-E8AB-8146-7E9A-6778F85D237E}"/>
              </a:ext>
            </a:extLst>
          </p:cNvPr>
          <p:cNvSpPr txBox="1"/>
          <p:nvPr/>
        </p:nvSpPr>
        <p:spPr>
          <a:xfrm>
            <a:off x="7157158" y="2905709"/>
            <a:ext cx="570089" cy="230832"/>
          </a:xfrm>
          <a:prstGeom prst="rect">
            <a:avLst/>
          </a:prstGeom>
          <a:noFill/>
        </p:spPr>
        <p:txBody>
          <a:bodyPr wrap="square" rtlCol="0">
            <a:spAutoFit/>
          </a:bodyPr>
          <a:lstStyle/>
          <a:p>
            <a:pPr algn="ctr"/>
            <a:r>
              <a:rPr lang="en-US" sz="900" dirty="0"/>
              <a:t>45679</a:t>
            </a:r>
          </a:p>
        </p:txBody>
      </p:sp>
      <p:sp>
        <p:nvSpPr>
          <p:cNvPr id="41" name="TextBox 40">
            <a:extLst>
              <a:ext uri="{FF2B5EF4-FFF2-40B4-BE49-F238E27FC236}">
                <a16:creationId xmlns:a16="http://schemas.microsoft.com/office/drawing/2014/main" id="{58C06C3A-FC4F-9359-5DDA-CB807260EB3E}"/>
              </a:ext>
            </a:extLst>
          </p:cNvPr>
          <p:cNvSpPr txBox="1"/>
          <p:nvPr/>
        </p:nvSpPr>
        <p:spPr>
          <a:xfrm>
            <a:off x="4143022" y="2404765"/>
            <a:ext cx="570089" cy="230832"/>
          </a:xfrm>
          <a:prstGeom prst="rect">
            <a:avLst/>
          </a:prstGeom>
          <a:noFill/>
        </p:spPr>
        <p:txBody>
          <a:bodyPr wrap="square" rtlCol="0">
            <a:spAutoFit/>
          </a:bodyPr>
          <a:lstStyle/>
          <a:p>
            <a:pPr algn="ctr"/>
            <a:r>
              <a:rPr lang="en-US" sz="900" dirty="0"/>
              <a:t>3678</a:t>
            </a:r>
          </a:p>
        </p:txBody>
      </p:sp>
      <p:sp>
        <p:nvSpPr>
          <p:cNvPr id="42" name="TextBox 41">
            <a:extLst>
              <a:ext uri="{FF2B5EF4-FFF2-40B4-BE49-F238E27FC236}">
                <a16:creationId xmlns:a16="http://schemas.microsoft.com/office/drawing/2014/main" id="{51845665-04CF-FAAD-75CF-2790C6C75B73}"/>
              </a:ext>
            </a:extLst>
          </p:cNvPr>
          <p:cNvSpPr txBox="1"/>
          <p:nvPr/>
        </p:nvSpPr>
        <p:spPr>
          <a:xfrm>
            <a:off x="3138310" y="2404765"/>
            <a:ext cx="570089" cy="230832"/>
          </a:xfrm>
          <a:prstGeom prst="rect">
            <a:avLst/>
          </a:prstGeom>
          <a:noFill/>
        </p:spPr>
        <p:txBody>
          <a:bodyPr wrap="square" rtlCol="0">
            <a:spAutoFit/>
          </a:bodyPr>
          <a:lstStyle/>
          <a:p>
            <a:pPr algn="ctr"/>
            <a:r>
              <a:rPr lang="en-US" sz="900" dirty="0"/>
              <a:t>36789</a:t>
            </a:r>
          </a:p>
        </p:txBody>
      </p:sp>
      <p:sp>
        <p:nvSpPr>
          <p:cNvPr id="43" name="TextBox 42">
            <a:extLst>
              <a:ext uri="{FF2B5EF4-FFF2-40B4-BE49-F238E27FC236}">
                <a16:creationId xmlns:a16="http://schemas.microsoft.com/office/drawing/2014/main" id="{806D4FB8-8FF4-9051-20DC-E7C7794B97E2}"/>
              </a:ext>
            </a:extLst>
          </p:cNvPr>
          <p:cNvSpPr txBox="1"/>
          <p:nvPr/>
        </p:nvSpPr>
        <p:spPr>
          <a:xfrm>
            <a:off x="5147734" y="2905709"/>
            <a:ext cx="570089" cy="230832"/>
          </a:xfrm>
          <a:prstGeom prst="rect">
            <a:avLst/>
          </a:prstGeom>
          <a:noFill/>
        </p:spPr>
        <p:txBody>
          <a:bodyPr wrap="square" rtlCol="0">
            <a:spAutoFit/>
          </a:bodyPr>
          <a:lstStyle/>
          <a:p>
            <a:pPr algn="ctr"/>
            <a:r>
              <a:rPr lang="en-US" sz="900" dirty="0"/>
              <a:t>23459</a:t>
            </a:r>
          </a:p>
        </p:txBody>
      </p:sp>
      <p:sp>
        <p:nvSpPr>
          <p:cNvPr id="44" name="TextBox 43">
            <a:extLst>
              <a:ext uri="{FF2B5EF4-FFF2-40B4-BE49-F238E27FC236}">
                <a16:creationId xmlns:a16="http://schemas.microsoft.com/office/drawing/2014/main" id="{58A1CC0A-ECCE-4D17-974C-FAC08F6AD1B0}"/>
              </a:ext>
            </a:extLst>
          </p:cNvPr>
          <p:cNvSpPr txBox="1"/>
          <p:nvPr/>
        </p:nvSpPr>
        <p:spPr>
          <a:xfrm>
            <a:off x="5650090" y="2905709"/>
            <a:ext cx="570089" cy="230832"/>
          </a:xfrm>
          <a:prstGeom prst="rect">
            <a:avLst/>
          </a:prstGeom>
          <a:noFill/>
        </p:spPr>
        <p:txBody>
          <a:bodyPr wrap="square" rtlCol="0">
            <a:spAutoFit/>
          </a:bodyPr>
          <a:lstStyle/>
          <a:p>
            <a:pPr algn="ctr"/>
            <a:r>
              <a:rPr lang="en-US" sz="900" dirty="0"/>
              <a:t>234579</a:t>
            </a:r>
          </a:p>
        </p:txBody>
      </p:sp>
      <p:sp>
        <p:nvSpPr>
          <p:cNvPr id="45" name="TextBox 44">
            <a:extLst>
              <a:ext uri="{FF2B5EF4-FFF2-40B4-BE49-F238E27FC236}">
                <a16:creationId xmlns:a16="http://schemas.microsoft.com/office/drawing/2014/main" id="{0CA6B204-3682-0CB7-D0BF-A82557A5DE62}"/>
              </a:ext>
            </a:extLst>
          </p:cNvPr>
          <p:cNvSpPr txBox="1"/>
          <p:nvPr/>
        </p:nvSpPr>
        <p:spPr>
          <a:xfrm>
            <a:off x="5147734" y="901933"/>
            <a:ext cx="570089" cy="230832"/>
          </a:xfrm>
          <a:prstGeom prst="rect">
            <a:avLst/>
          </a:prstGeom>
          <a:noFill/>
        </p:spPr>
        <p:txBody>
          <a:bodyPr wrap="square" rtlCol="0">
            <a:spAutoFit/>
          </a:bodyPr>
          <a:lstStyle/>
          <a:p>
            <a:pPr algn="ctr"/>
            <a:r>
              <a:rPr lang="en-US" sz="900" dirty="0"/>
              <a:t>14568</a:t>
            </a:r>
          </a:p>
        </p:txBody>
      </p:sp>
      <p:sp>
        <p:nvSpPr>
          <p:cNvPr id="46" name="TextBox 45">
            <a:extLst>
              <a:ext uri="{FF2B5EF4-FFF2-40B4-BE49-F238E27FC236}">
                <a16:creationId xmlns:a16="http://schemas.microsoft.com/office/drawing/2014/main" id="{26F43076-474B-3050-55BF-526F8C3FBB90}"/>
              </a:ext>
            </a:extLst>
          </p:cNvPr>
          <p:cNvSpPr txBox="1"/>
          <p:nvPr/>
        </p:nvSpPr>
        <p:spPr>
          <a:xfrm>
            <a:off x="5650090" y="901933"/>
            <a:ext cx="570089" cy="230832"/>
          </a:xfrm>
          <a:prstGeom prst="rect">
            <a:avLst/>
          </a:prstGeom>
          <a:noFill/>
        </p:spPr>
        <p:txBody>
          <a:bodyPr wrap="square" rtlCol="0">
            <a:spAutoFit/>
          </a:bodyPr>
          <a:lstStyle/>
          <a:p>
            <a:pPr algn="ctr"/>
            <a:r>
              <a:rPr lang="en-US" sz="900" dirty="0"/>
              <a:t>458</a:t>
            </a:r>
          </a:p>
        </p:txBody>
      </p:sp>
      <p:sp>
        <p:nvSpPr>
          <p:cNvPr id="47" name="TextBox 46">
            <a:extLst>
              <a:ext uri="{FF2B5EF4-FFF2-40B4-BE49-F238E27FC236}">
                <a16:creationId xmlns:a16="http://schemas.microsoft.com/office/drawing/2014/main" id="{E603EDBE-CFE9-DB48-58C4-CE548369127D}"/>
              </a:ext>
            </a:extLst>
          </p:cNvPr>
          <p:cNvSpPr txBox="1"/>
          <p:nvPr/>
        </p:nvSpPr>
        <p:spPr>
          <a:xfrm>
            <a:off x="6152446" y="901933"/>
            <a:ext cx="570089" cy="230832"/>
          </a:xfrm>
          <a:prstGeom prst="rect">
            <a:avLst/>
          </a:prstGeom>
          <a:noFill/>
        </p:spPr>
        <p:txBody>
          <a:bodyPr wrap="square" rtlCol="0">
            <a:spAutoFit/>
          </a:bodyPr>
          <a:lstStyle/>
          <a:p>
            <a:pPr algn="ctr"/>
            <a:r>
              <a:rPr lang="en-US" sz="900" dirty="0"/>
              <a:t>14567</a:t>
            </a:r>
          </a:p>
        </p:txBody>
      </p:sp>
      <p:sp>
        <p:nvSpPr>
          <p:cNvPr id="48" name="TextBox 47">
            <a:extLst>
              <a:ext uri="{FF2B5EF4-FFF2-40B4-BE49-F238E27FC236}">
                <a16:creationId xmlns:a16="http://schemas.microsoft.com/office/drawing/2014/main" id="{77003900-4479-4DE1-FF10-748962BAE77A}"/>
              </a:ext>
            </a:extLst>
          </p:cNvPr>
          <p:cNvSpPr txBox="1"/>
          <p:nvPr/>
        </p:nvSpPr>
        <p:spPr>
          <a:xfrm>
            <a:off x="7157158" y="901933"/>
            <a:ext cx="570089" cy="230832"/>
          </a:xfrm>
          <a:prstGeom prst="rect">
            <a:avLst/>
          </a:prstGeom>
          <a:noFill/>
        </p:spPr>
        <p:txBody>
          <a:bodyPr wrap="square" rtlCol="0">
            <a:spAutoFit/>
          </a:bodyPr>
          <a:lstStyle/>
          <a:p>
            <a:pPr algn="ctr"/>
            <a:r>
              <a:rPr lang="en-US" sz="900" dirty="0"/>
              <a:t>14567</a:t>
            </a:r>
          </a:p>
        </p:txBody>
      </p:sp>
      <p:sp>
        <p:nvSpPr>
          <p:cNvPr id="49" name="TextBox 48">
            <a:extLst>
              <a:ext uri="{FF2B5EF4-FFF2-40B4-BE49-F238E27FC236}">
                <a16:creationId xmlns:a16="http://schemas.microsoft.com/office/drawing/2014/main" id="{753A8C19-D5BA-AB45-44BD-BB46A442F04B}"/>
              </a:ext>
            </a:extLst>
          </p:cNvPr>
          <p:cNvSpPr txBox="1"/>
          <p:nvPr/>
        </p:nvSpPr>
        <p:spPr>
          <a:xfrm>
            <a:off x="7157158" y="1903821"/>
            <a:ext cx="570089" cy="230832"/>
          </a:xfrm>
          <a:prstGeom prst="rect">
            <a:avLst/>
          </a:prstGeom>
          <a:noFill/>
        </p:spPr>
        <p:txBody>
          <a:bodyPr wrap="square" rtlCol="0">
            <a:spAutoFit/>
          </a:bodyPr>
          <a:lstStyle/>
          <a:p>
            <a:pPr algn="ctr"/>
            <a:r>
              <a:rPr lang="en-US" sz="900" dirty="0"/>
              <a:t>13456</a:t>
            </a:r>
          </a:p>
        </p:txBody>
      </p:sp>
      <p:sp>
        <p:nvSpPr>
          <p:cNvPr id="50" name="TextBox 49">
            <a:extLst>
              <a:ext uri="{FF2B5EF4-FFF2-40B4-BE49-F238E27FC236}">
                <a16:creationId xmlns:a16="http://schemas.microsoft.com/office/drawing/2014/main" id="{D6A35FEB-58EE-B224-AE77-832DFF3580C6}"/>
              </a:ext>
            </a:extLst>
          </p:cNvPr>
          <p:cNvSpPr txBox="1"/>
          <p:nvPr/>
        </p:nvSpPr>
        <p:spPr>
          <a:xfrm>
            <a:off x="3640666" y="1402877"/>
            <a:ext cx="570089" cy="230832"/>
          </a:xfrm>
          <a:prstGeom prst="rect">
            <a:avLst/>
          </a:prstGeom>
          <a:noFill/>
        </p:spPr>
        <p:txBody>
          <a:bodyPr wrap="square" rtlCol="0">
            <a:spAutoFit/>
          </a:bodyPr>
          <a:lstStyle/>
          <a:p>
            <a:pPr algn="ctr"/>
            <a:r>
              <a:rPr lang="en-US" sz="900" dirty="0"/>
              <a:t>179</a:t>
            </a:r>
          </a:p>
        </p:txBody>
      </p:sp>
      <p:sp>
        <p:nvSpPr>
          <p:cNvPr id="51" name="TextBox 50">
            <a:extLst>
              <a:ext uri="{FF2B5EF4-FFF2-40B4-BE49-F238E27FC236}">
                <a16:creationId xmlns:a16="http://schemas.microsoft.com/office/drawing/2014/main" id="{C72EE1B3-DB1B-6D48-247B-97227D154D87}"/>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4567</a:t>
            </a:r>
          </a:p>
        </p:txBody>
      </p:sp>
      <p:sp>
        <p:nvSpPr>
          <p:cNvPr id="52" name="TextBox 51">
            <a:extLst>
              <a:ext uri="{FF2B5EF4-FFF2-40B4-BE49-F238E27FC236}">
                <a16:creationId xmlns:a16="http://schemas.microsoft.com/office/drawing/2014/main" id="{241D9CA9-281F-B80E-A315-CDA2B599DA4C}"/>
              </a:ext>
            </a:extLst>
          </p:cNvPr>
          <p:cNvSpPr txBox="1"/>
          <p:nvPr/>
        </p:nvSpPr>
        <p:spPr>
          <a:xfrm>
            <a:off x="4645378" y="1402877"/>
            <a:ext cx="570089" cy="230832"/>
          </a:xfrm>
          <a:prstGeom prst="rect">
            <a:avLst/>
          </a:prstGeom>
          <a:noFill/>
        </p:spPr>
        <p:txBody>
          <a:bodyPr wrap="square" rtlCol="0">
            <a:spAutoFit/>
          </a:bodyPr>
          <a:lstStyle/>
          <a:p>
            <a:pPr algn="ctr"/>
            <a:r>
              <a:rPr lang="en-US" sz="900" dirty="0"/>
              <a:t>134569</a:t>
            </a:r>
          </a:p>
        </p:txBody>
      </p:sp>
      <p:sp>
        <p:nvSpPr>
          <p:cNvPr id="53" name="TextBox 52">
            <a:extLst>
              <a:ext uri="{FF2B5EF4-FFF2-40B4-BE49-F238E27FC236}">
                <a16:creationId xmlns:a16="http://schemas.microsoft.com/office/drawing/2014/main" id="{5971FBB2-C7D1-85BC-6608-163D84E3E18E}"/>
              </a:ext>
            </a:extLst>
          </p:cNvPr>
          <p:cNvSpPr txBox="1"/>
          <p:nvPr/>
        </p:nvSpPr>
        <p:spPr>
          <a:xfrm>
            <a:off x="5147734" y="1402877"/>
            <a:ext cx="570089" cy="230832"/>
          </a:xfrm>
          <a:prstGeom prst="rect">
            <a:avLst/>
          </a:prstGeom>
          <a:noFill/>
        </p:spPr>
        <p:txBody>
          <a:bodyPr wrap="square" rtlCol="0">
            <a:spAutoFit/>
          </a:bodyPr>
          <a:lstStyle/>
          <a:p>
            <a:pPr algn="ctr"/>
            <a:r>
              <a:rPr lang="en-US" sz="900" dirty="0"/>
              <a:t>134569</a:t>
            </a:r>
          </a:p>
        </p:txBody>
      </p:sp>
      <p:sp>
        <p:nvSpPr>
          <p:cNvPr id="54" name="TextBox 53">
            <a:extLst>
              <a:ext uri="{FF2B5EF4-FFF2-40B4-BE49-F238E27FC236}">
                <a16:creationId xmlns:a16="http://schemas.microsoft.com/office/drawing/2014/main" id="{DCA99FB9-C495-A801-91F8-093D23686EB7}"/>
              </a:ext>
            </a:extLst>
          </p:cNvPr>
          <p:cNvSpPr txBox="1"/>
          <p:nvPr/>
        </p:nvSpPr>
        <p:spPr>
          <a:xfrm>
            <a:off x="3138310" y="1402877"/>
            <a:ext cx="570089" cy="230832"/>
          </a:xfrm>
          <a:prstGeom prst="rect">
            <a:avLst/>
          </a:prstGeom>
          <a:noFill/>
        </p:spPr>
        <p:txBody>
          <a:bodyPr wrap="square" rtlCol="0">
            <a:spAutoFit/>
          </a:bodyPr>
          <a:lstStyle/>
          <a:p>
            <a:pPr algn="ctr"/>
            <a:r>
              <a:rPr lang="en-US" sz="900" dirty="0"/>
              <a:t>145679</a:t>
            </a:r>
          </a:p>
        </p:txBody>
      </p:sp>
      <p:sp>
        <p:nvSpPr>
          <p:cNvPr id="55" name="TextBox 54">
            <a:extLst>
              <a:ext uri="{FF2B5EF4-FFF2-40B4-BE49-F238E27FC236}">
                <a16:creationId xmlns:a16="http://schemas.microsoft.com/office/drawing/2014/main" id="{6A12EBC9-FE25-FDA5-5E64-86221867123D}"/>
              </a:ext>
            </a:extLst>
          </p:cNvPr>
          <p:cNvSpPr txBox="1"/>
          <p:nvPr/>
        </p:nvSpPr>
        <p:spPr>
          <a:xfrm>
            <a:off x="3640666" y="1903821"/>
            <a:ext cx="570089" cy="230832"/>
          </a:xfrm>
          <a:prstGeom prst="rect">
            <a:avLst/>
          </a:prstGeom>
          <a:noFill/>
        </p:spPr>
        <p:txBody>
          <a:bodyPr wrap="square" rtlCol="0">
            <a:spAutoFit/>
          </a:bodyPr>
          <a:lstStyle/>
          <a:p>
            <a:pPr algn="ctr"/>
            <a:r>
              <a:rPr lang="en-US" sz="900" dirty="0"/>
              <a:t>189</a:t>
            </a:r>
          </a:p>
        </p:txBody>
      </p:sp>
      <p:sp>
        <p:nvSpPr>
          <p:cNvPr id="56" name="TextBox 55">
            <a:extLst>
              <a:ext uri="{FF2B5EF4-FFF2-40B4-BE49-F238E27FC236}">
                <a16:creationId xmlns:a16="http://schemas.microsoft.com/office/drawing/2014/main" id="{CD7CC237-25F7-977D-3C81-8B2D7954C85E}"/>
              </a:ext>
            </a:extLst>
          </p:cNvPr>
          <p:cNvSpPr txBox="1"/>
          <p:nvPr/>
        </p:nvSpPr>
        <p:spPr>
          <a:xfrm>
            <a:off x="4143022" y="1903821"/>
            <a:ext cx="570089" cy="230832"/>
          </a:xfrm>
          <a:prstGeom prst="rect">
            <a:avLst/>
          </a:prstGeom>
          <a:noFill/>
        </p:spPr>
        <p:txBody>
          <a:bodyPr wrap="square" rtlCol="0">
            <a:spAutoFit/>
          </a:bodyPr>
          <a:lstStyle/>
          <a:p>
            <a:pPr algn="ctr"/>
            <a:r>
              <a:rPr lang="en-US" sz="900" dirty="0"/>
              <a:t>4568</a:t>
            </a:r>
          </a:p>
        </p:txBody>
      </p:sp>
      <p:sp>
        <p:nvSpPr>
          <p:cNvPr id="57" name="TextBox 56">
            <a:extLst>
              <a:ext uri="{FF2B5EF4-FFF2-40B4-BE49-F238E27FC236}">
                <a16:creationId xmlns:a16="http://schemas.microsoft.com/office/drawing/2014/main" id="{10D344DB-AC3D-5DCD-BB57-94AE8C779338}"/>
              </a:ext>
            </a:extLst>
          </p:cNvPr>
          <p:cNvSpPr txBox="1"/>
          <p:nvPr/>
        </p:nvSpPr>
        <p:spPr>
          <a:xfrm>
            <a:off x="4645378" y="1903821"/>
            <a:ext cx="570089" cy="369332"/>
          </a:xfrm>
          <a:prstGeom prst="rect">
            <a:avLst/>
          </a:prstGeom>
          <a:noFill/>
        </p:spPr>
        <p:txBody>
          <a:bodyPr wrap="square" rtlCol="0">
            <a:spAutoFit/>
          </a:bodyPr>
          <a:lstStyle/>
          <a:p>
            <a:pPr algn="ctr"/>
            <a:r>
              <a:rPr lang="en-US" sz="900" dirty="0"/>
              <a:t>1234569</a:t>
            </a:r>
          </a:p>
        </p:txBody>
      </p:sp>
      <p:sp>
        <p:nvSpPr>
          <p:cNvPr id="58" name="TextBox 57">
            <a:extLst>
              <a:ext uri="{FF2B5EF4-FFF2-40B4-BE49-F238E27FC236}">
                <a16:creationId xmlns:a16="http://schemas.microsoft.com/office/drawing/2014/main" id="{313BE147-B291-5411-FD6E-442A390F7129}"/>
              </a:ext>
            </a:extLst>
          </p:cNvPr>
          <p:cNvSpPr txBox="1"/>
          <p:nvPr/>
        </p:nvSpPr>
        <p:spPr>
          <a:xfrm>
            <a:off x="3138310" y="1903821"/>
            <a:ext cx="570089" cy="230832"/>
          </a:xfrm>
          <a:prstGeom prst="rect">
            <a:avLst/>
          </a:prstGeom>
          <a:noFill/>
        </p:spPr>
        <p:txBody>
          <a:bodyPr wrap="square" rtlCol="0">
            <a:spAutoFit/>
          </a:bodyPr>
          <a:lstStyle/>
          <a:p>
            <a:pPr algn="ctr"/>
            <a:r>
              <a:rPr lang="en-US" sz="900" dirty="0"/>
              <a:t>145689</a:t>
            </a:r>
          </a:p>
        </p:txBody>
      </p:sp>
      <p:sp>
        <p:nvSpPr>
          <p:cNvPr id="59" name="TextBox 58">
            <a:extLst>
              <a:ext uri="{FF2B5EF4-FFF2-40B4-BE49-F238E27FC236}">
                <a16:creationId xmlns:a16="http://schemas.microsoft.com/office/drawing/2014/main" id="{09E6C662-5B0A-0181-4B85-35495D7D7B12}"/>
              </a:ext>
            </a:extLst>
          </p:cNvPr>
          <p:cNvSpPr txBox="1"/>
          <p:nvPr/>
        </p:nvSpPr>
        <p:spPr>
          <a:xfrm>
            <a:off x="3138310" y="3907597"/>
            <a:ext cx="570089" cy="230832"/>
          </a:xfrm>
          <a:prstGeom prst="rect">
            <a:avLst/>
          </a:prstGeom>
          <a:noFill/>
        </p:spPr>
        <p:txBody>
          <a:bodyPr wrap="square" rtlCol="0">
            <a:spAutoFit/>
          </a:bodyPr>
          <a:lstStyle/>
          <a:p>
            <a:pPr algn="ctr"/>
            <a:r>
              <a:rPr lang="en-US" sz="900" dirty="0"/>
              <a:t>13578</a:t>
            </a:r>
          </a:p>
        </p:txBody>
      </p:sp>
      <p:sp>
        <p:nvSpPr>
          <p:cNvPr id="60" name="TextBox 59">
            <a:extLst>
              <a:ext uri="{FF2B5EF4-FFF2-40B4-BE49-F238E27FC236}">
                <a16:creationId xmlns:a16="http://schemas.microsoft.com/office/drawing/2014/main" id="{E2329144-F8F9-6662-D400-2CCEE298CCEB}"/>
              </a:ext>
            </a:extLst>
          </p:cNvPr>
          <p:cNvSpPr txBox="1"/>
          <p:nvPr/>
        </p:nvSpPr>
        <p:spPr>
          <a:xfrm>
            <a:off x="3640666" y="4408541"/>
            <a:ext cx="570089" cy="230832"/>
          </a:xfrm>
          <a:prstGeom prst="rect">
            <a:avLst/>
          </a:prstGeom>
          <a:noFill/>
        </p:spPr>
        <p:txBody>
          <a:bodyPr wrap="square" rtlCol="0">
            <a:spAutoFit/>
          </a:bodyPr>
          <a:lstStyle/>
          <a:p>
            <a:pPr algn="ctr"/>
            <a:r>
              <a:rPr lang="en-US" sz="900" dirty="0"/>
              <a:t>12378</a:t>
            </a:r>
          </a:p>
        </p:txBody>
      </p:sp>
      <p:sp>
        <p:nvSpPr>
          <p:cNvPr id="61" name="TextBox 60">
            <a:extLst>
              <a:ext uri="{FF2B5EF4-FFF2-40B4-BE49-F238E27FC236}">
                <a16:creationId xmlns:a16="http://schemas.microsoft.com/office/drawing/2014/main" id="{C795DC1D-115C-44A0-8E6C-91966CCE7D46}"/>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123578</a:t>
            </a:r>
          </a:p>
        </p:txBody>
      </p:sp>
      <p:sp>
        <p:nvSpPr>
          <p:cNvPr id="62" name="TextBox 61">
            <a:extLst>
              <a:ext uri="{FF2B5EF4-FFF2-40B4-BE49-F238E27FC236}">
                <a16:creationId xmlns:a16="http://schemas.microsoft.com/office/drawing/2014/main" id="{9005F524-1AE4-CCA5-F7B3-E6736FD74E93}"/>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3578</a:t>
            </a:r>
          </a:p>
        </p:txBody>
      </p:sp>
      <p:sp>
        <p:nvSpPr>
          <p:cNvPr id="63" name="TextBox 62">
            <a:extLst>
              <a:ext uri="{FF2B5EF4-FFF2-40B4-BE49-F238E27FC236}">
                <a16:creationId xmlns:a16="http://schemas.microsoft.com/office/drawing/2014/main" id="{D28BEBAE-A21A-4590-F368-3ED4BAEF872C}"/>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123578</a:t>
            </a:r>
          </a:p>
        </p:txBody>
      </p:sp>
      <p:sp>
        <p:nvSpPr>
          <p:cNvPr id="64" name="TextBox 63">
            <a:extLst>
              <a:ext uri="{FF2B5EF4-FFF2-40B4-BE49-F238E27FC236}">
                <a16:creationId xmlns:a16="http://schemas.microsoft.com/office/drawing/2014/main" id="{DA252FA2-AB49-795A-02A5-46E1A885571C}"/>
              </a:ext>
            </a:extLst>
          </p:cNvPr>
          <p:cNvSpPr txBox="1"/>
          <p:nvPr/>
        </p:nvSpPr>
        <p:spPr>
          <a:xfrm>
            <a:off x="5650090" y="3907597"/>
            <a:ext cx="570089" cy="230832"/>
          </a:xfrm>
          <a:prstGeom prst="rect">
            <a:avLst/>
          </a:prstGeom>
          <a:noFill/>
        </p:spPr>
        <p:txBody>
          <a:bodyPr wrap="square" rtlCol="0">
            <a:spAutoFit/>
          </a:bodyPr>
          <a:lstStyle/>
          <a:p>
            <a:pPr algn="ctr"/>
            <a:r>
              <a:rPr lang="en-US" sz="900" dirty="0"/>
              <a:t>35789</a:t>
            </a:r>
          </a:p>
        </p:txBody>
      </p:sp>
      <p:sp>
        <p:nvSpPr>
          <p:cNvPr id="65" name="TextBox 64">
            <a:extLst>
              <a:ext uri="{FF2B5EF4-FFF2-40B4-BE49-F238E27FC236}">
                <a16:creationId xmlns:a16="http://schemas.microsoft.com/office/drawing/2014/main" id="{98705B7B-88D8-0D25-3D83-035CFA394B4B}"/>
              </a:ext>
            </a:extLst>
          </p:cNvPr>
          <p:cNvSpPr txBox="1"/>
          <p:nvPr/>
        </p:nvSpPr>
        <p:spPr>
          <a:xfrm>
            <a:off x="6152446" y="3907597"/>
            <a:ext cx="570089" cy="230832"/>
          </a:xfrm>
          <a:prstGeom prst="rect">
            <a:avLst/>
          </a:prstGeom>
          <a:noFill/>
        </p:spPr>
        <p:txBody>
          <a:bodyPr wrap="square" rtlCol="0">
            <a:spAutoFit/>
          </a:bodyPr>
          <a:lstStyle/>
          <a:p>
            <a:pPr algn="ctr"/>
            <a:r>
              <a:rPr lang="en-US" sz="900" dirty="0"/>
              <a:t>15679</a:t>
            </a:r>
          </a:p>
        </p:txBody>
      </p:sp>
      <p:sp>
        <p:nvSpPr>
          <p:cNvPr id="66" name="TextBox 65">
            <a:extLst>
              <a:ext uri="{FF2B5EF4-FFF2-40B4-BE49-F238E27FC236}">
                <a16:creationId xmlns:a16="http://schemas.microsoft.com/office/drawing/2014/main" id="{FAD6BD9A-1E93-1E34-AEFE-5004632ED028}"/>
              </a:ext>
            </a:extLst>
          </p:cNvPr>
          <p:cNvSpPr txBox="1"/>
          <p:nvPr/>
        </p:nvSpPr>
        <p:spPr>
          <a:xfrm>
            <a:off x="6654802" y="3907597"/>
            <a:ext cx="570089" cy="230832"/>
          </a:xfrm>
          <a:prstGeom prst="rect">
            <a:avLst/>
          </a:prstGeom>
          <a:noFill/>
        </p:spPr>
        <p:txBody>
          <a:bodyPr wrap="square" rtlCol="0">
            <a:spAutoFit/>
          </a:bodyPr>
          <a:lstStyle/>
          <a:p>
            <a:pPr algn="ctr"/>
            <a:r>
              <a:rPr lang="en-US" sz="900" dirty="0"/>
              <a:t>35678</a:t>
            </a:r>
          </a:p>
        </p:txBody>
      </p:sp>
      <p:sp>
        <p:nvSpPr>
          <p:cNvPr id="67" name="TextBox 66">
            <a:extLst>
              <a:ext uri="{FF2B5EF4-FFF2-40B4-BE49-F238E27FC236}">
                <a16:creationId xmlns:a16="http://schemas.microsoft.com/office/drawing/2014/main" id="{558AB3F0-C57F-F060-33D0-BD4134A6B1B4}"/>
              </a:ext>
            </a:extLst>
          </p:cNvPr>
          <p:cNvSpPr txBox="1"/>
          <p:nvPr/>
        </p:nvSpPr>
        <p:spPr>
          <a:xfrm>
            <a:off x="7157158" y="3907597"/>
            <a:ext cx="570089" cy="230832"/>
          </a:xfrm>
          <a:prstGeom prst="rect">
            <a:avLst/>
          </a:prstGeom>
          <a:noFill/>
        </p:spPr>
        <p:txBody>
          <a:bodyPr wrap="square" rtlCol="0">
            <a:spAutoFit/>
          </a:bodyPr>
          <a:lstStyle/>
          <a:p>
            <a:pPr algn="ctr"/>
            <a:r>
              <a:rPr lang="en-US" sz="900" dirty="0"/>
              <a:t>135679</a:t>
            </a:r>
          </a:p>
        </p:txBody>
      </p:sp>
      <p:sp>
        <p:nvSpPr>
          <p:cNvPr id="68" name="TextBox 67">
            <a:extLst>
              <a:ext uri="{FF2B5EF4-FFF2-40B4-BE49-F238E27FC236}">
                <a16:creationId xmlns:a16="http://schemas.microsoft.com/office/drawing/2014/main" id="{BDA947E7-6821-E900-6D72-A83D82AA0195}"/>
              </a:ext>
            </a:extLst>
          </p:cNvPr>
          <p:cNvSpPr txBox="1"/>
          <p:nvPr/>
        </p:nvSpPr>
        <p:spPr>
          <a:xfrm>
            <a:off x="6152446" y="4408541"/>
            <a:ext cx="570089" cy="230832"/>
          </a:xfrm>
          <a:prstGeom prst="rect">
            <a:avLst/>
          </a:prstGeom>
          <a:noFill/>
        </p:spPr>
        <p:txBody>
          <a:bodyPr wrap="square" rtlCol="0">
            <a:spAutoFit/>
          </a:bodyPr>
          <a:lstStyle/>
          <a:p>
            <a:pPr algn="ctr"/>
            <a:r>
              <a:rPr lang="en-US" sz="900" dirty="0"/>
              <a:t>12457</a:t>
            </a:r>
          </a:p>
        </p:txBody>
      </p:sp>
      <p:sp>
        <p:nvSpPr>
          <p:cNvPr id="69" name="TextBox 68">
            <a:extLst>
              <a:ext uri="{FF2B5EF4-FFF2-40B4-BE49-F238E27FC236}">
                <a16:creationId xmlns:a16="http://schemas.microsoft.com/office/drawing/2014/main" id="{57BDB0A8-4BAB-69FD-E036-71BDC3C9C78C}"/>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234578</a:t>
            </a:r>
          </a:p>
        </p:txBody>
      </p:sp>
      <p:sp>
        <p:nvSpPr>
          <p:cNvPr id="70" name="TextBox 69">
            <a:extLst>
              <a:ext uri="{FF2B5EF4-FFF2-40B4-BE49-F238E27FC236}">
                <a16:creationId xmlns:a16="http://schemas.microsoft.com/office/drawing/2014/main" id="{BCC3A641-11CE-B0B8-23A6-2FD314A46759}"/>
              </a:ext>
            </a:extLst>
          </p:cNvPr>
          <p:cNvSpPr txBox="1"/>
          <p:nvPr/>
        </p:nvSpPr>
        <p:spPr>
          <a:xfrm>
            <a:off x="7157158" y="4408541"/>
            <a:ext cx="570089" cy="230832"/>
          </a:xfrm>
          <a:prstGeom prst="rect">
            <a:avLst/>
          </a:prstGeom>
          <a:noFill/>
        </p:spPr>
        <p:txBody>
          <a:bodyPr wrap="square" rtlCol="0">
            <a:spAutoFit/>
          </a:bodyPr>
          <a:lstStyle/>
          <a:p>
            <a:pPr algn="ctr"/>
            <a:r>
              <a:rPr lang="en-US" sz="900" dirty="0"/>
              <a:t>13457</a:t>
            </a:r>
          </a:p>
        </p:txBody>
      </p:sp>
      <p:sp>
        <p:nvSpPr>
          <p:cNvPr id="71" name="TextBox 70">
            <a:extLst>
              <a:ext uri="{FF2B5EF4-FFF2-40B4-BE49-F238E27FC236}">
                <a16:creationId xmlns:a16="http://schemas.microsoft.com/office/drawing/2014/main" id="{1DFD1AFB-095B-6A78-F0F6-07A2C684786E}"/>
              </a:ext>
            </a:extLst>
          </p:cNvPr>
          <p:cNvSpPr txBox="1"/>
          <p:nvPr/>
        </p:nvSpPr>
        <p:spPr>
          <a:xfrm>
            <a:off x="6152446" y="4909484"/>
            <a:ext cx="570089" cy="230832"/>
          </a:xfrm>
          <a:prstGeom prst="rect">
            <a:avLst/>
          </a:prstGeom>
          <a:noFill/>
        </p:spPr>
        <p:txBody>
          <a:bodyPr wrap="square" rtlCol="0">
            <a:spAutoFit/>
          </a:bodyPr>
          <a:lstStyle/>
          <a:p>
            <a:pPr algn="ctr"/>
            <a:r>
              <a:rPr lang="en-US" sz="900" dirty="0"/>
              <a:t>124579</a:t>
            </a:r>
          </a:p>
        </p:txBody>
      </p:sp>
      <p:sp>
        <p:nvSpPr>
          <p:cNvPr id="72" name="TextBox 71">
            <a:extLst>
              <a:ext uri="{FF2B5EF4-FFF2-40B4-BE49-F238E27FC236}">
                <a16:creationId xmlns:a16="http://schemas.microsoft.com/office/drawing/2014/main" id="{24DC1855-98D5-4C33-8F7A-C71638FBF0DC}"/>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234578</a:t>
            </a:r>
          </a:p>
        </p:txBody>
      </p:sp>
      <p:sp>
        <p:nvSpPr>
          <p:cNvPr id="73" name="TextBox 72">
            <a:extLst>
              <a:ext uri="{FF2B5EF4-FFF2-40B4-BE49-F238E27FC236}">
                <a16:creationId xmlns:a16="http://schemas.microsoft.com/office/drawing/2014/main" id="{F6968EBE-FE29-8485-747C-02B9DEA3909B}"/>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134579</a:t>
            </a:r>
          </a:p>
        </p:txBody>
      </p:sp>
      <p:sp>
        <p:nvSpPr>
          <p:cNvPr id="74" name="TextBox 73">
            <a:extLst>
              <a:ext uri="{FF2B5EF4-FFF2-40B4-BE49-F238E27FC236}">
                <a16:creationId xmlns:a16="http://schemas.microsoft.com/office/drawing/2014/main" id="{6DA8661F-4717-AE00-B8E5-9B4DA19DF8A0}"/>
              </a:ext>
            </a:extLst>
          </p:cNvPr>
          <p:cNvSpPr txBox="1"/>
          <p:nvPr/>
        </p:nvSpPr>
        <p:spPr>
          <a:xfrm>
            <a:off x="4645378" y="4909484"/>
            <a:ext cx="570089" cy="230832"/>
          </a:xfrm>
          <a:prstGeom prst="rect">
            <a:avLst/>
          </a:prstGeom>
          <a:noFill/>
        </p:spPr>
        <p:txBody>
          <a:bodyPr wrap="square" rtlCol="0">
            <a:spAutoFit/>
          </a:bodyPr>
          <a:lstStyle/>
          <a:p>
            <a:pPr algn="ctr"/>
            <a:r>
              <a:rPr lang="en-US" sz="900" dirty="0"/>
              <a:t>134579</a:t>
            </a:r>
          </a:p>
        </p:txBody>
      </p:sp>
      <p:sp>
        <p:nvSpPr>
          <p:cNvPr id="75" name="TextBox 74">
            <a:extLst>
              <a:ext uri="{FF2B5EF4-FFF2-40B4-BE49-F238E27FC236}">
                <a16:creationId xmlns:a16="http://schemas.microsoft.com/office/drawing/2014/main" id="{83A973EE-B7E3-2FAC-946D-27BB18115B59}"/>
              </a:ext>
            </a:extLst>
          </p:cNvPr>
          <p:cNvSpPr txBox="1"/>
          <p:nvPr/>
        </p:nvSpPr>
        <p:spPr>
          <a:xfrm>
            <a:off x="5147734" y="4909484"/>
            <a:ext cx="570089" cy="230832"/>
          </a:xfrm>
          <a:prstGeom prst="rect">
            <a:avLst/>
          </a:prstGeom>
          <a:noFill/>
        </p:spPr>
        <p:txBody>
          <a:bodyPr wrap="square" rtlCol="0">
            <a:spAutoFit/>
          </a:bodyPr>
          <a:lstStyle/>
          <a:p>
            <a:pPr algn="ctr"/>
            <a:r>
              <a:rPr lang="en-US" sz="900" dirty="0"/>
              <a:t>134589</a:t>
            </a:r>
          </a:p>
        </p:txBody>
      </p:sp>
      <p:sp>
        <p:nvSpPr>
          <p:cNvPr id="76" name="TextBox 75">
            <a:extLst>
              <a:ext uri="{FF2B5EF4-FFF2-40B4-BE49-F238E27FC236}">
                <a16:creationId xmlns:a16="http://schemas.microsoft.com/office/drawing/2014/main" id="{F8E68968-B2AF-7ABF-EDCD-FCD850040E41}"/>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345789</a:t>
            </a:r>
          </a:p>
        </p:txBody>
      </p:sp>
    </p:spTree>
    <p:extLst>
      <p:ext uri="{BB962C8B-B14F-4D97-AF65-F5344CB8AC3E}">
        <p14:creationId xmlns:p14="http://schemas.microsoft.com/office/powerpoint/2010/main" val="971136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BD438-55FD-197A-E924-9AEE2D64AE4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24ADFA-8C46-FBA9-D635-56DCE2EB1321}"/>
              </a:ext>
            </a:extLst>
          </p:cNvPr>
          <p:cNvSpPr>
            <a:spLocks noGrp="1"/>
          </p:cNvSpPr>
          <p:nvPr>
            <p:ph sz="half" idx="1"/>
          </p:nvPr>
        </p:nvSpPr>
        <p:spPr/>
        <p:txBody>
          <a:bodyPr/>
          <a:lstStyle/>
          <a:p>
            <a:r>
              <a:rPr lang="en-US" dirty="0"/>
              <a:t>In the left center block, the multiplicands can’t be 2 and 9 because that would leave an insufficient number of possibilities in Row 6.</a:t>
            </a:r>
          </a:p>
        </p:txBody>
      </p:sp>
      <p:pic>
        <p:nvPicPr>
          <p:cNvPr id="4" name="Picture 3" descr="A grid of sudoku puzzle&#10;&#10;Description automatically generated">
            <a:extLst>
              <a:ext uri="{FF2B5EF4-FFF2-40B4-BE49-F238E27FC236}">
                <a16:creationId xmlns:a16="http://schemas.microsoft.com/office/drawing/2014/main" id="{AEF11902-4A9C-7AD2-BB01-4C93B2F07FA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FA3C4A3-EB15-3245-8DA8-516537B1479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560ADDE-0141-46F2-EDB7-3679D2B45C5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148FB4D-7E63-22BD-D44C-9B5E9BD20ED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6925A14-3AEA-CFD7-1054-4717812CFE73}"/>
              </a:ext>
            </a:extLst>
          </p:cNvPr>
          <p:cNvSpPr txBox="1"/>
          <p:nvPr/>
        </p:nvSpPr>
        <p:spPr>
          <a:xfrm>
            <a:off x="3640666" y="901933"/>
            <a:ext cx="570089" cy="230832"/>
          </a:xfrm>
          <a:prstGeom prst="rect">
            <a:avLst/>
          </a:prstGeom>
          <a:noFill/>
        </p:spPr>
        <p:txBody>
          <a:bodyPr wrap="square" rtlCol="0">
            <a:spAutoFit/>
          </a:bodyPr>
          <a:lstStyle/>
          <a:p>
            <a:pPr algn="ctr"/>
            <a:r>
              <a:rPr lang="en-US" sz="900" dirty="0"/>
              <a:t>378</a:t>
            </a:r>
          </a:p>
        </p:txBody>
      </p:sp>
      <p:sp>
        <p:nvSpPr>
          <p:cNvPr id="8" name="TextBox 7">
            <a:extLst>
              <a:ext uri="{FF2B5EF4-FFF2-40B4-BE49-F238E27FC236}">
                <a16:creationId xmlns:a16="http://schemas.microsoft.com/office/drawing/2014/main" id="{86B05AD2-B5B5-36D0-A7D6-DCA4C5BAF324}"/>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9" name="TextBox 8">
            <a:extLst>
              <a:ext uri="{FF2B5EF4-FFF2-40B4-BE49-F238E27FC236}">
                <a16:creationId xmlns:a16="http://schemas.microsoft.com/office/drawing/2014/main" id="{889261A9-F289-595D-8212-79436E6D038E}"/>
              </a:ext>
            </a:extLst>
          </p:cNvPr>
          <p:cNvSpPr txBox="1"/>
          <p:nvPr/>
        </p:nvSpPr>
        <p:spPr>
          <a:xfrm>
            <a:off x="3138310" y="901933"/>
            <a:ext cx="570089" cy="230832"/>
          </a:xfrm>
          <a:prstGeom prst="rect">
            <a:avLst/>
          </a:prstGeom>
          <a:noFill/>
        </p:spPr>
        <p:txBody>
          <a:bodyPr wrap="square" rtlCol="0">
            <a:spAutoFit/>
          </a:bodyPr>
          <a:lstStyle/>
          <a:p>
            <a:pPr algn="ctr"/>
            <a:r>
              <a:rPr lang="en-US" sz="900" dirty="0"/>
              <a:t>378</a:t>
            </a:r>
          </a:p>
        </p:txBody>
      </p:sp>
      <p:sp>
        <p:nvSpPr>
          <p:cNvPr id="10" name="TextBox 9">
            <a:extLst>
              <a:ext uri="{FF2B5EF4-FFF2-40B4-BE49-F238E27FC236}">
                <a16:creationId xmlns:a16="http://schemas.microsoft.com/office/drawing/2014/main" id="{2D652B6F-34DB-DCFB-55AF-D0EAE450A872}"/>
              </a:ext>
            </a:extLst>
          </p:cNvPr>
          <p:cNvSpPr txBox="1"/>
          <p:nvPr/>
        </p:nvSpPr>
        <p:spPr>
          <a:xfrm>
            <a:off x="5650090" y="1402877"/>
            <a:ext cx="570089" cy="230832"/>
          </a:xfrm>
          <a:prstGeom prst="rect">
            <a:avLst/>
          </a:prstGeom>
          <a:noFill/>
        </p:spPr>
        <p:txBody>
          <a:bodyPr wrap="square" rtlCol="0">
            <a:spAutoFit/>
          </a:bodyPr>
          <a:lstStyle/>
          <a:p>
            <a:pPr algn="ctr"/>
            <a:r>
              <a:rPr lang="en-US" sz="900" dirty="0"/>
              <a:t>49</a:t>
            </a:r>
          </a:p>
        </p:txBody>
      </p:sp>
      <p:sp>
        <p:nvSpPr>
          <p:cNvPr id="12" name="TextBox 11">
            <a:extLst>
              <a:ext uri="{FF2B5EF4-FFF2-40B4-BE49-F238E27FC236}">
                <a16:creationId xmlns:a16="http://schemas.microsoft.com/office/drawing/2014/main" id="{DF2A07B3-C4FC-C345-15CC-16442DEF608D}"/>
              </a:ext>
            </a:extLst>
          </p:cNvPr>
          <p:cNvSpPr txBox="1"/>
          <p:nvPr/>
        </p:nvSpPr>
        <p:spPr>
          <a:xfrm>
            <a:off x="6654802" y="1402877"/>
            <a:ext cx="570089" cy="230832"/>
          </a:xfrm>
          <a:prstGeom prst="rect">
            <a:avLst/>
          </a:prstGeom>
          <a:noFill/>
        </p:spPr>
        <p:txBody>
          <a:bodyPr wrap="square" rtlCol="0">
            <a:spAutoFit/>
          </a:bodyPr>
          <a:lstStyle/>
          <a:p>
            <a:pPr algn="ctr"/>
            <a:r>
              <a:rPr lang="en-US" sz="900" dirty="0"/>
              <a:t>37</a:t>
            </a:r>
          </a:p>
        </p:txBody>
      </p:sp>
      <p:sp>
        <p:nvSpPr>
          <p:cNvPr id="13" name="TextBox 12">
            <a:extLst>
              <a:ext uri="{FF2B5EF4-FFF2-40B4-BE49-F238E27FC236}">
                <a16:creationId xmlns:a16="http://schemas.microsoft.com/office/drawing/2014/main" id="{4E5E956E-9506-06F8-E0E7-2A54A2942273}"/>
              </a:ext>
            </a:extLst>
          </p:cNvPr>
          <p:cNvSpPr txBox="1"/>
          <p:nvPr/>
        </p:nvSpPr>
        <p:spPr>
          <a:xfrm>
            <a:off x="5650090" y="1903821"/>
            <a:ext cx="570089" cy="230832"/>
          </a:xfrm>
          <a:prstGeom prst="rect">
            <a:avLst/>
          </a:prstGeom>
          <a:noFill/>
        </p:spPr>
        <p:txBody>
          <a:bodyPr wrap="square" rtlCol="0">
            <a:spAutoFit/>
          </a:bodyPr>
          <a:lstStyle/>
          <a:p>
            <a:pPr algn="ctr"/>
            <a:r>
              <a:rPr lang="en-US" sz="900" dirty="0"/>
              <a:t>28</a:t>
            </a:r>
          </a:p>
        </p:txBody>
      </p:sp>
      <p:sp>
        <p:nvSpPr>
          <p:cNvPr id="14" name="TextBox 13">
            <a:extLst>
              <a:ext uri="{FF2B5EF4-FFF2-40B4-BE49-F238E27FC236}">
                <a16:creationId xmlns:a16="http://schemas.microsoft.com/office/drawing/2014/main" id="{B2A439DD-30E8-1459-C5FB-FF9C7C6B3C1B}"/>
              </a:ext>
            </a:extLst>
          </p:cNvPr>
          <p:cNvSpPr txBox="1"/>
          <p:nvPr/>
        </p:nvSpPr>
        <p:spPr>
          <a:xfrm>
            <a:off x="6152446" y="1903821"/>
            <a:ext cx="570089" cy="230832"/>
          </a:xfrm>
          <a:prstGeom prst="rect">
            <a:avLst/>
          </a:prstGeom>
          <a:noFill/>
        </p:spPr>
        <p:txBody>
          <a:bodyPr wrap="square" rtlCol="0">
            <a:spAutoFit/>
          </a:bodyPr>
          <a:lstStyle/>
          <a:p>
            <a:pPr algn="ctr"/>
            <a:r>
              <a:rPr lang="en-US" sz="900" dirty="0"/>
              <a:t>15</a:t>
            </a:r>
          </a:p>
        </p:txBody>
      </p:sp>
      <p:sp>
        <p:nvSpPr>
          <p:cNvPr id="15" name="TextBox 14">
            <a:extLst>
              <a:ext uri="{FF2B5EF4-FFF2-40B4-BE49-F238E27FC236}">
                <a16:creationId xmlns:a16="http://schemas.microsoft.com/office/drawing/2014/main" id="{2A821614-E476-E0CC-CD1B-C0267B76388C}"/>
              </a:ext>
            </a:extLst>
          </p:cNvPr>
          <p:cNvSpPr txBox="1"/>
          <p:nvPr/>
        </p:nvSpPr>
        <p:spPr>
          <a:xfrm>
            <a:off x="6654802" y="1903821"/>
            <a:ext cx="570089" cy="230832"/>
          </a:xfrm>
          <a:prstGeom prst="rect">
            <a:avLst/>
          </a:prstGeom>
          <a:noFill/>
        </p:spPr>
        <p:txBody>
          <a:bodyPr wrap="square" rtlCol="0">
            <a:spAutoFit/>
          </a:bodyPr>
          <a:lstStyle/>
          <a:p>
            <a:pPr algn="ctr"/>
            <a:r>
              <a:rPr lang="en-US" sz="900" dirty="0"/>
              <a:t>46</a:t>
            </a:r>
          </a:p>
        </p:txBody>
      </p:sp>
      <p:sp>
        <p:nvSpPr>
          <p:cNvPr id="16" name="TextBox 15">
            <a:extLst>
              <a:ext uri="{FF2B5EF4-FFF2-40B4-BE49-F238E27FC236}">
                <a16:creationId xmlns:a16="http://schemas.microsoft.com/office/drawing/2014/main" id="{B9618887-4408-DF7C-BA06-DF424AE803C5}"/>
              </a:ext>
            </a:extLst>
          </p:cNvPr>
          <p:cNvSpPr txBox="1"/>
          <p:nvPr/>
        </p:nvSpPr>
        <p:spPr>
          <a:xfrm>
            <a:off x="4645378" y="2404765"/>
            <a:ext cx="570089" cy="230832"/>
          </a:xfrm>
          <a:prstGeom prst="rect">
            <a:avLst/>
          </a:prstGeom>
          <a:noFill/>
        </p:spPr>
        <p:txBody>
          <a:bodyPr wrap="square" rtlCol="0">
            <a:spAutoFit/>
          </a:bodyPr>
          <a:lstStyle/>
          <a:p>
            <a:pPr algn="ctr"/>
            <a:r>
              <a:rPr lang="en-US" sz="900" dirty="0"/>
              <a:t>347</a:t>
            </a:r>
          </a:p>
        </p:txBody>
      </p:sp>
      <p:sp>
        <p:nvSpPr>
          <p:cNvPr id="17" name="TextBox 16">
            <a:extLst>
              <a:ext uri="{FF2B5EF4-FFF2-40B4-BE49-F238E27FC236}">
                <a16:creationId xmlns:a16="http://schemas.microsoft.com/office/drawing/2014/main" id="{A8E973B9-57F4-ADB6-A56F-CCB572D973BC}"/>
              </a:ext>
            </a:extLst>
          </p:cNvPr>
          <p:cNvSpPr txBox="1"/>
          <p:nvPr/>
        </p:nvSpPr>
        <p:spPr>
          <a:xfrm>
            <a:off x="5147734" y="2404765"/>
            <a:ext cx="570089" cy="230832"/>
          </a:xfrm>
          <a:prstGeom prst="rect">
            <a:avLst/>
          </a:prstGeom>
          <a:noFill/>
        </p:spPr>
        <p:txBody>
          <a:bodyPr wrap="square" rtlCol="0">
            <a:spAutoFit/>
          </a:bodyPr>
          <a:lstStyle/>
          <a:p>
            <a:pPr algn="ctr"/>
            <a:r>
              <a:rPr lang="en-US" sz="900" dirty="0"/>
              <a:t>432</a:t>
            </a:r>
          </a:p>
        </p:txBody>
      </p:sp>
      <p:sp>
        <p:nvSpPr>
          <p:cNvPr id="18" name="TextBox 17">
            <a:extLst>
              <a:ext uri="{FF2B5EF4-FFF2-40B4-BE49-F238E27FC236}">
                <a16:creationId xmlns:a16="http://schemas.microsoft.com/office/drawing/2014/main" id="{D3C5903A-1E56-5F09-48BA-1EA570755201}"/>
              </a:ext>
            </a:extLst>
          </p:cNvPr>
          <p:cNvSpPr txBox="1"/>
          <p:nvPr/>
        </p:nvSpPr>
        <p:spPr>
          <a:xfrm>
            <a:off x="6152446" y="2404765"/>
            <a:ext cx="570089" cy="230832"/>
          </a:xfrm>
          <a:prstGeom prst="rect">
            <a:avLst/>
          </a:prstGeom>
          <a:noFill/>
        </p:spPr>
        <p:txBody>
          <a:bodyPr wrap="square" rtlCol="0">
            <a:spAutoFit/>
          </a:bodyPr>
          <a:lstStyle/>
          <a:p>
            <a:pPr algn="ctr"/>
            <a:r>
              <a:rPr lang="en-US" sz="900" dirty="0"/>
              <a:t>224</a:t>
            </a:r>
          </a:p>
        </p:txBody>
      </p:sp>
      <p:sp>
        <p:nvSpPr>
          <p:cNvPr id="25" name="TextBox 24">
            <a:extLst>
              <a:ext uri="{FF2B5EF4-FFF2-40B4-BE49-F238E27FC236}">
                <a16:creationId xmlns:a16="http://schemas.microsoft.com/office/drawing/2014/main" id="{56BA5DAB-58F5-7DF3-7CF2-E5838FCACE2E}"/>
              </a:ext>
            </a:extLst>
          </p:cNvPr>
          <p:cNvSpPr txBox="1"/>
          <p:nvPr/>
        </p:nvSpPr>
        <p:spPr>
          <a:xfrm>
            <a:off x="4143022" y="3907597"/>
            <a:ext cx="570089" cy="230832"/>
          </a:xfrm>
          <a:prstGeom prst="rect">
            <a:avLst/>
          </a:prstGeom>
          <a:noFill/>
        </p:spPr>
        <p:txBody>
          <a:bodyPr wrap="square" rtlCol="0">
            <a:spAutoFit/>
          </a:bodyPr>
          <a:lstStyle/>
          <a:p>
            <a:pPr algn="ctr"/>
            <a:r>
              <a:rPr lang="en-US" sz="900" dirty="0"/>
              <a:t>378</a:t>
            </a:r>
          </a:p>
        </p:txBody>
      </p:sp>
      <p:sp>
        <p:nvSpPr>
          <p:cNvPr id="26" name="TextBox 25">
            <a:extLst>
              <a:ext uri="{FF2B5EF4-FFF2-40B4-BE49-F238E27FC236}">
                <a16:creationId xmlns:a16="http://schemas.microsoft.com/office/drawing/2014/main" id="{92956529-A28C-1D71-C191-D5262527EE4B}"/>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8B657719-1553-40B9-F6B0-7133DD40EDDA}"/>
              </a:ext>
            </a:extLst>
          </p:cNvPr>
          <p:cNvSpPr txBox="1"/>
          <p:nvPr/>
        </p:nvSpPr>
        <p:spPr>
          <a:xfrm>
            <a:off x="5147734" y="3907597"/>
            <a:ext cx="570089" cy="230832"/>
          </a:xfrm>
          <a:prstGeom prst="rect">
            <a:avLst/>
          </a:prstGeom>
          <a:noFill/>
        </p:spPr>
        <p:txBody>
          <a:bodyPr wrap="square" rtlCol="0">
            <a:spAutoFit/>
          </a:bodyPr>
          <a:lstStyle/>
          <a:p>
            <a:pPr algn="ctr"/>
            <a:r>
              <a:rPr lang="en-US" sz="900" dirty="0"/>
              <a:t>282</a:t>
            </a:r>
          </a:p>
        </p:txBody>
      </p:sp>
      <p:sp>
        <p:nvSpPr>
          <p:cNvPr id="28" name="TextBox 27">
            <a:extLst>
              <a:ext uri="{FF2B5EF4-FFF2-40B4-BE49-F238E27FC236}">
                <a16:creationId xmlns:a16="http://schemas.microsoft.com/office/drawing/2014/main" id="{7101C351-14F1-3B3F-6F6B-E6954ED57DF7}"/>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6059C938-DAC0-EF34-7E3D-7777D67F469F}"/>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3472C8FF-1B08-0363-00AD-15C1C5B2DCDF}"/>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316D3BD3-F9A6-D7CC-05B6-F8859E0149E4}"/>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E20A5FC8-C229-7CB3-0673-57D147BAF30D}"/>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7ED15AE8-CE4A-87EE-A393-47F58FB9992E}"/>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B96C9771-BDC2-A9BB-73EA-0BC9C39D6934}"/>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0040938C-3D46-0D4A-3B60-281A1CE15D78}"/>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C917AF91-6068-AF07-7F43-7A05ED7AB739}"/>
              </a:ext>
            </a:extLst>
          </p:cNvPr>
          <p:cNvSpPr txBox="1"/>
          <p:nvPr/>
        </p:nvSpPr>
        <p:spPr>
          <a:xfrm>
            <a:off x="3640666" y="3406653"/>
            <a:ext cx="570089" cy="230832"/>
          </a:xfrm>
          <a:prstGeom prst="rect">
            <a:avLst/>
          </a:prstGeom>
          <a:noFill/>
        </p:spPr>
        <p:txBody>
          <a:bodyPr wrap="square" rtlCol="0">
            <a:spAutoFit/>
          </a:bodyPr>
          <a:lstStyle/>
          <a:p>
            <a:pPr algn="ctr"/>
            <a:r>
              <a:rPr lang="en-US" sz="900" dirty="0"/>
              <a:t>279</a:t>
            </a:r>
          </a:p>
        </p:txBody>
      </p:sp>
      <p:sp>
        <p:nvSpPr>
          <p:cNvPr id="23" name="TextBox 22">
            <a:extLst>
              <a:ext uri="{FF2B5EF4-FFF2-40B4-BE49-F238E27FC236}">
                <a16:creationId xmlns:a16="http://schemas.microsoft.com/office/drawing/2014/main" id="{50D87B17-4553-A6E7-21A6-73C5E36A4B61}"/>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6589968D-EBFC-1E4A-DC35-79BBA36D04AA}"/>
              </a:ext>
            </a:extLst>
          </p:cNvPr>
          <p:cNvSpPr txBox="1"/>
          <p:nvPr/>
        </p:nvSpPr>
        <p:spPr>
          <a:xfrm>
            <a:off x="4645378" y="3406653"/>
            <a:ext cx="570089" cy="230832"/>
          </a:xfrm>
          <a:prstGeom prst="rect">
            <a:avLst/>
          </a:prstGeom>
          <a:noFill/>
        </p:spPr>
        <p:txBody>
          <a:bodyPr wrap="square" rtlCol="0">
            <a:spAutoFit/>
          </a:bodyPr>
          <a:lstStyle/>
          <a:p>
            <a:pPr algn="ctr"/>
            <a:r>
              <a:rPr lang="en-US" sz="900" dirty="0"/>
              <a:t>2579</a:t>
            </a:r>
          </a:p>
        </p:txBody>
      </p:sp>
      <p:sp>
        <p:nvSpPr>
          <p:cNvPr id="34" name="TextBox 33">
            <a:extLst>
              <a:ext uri="{FF2B5EF4-FFF2-40B4-BE49-F238E27FC236}">
                <a16:creationId xmlns:a16="http://schemas.microsoft.com/office/drawing/2014/main" id="{EF111984-438C-2182-EA7B-FFD72BC9911B}"/>
              </a:ext>
            </a:extLst>
          </p:cNvPr>
          <p:cNvSpPr txBox="1"/>
          <p:nvPr/>
        </p:nvSpPr>
        <p:spPr>
          <a:xfrm>
            <a:off x="5147734" y="3406653"/>
            <a:ext cx="570089" cy="230832"/>
          </a:xfrm>
          <a:prstGeom prst="rect">
            <a:avLst/>
          </a:prstGeom>
          <a:noFill/>
        </p:spPr>
        <p:txBody>
          <a:bodyPr wrap="square" rtlCol="0">
            <a:spAutoFit/>
          </a:bodyPr>
          <a:lstStyle/>
          <a:p>
            <a:pPr algn="ctr"/>
            <a:r>
              <a:rPr lang="en-US" sz="900" dirty="0"/>
              <a:t>259</a:t>
            </a:r>
          </a:p>
        </p:txBody>
      </p:sp>
      <p:sp>
        <p:nvSpPr>
          <p:cNvPr id="35" name="TextBox 34">
            <a:extLst>
              <a:ext uri="{FF2B5EF4-FFF2-40B4-BE49-F238E27FC236}">
                <a16:creationId xmlns:a16="http://schemas.microsoft.com/office/drawing/2014/main" id="{8760E70A-26A6-CDC3-785D-64214ABACFBB}"/>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2479</a:t>
            </a:r>
          </a:p>
        </p:txBody>
      </p:sp>
      <p:sp>
        <p:nvSpPr>
          <p:cNvPr id="36" name="TextBox 35">
            <a:extLst>
              <a:ext uri="{FF2B5EF4-FFF2-40B4-BE49-F238E27FC236}">
                <a16:creationId xmlns:a16="http://schemas.microsoft.com/office/drawing/2014/main" id="{DFC2375A-D283-FFBD-387D-2F9414CF1C19}"/>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37" name="TextBox 36">
            <a:extLst>
              <a:ext uri="{FF2B5EF4-FFF2-40B4-BE49-F238E27FC236}">
                <a16:creationId xmlns:a16="http://schemas.microsoft.com/office/drawing/2014/main" id="{803A0089-1022-E77E-00EC-7BBBD1F0DE52}"/>
              </a:ext>
            </a:extLst>
          </p:cNvPr>
          <p:cNvSpPr txBox="1"/>
          <p:nvPr/>
        </p:nvSpPr>
        <p:spPr>
          <a:xfrm>
            <a:off x="7157158" y="2404765"/>
            <a:ext cx="570089" cy="230832"/>
          </a:xfrm>
          <a:prstGeom prst="rect">
            <a:avLst/>
          </a:prstGeom>
          <a:noFill/>
        </p:spPr>
        <p:txBody>
          <a:bodyPr wrap="square" rtlCol="0">
            <a:spAutoFit/>
          </a:bodyPr>
          <a:lstStyle/>
          <a:p>
            <a:pPr algn="ctr"/>
            <a:r>
              <a:rPr lang="en-US" sz="900" dirty="0"/>
              <a:t>679</a:t>
            </a:r>
          </a:p>
        </p:txBody>
      </p:sp>
      <p:sp>
        <p:nvSpPr>
          <p:cNvPr id="38" name="TextBox 37">
            <a:extLst>
              <a:ext uri="{FF2B5EF4-FFF2-40B4-BE49-F238E27FC236}">
                <a16:creationId xmlns:a16="http://schemas.microsoft.com/office/drawing/2014/main" id="{368E1D7B-42F7-3163-82D0-23CD744C8718}"/>
              </a:ext>
            </a:extLst>
          </p:cNvPr>
          <p:cNvSpPr txBox="1"/>
          <p:nvPr/>
        </p:nvSpPr>
        <p:spPr>
          <a:xfrm>
            <a:off x="6152446" y="2905709"/>
            <a:ext cx="570089" cy="230832"/>
          </a:xfrm>
          <a:prstGeom prst="rect">
            <a:avLst/>
          </a:prstGeom>
          <a:noFill/>
        </p:spPr>
        <p:txBody>
          <a:bodyPr wrap="square" rtlCol="0">
            <a:spAutoFit/>
          </a:bodyPr>
          <a:lstStyle/>
          <a:p>
            <a:pPr algn="ctr"/>
            <a:r>
              <a:rPr lang="en-US" sz="900" dirty="0"/>
              <a:t>245679</a:t>
            </a:r>
          </a:p>
        </p:txBody>
      </p:sp>
      <p:sp>
        <p:nvSpPr>
          <p:cNvPr id="39" name="TextBox 38">
            <a:extLst>
              <a:ext uri="{FF2B5EF4-FFF2-40B4-BE49-F238E27FC236}">
                <a16:creationId xmlns:a16="http://schemas.microsoft.com/office/drawing/2014/main" id="{FA44060F-8AED-386C-7E9F-894C6D54B5AB}"/>
              </a:ext>
            </a:extLst>
          </p:cNvPr>
          <p:cNvSpPr txBox="1"/>
          <p:nvPr/>
        </p:nvSpPr>
        <p:spPr>
          <a:xfrm>
            <a:off x="6654802" y="2905709"/>
            <a:ext cx="570089" cy="230832"/>
          </a:xfrm>
          <a:prstGeom prst="rect">
            <a:avLst/>
          </a:prstGeom>
          <a:noFill/>
        </p:spPr>
        <p:txBody>
          <a:bodyPr wrap="square" rtlCol="0">
            <a:spAutoFit/>
          </a:bodyPr>
          <a:lstStyle/>
          <a:p>
            <a:pPr algn="ctr"/>
            <a:r>
              <a:rPr lang="en-US" sz="900" dirty="0"/>
              <a:t>24567</a:t>
            </a:r>
          </a:p>
        </p:txBody>
      </p:sp>
      <p:sp>
        <p:nvSpPr>
          <p:cNvPr id="40" name="TextBox 39">
            <a:extLst>
              <a:ext uri="{FF2B5EF4-FFF2-40B4-BE49-F238E27FC236}">
                <a16:creationId xmlns:a16="http://schemas.microsoft.com/office/drawing/2014/main" id="{A96D3FF2-EF22-AB35-2466-A78983E69A5F}"/>
              </a:ext>
            </a:extLst>
          </p:cNvPr>
          <p:cNvSpPr txBox="1"/>
          <p:nvPr/>
        </p:nvSpPr>
        <p:spPr>
          <a:xfrm>
            <a:off x="7157158" y="2905709"/>
            <a:ext cx="570089" cy="230832"/>
          </a:xfrm>
          <a:prstGeom prst="rect">
            <a:avLst/>
          </a:prstGeom>
          <a:noFill/>
        </p:spPr>
        <p:txBody>
          <a:bodyPr wrap="square" rtlCol="0">
            <a:spAutoFit/>
          </a:bodyPr>
          <a:lstStyle/>
          <a:p>
            <a:pPr algn="ctr"/>
            <a:r>
              <a:rPr lang="en-US" sz="900" dirty="0"/>
              <a:t>45679</a:t>
            </a:r>
          </a:p>
        </p:txBody>
      </p:sp>
      <p:sp>
        <p:nvSpPr>
          <p:cNvPr id="41" name="TextBox 40">
            <a:extLst>
              <a:ext uri="{FF2B5EF4-FFF2-40B4-BE49-F238E27FC236}">
                <a16:creationId xmlns:a16="http://schemas.microsoft.com/office/drawing/2014/main" id="{CA928D8F-DC66-666E-684B-6E3C8CF60C3B}"/>
              </a:ext>
            </a:extLst>
          </p:cNvPr>
          <p:cNvSpPr txBox="1"/>
          <p:nvPr/>
        </p:nvSpPr>
        <p:spPr>
          <a:xfrm>
            <a:off x="4143022" y="2404765"/>
            <a:ext cx="570089" cy="230832"/>
          </a:xfrm>
          <a:prstGeom prst="rect">
            <a:avLst/>
          </a:prstGeom>
          <a:noFill/>
        </p:spPr>
        <p:txBody>
          <a:bodyPr wrap="square" rtlCol="0">
            <a:spAutoFit/>
          </a:bodyPr>
          <a:lstStyle/>
          <a:p>
            <a:pPr algn="ctr"/>
            <a:r>
              <a:rPr lang="en-US" sz="900" dirty="0"/>
              <a:t>3678</a:t>
            </a:r>
          </a:p>
        </p:txBody>
      </p:sp>
      <p:sp>
        <p:nvSpPr>
          <p:cNvPr id="42" name="TextBox 41">
            <a:extLst>
              <a:ext uri="{FF2B5EF4-FFF2-40B4-BE49-F238E27FC236}">
                <a16:creationId xmlns:a16="http://schemas.microsoft.com/office/drawing/2014/main" id="{82A21F0F-AEE0-235F-D724-A1B2C4357CA5}"/>
              </a:ext>
            </a:extLst>
          </p:cNvPr>
          <p:cNvSpPr txBox="1"/>
          <p:nvPr/>
        </p:nvSpPr>
        <p:spPr>
          <a:xfrm>
            <a:off x="3138310" y="2404765"/>
            <a:ext cx="570089" cy="230832"/>
          </a:xfrm>
          <a:prstGeom prst="rect">
            <a:avLst/>
          </a:prstGeom>
          <a:noFill/>
        </p:spPr>
        <p:txBody>
          <a:bodyPr wrap="square" rtlCol="0">
            <a:spAutoFit/>
          </a:bodyPr>
          <a:lstStyle/>
          <a:p>
            <a:pPr algn="ctr"/>
            <a:r>
              <a:rPr lang="en-US" sz="900" dirty="0"/>
              <a:t>36789</a:t>
            </a:r>
          </a:p>
        </p:txBody>
      </p:sp>
      <p:sp>
        <p:nvSpPr>
          <p:cNvPr id="43" name="TextBox 42">
            <a:extLst>
              <a:ext uri="{FF2B5EF4-FFF2-40B4-BE49-F238E27FC236}">
                <a16:creationId xmlns:a16="http://schemas.microsoft.com/office/drawing/2014/main" id="{F9C129A8-563F-9B92-792A-040B18ED7365}"/>
              </a:ext>
            </a:extLst>
          </p:cNvPr>
          <p:cNvSpPr txBox="1"/>
          <p:nvPr/>
        </p:nvSpPr>
        <p:spPr>
          <a:xfrm>
            <a:off x="5147734" y="2905709"/>
            <a:ext cx="570089" cy="230832"/>
          </a:xfrm>
          <a:prstGeom prst="rect">
            <a:avLst/>
          </a:prstGeom>
          <a:noFill/>
        </p:spPr>
        <p:txBody>
          <a:bodyPr wrap="square" rtlCol="0">
            <a:spAutoFit/>
          </a:bodyPr>
          <a:lstStyle/>
          <a:p>
            <a:pPr algn="ctr"/>
            <a:r>
              <a:rPr lang="en-US" sz="900" dirty="0"/>
              <a:t>23459</a:t>
            </a:r>
          </a:p>
        </p:txBody>
      </p:sp>
      <p:sp>
        <p:nvSpPr>
          <p:cNvPr id="44" name="TextBox 43">
            <a:extLst>
              <a:ext uri="{FF2B5EF4-FFF2-40B4-BE49-F238E27FC236}">
                <a16:creationId xmlns:a16="http://schemas.microsoft.com/office/drawing/2014/main" id="{BFEF5931-F010-991A-B059-4B396359B8F6}"/>
              </a:ext>
            </a:extLst>
          </p:cNvPr>
          <p:cNvSpPr txBox="1"/>
          <p:nvPr/>
        </p:nvSpPr>
        <p:spPr>
          <a:xfrm>
            <a:off x="5650090" y="2905709"/>
            <a:ext cx="570089" cy="230832"/>
          </a:xfrm>
          <a:prstGeom prst="rect">
            <a:avLst/>
          </a:prstGeom>
          <a:noFill/>
        </p:spPr>
        <p:txBody>
          <a:bodyPr wrap="square" rtlCol="0">
            <a:spAutoFit/>
          </a:bodyPr>
          <a:lstStyle/>
          <a:p>
            <a:pPr algn="ctr"/>
            <a:r>
              <a:rPr lang="en-US" sz="900" dirty="0"/>
              <a:t>234579</a:t>
            </a:r>
          </a:p>
        </p:txBody>
      </p:sp>
      <p:sp>
        <p:nvSpPr>
          <p:cNvPr id="45" name="TextBox 44">
            <a:extLst>
              <a:ext uri="{FF2B5EF4-FFF2-40B4-BE49-F238E27FC236}">
                <a16:creationId xmlns:a16="http://schemas.microsoft.com/office/drawing/2014/main" id="{7FFBE986-24AC-E31B-488B-A6DA89A96C42}"/>
              </a:ext>
            </a:extLst>
          </p:cNvPr>
          <p:cNvSpPr txBox="1"/>
          <p:nvPr/>
        </p:nvSpPr>
        <p:spPr>
          <a:xfrm>
            <a:off x="5147734" y="901933"/>
            <a:ext cx="570089" cy="230832"/>
          </a:xfrm>
          <a:prstGeom prst="rect">
            <a:avLst/>
          </a:prstGeom>
          <a:noFill/>
        </p:spPr>
        <p:txBody>
          <a:bodyPr wrap="square" rtlCol="0">
            <a:spAutoFit/>
          </a:bodyPr>
          <a:lstStyle/>
          <a:p>
            <a:pPr algn="ctr"/>
            <a:r>
              <a:rPr lang="en-US" sz="900" dirty="0"/>
              <a:t>14568</a:t>
            </a:r>
          </a:p>
        </p:txBody>
      </p:sp>
      <p:sp>
        <p:nvSpPr>
          <p:cNvPr id="46" name="TextBox 45">
            <a:extLst>
              <a:ext uri="{FF2B5EF4-FFF2-40B4-BE49-F238E27FC236}">
                <a16:creationId xmlns:a16="http://schemas.microsoft.com/office/drawing/2014/main" id="{FDCB6A56-FFD2-2C69-BABD-1E8BC28D9F0A}"/>
              </a:ext>
            </a:extLst>
          </p:cNvPr>
          <p:cNvSpPr txBox="1"/>
          <p:nvPr/>
        </p:nvSpPr>
        <p:spPr>
          <a:xfrm>
            <a:off x="5650090" y="901933"/>
            <a:ext cx="570089" cy="230832"/>
          </a:xfrm>
          <a:prstGeom prst="rect">
            <a:avLst/>
          </a:prstGeom>
          <a:noFill/>
        </p:spPr>
        <p:txBody>
          <a:bodyPr wrap="square" rtlCol="0">
            <a:spAutoFit/>
          </a:bodyPr>
          <a:lstStyle/>
          <a:p>
            <a:pPr algn="ctr"/>
            <a:r>
              <a:rPr lang="en-US" sz="900" dirty="0"/>
              <a:t>458</a:t>
            </a:r>
          </a:p>
        </p:txBody>
      </p:sp>
      <p:sp>
        <p:nvSpPr>
          <p:cNvPr id="47" name="TextBox 46">
            <a:extLst>
              <a:ext uri="{FF2B5EF4-FFF2-40B4-BE49-F238E27FC236}">
                <a16:creationId xmlns:a16="http://schemas.microsoft.com/office/drawing/2014/main" id="{192D3123-2FE9-907F-1A6F-4D27C6133439}"/>
              </a:ext>
            </a:extLst>
          </p:cNvPr>
          <p:cNvSpPr txBox="1"/>
          <p:nvPr/>
        </p:nvSpPr>
        <p:spPr>
          <a:xfrm>
            <a:off x="6152446" y="901933"/>
            <a:ext cx="570089" cy="230832"/>
          </a:xfrm>
          <a:prstGeom prst="rect">
            <a:avLst/>
          </a:prstGeom>
          <a:noFill/>
        </p:spPr>
        <p:txBody>
          <a:bodyPr wrap="square" rtlCol="0">
            <a:spAutoFit/>
          </a:bodyPr>
          <a:lstStyle/>
          <a:p>
            <a:pPr algn="ctr"/>
            <a:r>
              <a:rPr lang="en-US" sz="900" dirty="0"/>
              <a:t>14567</a:t>
            </a:r>
          </a:p>
        </p:txBody>
      </p:sp>
      <p:sp>
        <p:nvSpPr>
          <p:cNvPr id="48" name="TextBox 47">
            <a:extLst>
              <a:ext uri="{FF2B5EF4-FFF2-40B4-BE49-F238E27FC236}">
                <a16:creationId xmlns:a16="http://schemas.microsoft.com/office/drawing/2014/main" id="{9CD51EDE-3A87-AE4E-E3C7-166DE94A265D}"/>
              </a:ext>
            </a:extLst>
          </p:cNvPr>
          <p:cNvSpPr txBox="1"/>
          <p:nvPr/>
        </p:nvSpPr>
        <p:spPr>
          <a:xfrm>
            <a:off x="7157158" y="901933"/>
            <a:ext cx="570089" cy="230832"/>
          </a:xfrm>
          <a:prstGeom prst="rect">
            <a:avLst/>
          </a:prstGeom>
          <a:noFill/>
        </p:spPr>
        <p:txBody>
          <a:bodyPr wrap="square" rtlCol="0">
            <a:spAutoFit/>
          </a:bodyPr>
          <a:lstStyle/>
          <a:p>
            <a:pPr algn="ctr"/>
            <a:r>
              <a:rPr lang="en-US" sz="900" dirty="0"/>
              <a:t>14567</a:t>
            </a:r>
          </a:p>
        </p:txBody>
      </p:sp>
      <p:sp>
        <p:nvSpPr>
          <p:cNvPr id="49" name="TextBox 48">
            <a:extLst>
              <a:ext uri="{FF2B5EF4-FFF2-40B4-BE49-F238E27FC236}">
                <a16:creationId xmlns:a16="http://schemas.microsoft.com/office/drawing/2014/main" id="{D526D799-7F59-55E3-7BDB-23100224838B}"/>
              </a:ext>
            </a:extLst>
          </p:cNvPr>
          <p:cNvSpPr txBox="1"/>
          <p:nvPr/>
        </p:nvSpPr>
        <p:spPr>
          <a:xfrm>
            <a:off x="7157158" y="1903821"/>
            <a:ext cx="570089" cy="230832"/>
          </a:xfrm>
          <a:prstGeom prst="rect">
            <a:avLst/>
          </a:prstGeom>
          <a:noFill/>
        </p:spPr>
        <p:txBody>
          <a:bodyPr wrap="square" rtlCol="0">
            <a:spAutoFit/>
          </a:bodyPr>
          <a:lstStyle/>
          <a:p>
            <a:pPr algn="ctr"/>
            <a:r>
              <a:rPr lang="en-US" sz="900" dirty="0"/>
              <a:t>13456</a:t>
            </a:r>
          </a:p>
        </p:txBody>
      </p:sp>
      <p:sp>
        <p:nvSpPr>
          <p:cNvPr id="50" name="TextBox 49">
            <a:extLst>
              <a:ext uri="{FF2B5EF4-FFF2-40B4-BE49-F238E27FC236}">
                <a16:creationId xmlns:a16="http://schemas.microsoft.com/office/drawing/2014/main" id="{60EE2CCE-2E38-5269-07A6-640AEE363429}"/>
              </a:ext>
            </a:extLst>
          </p:cNvPr>
          <p:cNvSpPr txBox="1"/>
          <p:nvPr/>
        </p:nvSpPr>
        <p:spPr>
          <a:xfrm>
            <a:off x="3640666" y="1402877"/>
            <a:ext cx="570089" cy="230832"/>
          </a:xfrm>
          <a:prstGeom prst="rect">
            <a:avLst/>
          </a:prstGeom>
          <a:noFill/>
        </p:spPr>
        <p:txBody>
          <a:bodyPr wrap="square" rtlCol="0">
            <a:spAutoFit/>
          </a:bodyPr>
          <a:lstStyle/>
          <a:p>
            <a:pPr algn="ctr"/>
            <a:r>
              <a:rPr lang="en-US" sz="900" dirty="0"/>
              <a:t>179</a:t>
            </a:r>
          </a:p>
        </p:txBody>
      </p:sp>
      <p:sp>
        <p:nvSpPr>
          <p:cNvPr id="51" name="TextBox 50">
            <a:extLst>
              <a:ext uri="{FF2B5EF4-FFF2-40B4-BE49-F238E27FC236}">
                <a16:creationId xmlns:a16="http://schemas.microsoft.com/office/drawing/2014/main" id="{2CF692B4-73C4-60D6-5F5D-A3E94AA14028}"/>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4567</a:t>
            </a:r>
          </a:p>
        </p:txBody>
      </p:sp>
      <p:sp>
        <p:nvSpPr>
          <p:cNvPr id="52" name="TextBox 51">
            <a:extLst>
              <a:ext uri="{FF2B5EF4-FFF2-40B4-BE49-F238E27FC236}">
                <a16:creationId xmlns:a16="http://schemas.microsoft.com/office/drawing/2014/main" id="{D2744E15-2A84-4D81-6662-00A7ED1F2FEC}"/>
              </a:ext>
            </a:extLst>
          </p:cNvPr>
          <p:cNvSpPr txBox="1"/>
          <p:nvPr/>
        </p:nvSpPr>
        <p:spPr>
          <a:xfrm>
            <a:off x="4645378" y="1402877"/>
            <a:ext cx="570089" cy="230832"/>
          </a:xfrm>
          <a:prstGeom prst="rect">
            <a:avLst/>
          </a:prstGeom>
          <a:noFill/>
        </p:spPr>
        <p:txBody>
          <a:bodyPr wrap="square" rtlCol="0">
            <a:spAutoFit/>
          </a:bodyPr>
          <a:lstStyle/>
          <a:p>
            <a:pPr algn="ctr"/>
            <a:r>
              <a:rPr lang="en-US" sz="900" dirty="0"/>
              <a:t>134569</a:t>
            </a:r>
          </a:p>
        </p:txBody>
      </p:sp>
      <p:sp>
        <p:nvSpPr>
          <p:cNvPr id="53" name="TextBox 52">
            <a:extLst>
              <a:ext uri="{FF2B5EF4-FFF2-40B4-BE49-F238E27FC236}">
                <a16:creationId xmlns:a16="http://schemas.microsoft.com/office/drawing/2014/main" id="{8C20E328-8A19-C08A-4092-1BF93644A6CA}"/>
              </a:ext>
            </a:extLst>
          </p:cNvPr>
          <p:cNvSpPr txBox="1"/>
          <p:nvPr/>
        </p:nvSpPr>
        <p:spPr>
          <a:xfrm>
            <a:off x="5147734" y="1402877"/>
            <a:ext cx="570089" cy="230832"/>
          </a:xfrm>
          <a:prstGeom prst="rect">
            <a:avLst/>
          </a:prstGeom>
          <a:noFill/>
        </p:spPr>
        <p:txBody>
          <a:bodyPr wrap="square" rtlCol="0">
            <a:spAutoFit/>
          </a:bodyPr>
          <a:lstStyle/>
          <a:p>
            <a:pPr algn="ctr"/>
            <a:r>
              <a:rPr lang="en-US" sz="900" dirty="0"/>
              <a:t>134569</a:t>
            </a:r>
          </a:p>
        </p:txBody>
      </p:sp>
      <p:sp>
        <p:nvSpPr>
          <p:cNvPr id="54" name="TextBox 53">
            <a:extLst>
              <a:ext uri="{FF2B5EF4-FFF2-40B4-BE49-F238E27FC236}">
                <a16:creationId xmlns:a16="http://schemas.microsoft.com/office/drawing/2014/main" id="{856AA35E-1E60-B9ED-6727-5F5A0D230ACC}"/>
              </a:ext>
            </a:extLst>
          </p:cNvPr>
          <p:cNvSpPr txBox="1"/>
          <p:nvPr/>
        </p:nvSpPr>
        <p:spPr>
          <a:xfrm>
            <a:off x="3138310" y="1402877"/>
            <a:ext cx="570089" cy="230832"/>
          </a:xfrm>
          <a:prstGeom prst="rect">
            <a:avLst/>
          </a:prstGeom>
          <a:noFill/>
        </p:spPr>
        <p:txBody>
          <a:bodyPr wrap="square" rtlCol="0">
            <a:spAutoFit/>
          </a:bodyPr>
          <a:lstStyle/>
          <a:p>
            <a:pPr algn="ctr"/>
            <a:r>
              <a:rPr lang="en-US" sz="900" dirty="0"/>
              <a:t>145679</a:t>
            </a:r>
          </a:p>
        </p:txBody>
      </p:sp>
      <p:sp>
        <p:nvSpPr>
          <p:cNvPr id="55" name="TextBox 54">
            <a:extLst>
              <a:ext uri="{FF2B5EF4-FFF2-40B4-BE49-F238E27FC236}">
                <a16:creationId xmlns:a16="http://schemas.microsoft.com/office/drawing/2014/main" id="{F1388B1E-C3BE-32A6-65B1-B5B4A69D83AA}"/>
              </a:ext>
            </a:extLst>
          </p:cNvPr>
          <p:cNvSpPr txBox="1"/>
          <p:nvPr/>
        </p:nvSpPr>
        <p:spPr>
          <a:xfrm>
            <a:off x="3640666" y="1903821"/>
            <a:ext cx="570089" cy="230832"/>
          </a:xfrm>
          <a:prstGeom prst="rect">
            <a:avLst/>
          </a:prstGeom>
          <a:noFill/>
        </p:spPr>
        <p:txBody>
          <a:bodyPr wrap="square" rtlCol="0">
            <a:spAutoFit/>
          </a:bodyPr>
          <a:lstStyle/>
          <a:p>
            <a:pPr algn="ctr"/>
            <a:r>
              <a:rPr lang="en-US" sz="900" dirty="0"/>
              <a:t>189</a:t>
            </a:r>
          </a:p>
        </p:txBody>
      </p:sp>
      <p:sp>
        <p:nvSpPr>
          <p:cNvPr id="56" name="TextBox 55">
            <a:extLst>
              <a:ext uri="{FF2B5EF4-FFF2-40B4-BE49-F238E27FC236}">
                <a16:creationId xmlns:a16="http://schemas.microsoft.com/office/drawing/2014/main" id="{C430817A-D0C7-EB5D-9EE6-FC9E7147D068}"/>
              </a:ext>
            </a:extLst>
          </p:cNvPr>
          <p:cNvSpPr txBox="1"/>
          <p:nvPr/>
        </p:nvSpPr>
        <p:spPr>
          <a:xfrm>
            <a:off x="4143022" y="1903821"/>
            <a:ext cx="570089" cy="230832"/>
          </a:xfrm>
          <a:prstGeom prst="rect">
            <a:avLst/>
          </a:prstGeom>
          <a:noFill/>
        </p:spPr>
        <p:txBody>
          <a:bodyPr wrap="square" rtlCol="0">
            <a:spAutoFit/>
          </a:bodyPr>
          <a:lstStyle/>
          <a:p>
            <a:pPr algn="ctr"/>
            <a:r>
              <a:rPr lang="en-US" sz="900" dirty="0"/>
              <a:t>4568</a:t>
            </a:r>
          </a:p>
        </p:txBody>
      </p:sp>
      <p:sp>
        <p:nvSpPr>
          <p:cNvPr id="57" name="TextBox 56">
            <a:extLst>
              <a:ext uri="{FF2B5EF4-FFF2-40B4-BE49-F238E27FC236}">
                <a16:creationId xmlns:a16="http://schemas.microsoft.com/office/drawing/2014/main" id="{BBFAF08A-7CFD-D890-74FE-C3AD30550F31}"/>
              </a:ext>
            </a:extLst>
          </p:cNvPr>
          <p:cNvSpPr txBox="1"/>
          <p:nvPr/>
        </p:nvSpPr>
        <p:spPr>
          <a:xfrm>
            <a:off x="4645378" y="1903821"/>
            <a:ext cx="570089" cy="369332"/>
          </a:xfrm>
          <a:prstGeom prst="rect">
            <a:avLst/>
          </a:prstGeom>
          <a:noFill/>
        </p:spPr>
        <p:txBody>
          <a:bodyPr wrap="square" rtlCol="0">
            <a:spAutoFit/>
          </a:bodyPr>
          <a:lstStyle/>
          <a:p>
            <a:pPr algn="ctr"/>
            <a:r>
              <a:rPr lang="en-US" sz="900" dirty="0"/>
              <a:t>1234569</a:t>
            </a:r>
          </a:p>
        </p:txBody>
      </p:sp>
      <p:sp>
        <p:nvSpPr>
          <p:cNvPr id="58" name="TextBox 57">
            <a:extLst>
              <a:ext uri="{FF2B5EF4-FFF2-40B4-BE49-F238E27FC236}">
                <a16:creationId xmlns:a16="http://schemas.microsoft.com/office/drawing/2014/main" id="{3B4A8AFE-64F5-1B9C-41AC-BD09C60C7CCE}"/>
              </a:ext>
            </a:extLst>
          </p:cNvPr>
          <p:cNvSpPr txBox="1"/>
          <p:nvPr/>
        </p:nvSpPr>
        <p:spPr>
          <a:xfrm>
            <a:off x="3138310" y="1903821"/>
            <a:ext cx="570089" cy="230832"/>
          </a:xfrm>
          <a:prstGeom prst="rect">
            <a:avLst/>
          </a:prstGeom>
          <a:noFill/>
        </p:spPr>
        <p:txBody>
          <a:bodyPr wrap="square" rtlCol="0">
            <a:spAutoFit/>
          </a:bodyPr>
          <a:lstStyle/>
          <a:p>
            <a:pPr algn="ctr"/>
            <a:r>
              <a:rPr lang="en-US" sz="900" dirty="0"/>
              <a:t>145689</a:t>
            </a:r>
          </a:p>
        </p:txBody>
      </p:sp>
      <p:sp>
        <p:nvSpPr>
          <p:cNvPr id="59" name="TextBox 58">
            <a:extLst>
              <a:ext uri="{FF2B5EF4-FFF2-40B4-BE49-F238E27FC236}">
                <a16:creationId xmlns:a16="http://schemas.microsoft.com/office/drawing/2014/main" id="{18FFDC14-E234-EF6C-2801-07A15FD37389}"/>
              </a:ext>
            </a:extLst>
          </p:cNvPr>
          <p:cNvSpPr txBox="1"/>
          <p:nvPr/>
        </p:nvSpPr>
        <p:spPr>
          <a:xfrm>
            <a:off x="3138310" y="3907597"/>
            <a:ext cx="570089" cy="230832"/>
          </a:xfrm>
          <a:prstGeom prst="rect">
            <a:avLst/>
          </a:prstGeom>
          <a:noFill/>
        </p:spPr>
        <p:txBody>
          <a:bodyPr wrap="square" rtlCol="0">
            <a:spAutoFit/>
          </a:bodyPr>
          <a:lstStyle/>
          <a:p>
            <a:pPr algn="ctr"/>
            <a:r>
              <a:rPr lang="en-US" sz="900" dirty="0"/>
              <a:t>13578</a:t>
            </a:r>
          </a:p>
        </p:txBody>
      </p:sp>
      <p:sp>
        <p:nvSpPr>
          <p:cNvPr id="60" name="TextBox 59">
            <a:extLst>
              <a:ext uri="{FF2B5EF4-FFF2-40B4-BE49-F238E27FC236}">
                <a16:creationId xmlns:a16="http://schemas.microsoft.com/office/drawing/2014/main" id="{ECE1AC1D-F454-B7F1-5A99-DE92D95E7CDB}"/>
              </a:ext>
            </a:extLst>
          </p:cNvPr>
          <p:cNvSpPr txBox="1"/>
          <p:nvPr/>
        </p:nvSpPr>
        <p:spPr>
          <a:xfrm>
            <a:off x="3640666" y="4408541"/>
            <a:ext cx="570089" cy="230832"/>
          </a:xfrm>
          <a:prstGeom prst="rect">
            <a:avLst/>
          </a:prstGeom>
          <a:noFill/>
        </p:spPr>
        <p:txBody>
          <a:bodyPr wrap="square" rtlCol="0">
            <a:spAutoFit/>
          </a:bodyPr>
          <a:lstStyle/>
          <a:p>
            <a:pPr algn="ctr"/>
            <a:r>
              <a:rPr lang="en-US" sz="900" dirty="0"/>
              <a:t>12378</a:t>
            </a:r>
          </a:p>
        </p:txBody>
      </p:sp>
      <p:sp>
        <p:nvSpPr>
          <p:cNvPr id="61" name="TextBox 60">
            <a:extLst>
              <a:ext uri="{FF2B5EF4-FFF2-40B4-BE49-F238E27FC236}">
                <a16:creationId xmlns:a16="http://schemas.microsoft.com/office/drawing/2014/main" id="{4D96BA9F-DC5F-8B65-3C11-E0EF768FD1D3}"/>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123578</a:t>
            </a:r>
          </a:p>
        </p:txBody>
      </p:sp>
      <p:sp>
        <p:nvSpPr>
          <p:cNvPr id="62" name="TextBox 61">
            <a:extLst>
              <a:ext uri="{FF2B5EF4-FFF2-40B4-BE49-F238E27FC236}">
                <a16:creationId xmlns:a16="http://schemas.microsoft.com/office/drawing/2014/main" id="{FD392158-2093-FE20-018A-D83C692C16B6}"/>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3578</a:t>
            </a:r>
          </a:p>
        </p:txBody>
      </p:sp>
      <p:sp>
        <p:nvSpPr>
          <p:cNvPr id="63" name="TextBox 62">
            <a:extLst>
              <a:ext uri="{FF2B5EF4-FFF2-40B4-BE49-F238E27FC236}">
                <a16:creationId xmlns:a16="http://schemas.microsoft.com/office/drawing/2014/main" id="{DF40F0A4-DE1F-AEA0-8DFB-53F8E4CFEDC6}"/>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123578</a:t>
            </a:r>
          </a:p>
        </p:txBody>
      </p:sp>
      <p:sp>
        <p:nvSpPr>
          <p:cNvPr id="64" name="TextBox 63">
            <a:extLst>
              <a:ext uri="{FF2B5EF4-FFF2-40B4-BE49-F238E27FC236}">
                <a16:creationId xmlns:a16="http://schemas.microsoft.com/office/drawing/2014/main" id="{703DE8C1-3627-698A-32FE-FF7E5468508B}"/>
              </a:ext>
            </a:extLst>
          </p:cNvPr>
          <p:cNvSpPr txBox="1"/>
          <p:nvPr/>
        </p:nvSpPr>
        <p:spPr>
          <a:xfrm>
            <a:off x="5650090" y="3907597"/>
            <a:ext cx="570089" cy="230832"/>
          </a:xfrm>
          <a:prstGeom prst="rect">
            <a:avLst/>
          </a:prstGeom>
          <a:noFill/>
        </p:spPr>
        <p:txBody>
          <a:bodyPr wrap="square" rtlCol="0">
            <a:spAutoFit/>
          </a:bodyPr>
          <a:lstStyle/>
          <a:p>
            <a:pPr algn="ctr"/>
            <a:r>
              <a:rPr lang="en-US" sz="900" dirty="0"/>
              <a:t>35789</a:t>
            </a:r>
          </a:p>
        </p:txBody>
      </p:sp>
      <p:sp>
        <p:nvSpPr>
          <p:cNvPr id="65" name="TextBox 64">
            <a:extLst>
              <a:ext uri="{FF2B5EF4-FFF2-40B4-BE49-F238E27FC236}">
                <a16:creationId xmlns:a16="http://schemas.microsoft.com/office/drawing/2014/main" id="{476A4123-5D6D-1FEF-98C4-6D4976FCCCFC}"/>
              </a:ext>
            </a:extLst>
          </p:cNvPr>
          <p:cNvSpPr txBox="1"/>
          <p:nvPr/>
        </p:nvSpPr>
        <p:spPr>
          <a:xfrm>
            <a:off x="6152446" y="3907597"/>
            <a:ext cx="570089" cy="230832"/>
          </a:xfrm>
          <a:prstGeom prst="rect">
            <a:avLst/>
          </a:prstGeom>
          <a:noFill/>
        </p:spPr>
        <p:txBody>
          <a:bodyPr wrap="square" rtlCol="0">
            <a:spAutoFit/>
          </a:bodyPr>
          <a:lstStyle/>
          <a:p>
            <a:pPr algn="ctr"/>
            <a:r>
              <a:rPr lang="en-US" sz="900" dirty="0"/>
              <a:t>15679</a:t>
            </a:r>
          </a:p>
        </p:txBody>
      </p:sp>
      <p:sp>
        <p:nvSpPr>
          <p:cNvPr id="66" name="TextBox 65">
            <a:extLst>
              <a:ext uri="{FF2B5EF4-FFF2-40B4-BE49-F238E27FC236}">
                <a16:creationId xmlns:a16="http://schemas.microsoft.com/office/drawing/2014/main" id="{57CBF790-9CAB-38A2-4306-A7D491FD2E09}"/>
              </a:ext>
            </a:extLst>
          </p:cNvPr>
          <p:cNvSpPr txBox="1"/>
          <p:nvPr/>
        </p:nvSpPr>
        <p:spPr>
          <a:xfrm>
            <a:off x="6654802" y="3907597"/>
            <a:ext cx="570089" cy="230832"/>
          </a:xfrm>
          <a:prstGeom prst="rect">
            <a:avLst/>
          </a:prstGeom>
          <a:noFill/>
        </p:spPr>
        <p:txBody>
          <a:bodyPr wrap="square" rtlCol="0">
            <a:spAutoFit/>
          </a:bodyPr>
          <a:lstStyle/>
          <a:p>
            <a:pPr algn="ctr"/>
            <a:r>
              <a:rPr lang="en-US" sz="900" dirty="0"/>
              <a:t>35678</a:t>
            </a:r>
          </a:p>
        </p:txBody>
      </p:sp>
      <p:sp>
        <p:nvSpPr>
          <p:cNvPr id="67" name="TextBox 66">
            <a:extLst>
              <a:ext uri="{FF2B5EF4-FFF2-40B4-BE49-F238E27FC236}">
                <a16:creationId xmlns:a16="http://schemas.microsoft.com/office/drawing/2014/main" id="{B3E9C3AD-242E-525E-FDEC-450F0B63680F}"/>
              </a:ext>
            </a:extLst>
          </p:cNvPr>
          <p:cNvSpPr txBox="1"/>
          <p:nvPr/>
        </p:nvSpPr>
        <p:spPr>
          <a:xfrm>
            <a:off x="7157158" y="3907597"/>
            <a:ext cx="570089" cy="230832"/>
          </a:xfrm>
          <a:prstGeom prst="rect">
            <a:avLst/>
          </a:prstGeom>
          <a:noFill/>
        </p:spPr>
        <p:txBody>
          <a:bodyPr wrap="square" rtlCol="0">
            <a:spAutoFit/>
          </a:bodyPr>
          <a:lstStyle/>
          <a:p>
            <a:pPr algn="ctr"/>
            <a:r>
              <a:rPr lang="en-US" sz="900" dirty="0"/>
              <a:t>135679</a:t>
            </a:r>
          </a:p>
        </p:txBody>
      </p:sp>
      <p:sp>
        <p:nvSpPr>
          <p:cNvPr id="68" name="TextBox 67">
            <a:extLst>
              <a:ext uri="{FF2B5EF4-FFF2-40B4-BE49-F238E27FC236}">
                <a16:creationId xmlns:a16="http://schemas.microsoft.com/office/drawing/2014/main" id="{FD4C0550-1A74-F0E0-923C-F0445575E31D}"/>
              </a:ext>
            </a:extLst>
          </p:cNvPr>
          <p:cNvSpPr txBox="1"/>
          <p:nvPr/>
        </p:nvSpPr>
        <p:spPr>
          <a:xfrm>
            <a:off x="6152446" y="4408541"/>
            <a:ext cx="570089" cy="230832"/>
          </a:xfrm>
          <a:prstGeom prst="rect">
            <a:avLst/>
          </a:prstGeom>
          <a:noFill/>
        </p:spPr>
        <p:txBody>
          <a:bodyPr wrap="square" rtlCol="0">
            <a:spAutoFit/>
          </a:bodyPr>
          <a:lstStyle/>
          <a:p>
            <a:pPr algn="ctr"/>
            <a:r>
              <a:rPr lang="en-US" sz="900" dirty="0"/>
              <a:t>12457</a:t>
            </a:r>
          </a:p>
        </p:txBody>
      </p:sp>
      <p:sp>
        <p:nvSpPr>
          <p:cNvPr id="69" name="TextBox 68">
            <a:extLst>
              <a:ext uri="{FF2B5EF4-FFF2-40B4-BE49-F238E27FC236}">
                <a16:creationId xmlns:a16="http://schemas.microsoft.com/office/drawing/2014/main" id="{6EDAA1B7-1694-FC06-F655-809C03863B1E}"/>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234578</a:t>
            </a:r>
          </a:p>
        </p:txBody>
      </p:sp>
      <p:sp>
        <p:nvSpPr>
          <p:cNvPr id="70" name="TextBox 69">
            <a:extLst>
              <a:ext uri="{FF2B5EF4-FFF2-40B4-BE49-F238E27FC236}">
                <a16:creationId xmlns:a16="http://schemas.microsoft.com/office/drawing/2014/main" id="{FE63B811-1BA0-A9A0-48CC-DE5B41C18E7D}"/>
              </a:ext>
            </a:extLst>
          </p:cNvPr>
          <p:cNvSpPr txBox="1"/>
          <p:nvPr/>
        </p:nvSpPr>
        <p:spPr>
          <a:xfrm>
            <a:off x="7157158" y="4408541"/>
            <a:ext cx="570089" cy="230832"/>
          </a:xfrm>
          <a:prstGeom prst="rect">
            <a:avLst/>
          </a:prstGeom>
          <a:noFill/>
        </p:spPr>
        <p:txBody>
          <a:bodyPr wrap="square" rtlCol="0">
            <a:spAutoFit/>
          </a:bodyPr>
          <a:lstStyle/>
          <a:p>
            <a:pPr algn="ctr"/>
            <a:r>
              <a:rPr lang="en-US" sz="900" dirty="0"/>
              <a:t>13457</a:t>
            </a:r>
          </a:p>
        </p:txBody>
      </p:sp>
      <p:sp>
        <p:nvSpPr>
          <p:cNvPr id="71" name="TextBox 70">
            <a:extLst>
              <a:ext uri="{FF2B5EF4-FFF2-40B4-BE49-F238E27FC236}">
                <a16:creationId xmlns:a16="http://schemas.microsoft.com/office/drawing/2014/main" id="{BF091494-1E91-5696-89D1-290BCD5A418E}"/>
              </a:ext>
            </a:extLst>
          </p:cNvPr>
          <p:cNvSpPr txBox="1"/>
          <p:nvPr/>
        </p:nvSpPr>
        <p:spPr>
          <a:xfrm>
            <a:off x="6152446" y="4909484"/>
            <a:ext cx="570089" cy="230832"/>
          </a:xfrm>
          <a:prstGeom prst="rect">
            <a:avLst/>
          </a:prstGeom>
          <a:noFill/>
        </p:spPr>
        <p:txBody>
          <a:bodyPr wrap="square" rtlCol="0">
            <a:spAutoFit/>
          </a:bodyPr>
          <a:lstStyle/>
          <a:p>
            <a:pPr algn="ctr"/>
            <a:r>
              <a:rPr lang="en-US" sz="900" dirty="0"/>
              <a:t>124579</a:t>
            </a:r>
          </a:p>
        </p:txBody>
      </p:sp>
      <p:sp>
        <p:nvSpPr>
          <p:cNvPr id="72" name="TextBox 71">
            <a:extLst>
              <a:ext uri="{FF2B5EF4-FFF2-40B4-BE49-F238E27FC236}">
                <a16:creationId xmlns:a16="http://schemas.microsoft.com/office/drawing/2014/main" id="{A06CD792-86C5-67DD-2824-1777C61EFE31}"/>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234578</a:t>
            </a:r>
          </a:p>
        </p:txBody>
      </p:sp>
      <p:sp>
        <p:nvSpPr>
          <p:cNvPr id="73" name="TextBox 72">
            <a:extLst>
              <a:ext uri="{FF2B5EF4-FFF2-40B4-BE49-F238E27FC236}">
                <a16:creationId xmlns:a16="http://schemas.microsoft.com/office/drawing/2014/main" id="{2F3169EF-CAAD-83C5-BD0A-ADA00EC8562B}"/>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134579</a:t>
            </a:r>
          </a:p>
        </p:txBody>
      </p:sp>
      <p:sp>
        <p:nvSpPr>
          <p:cNvPr id="74" name="TextBox 73">
            <a:extLst>
              <a:ext uri="{FF2B5EF4-FFF2-40B4-BE49-F238E27FC236}">
                <a16:creationId xmlns:a16="http://schemas.microsoft.com/office/drawing/2014/main" id="{9D522EFD-0145-DFD8-3D35-2A4031DAE943}"/>
              </a:ext>
            </a:extLst>
          </p:cNvPr>
          <p:cNvSpPr txBox="1"/>
          <p:nvPr/>
        </p:nvSpPr>
        <p:spPr>
          <a:xfrm>
            <a:off x="4645378" y="4909484"/>
            <a:ext cx="570089" cy="230832"/>
          </a:xfrm>
          <a:prstGeom prst="rect">
            <a:avLst/>
          </a:prstGeom>
          <a:noFill/>
        </p:spPr>
        <p:txBody>
          <a:bodyPr wrap="square" rtlCol="0">
            <a:spAutoFit/>
          </a:bodyPr>
          <a:lstStyle/>
          <a:p>
            <a:pPr algn="ctr"/>
            <a:r>
              <a:rPr lang="en-US" sz="900" dirty="0"/>
              <a:t>134579</a:t>
            </a:r>
          </a:p>
        </p:txBody>
      </p:sp>
      <p:sp>
        <p:nvSpPr>
          <p:cNvPr id="75" name="TextBox 74">
            <a:extLst>
              <a:ext uri="{FF2B5EF4-FFF2-40B4-BE49-F238E27FC236}">
                <a16:creationId xmlns:a16="http://schemas.microsoft.com/office/drawing/2014/main" id="{DB2FD58B-2AB2-81B7-4A66-63671FDA8912}"/>
              </a:ext>
            </a:extLst>
          </p:cNvPr>
          <p:cNvSpPr txBox="1"/>
          <p:nvPr/>
        </p:nvSpPr>
        <p:spPr>
          <a:xfrm>
            <a:off x="5147734" y="4909484"/>
            <a:ext cx="570089" cy="230832"/>
          </a:xfrm>
          <a:prstGeom prst="rect">
            <a:avLst/>
          </a:prstGeom>
          <a:noFill/>
        </p:spPr>
        <p:txBody>
          <a:bodyPr wrap="square" rtlCol="0">
            <a:spAutoFit/>
          </a:bodyPr>
          <a:lstStyle/>
          <a:p>
            <a:pPr algn="ctr"/>
            <a:r>
              <a:rPr lang="en-US" sz="900" dirty="0"/>
              <a:t>134589</a:t>
            </a:r>
          </a:p>
        </p:txBody>
      </p:sp>
      <p:sp>
        <p:nvSpPr>
          <p:cNvPr id="76" name="TextBox 75">
            <a:extLst>
              <a:ext uri="{FF2B5EF4-FFF2-40B4-BE49-F238E27FC236}">
                <a16:creationId xmlns:a16="http://schemas.microsoft.com/office/drawing/2014/main" id="{227231F3-DA38-55C9-13C6-0A5AA9FF7BC4}"/>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345789</a:t>
            </a:r>
          </a:p>
        </p:txBody>
      </p:sp>
      <p:sp>
        <p:nvSpPr>
          <p:cNvPr id="77" name="TextBox 76">
            <a:extLst>
              <a:ext uri="{FF2B5EF4-FFF2-40B4-BE49-F238E27FC236}">
                <a16:creationId xmlns:a16="http://schemas.microsoft.com/office/drawing/2014/main" id="{2CDB3FAE-CF3B-D076-2246-38EF0A72E3D5}"/>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5601D750-2F5A-16EF-688E-2270BE366DD2}"/>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1273564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95D88-09AE-E929-2A48-33A68D90DD0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3B11B2-50CE-D02D-E3D9-FAD698DDE77E}"/>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B42B5CB-B513-3229-B3F0-2745E0E9349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35A0D1B-56BB-8BDC-F90E-118D34AE98E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301AF0A-1D1E-FE09-D19F-A3DD547E260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1BC7476-D2CF-5745-F627-4C82D81B7E9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4CF4BFE-0C12-B56E-697B-6DC98CFCD80E}"/>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8" name="TextBox 7">
            <a:extLst>
              <a:ext uri="{FF2B5EF4-FFF2-40B4-BE49-F238E27FC236}">
                <a16:creationId xmlns:a16="http://schemas.microsoft.com/office/drawing/2014/main" id="{F1228273-953F-DB11-CBF3-644847215047}"/>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10" name="TextBox 9">
            <a:extLst>
              <a:ext uri="{FF2B5EF4-FFF2-40B4-BE49-F238E27FC236}">
                <a16:creationId xmlns:a16="http://schemas.microsoft.com/office/drawing/2014/main" id="{5EA65463-36D5-93AB-653C-0990B15A3CD1}"/>
              </a:ext>
            </a:extLst>
          </p:cNvPr>
          <p:cNvSpPr txBox="1"/>
          <p:nvPr/>
        </p:nvSpPr>
        <p:spPr>
          <a:xfrm>
            <a:off x="5650090" y="1402877"/>
            <a:ext cx="570089" cy="230832"/>
          </a:xfrm>
          <a:prstGeom prst="rect">
            <a:avLst/>
          </a:prstGeom>
          <a:noFill/>
        </p:spPr>
        <p:txBody>
          <a:bodyPr wrap="square" rtlCol="0">
            <a:spAutoFit/>
          </a:bodyPr>
          <a:lstStyle/>
          <a:p>
            <a:pPr algn="ctr"/>
            <a:r>
              <a:rPr lang="en-US" sz="900" dirty="0"/>
              <a:t>49</a:t>
            </a:r>
          </a:p>
        </p:txBody>
      </p:sp>
      <p:sp>
        <p:nvSpPr>
          <p:cNvPr id="12" name="TextBox 11">
            <a:extLst>
              <a:ext uri="{FF2B5EF4-FFF2-40B4-BE49-F238E27FC236}">
                <a16:creationId xmlns:a16="http://schemas.microsoft.com/office/drawing/2014/main" id="{4D74EEB6-E784-BA3A-CD40-5D6AB07E124B}"/>
              </a:ext>
            </a:extLst>
          </p:cNvPr>
          <p:cNvSpPr txBox="1"/>
          <p:nvPr/>
        </p:nvSpPr>
        <p:spPr>
          <a:xfrm>
            <a:off x="6654802" y="1402877"/>
            <a:ext cx="570089" cy="230832"/>
          </a:xfrm>
          <a:prstGeom prst="rect">
            <a:avLst/>
          </a:prstGeom>
          <a:noFill/>
        </p:spPr>
        <p:txBody>
          <a:bodyPr wrap="square" rtlCol="0">
            <a:spAutoFit/>
          </a:bodyPr>
          <a:lstStyle/>
          <a:p>
            <a:pPr algn="ctr"/>
            <a:r>
              <a:rPr lang="en-US" sz="900" dirty="0"/>
              <a:t>37</a:t>
            </a:r>
          </a:p>
        </p:txBody>
      </p:sp>
      <p:sp>
        <p:nvSpPr>
          <p:cNvPr id="13" name="TextBox 12">
            <a:extLst>
              <a:ext uri="{FF2B5EF4-FFF2-40B4-BE49-F238E27FC236}">
                <a16:creationId xmlns:a16="http://schemas.microsoft.com/office/drawing/2014/main" id="{08270DBE-05F1-9535-F3F1-FD9C25167A48}"/>
              </a:ext>
            </a:extLst>
          </p:cNvPr>
          <p:cNvSpPr txBox="1"/>
          <p:nvPr/>
        </p:nvSpPr>
        <p:spPr>
          <a:xfrm>
            <a:off x="5650090" y="1903821"/>
            <a:ext cx="570089" cy="230832"/>
          </a:xfrm>
          <a:prstGeom prst="rect">
            <a:avLst/>
          </a:prstGeom>
          <a:noFill/>
        </p:spPr>
        <p:txBody>
          <a:bodyPr wrap="square" rtlCol="0">
            <a:spAutoFit/>
          </a:bodyPr>
          <a:lstStyle/>
          <a:p>
            <a:pPr algn="ctr"/>
            <a:r>
              <a:rPr lang="en-US" sz="900" dirty="0"/>
              <a:t>28</a:t>
            </a:r>
          </a:p>
        </p:txBody>
      </p:sp>
      <p:sp>
        <p:nvSpPr>
          <p:cNvPr id="14" name="TextBox 13">
            <a:extLst>
              <a:ext uri="{FF2B5EF4-FFF2-40B4-BE49-F238E27FC236}">
                <a16:creationId xmlns:a16="http://schemas.microsoft.com/office/drawing/2014/main" id="{E7AC9601-F157-0F7A-2CDB-1E3E683C65C0}"/>
              </a:ext>
            </a:extLst>
          </p:cNvPr>
          <p:cNvSpPr txBox="1"/>
          <p:nvPr/>
        </p:nvSpPr>
        <p:spPr>
          <a:xfrm>
            <a:off x="6152446" y="1903821"/>
            <a:ext cx="570089" cy="230832"/>
          </a:xfrm>
          <a:prstGeom prst="rect">
            <a:avLst/>
          </a:prstGeom>
          <a:noFill/>
        </p:spPr>
        <p:txBody>
          <a:bodyPr wrap="square" rtlCol="0">
            <a:spAutoFit/>
          </a:bodyPr>
          <a:lstStyle/>
          <a:p>
            <a:pPr algn="ctr"/>
            <a:r>
              <a:rPr lang="en-US" sz="900" dirty="0"/>
              <a:t>15</a:t>
            </a:r>
          </a:p>
        </p:txBody>
      </p:sp>
      <p:sp>
        <p:nvSpPr>
          <p:cNvPr id="15" name="TextBox 14">
            <a:extLst>
              <a:ext uri="{FF2B5EF4-FFF2-40B4-BE49-F238E27FC236}">
                <a16:creationId xmlns:a16="http://schemas.microsoft.com/office/drawing/2014/main" id="{20136B3C-B5A5-75B0-49FD-273340A6474A}"/>
              </a:ext>
            </a:extLst>
          </p:cNvPr>
          <p:cNvSpPr txBox="1"/>
          <p:nvPr/>
        </p:nvSpPr>
        <p:spPr>
          <a:xfrm>
            <a:off x="6654802" y="1903821"/>
            <a:ext cx="570089" cy="230832"/>
          </a:xfrm>
          <a:prstGeom prst="rect">
            <a:avLst/>
          </a:prstGeom>
          <a:noFill/>
        </p:spPr>
        <p:txBody>
          <a:bodyPr wrap="square" rtlCol="0">
            <a:spAutoFit/>
          </a:bodyPr>
          <a:lstStyle/>
          <a:p>
            <a:pPr algn="ctr"/>
            <a:r>
              <a:rPr lang="en-US" sz="900" dirty="0"/>
              <a:t>46</a:t>
            </a:r>
          </a:p>
        </p:txBody>
      </p:sp>
      <p:sp>
        <p:nvSpPr>
          <p:cNvPr id="16" name="TextBox 15">
            <a:extLst>
              <a:ext uri="{FF2B5EF4-FFF2-40B4-BE49-F238E27FC236}">
                <a16:creationId xmlns:a16="http://schemas.microsoft.com/office/drawing/2014/main" id="{0B2D5B35-A4C4-A81F-4D3A-B720876707EB}"/>
              </a:ext>
            </a:extLst>
          </p:cNvPr>
          <p:cNvSpPr txBox="1"/>
          <p:nvPr/>
        </p:nvSpPr>
        <p:spPr>
          <a:xfrm>
            <a:off x="4645378" y="2404765"/>
            <a:ext cx="570089" cy="230832"/>
          </a:xfrm>
          <a:prstGeom prst="rect">
            <a:avLst/>
          </a:prstGeom>
          <a:noFill/>
        </p:spPr>
        <p:txBody>
          <a:bodyPr wrap="square" rtlCol="0">
            <a:spAutoFit/>
          </a:bodyPr>
          <a:lstStyle/>
          <a:p>
            <a:pPr algn="ctr"/>
            <a:r>
              <a:rPr lang="en-US" sz="900" dirty="0"/>
              <a:t>347</a:t>
            </a:r>
          </a:p>
        </p:txBody>
      </p:sp>
      <p:sp>
        <p:nvSpPr>
          <p:cNvPr id="17" name="TextBox 16">
            <a:extLst>
              <a:ext uri="{FF2B5EF4-FFF2-40B4-BE49-F238E27FC236}">
                <a16:creationId xmlns:a16="http://schemas.microsoft.com/office/drawing/2014/main" id="{93B6FC7D-2768-8D6D-FE10-1F23E74D5633}"/>
              </a:ext>
            </a:extLst>
          </p:cNvPr>
          <p:cNvSpPr txBox="1"/>
          <p:nvPr/>
        </p:nvSpPr>
        <p:spPr>
          <a:xfrm>
            <a:off x="5147734" y="2404765"/>
            <a:ext cx="570089" cy="230832"/>
          </a:xfrm>
          <a:prstGeom prst="rect">
            <a:avLst/>
          </a:prstGeom>
          <a:noFill/>
        </p:spPr>
        <p:txBody>
          <a:bodyPr wrap="square" rtlCol="0">
            <a:spAutoFit/>
          </a:bodyPr>
          <a:lstStyle/>
          <a:p>
            <a:pPr algn="ctr"/>
            <a:r>
              <a:rPr lang="en-US" sz="900" dirty="0"/>
              <a:t>432</a:t>
            </a:r>
          </a:p>
        </p:txBody>
      </p:sp>
      <p:sp>
        <p:nvSpPr>
          <p:cNvPr id="18" name="TextBox 17">
            <a:extLst>
              <a:ext uri="{FF2B5EF4-FFF2-40B4-BE49-F238E27FC236}">
                <a16:creationId xmlns:a16="http://schemas.microsoft.com/office/drawing/2014/main" id="{CF2C0B8F-5AC4-5A1A-756B-3FC34D3CB7E9}"/>
              </a:ext>
            </a:extLst>
          </p:cNvPr>
          <p:cNvSpPr txBox="1"/>
          <p:nvPr/>
        </p:nvSpPr>
        <p:spPr>
          <a:xfrm>
            <a:off x="6152446" y="2404765"/>
            <a:ext cx="570089" cy="230832"/>
          </a:xfrm>
          <a:prstGeom prst="rect">
            <a:avLst/>
          </a:prstGeom>
          <a:noFill/>
        </p:spPr>
        <p:txBody>
          <a:bodyPr wrap="square" rtlCol="0">
            <a:spAutoFit/>
          </a:bodyPr>
          <a:lstStyle/>
          <a:p>
            <a:pPr algn="ctr"/>
            <a:r>
              <a:rPr lang="en-US" sz="900" dirty="0"/>
              <a:t>224</a:t>
            </a:r>
          </a:p>
        </p:txBody>
      </p:sp>
      <p:sp>
        <p:nvSpPr>
          <p:cNvPr id="25" name="TextBox 24">
            <a:extLst>
              <a:ext uri="{FF2B5EF4-FFF2-40B4-BE49-F238E27FC236}">
                <a16:creationId xmlns:a16="http://schemas.microsoft.com/office/drawing/2014/main" id="{84869B3F-8BAD-7F5B-3EB7-BCF4A4B13704}"/>
              </a:ext>
            </a:extLst>
          </p:cNvPr>
          <p:cNvSpPr txBox="1"/>
          <p:nvPr/>
        </p:nvSpPr>
        <p:spPr>
          <a:xfrm>
            <a:off x="4143022" y="3907597"/>
            <a:ext cx="570089" cy="230832"/>
          </a:xfrm>
          <a:prstGeom prst="rect">
            <a:avLst/>
          </a:prstGeom>
          <a:noFill/>
        </p:spPr>
        <p:txBody>
          <a:bodyPr wrap="square" rtlCol="0">
            <a:spAutoFit/>
          </a:bodyPr>
          <a:lstStyle/>
          <a:p>
            <a:pPr algn="ctr"/>
            <a:r>
              <a:rPr lang="en-US" sz="900" dirty="0"/>
              <a:t>378</a:t>
            </a:r>
          </a:p>
        </p:txBody>
      </p:sp>
      <p:sp>
        <p:nvSpPr>
          <p:cNvPr id="26" name="TextBox 25">
            <a:extLst>
              <a:ext uri="{FF2B5EF4-FFF2-40B4-BE49-F238E27FC236}">
                <a16:creationId xmlns:a16="http://schemas.microsoft.com/office/drawing/2014/main" id="{7946E779-C05F-AA4B-512A-5B044235A466}"/>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308957DE-61E4-CAF8-3D8C-237688B5DAEA}"/>
              </a:ext>
            </a:extLst>
          </p:cNvPr>
          <p:cNvSpPr txBox="1"/>
          <p:nvPr/>
        </p:nvSpPr>
        <p:spPr>
          <a:xfrm>
            <a:off x="5147734" y="3907597"/>
            <a:ext cx="570089" cy="230832"/>
          </a:xfrm>
          <a:prstGeom prst="rect">
            <a:avLst/>
          </a:prstGeom>
          <a:noFill/>
        </p:spPr>
        <p:txBody>
          <a:bodyPr wrap="square" rtlCol="0">
            <a:spAutoFit/>
          </a:bodyPr>
          <a:lstStyle/>
          <a:p>
            <a:pPr algn="ctr"/>
            <a:r>
              <a:rPr lang="en-US" sz="900" dirty="0"/>
              <a:t>282</a:t>
            </a:r>
          </a:p>
        </p:txBody>
      </p:sp>
      <p:sp>
        <p:nvSpPr>
          <p:cNvPr id="28" name="TextBox 27">
            <a:extLst>
              <a:ext uri="{FF2B5EF4-FFF2-40B4-BE49-F238E27FC236}">
                <a16:creationId xmlns:a16="http://schemas.microsoft.com/office/drawing/2014/main" id="{775F1A86-EE6E-2CCB-FF8F-B02D05B9A0C0}"/>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C1864656-1A7F-5230-BCC7-FFCD2DAAE455}"/>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A54EA4DC-90FF-9D2E-535D-F90A054656B0}"/>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BED5EF1C-9B4E-93BD-94F5-8BE98DF88807}"/>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4ADEC42-02CF-CC50-7D5F-D41D9E732B55}"/>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129A247F-AFD6-A4FA-87BD-800FDD84936E}"/>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99DA5B96-01BB-E216-CEC5-8535850E612E}"/>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3ECDF984-42DC-8CC6-569D-1B30E4C254EC}"/>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410C1DC8-58E4-0D51-AD5B-7C78FB535A7B}"/>
              </a:ext>
            </a:extLst>
          </p:cNvPr>
          <p:cNvSpPr txBox="1"/>
          <p:nvPr/>
        </p:nvSpPr>
        <p:spPr>
          <a:xfrm>
            <a:off x="3640666" y="3406653"/>
            <a:ext cx="570089" cy="230832"/>
          </a:xfrm>
          <a:prstGeom prst="rect">
            <a:avLst/>
          </a:prstGeom>
          <a:noFill/>
        </p:spPr>
        <p:txBody>
          <a:bodyPr wrap="square" rtlCol="0">
            <a:spAutoFit/>
          </a:bodyPr>
          <a:lstStyle/>
          <a:p>
            <a:pPr algn="ctr"/>
            <a:r>
              <a:rPr lang="en-US" sz="900" dirty="0"/>
              <a:t>279</a:t>
            </a:r>
          </a:p>
        </p:txBody>
      </p:sp>
      <p:sp>
        <p:nvSpPr>
          <p:cNvPr id="23" name="TextBox 22">
            <a:extLst>
              <a:ext uri="{FF2B5EF4-FFF2-40B4-BE49-F238E27FC236}">
                <a16:creationId xmlns:a16="http://schemas.microsoft.com/office/drawing/2014/main" id="{15011BBF-F5D4-B4DF-4BDC-7B08E6096819}"/>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5DF9CD3B-C542-A252-8334-60D098F9A652}"/>
              </a:ext>
            </a:extLst>
          </p:cNvPr>
          <p:cNvSpPr txBox="1"/>
          <p:nvPr/>
        </p:nvSpPr>
        <p:spPr>
          <a:xfrm>
            <a:off x="4645378" y="3406653"/>
            <a:ext cx="570089" cy="230832"/>
          </a:xfrm>
          <a:prstGeom prst="rect">
            <a:avLst/>
          </a:prstGeom>
          <a:noFill/>
        </p:spPr>
        <p:txBody>
          <a:bodyPr wrap="square" rtlCol="0">
            <a:spAutoFit/>
          </a:bodyPr>
          <a:lstStyle/>
          <a:p>
            <a:pPr algn="ctr"/>
            <a:r>
              <a:rPr lang="en-US" sz="900" dirty="0"/>
              <a:t>2579</a:t>
            </a:r>
          </a:p>
        </p:txBody>
      </p:sp>
      <p:sp>
        <p:nvSpPr>
          <p:cNvPr id="34" name="TextBox 33">
            <a:extLst>
              <a:ext uri="{FF2B5EF4-FFF2-40B4-BE49-F238E27FC236}">
                <a16:creationId xmlns:a16="http://schemas.microsoft.com/office/drawing/2014/main" id="{6599D1A8-EEDF-DABE-BEF7-EF2679222ED1}"/>
              </a:ext>
            </a:extLst>
          </p:cNvPr>
          <p:cNvSpPr txBox="1"/>
          <p:nvPr/>
        </p:nvSpPr>
        <p:spPr>
          <a:xfrm>
            <a:off x="5147734" y="3406653"/>
            <a:ext cx="570089" cy="230832"/>
          </a:xfrm>
          <a:prstGeom prst="rect">
            <a:avLst/>
          </a:prstGeom>
          <a:noFill/>
        </p:spPr>
        <p:txBody>
          <a:bodyPr wrap="square" rtlCol="0">
            <a:spAutoFit/>
          </a:bodyPr>
          <a:lstStyle/>
          <a:p>
            <a:pPr algn="ctr"/>
            <a:r>
              <a:rPr lang="en-US" sz="900" dirty="0"/>
              <a:t>259</a:t>
            </a:r>
          </a:p>
        </p:txBody>
      </p:sp>
      <p:sp>
        <p:nvSpPr>
          <p:cNvPr id="35" name="TextBox 34">
            <a:extLst>
              <a:ext uri="{FF2B5EF4-FFF2-40B4-BE49-F238E27FC236}">
                <a16:creationId xmlns:a16="http://schemas.microsoft.com/office/drawing/2014/main" id="{219987DD-E564-84B0-82BF-024464BDA857}"/>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2479</a:t>
            </a:r>
          </a:p>
        </p:txBody>
      </p:sp>
      <p:sp>
        <p:nvSpPr>
          <p:cNvPr id="36" name="TextBox 35">
            <a:extLst>
              <a:ext uri="{FF2B5EF4-FFF2-40B4-BE49-F238E27FC236}">
                <a16:creationId xmlns:a16="http://schemas.microsoft.com/office/drawing/2014/main" id="{67691D0C-2572-1B7C-281E-2A9349CD1EFE}"/>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37" name="TextBox 36">
            <a:extLst>
              <a:ext uri="{FF2B5EF4-FFF2-40B4-BE49-F238E27FC236}">
                <a16:creationId xmlns:a16="http://schemas.microsoft.com/office/drawing/2014/main" id="{F422900F-CB40-480B-7496-D135C0EC7266}"/>
              </a:ext>
            </a:extLst>
          </p:cNvPr>
          <p:cNvSpPr txBox="1"/>
          <p:nvPr/>
        </p:nvSpPr>
        <p:spPr>
          <a:xfrm>
            <a:off x="7157158" y="2404765"/>
            <a:ext cx="570089" cy="230832"/>
          </a:xfrm>
          <a:prstGeom prst="rect">
            <a:avLst/>
          </a:prstGeom>
          <a:noFill/>
        </p:spPr>
        <p:txBody>
          <a:bodyPr wrap="square" rtlCol="0">
            <a:spAutoFit/>
          </a:bodyPr>
          <a:lstStyle/>
          <a:p>
            <a:pPr algn="ctr"/>
            <a:r>
              <a:rPr lang="en-US" sz="900" dirty="0"/>
              <a:t>679</a:t>
            </a:r>
          </a:p>
        </p:txBody>
      </p:sp>
      <p:sp>
        <p:nvSpPr>
          <p:cNvPr id="38" name="TextBox 37">
            <a:extLst>
              <a:ext uri="{FF2B5EF4-FFF2-40B4-BE49-F238E27FC236}">
                <a16:creationId xmlns:a16="http://schemas.microsoft.com/office/drawing/2014/main" id="{CC7B0A7B-3222-8298-13F9-C0D633CB1C02}"/>
              </a:ext>
            </a:extLst>
          </p:cNvPr>
          <p:cNvSpPr txBox="1"/>
          <p:nvPr/>
        </p:nvSpPr>
        <p:spPr>
          <a:xfrm>
            <a:off x="6152446" y="2905709"/>
            <a:ext cx="570089" cy="230832"/>
          </a:xfrm>
          <a:prstGeom prst="rect">
            <a:avLst/>
          </a:prstGeom>
          <a:noFill/>
        </p:spPr>
        <p:txBody>
          <a:bodyPr wrap="square" rtlCol="0">
            <a:spAutoFit/>
          </a:bodyPr>
          <a:lstStyle/>
          <a:p>
            <a:pPr algn="ctr"/>
            <a:r>
              <a:rPr lang="en-US" sz="900" dirty="0"/>
              <a:t>24579</a:t>
            </a:r>
          </a:p>
        </p:txBody>
      </p:sp>
      <p:sp>
        <p:nvSpPr>
          <p:cNvPr id="39" name="TextBox 38">
            <a:extLst>
              <a:ext uri="{FF2B5EF4-FFF2-40B4-BE49-F238E27FC236}">
                <a16:creationId xmlns:a16="http://schemas.microsoft.com/office/drawing/2014/main" id="{226415ED-136F-C868-6C12-809F5319DF22}"/>
              </a:ext>
            </a:extLst>
          </p:cNvPr>
          <p:cNvSpPr txBox="1"/>
          <p:nvPr/>
        </p:nvSpPr>
        <p:spPr>
          <a:xfrm>
            <a:off x="6654802" y="2905709"/>
            <a:ext cx="570089" cy="230832"/>
          </a:xfrm>
          <a:prstGeom prst="rect">
            <a:avLst/>
          </a:prstGeom>
          <a:noFill/>
        </p:spPr>
        <p:txBody>
          <a:bodyPr wrap="square" rtlCol="0">
            <a:spAutoFit/>
          </a:bodyPr>
          <a:lstStyle/>
          <a:p>
            <a:pPr algn="ctr"/>
            <a:r>
              <a:rPr lang="en-US" sz="900" dirty="0"/>
              <a:t>2457</a:t>
            </a:r>
          </a:p>
        </p:txBody>
      </p:sp>
      <p:sp>
        <p:nvSpPr>
          <p:cNvPr id="40" name="TextBox 39">
            <a:extLst>
              <a:ext uri="{FF2B5EF4-FFF2-40B4-BE49-F238E27FC236}">
                <a16:creationId xmlns:a16="http://schemas.microsoft.com/office/drawing/2014/main" id="{E59F171D-756A-BFC3-CFB9-21CCF3B7CB31}"/>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4579</a:t>
            </a:r>
          </a:p>
        </p:txBody>
      </p:sp>
      <p:sp>
        <p:nvSpPr>
          <p:cNvPr id="41" name="TextBox 40">
            <a:extLst>
              <a:ext uri="{FF2B5EF4-FFF2-40B4-BE49-F238E27FC236}">
                <a16:creationId xmlns:a16="http://schemas.microsoft.com/office/drawing/2014/main" id="{591C8FFA-681A-790E-E665-6F24A71A2E80}"/>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327FFD74-BF5C-1AB2-685A-9A328A557D88}"/>
              </a:ext>
            </a:extLst>
          </p:cNvPr>
          <p:cNvSpPr txBox="1"/>
          <p:nvPr/>
        </p:nvSpPr>
        <p:spPr>
          <a:xfrm>
            <a:off x="3138310" y="2404765"/>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8DF4FECF-145C-B5BC-D544-EACB3CD14DB8}"/>
              </a:ext>
            </a:extLst>
          </p:cNvPr>
          <p:cNvSpPr txBox="1"/>
          <p:nvPr/>
        </p:nvSpPr>
        <p:spPr>
          <a:xfrm>
            <a:off x="5147734" y="2905709"/>
            <a:ext cx="570089" cy="230832"/>
          </a:xfrm>
          <a:prstGeom prst="rect">
            <a:avLst/>
          </a:prstGeom>
          <a:noFill/>
        </p:spPr>
        <p:txBody>
          <a:bodyPr wrap="square" rtlCol="0">
            <a:spAutoFit/>
          </a:bodyPr>
          <a:lstStyle/>
          <a:p>
            <a:pPr algn="ctr"/>
            <a:r>
              <a:rPr lang="en-US" sz="900" dirty="0"/>
              <a:t>2459</a:t>
            </a:r>
          </a:p>
        </p:txBody>
      </p:sp>
      <p:sp>
        <p:nvSpPr>
          <p:cNvPr id="44" name="TextBox 43">
            <a:extLst>
              <a:ext uri="{FF2B5EF4-FFF2-40B4-BE49-F238E27FC236}">
                <a16:creationId xmlns:a16="http://schemas.microsoft.com/office/drawing/2014/main" id="{274E1040-0FF9-47E5-0F2D-8B571A7F832B}"/>
              </a:ext>
            </a:extLst>
          </p:cNvPr>
          <p:cNvSpPr txBox="1"/>
          <p:nvPr/>
        </p:nvSpPr>
        <p:spPr>
          <a:xfrm>
            <a:off x="5650090" y="2905709"/>
            <a:ext cx="570089" cy="230832"/>
          </a:xfrm>
          <a:prstGeom prst="rect">
            <a:avLst/>
          </a:prstGeom>
          <a:noFill/>
        </p:spPr>
        <p:txBody>
          <a:bodyPr wrap="square" rtlCol="0">
            <a:spAutoFit/>
          </a:bodyPr>
          <a:lstStyle/>
          <a:p>
            <a:pPr algn="ctr"/>
            <a:r>
              <a:rPr lang="en-US" sz="900" dirty="0"/>
              <a:t>24579</a:t>
            </a:r>
          </a:p>
        </p:txBody>
      </p:sp>
      <p:sp>
        <p:nvSpPr>
          <p:cNvPr id="45" name="TextBox 44">
            <a:extLst>
              <a:ext uri="{FF2B5EF4-FFF2-40B4-BE49-F238E27FC236}">
                <a16:creationId xmlns:a16="http://schemas.microsoft.com/office/drawing/2014/main" id="{C46E4650-67EE-9CE6-E216-822D8F755CEF}"/>
              </a:ext>
            </a:extLst>
          </p:cNvPr>
          <p:cNvSpPr txBox="1"/>
          <p:nvPr/>
        </p:nvSpPr>
        <p:spPr>
          <a:xfrm>
            <a:off x="5147734" y="901933"/>
            <a:ext cx="570089" cy="230832"/>
          </a:xfrm>
          <a:prstGeom prst="rect">
            <a:avLst/>
          </a:prstGeom>
          <a:noFill/>
        </p:spPr>
        <p:txBody>
          <a:bodyPr wrap="square" rtlCol="0">
            <a:spAutoFit/>
          </a:bodyPr>
          <a:lstStyle/>
          <a:p>
            <a:pPr algn="ctr"/>
            <a:r>
              <a:rPr lang="en-US" sz="900" dirty="0"/>
              <a:t>14568</a:t>
            </a:r>
          </a:p>
        </p:txBody>
      </p:sp>
      <p:sp>
        <p:nvSpPr>
          <p:cNvPr id="46" name="TextBox 45">
            <a:extLst>
              <a:ext uri="{FF2B5EF4-FFF2-40B4-BE49-F238E27FC236}">
                <a16:creationId xmlns:a16="http://schemas.microsoft.com/office/drawing/2014/main" id="{578697EE-DEE2-EB95-BF37-3659A762DF27}"/>
              </a:ext>
            </a:extLst>
          </p:cNvPr>
          <p:cNvSpPr txBox="1"/>
          <p:nvPr/>
        </p:nvSpPr>
        <p:spPr>
          <a:xfrm>
            <a:off x="5650090" y="901933"/>
            <a:ext cx="570089" cy="230832"/>
          </a:xfrm>
          <a:prstGeom prst="rect">
            <a:avLst/>
          </a:prstGeom>
          <a:noFill/>
        </p:spPr>
        <p:txBody>
          <a:bodyPr wrap="square" rtlCol="0">
            <a:spAutoFit/>
          </a:bodyPr>
          <a:lstStyle/>
          <a:p>
            <a:pPr algn="ctr"/>
            <a:r>
              <a:rPr lang="en-US" sz="900" dirty="0"/>
              <a:t>458</a:t>
            </a:r>
          </a:p>
        </p:txBody>
      </p:sp>
      <p:sp>
        <p:nvSpPr>
          <p:cNvPr id="47" name="TextBox 46">
            <a:extLst>
              <a:ext uri="{FF2B5EF4-FFF2-40B4-BE49-F238E27FC236}">
                <a16:creationId xmlns:a16="http://schemas.microsoft.com/office/drawing/2014/main" id="{B249D958-06B9-879F-8790-D0988BA6930E}"/>
              </a:ext>
            </a:extLst>
          </p:cNvPr>
          <p:cNvSpPr txBox="1"/>
          <p:nvPr/>
        </p:nvSpPr>
        <p:spPr>
          <a:xfrm>
            <a:off x="6152446" y="901933"/>
            <a:ext cx="570089" cy="230832"/>
          </a:xfrm>
          <a:prstGeom prst="rect">
            <a:avLst/>
          </a:prstGeom>
          <a:noFill/>
        </p:spPr>
        <p:txBody>
          <a:bodyPr wrap="square" rtlCol="0">
            <a:spAutoFit/>
          </a:bodyPr>
          <a:lstStyle/>
          <a:p>
            <a:pPr algn="ctr"/>
            <a:r>
              <a:rPr lang="en-US" sz="900" dirty="0"/>
              <a:t>14567</a:t>
            </a:r>
          </a:p>
        </p:txBody>
      </p:sp>
      <p:sp>
        <p:nvSpPr>
          <p:cNvPr id="48" name="TextBox 47">
            <a:extLst>
              <a:ext uri="{FF2B5EF4-FFF2-40B4-BE49-F238E27FC236}">
                <a16:creationId xmlns:a16="http://schemas.microsoft.com/office/drawing/2014/main" id="{3E21C494-3981-32DC-F681-E1EDC0AC37F0}"/>
              </a:ext>
            </a:extLst>
          </p:cNvPr>
          <p:cNvSpPr txBox="1"/>
          <p:nvPr/>
        </p:nvSpPr>
        <p:spPr>
          <a:xfrm>
            <a:off x="7157158" y="901933"/>
            <a:ext cx="570089" cy="230832"/>
          </a:xfrm>
          <a:prstGeom prst="rect">
            <a:avLst/>
          </a:prstGeom>
          <a:noFill/>
        </p:spPr>
        <p:txBody>
          <a:bodyPr wrap="square" rtlCol="0">
            <a:spAutoFit/>
          </a:bodyPr>
          <a:lstStyle/>
          <a:p>
            <a:pPr algn="ctr"/>
            <a:r>
              <a:rPr lang="en-US" sz="900" dirty="0"/>
              <a:t>14567</a:t>
            </a:r>
          </a:p>
        </p:txBody>
      </p:sp>
      <p:sp>
        <p:nvSpPr>
          <p:cNvPr id="49" name="TextBox 48">
            <a:extLst>
              <a:ext uri="{FF2B5EF4-FFF2-40B4-BE49-F238E27FC236}">
                <a16:creationId xmlns:a16="http://schemas.microsoft.com/office/drawing/2014/main" id="{8CC4322E-0B75-D1F0-6989-79DE7BA2E56B}"/>
              </a:ext>
            </a:extLst>
          </p:cNvPr>
          <p:cNvSpPr txBox="1"/>
          <p:nvPr/>
        </p:nvSpPr>
        <p:spPr>
          <a:xfrm>
            <a:off x="7157158" y="1903821"/>
            <a:ext cx="570089" cy="230832"/>
          </a:xfrm>
          <a:prstGeom prst="rect">
            <a:avLst/>
          </a:prstGeom>
          <a:noFill/>
        </p:spPr>
        <p:txBody>
          <a:bodyPr wrap="square" rtlCol="0">
            <a:spAutoFit/>
          </a:bodyPr>
          <a:lstStyle/>
          <a:p>
            <a:pPr algn="ctr"/>
            <a:r>
              <a:rPr lang="en-US" sz="900" dirty="0"/>
              <a:t>13456</a:t>
            </a:r>
          </a:p>
        </p:txBody>
      </p:sp>
      <p:sp>
        <p:nvSpPr>
          <p:cNvPr id="50" name="TextBox 49">
            <a:extLst>
              <a:ext uri="{FF2B5EF4-FFF2-40B4-BE49-F238E27FC236}">
                <a16:creationId xmlns:a16="http://schemas.microsoft.com/office/drawing/2014/main" id="{D717443D-B570-7533-1F26-2C9275C722A1}"/>
              </a:ext>
            </a:extLst>
          </p:cNvPr>
          <p:cNvSpPr txBox="1"/>
          <p:nvPr/>
        </p:nvSpPr>
        <p:spPr>
          <a:xfrm>
            <a:off x="3640666" y="1402877"/>
            <a:ext cx="570089" cy="230832"/>
          </a:xfrm>
          <a:prstGeom prst="rect">
            <a:avLst/>
          </a:prstGeom>
          <a:noFill/>
        </p:spPr>
        <p:txBody>
          <a:bodyPr wrap="square" rtlCol="0">
            <a:spAutoFit/>
          </a:bodyPr>
          <a:lstStyle/>
          <a:p>
            <a:pPr algn="ctr"/>
            <a:r>
              <a:rPr lang="en-US" sz="900" dirty="0"/>
              <a:t>179</a:t>
            </a:r>
          </a:p>
        </p:txBody>
      </p:sp>
      <p:sp>
        <p:nvSpPr>
          <p:cNvPr id="51" name="TextBox 50">
            <a:extLst>
              <a:ext uri="{FF2B5EF4-FFF2-40B4-BE49-F238E27FC236}">
                <a16:creationId xmlns:a16="http://schemas.microsoft.com/office/drawing/2014/main" id="{9E99BDB6-B5C0-A4DE-A4E3-569923D0957C}"/>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4567</a:t>
            </a:r>
          </a:p>
        </p:txBody>
      </p:sp>
      <p:sp>
        <p:nvSpPr>
          <p:cNvPr id="52" name="TextBox 51">
            <a:extLst>
              <a:ext uri="{FF2B5EF4-FFF2-40B4-BE49-F238E27FC236}">
                <a16:creationId xmlns:a16="http://schemas.microsoft.com/office/drawing/2014/main" id="{A23F3EE7-F348-4D91-61C0-9A23F52780F1}"/>
              </a:ext>
            </a:extLst>
          </p:cNvPr>
          <p:cNvSpPr txBox="1"/>
          <p:nvPr/>
        </p:nvSpPr>
        <p:spPr>
          <a:xfrm>
            <a:off x="4645378" y="1402877"/>
            <a:ext cx="570089" cy="230832"/>
          </a:xfrm>
          <a:prstGeom prst="rect">
            <a:avLst/>
          </a:prstGeom>
          <a:noFill/>
        </p:spPr>
        <p:txBody>
          <a:bodyPr wrap="square" rtlCol="0">
            <a:spAutoFit/>
          </a:bodyPr>
          <a:lstStyle/>
          <a:p>
            <a:pPr algn="ctr"/>
            <a:r>
              <a:rPr lang="en-US" sz="900" dirty="0"/>
              <a:t>134569</a:t>
            </a:r>
          </a:p>
        </p:txBody>
      </p:sp>
      <p:sp>
        <p:nvSpPr>
          <p:cNvPr id="53" name="TextBox 52">
            <a:extLst>
              <a:ext uri="{FF2B5EF4-FFF2-40B4-BE49-F238E27FC236}">
                <a16:creationId xmlns:a16="http://schemas.microsoft.com/office/drawing/2014/main" id="{90F93806-7EB0-9FB7-7D54-8150EB327A79}"/>
              </a:ext>
            </a:extLst>
          </p:cNvPr>
          <p:cNvSpPr txBox="1"/>
          <p:nvPr/>
        </p:nvSpPr>
        <p:spPr>
          <a:xfrm>
            <a:off x="5147734" y="1402877"/>
            <a:ext cx="570089" cy="230832"/>
          </a:xfrm>
          <a:prstGeom prst="rect">
            <a:avLst/>
          </a:prstGeom>
          <a:noFill/>
        </p:spPr>
        <p:txBody>
          <a:bodyPr wrap="square" rtlCol="0">
            <a:spAutoFit/>
          </a:bodyPr>
          <a:lstStyle/>
          <a:p>
            <a:pPr algn="ctr"/>
            <a:r>
              <a:rPr lang="en-US" sz="900" dirty="0"/>
              <a:t>134569</a:t>
            </a:r>
          </a:p>
        </p:txBody>
      </p:sp>
      <p:sp>
        <p:nvSpPr>
          <p:cNvPr id="54" name="TextBox 53">
            <a:extLst>
              <a:ext uri="{FF2B5EF4-FFF2-40B4-BE49-F238E27FC236}">
                <a16:creationId xmlns:a16="http://schemas.microsoft.com/office/drawing/2014/main" id="{7ADF5DA8-1BE2-B120-BF26-20E1F85C7A1B}"/>
              </a:ext>
            </a:extLst>
          </p:cNvPr>
          <p:cNvSpPr txBox="1"/>
          <p:nvPr/>
        </p:nvSpPr>
        <p:spPr>
          <a:xfrm>
            <a:off x="3138310" y="1402877"/>
            <a:ext cx="570089" cy="230832"/>
          </a:xfrm>
          <a:prstGeom prst="rect">
            <a:avLst/>
          </a:prstGeom>
          <a:noFill/>
        </p:spPr>
        <p:txBody>
          <a:bodyPr wrap="square" rtlCol="0">
            <a:spAutoFit/>
          </a:bodyPr>
          <a:lstStyle/>
          <a:p>
            <a:pPr algn="ctr"/>
            <a:r>
              <a:rPr lang="en-US" sz="900" dirty="0"/>
              <a:t>14579</a:t>
            </a:r>
          </a:p>
        </p:txBody>
      </p:sp>
      <p:sp>
        <p:nvSpPr>
          <p:cNvPr id="55" name="TextBox 54">
            <a:extLst>
              <a:ext uri="{FF2B5EF4-FFF2-40B4-BE49-F238E27FC236}">
                <a16:creationId xmlns:a16="http://schemas.microsoft.com/office/drawing/2014/main" id="{161B1395-2326-F0C6-8484-9CFBF672BFBE}"/>
              </a:ext>
            </a:extLst>
          </p:cNvPr>
          <p:cNvSpPr txBox="1"/>
          <p:nvPr/>
        </p:nvSpPr>
        <p:spPr>
          <a:xfrm>
            <a:off x="3640666" y="1903821"/>
            <a:ext cx="570089" cy="230832"/>
          </a:xfrm>
          <a:prstGeom prst="rect">
            <a:avLst/>
          </a:prstGeom>
          <a:noFill/>
        </p:spPr>
        <p:txBody>
          <a:bodyPr wrap="square" rtlCol="0">
            <a:spAutoFit/>
          </a:bodyPr>
          <a:lstStyle/>
          <a:p>
            <a:pPr algn="ctr"/>
            <a:r>
              <a:rPr lang="en-US" sz="900" dirty="0"/>
              <a:t>189</a:t>
            </a:r>
          </a:p>
        </p:txBody>
      </p:sp>
      <p:sp>
        <p:nvSpPr>
          <p:cNvPr id="56" name="TextBox 55">
            <a:extLst>
              <a:ext uri="{FF2B5EF4-FFF2-40B4-BE49-F238E27FC236}">
                <a16:creationId xmlns:a16="http://schemas.microsoft.com/office/drawing/2014/main" id="{F344231C-B933-A20C-3D9D-F3DF5B26DF6D}"/>
              </a:ext>
            </a:extLst>
          </p:cNvPr>
          <p:cNvSpPr txBox="1"/>
          <p:nvPr/>
        </p:nvSpPr>
        <p:spPr>
          <a:xfrm>
            <a:off x="4143022" y="1903821"/>
            <a:ext cx="570089" cy="230832"/>
          </a:xfrm>
          <a:prstGeom prst="rect">
            <a:avLst/>
          </a:prstGeom>
          <a:noFill/>
        </p:spPr>
        <p:txBody>
          <a:bodyPr wrap="square" rtlCol="0">
            <a:spAutoFit/>
          </a:bodyPr>
          <a:lstStyle/>
          <a:p>
            <a:pPr algn="ctr"/>
            <a:r>
              <a:rPr lang="en-US" sz="900" dirty="0"/>
              <a:t>4568</a:t>
            </a:r>
          </a:p>
        </p:txBody>
      </p:sp>
      <p:sp>
        <p:nvSpPr>
          <p:cNvPr id="57" name="TextBox 56">
            <a:extLst>
              <a:ext uri="{FF2B5EF4-FFF2-40B4-BE49-F238E27FC236}">
                <a16:creationId xmlns:a16="http://schemas.microsoft.com/office/drawing/2014/main" id="{BD21D234-1F77-FC33-E64F-D4971C54C270}"/>
              </a:ext>
            </a:extLst>
          </p:cNvPr>
          <p:cNvSpPr txBox="1"/>
          <p:nvPr/>
        </p:nvSpPr>
        <p:spPr>
          <a:xfrm>
            <a:off x="4645378" y="1903821"/>
            <a:ext cx="570089" cy="369332"/>
          </a:xfrm>
          <a:prstGeom prst="rect">
            <a:avLst/>
          </a:prstGeom>
          <a:noFill/>
        </p:spPr>
        <p:txBody>
          <a:bodyPr wrap="square" rtlCol="0">
            <a:spAutoFit/>
          </a:bodyPr>
          <a:lstStyle/>
          <a:p>
            <a:pPr algn="ctr"/>
            <a:r>
              <a:rPr lang="en-US" sz="900" dirty="0"/>
              <a:t>1234569</a:t>
            </a:r>
          </a:p>
        </p:txBody>
      </p:sp>
      <p:sp>
        <p:nvSpPr>
          <p:cNvPr id="58" name="TextBox 57">
            <a:extLst>
              <a:ext uri="{FF2B5EF4-FFF2-40B4-BE49-F238E27FC236}">
                <a16:creationId xmlns:a16="http://schemas.microsoft.com/office/drawing/2014/main" id="{7634D80C-F954-93DA-CEA8-68A633EC9FD0}"/>
              </a:ext>
            </a:extLst>
          </p:cNvPr>
          <p:cNvSpPr txBox="1"/>
          <p:nvPr/>
        </p:nvSpPr>
        <p:spPr>
          <a:xfrm>
            <a:off x="3138310" y="1903821"/>
            <a:ext cx="570089" cy="230832"/>
          </a:xfrm>
          <a:prstGeom prst="rect">
            <a:avLst/>
          </a:prstGeom>
          <a:noFill/>
        </p:spPr>
        <p:txBody>
          <a:bodyPr wrap="square" rtlCol="0">
            <a:spAutoFit/>
          </a:bodyPr>
          <a:lstStyle/>
          <a:p>
            <a:pPr algn="ctr"/>
            <a:r>
              <a:rPr lang="en-US" sz="900" dirty="0"/>
              <a:t>14589</a:t>
            </a:r>
          </a:p>
        </p:txBody>
      </p:sp>
      <p:sp>
        <p:nvSpPr>
          <p:cNvPr id="59" name="TextBox 58">
            <a:extLst>
              <a:ext uri="{FF2B5EF4-FFF2-40B4-BE49-F238E27FC236}">
                <a16:creationId xmlns:a16="http://schemas.microsoft.com/office/drawing/2014/main" id="{6BFEEFB3-4808-A129-E3F5-918716CD566C}"/>
              </a:ext>
            </a:extLst>
          </p:cNvPr>
          <p:cNvSpPr txBox="1"/>
          <p:nvPr/>
        </p:nvSpPr>
        <p:spPr>
          <a:xfrm>
            <a:off x="3138310" y="3907597"/>
            <a:ext cx="570089" cy="230832"/>
          </a:xfrm>
          <a:prstGeom prst="rect">
            <a:avLst/>
          </a:prstGeom>
          <a:noFill/>
        </p:spPr>
        <p:txBody>
          <a:bodyPr wrap="square" rtlCol="0">
            <a:spAutoFit/>
          </a:bodyPr>
          <a:lstStyle/>
          <a:p>
            <a:pPr algn="ctr"/>
            <a:r>
              <a:rPr lang="en-US" sz="900" dirty="0"/>
              <a:t>13578</a:t>
            </a:r>
          </a:p>
        </p:txBody>
      </p:sp>
      <p:sp>
        <p:nvSpPr>
          <p:cNvPr id="60" name="TextBox 59">
            <a:extLst>
              <a:ext uri="{FF2B5EF4-FFF2-40B4-BE49-F238E27FC236}">
                <a16:creationId xmlns:a16="http://schemas.microsoft.com/office/drawing/2014/main" id="{AD762BDD-4965-461D-38BA-7503C4E8AE7B}"/>
              </a:ext>
            </a:extLst>
          </p:cNvPr>
          <p:cNvSpPr txBox="1"/>
          <p:nvPr/>
        </p:nvSpPr>
        <p:spPr>
          <a:xfrm>
            <a:off x="3640666" y="4408541"/>
            <a:ext cx="570089" cy="230832"/>
          </a:xfrm>
          <a:prstGeom prst="rect">
            <a:avLst/>
          </a:prstGeom>
          <a:noFill/>
        </p:spPr>
        <p:txBody>
          <a:bodyPr wrap="square" rtlCol="0">
            <a:spAutoFit/>
          </a:bodyPr>
          <a:lstStyle/>
          <a:p>
            <a:pPr algn="ctr"/>
            <a:r>
              <a:rPr lang="en-US" sz="900" dirty="0"/>
              <a:t>1278</a:t>
            </a:r>
          </a:p>
        </p:txBody>
      </p:sp>
      <p:sp>
        <p:nvSpPr>
          <p:cNvPr id="61" name="TextBox 60">
            <a:extLst>
              <a:ext uri="{FF2B5EF4-FFF2-40B4-BE49-F238E27FC236}">
                <a16:creationId xmlns:a16="http://schemas.microsoft.com/office/drawing/2014/main" id="{FDD1D385-DBAA-9FC8-988F-23C0C8243488}"/>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123578</a:t>
            </a:r>
          </a:p>
        </p:txBody>
      </p:sp>
      <p:sp>
        <p:nvSpPr>
          <p:cNvPr id="62" name="TextBox 61">
            <a:extLst>
              <a:ext uri="{FF2B5EF4-FFF2-40B4-BE49-F238E27FC236}">
                <a16:creationId xmlns:a16="http://schemas.microsoft.com/office/drawing/2014/main" id="{BB4DC44D-8485-14C6-4E9D-F8BF068479F4}"/>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3578</a:t>
            </a:r>
          </a:p>
        </p:txBody>
      </p:sp>
      <p:sp>
        <p:nvSpPr>
          <p:cNvPr id="63" name="TextBox 62">
            <a:extLst>
              <a:ext uri="{FF2B5EF4-FFF2-40B4-BE49-F238E27FC236}">
                <a16:creationId xmlns:a16="http://schemas.microsoft.com/office/drawing/2014/main" id="{FD3283F3-C117-4C30-A8FA-89B57441597F}"/>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123578</a:t>
            </a:r>
          </a:p>
        </p:txBody>
      </p:sp>
      <p:sp>
        <p:nvSpPr>
          <p:cNvPr id="64" name="TextBox 63">
            <a:extLst>
              <a:ext uri="{FF2B5EF4-FFF2-40B4-BE49-F238E27FC236}">
                <a16:creationId xmlns:a16="http://schemas.microsoft.com/office/drawing/2014/main" id="{7F2B9D85-CEDD-E849-8E28-FF464D8A88C0}"/>
              </a:ext>
            </a:extLst>
          </p:cNvPr>
          <p:cNvSpPr txBox="1"/>
          <p:nvPr/>
        </p:nvSpPr>
        <p:spPr>
          <a:xfrm>
            <a:off x="5650090" y="3907597"/>
            <a:ext cx="570089" cy="230832"/>
          </a:xfrm>
          <a:prstGeom prst="rect">
            <a:avLst/>
          </a:prstGeom>
          <a:noFill/>
        </p:spPr>
        <p:txBody>
          <a:bodyPr wrap="square" rtlCol="0">
            <a:spAutoFit/>
          </a:bodyPr>
          <a:lstStyle/>
          <a:p>
            <a:pPr algn="ctr"/>
            <a:r>
              <a:rPr lang="en-US" sz="900" dirty="0"/>
              <a:t>35789</a:t>
            </a:r>
          </a:p>
        </p:txBody>
      </p:sp>
      <p:sp>
        <p:nvSpPr>
          <p:cNvPr id="65" name="TextBox 64">
            <a:extLst>
              <a:ext uri="{FF2B5EF4-FFF2-40B4-BE49-F238E27FC236}">
                <a16:creationId xmlns:a16="http://schemas.microsoft.com/office/drawing/2014/main" id="{E374F99F-B91B-3B05-63E0-02023B3C50A5}"/>
              </a:ext>
            </a:extLst>
          </p:cNvPr>
          <p:cNvSpPr txBox="1"/>
          <p:nvPr/>
        </p:nvSpPr>
        <p:spPr>
          <a:xfrm>
            <a:off x="6152446" y="3907597"/>
            <a:ext cx="570089" cy="230832"/>
          </a:xfrm>
          <a:prstGeom prst="rect">
            <a:avLst/>
          </a:prstGeom>
          <a:noFill/>
        </p:spPr>
        <p:txBody>
          <a:bodyPr wrap="square" rtlCol="0">
            <a:spAutoFit/>
          </a:bodyPr>
          <a:lstStyle/>
          <a:p>
            <a:pPr algn="ctr"/>
            <a:r>
              <a:rPr lang="en-US" sz="900" dirty="0"/>
              <a:t>15679</a:t>
            </a:r>
          </a:p>
        </p:txBody>
      </p:sp>
      <p:sp>
        <p:nvSpPr>
          <p:cNvPr id="66" name="TextBox 65">
            <a:extLst>
              <a:ext uri="{FF2B5EF4-FFF2-40B4-BE49-F238E27FC236}">
                <a16:creationId xmlns:a16="http://schemas.microsoft.com/office/drawing/2014/main" id="{A0FA34C3-6724-95A6-6273-0F059A5D5A94}"/>
              </a:ext>
            </a:extLst>
          </p:cNvPr>
          <p:cNvSpPr txBox="1"/>
          <p:nvPr/>
        </p:nvSpPr>
        <p:spPr>
          <a:xfrm>
            <a:off x="6654802" y="3907597"/>
            <a:ext cx="570089" cy="230832"/>
          </a:xfrm>
          <a:prstGeom prst="rect">
            <a:avLst/>
          </a:prstGeom>
          <a:noFill/>
        </p:spPr>
        <p:txBody>
          <a:bodyPr wrap="square" rtlCol="0">
            <a:spAutoFit/>
          </a:bodyPr>
          <a:lstStyle/>
          <a:p>
            <a:pPr algn="ctr"/>
            <a:r>
              <a:rPr lang="en-US" sz="900" dirty="0"/>
              <a:t>35678</a:t>
            </a:r>
          </a:p>
        </p:txBody>
      </p:sp>
      <p:sp>
        <p:nvSpPr>
          <p:cNvPr id="67" name="TextBox 66">
            <a:extLst>
              <a:ext uri="{FF2B5EF4-FFF2-40B4-BE49-F238E27FC236}">
                <a16:creationId xmlns:a16="http://schemas.microsoft.com/office/drawing/2014/main" id="{6EF7DB79-F427-6ED2-BFDB-ADBFEF5CE5AA}"/>
              </a:ext>
            </a:extLst>
          </p:cNvPr>
          <p:cNvSpPr txBox="1"/>
          <p:nvPr/>
        </p:nvSpPr>
        <p:spPr>
          <a:xfrm>
            <a:off x="7157158" y="3907597"/>
            <a:ext cx="570089" cy="230832"/>
          </a:xfrm>
          <a:prstGeom prst="rect">
            <a:avLst/>
          </a:prstGeom>
          <a:noFill/>
        </p:spPr>
        <p:txBody>
          <a:bodyPr wrap="square" rtlCol="0">
            <a:spAutoFit/>
          </a:bodyPr>
          <a:lstStyle/>
          <a:p>
            <a:pPr algn="ctr"/>
            <a:r>
              <a:rPr lang="en-US" sz="900" dirty="0"/>
              <a:t>135679</a:t>
            </a:r>
          </a:p>
        </p:txBody>
      </p:sp>
      <p:sp>
        <p:nvSpPr>
          <p:cNvPr id="68" name="TextBox 67">
            <a:extLst>
              <a:ext uri="{FF2B5EF4-FFF2-40B4-BE49-F238E27FC236}">
                <a16:creationId xmlns:a16="http://schemas.microsoft.com/office/drawing/2014/main" id="{E472B767-FEBB-3701-30CA-D783047C3A64}"/>
              </a:ext>
            </a:extLst>
          </p:cNvPr>
          <p:cNvSpPr txBox="1"/>
          <p:nvPr/>
        </p:nvSpPr>
        <p:spPr>
          <a:xfrm>
            <a:off x="6152446" y="4408541"/>
            <a:ext cx="570089" cy="230832"/>
          </a:xfrm>
          <a:prstGeom prst="rect">
            <a:avLst/>
          </a:prstGeom>
          <a:noFill/>
        </p:spPr>
        <p:txBody>
          <a:bodyPr wrap="square" rtlCol="0">
            <a:spAutoFit/>
          </a:bodyPr>
          <a:lstStyle/>
          <a:p>
            <a:pPr algn="ctr"/>
            <a:r>
              <a:rPr lang="en-US" sz="900" dirty="0"/>
              <a:t>12457</a:t>
            </a:r>
          </a:p>
        </p:txBody>
      </p:sp>
      <p:sp>
        <p:nvSpPr>
          <p:cNvPr id="69" name="TextBox 68">
            <a:extLst>
              <a:ext uri="{FF2B5EF4-FFF2-40B4-BE49-F238E27FC236}">
                <a16:creationId xmlns:a16="http://schemas.microsoft.com/office/drawing/2014/main" id="{73B6CA60-D505-235E-CB0E-9641C24E5AF6}"/>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234578</a:t>
            </a:r>
          </a:p>
        </p:txBody>
      </p:sp>
      <p:sp>
        <p:nvSpPr>
          <p:cNvPr id="70" name="TextBox 69">
            <a:extLst>
              <a:ext uri="{FF2B5EF4-FFF2-40B4-BE49-F238E27FC236}">
                <a16:creationId xmlns:a16="http://schemas.microsoft.com/office/drawing/2014/main" id="{53E4A8B0-6D80-84E8-CB05-7122DCFD760B}"/>
              </a:ext>
            </a:extLst>
          </p:cNvPr>
          <p:cNvSpPr txBox="1"/>
          <p:nvPr/>
        </p:nvSpPr>
        <p:spPr>
          <a:xfrm>
            <a:off x="7157158" y="4408541"/>
            <a:ext cx="570089" cy="230832"/>
          </a:xfrm>
          <a:prstGeom prst="rect">
            <a:avLst/>
          </a:prstGeom>
          <a:noFill/>
        </p:spPr>
        <p:txBody>
          <a:bodyPr wrap="square" rtlCol="0">
            <a:spAutoFit/>
          </a:bodyPr>
          <a:lstStyle/>
          <a:p>
            <a:pPr algn="ctr"/>
            <a:r>
              <a:rPr lang="en-US" sz="900" dirty="0"/>
              <a:t>13457</a:t>
            </a:r>
          </a:p>
        </p:txBody>
      </p:sp>
      <p:sp>
        <p:nvSpPr>
          <p:cNvPr id="71" name="TextBox 70">
            <a:extLst>
              <a:ext uri="{FF2B5EF4-FFF2-40B4-BE49-F238E27FC236}">
                <a16:creationId xmlns:a16="http://schemas.microsoft.com/office/drawing/2014/main" id="{848F5CF8-E8C7-24E4-CF7F-98526B8DC5DE}"/>
              </a:ext>
            </a:extLst>
          </p:cNvPr>
          <p:cNvSpPr txBox="1"/>
          <p:nvPr/>
        </p:nvSpPr>
        <p:spPr>
          <a:xfrm>
            <a:off x="6152446" y="4909484"/>
            <a:ext cx="570089" cy="230832"/>
          </a:xfrm>
          <a:prstGeom prst="rect">
            <a:avLst/>
          </a:prstGeom>
          <a:noFill/>
        </p:spPr>
        <p:txBody>
          <a:bodyPr wrap="square" rtlCol="0">
            <a:spAutoFit/>
          </a:bodyPr>
          <a:lstStyle/>
          <a:p>
            <a:pPr algn="ctr"/>
            <a:r>
              <a:rPr lang="en-US" sz="900" dirty="0"/>
              <a:t>124579</a:t>
            </a:r>
          </a:p>
        </p:txBody>
      </p:sp>
      <p:sp>
        <p:nvSpPr>
          <p:cNvPr id="72" name="TextBox 71">
            <a:extLst>
              <a:ext uri="{FF2B5EF4-FFF2-40B4-BE49-F238E27FC236}">
                <a16:creationId xmlns:a16="http://schemas.microsoft.com/office/drawing/2014/main" id="{5AFBCD47-06AD-08C8-3A56-F96D086248D4}"/>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234578</a:t>
            </a:r>
          </a:p>
        </p:txBody>
      </p:sp>
      <p:sp>
        <p:nvSpPr>
          <p:cNvPr id="73" name="TextBox 72">
            <a:extLst>
              <a:ext uri="{FF2B5EF4-FFF2-40B4-BE49-F238E27FC236}">
                <a16:creationId xmlns:a16="http://schemas.microsoft.com/office/drawing/2014/main" id="{D231B50C-8F22-DD7A-160F-E8C99824B98E}"/>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134579</a:t>
            </a:r>
          </a:p>
        </p:txBody>
      </p:sp>
      <p:sp>
        <p:nvSpPr>
          <p:cNvPr id="74" name="TextBox 73">
            <a:extLst>
              <a:ext uri="{FF2B5EF4-FFF2-40B4-BE49-F238E27FC236}">
                <a16:creationId xmlns:a16="http://schemas.microsoft.com/office/drawing/2014/main" id="{01DBF64C-12DF-2EFE-224C-495748BB6FE9}"/>
              </a:ext>
            </a:extLst>
          </p:cNvPr>
          <p:cNvSpPr txBox="1"/>
          <p:nvPr/>
        </p:nvSpPr>
        <p:spPr>
          <a:xfrm>
            <a:off x="4645378" y="4909484"/>
            <a:ext cx="570089" cy="230832"/>
          </a:xfrm>
          <a:prstGeom prst="rect">
            <a:avLst/>
          </a:prstGeom>
          <a:noFill/>
        </p:spPr>
        <p:txBody>
          <a:bodyPr wrap="square" rtlCol="0">
            <a:spAutoFit/>
          </a:bodyPr>
          <a:lstStyle/>
          <a:p>
            <a:pPr algn="ctr"/>
            <a:r>
              <a:rPr lang="en-US" sz="900" dirty="0"/>
              <a:t>134579</a:t>
            </a:r>
          </a:p>
        </p:txBody>
      </p:sp>
      <p:sp>
        <p:nvSpPr>
          <p:cNvPr id="75" name="TextBox 74">
            <a:extLst>
              <a:ext uri="{FF2B5EF4-FFF2-40B4-BE49-F238E27FC236}">
                <a16:creationId xmlns:a16="http://schemas.microsoft.com/office/drawing/2014/main" id="{7791B494-D884-2842-54B6-E28717526FF0}"/>
              </a:ext>
            </a:extLst>
          </p:cNvPr>
          <p:cNvSpPr txBox="1"/>
          <p:nvPr/>
        </p:nvSpPr>
        <p:spPr>
          <a:xfrm>
            <a:off x="5147734" y="4909484"/>
            <a:ext cx="570089" cy="230832"/>
          </a:xfrm>
          <a:prstGeom prst="rect">
            <a:avLst/>
          </a:prstGeom>
          <a:noFill/>
        </p:spPr>
        <p:txBody>
          <a:bodyPr wrap="square" rtlCol="0">
            <a:spAutoFit/>
          </a:bodyPr>
          <a:lstStyle/>
          <a:p>
            <a:pPr algn="ctr"/>
            <a:r>
              <a:rPr lang="en-US" sz="900" dirty="0"/>
              <a:t>134589</a:t>
            </a:r>
          </a:p>
        </p:txBody>
      </p:sp>
      <p:sp>
        <p:nvSpPr>
          <p:cNvPr id="76" name="TextBox 75">
            <a:extLst>
              <a:ext uri="{FF2B5EF4-FFF2-40B4-BE49-F238E27FC236}">
                <a16:creationId xmlns:a16="http://schemas.microsoft.com/office/drawing/2014/main" id="{98CE6806-4DB0-7228-22BD-1C1922FAE28C}"/>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345789</a:t>
            </a:r>
          </a:p>
        </p:txBody>
      </p:sp>
      <p:sp>
        <p:nvSpPr>
          <p:cNvPr id="77" name="TextBox 76">
            <a:extLst>
              <a:ext uri="{FF2B5EF4-FFF2-40B4-BE49-F238E27FC236}">
                <a16:creationId xmlns:a16="http://schemas.microsoft.com/office/drawing/2014/main" id="{A5BF4830-F8B2-9DB3-F862-B6B043FD4B56}"/>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FF6B06CD-BA60-4A9E-4351-6A2A524B5E45}"/>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F9C3BC8C-95EC-8E01-60B8-F74D8DB4D858}"/>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2039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83547-D62D-0749-5691-7C7C5C7FE25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A917DA-0945-F949-1764-1EC0F24AACEC}"/>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FDF7716-A2F5-6E72-0EA3-64DC1373799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D4CF2C4-2F01-ED96-47D5-F63D379A7B9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3806E2A-E09F-A27A-D116-21DB88C4DB1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3D1245B-43D8-80F7-7F8B-E904F06A05C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B580E38-1AF3-AADD-57B8-C65C337FA044}"/>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8" name="TextBox 7">
            <a:extLst>
              <a:ext uri="{FF2B5EF4-FFF2-40B4-BE49-F238E27FC236}">
                <a16:creationId xmlns:a16="http://schemas.microsoft.com/office/drawing/2014/main" id="{E01C7499-F73E-1876-DA96-2E481130C4C6}"/>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10" name="TextBox 9">
            <a:extLst>
              <a:ext uri="{FF2B5EF4-FFF2-40B4-BE49-F238E27FC236}">
                <a16:creationId xmlns:a16="http://schemas.microsoft.com/office/drawing/2014/main" id="{B7944C38-09B8-F392-FEC1-275443004A6B}"/>
              </a:ext>
            </a:extLst>
          </p:cNvPr>
          <p:cNvSpPr txBox="1"/>
          <p:nvPr/>
        </p:nvSpPr>
        <p:spPr>
          <a:xfrm>
            <a:off x="5650090" y="1402877"/>
            <a:ext cx="570089" cy="230832"/>
          </a:xfrm>
          <a:prstGeom prst="rect">
            <a:avLst/>
          </a:prstGeom>
          <a:noFill/>
        </p:spPr>
        <p:txBody>
          <a:bodyPr wrap="square" rtlCol="0">
            <a:spAutoFit/>
          </a:bodyPr>
          <a:lstStyle/>
          <a:p>
            <a:pPr algn="ctr"/>
            <a:r>
              <a:rPr lang="en-US" sz="900" dirty="0"/>
              <a:t>49</a:t>
            </a:r>
          </a:p>
        </p:txBody>
      </p:sp>
      <p:sp>
        <p:nvSpPr>
          <p:cNvPr id="12" name="TextBox 11">
            <a:extLst>
              <a:ext uri="{FF2B5EF4-FFF2-40B4-BE49-F238E27FC236}">
                <a16:creationId xmlns:a16="http://schemas.microsoft.com/office/drawing/2014/main" id="{A4B841D5-60CE-802F-CE98-6FFC6F28B844}"/>
              </a:ext>
            </a:extLst>
          </p:cNvPr>
          <p:cNvSpPr txBox="1"/>
          <p:nvPr/>
        </p:nvSpPr>
        <p:spPr>
          <a:xfrm>
            <a:off x="6654802" y="1402877"/>
            <a:ext cx="570089" cy="230832"/>
          </a:xfrm>
          <a:prstGeom prst="rect">
            <a:avLst/>
          </a:prstGeom>
          <a:noFill/>
        </p:spPr>
        <p:txBody>
          <a:bodyPr wrap="square" rtlCol="0">
            <a:spAutoFit/>
          </a:bodyPr>
          <a:lstStyle/>
          <a:p>
            <a:pPr algn="ctr"/>
            <a:r>
              <a:rPr lang="en-US" sz="900" dirty="0"/>
              <a:t>37</a:t>
            </a:r>
          </a:p>
        </p:txBody>
      </p:sp>
      <p:sp>
        <p:nvSpPr>
          <p:cNvPr id="13" name="TextBox 12">
            <a:extLst>
              <a:ext uri="{FF2B5EF4-FFF2-40B4-BE49-F238E27FC236}">
                <a16:creationId xmlns:a16="http://schemas.microsoft.com/office/drawing/2014/main" id="{A8AC226E-FE0A-8DEB-AF27-EFDDBEEB49E9}"/>
              </a:ext>
            </a:extLst>
          </p:cNvPr>
          <p:cNvSpPr txBox="1"/>
          <p:nvPr/>
        </p:nvSpPr>
        <p:spPr>
          <a:xfrm>
            <a:off x="5650090" y="1903821"/>
            <a:ext cx="570089" cy="230832"/>
          </a:xfrm>
          <a:prstGeom prst="rect">
            <a:avLst/>
          </a:prstGeom>
          <a:noFill/>
        </p:spPr>
        <p:txBody>
          <a:bodyPr wrap="square" rtlCol="0">
            <a:spAutoFit/>
          </a:bodyPr>
          <a:lstStyle/>
          <a:p>
            <a:pPr algn="ctr"/>
            <a:r>
              <a:rPr lang="en-US" sz="900" dirty="0"/>
              <a:t>28</a:t>
            </a:r>
          </a:p>
        </p:txBody>
      </p:sp>
      <p:sp>
        <p:nvSpPr>
          <p:cNvPr id="14" name="TextBox 13">
            <a:extLst>
              <a:ext uri="{FF2B5EF4-FFF2-40B4-BE49-F238E27FC236}">
                <a16:creationId xmlns:a16="http://schemas.microsoft.com/office/drawing/2014/main" id="{8A813570-F274-3509-2313-9AAB732B4E12}"/>
              </a:ext>
            </a:extLst>
          </p:cNvPr>
          <p:cNvSpPr txBox="1"/>
          <p:nvPr/>
        </p:nvSpPr>
        <p:spPr>
          <a:xfrm>
            <a:off x="6152446" y="1903821"/>
            <a:ext cx="570089" cy="230832"/>
          </a:xfrm>
          <a:prstGeom prst="rect">
            <a:avLst/>
          </a:prstGeom>
          <a:noFill/>
        </p:spPr>
        <p:txBody>
          <a:bodyPr wrap="square" rtlCol="0">
            <a:spAutoFit/>
          </a:bodyPr>
          <a:lstStyle/>
          <a:p>
            <a:pPr algn="ctr"/>
            <a:r>
              <a:rPr lang="en-US" sz="900" dirty="0"/>
              <a:t>15</a:t>
            </a:r>
          </a:p>
        </p:txBody>
      </p:sp>
      <p:sp>
        <p:nvSpPr>
          <p:cNvPr id="15" name="TextBox 14">
            <a:extLst>
              <a:ext uri="{FF2B5EF4-FFF2-40B4-BE49-F238E27FC236}">
                <a16:creationId xmlns:a16="http://schemas.microsoft.com/office/drawing/2014/main" id="{E35B8915-EE45-7DDA-82E7-1BCEFAA558A1}"/>
              </a:ext>
            </a:extLst>
          </p:cNvPr>
          <p:cNvSpPr txBox="1"/>
          <p:nvPr/>
        </p:nvSpPr>
        <p:spPr>
          <a:xfrm>
            <a:off x="6654802" y="1903821"/>
            <a:ext cx="570089" cy="230832"/>
          </a:xfrm>
          <a:prstGeom prst="rect">
            <a:avLst/>
          </a:prstGeom>
          <a:noFill/>
        </p:spPr>
        <p:txBody>
          <a:bodyPr wrap="square" rtlCol="0">
            <a:spAutoFit/>
          </a:bodyPr>
          <a:lstStyle/>
          <a:p>
            <a:pPr algn="ctr"/>
            <a:r>
              <a:rPr lang="en-US" sz="900" dirty="0"/>
              <a:t>46</a:t>
            </a:r>
          </a:p>
        </p:txBody>
      </p:sp>
      <p:sp>
        <p:nvSpPr>
          <p:cNvPr id="16" name="TextBox 15">
            <a:extLst>
              <a:ext uri="{FF2B5EF4-FFF2-40B4-BE49-F238E27FC236}">
                <a16:creationId xmlns:a16="http://schemas.microsoft.com/office/drawing/2014/main" id="{C79B19B7-F92B-BEA3-165E-FE8EFFCBFB26}"/>
              </a:ext>
            </a:extLst>
          </p:cNvPr>
          <p:cNvSpPr txBox="1"/>
          <p:nvPr/>
        </p:nvSpPr>
        <p:spPr>
          <a:xfrm>
            <a:off x="4645378" y="2404765"/>
            <a:ext cx="570089" cy="230832"/>
          </a:xfrm>
          <a:prstGeom prst="rect">
            <a:avLst/>
          </a:prstGeom>
          <a:noFill/>
        </p:spPr>
        <p:txBody>
          <a:bodyPr wrap="square" rtlCol="0">
            <a:spAutoFit/>
          </a:bodyPr>
          <a:lstStyle/>
          <a:p>
            <a:pPr algn="ctr"/>
            <a:r>
              <a:rPr lang="en-US" sz="900" dirty="0"/>
              <a:t>347</a:t>
            </a:r>
          </a:p>
        </p:txBody>
      </p:sp>
      <p:sp>
        <p:nvSpPr>
          <p:cNvPr id="17" name="TextBox 16">
            <a:extLst>
              <a:ext uri="{FF2B5EF4-FFF2-40B4-BE49-F238E27FC236}">
                <a16:creationId xmlns:a16="http://schemas.microsoft.com/office/drawing/2014/main" id="{0D109A6E-E428-EC72-E3DE-B67C7D0F1567}"/>
              </a:ext>
            </a:extLst>
          </p:cNvPr>
          <p:cNvSpPr txBox="1"/>
          <p:nvPr/>
        </p:nvSpPr>
        <p:spPr>
          <a:xfrm>
            <a:off x="5147734" y="2404765"/>
            <a:ext cx="570089" cy="230832"/>
          </a:xfrm>
          <a:prstGeom prst="rect">
            <a:avLst/>
          </a:prstGeom>
          <a:noFill/>
        </p:spPr>
        <p:txBody>
          <a:bodyPr wrap="square" rtlCol="0">
            <a:spAutoFit/>
          </a:bodyPr>
          <a:lstStyle/>
          <a:p>
            <a:pPr algn="ctr"/>
            <a:r>
              <a:rPr lang="en-US" sz="900" dirty="0"/>
              <a:t>432</a:t>
            </a:r>
          </a:p>
        </p:txBody>
      </p:sp>
      <p:sp>
        <p:nvSpPr>
          <p:cNvPr id="18" name="TextBox 17">
            <a:extLst>
              <a:ext uri="{FF2B5EF4-FFF2-40B4-BE49-F238E27FC236}">
                <a16:creationId xmlns:a16="http://schemas.microsoft.com/office/drawing/2014/main" id="{AE0FC2BA-CC17-DF6A-8AC0-33BEF324B2E1}"/>
              </a:ext>
            </a:extLst>
          </p:cNvPr>
          <p:cNvSpPr txBox="1"/>
          <p:nvPr/>
        </p:nvSpPr>
        <p:spPr>
          <a:xfrm>
            <a:off x="6152446" y="2404765"/>
            <a:ext cx="570089" cy="230832"/>
          </a:xfrm>
          <a:prstGeom prst="rect">
            <a:avLst/>
          </a:prstGeom>
          <a:noFill/>
        </p:spPr>
        <p:txBody>
          <a:bodyPr wrap="square" rtlCol="0">
            <a:spAutoFit/>
          </a:bodyPr>
          <a:lstStyle/>
          <a:p>
            <a:pPr algn="ctr"/>
            <a:r>
              <a:rPr lang="en-US" sz="900" dirty="0"/>
              <a:t>224</a:t>
            </a:r>
          </a:p>
        </p:txBody>
      </p:sp>
      <p:sp>
        <p:nvSpPr>
          <p:cNvPr id="25" name="TextBox 24">
            <a:extLst>
              <a:ext uri="{FF2B5EF4-FFF2-40B4-BE49-F238E27FC236}">
                <a16:creationId xmlns:a16="http://schemas.microsoft.com/office/drawing/2014/main" id="{5CFC41D4-5D14-779A-0DEF-87083316212E}"/>
              </a:ext>
            </a:extLst>
          </p:cNvPr>
          <p:cNvSpPr txBox="1"/>
          <p:nvPr/>
        </p:nvSpPr>
        <p:spPr>
          <a:xfrm>
            <a:off x="4143022" y="3907597"/>
            <a:ext cx="570089" cy="230832"/>
          </a:xfrm>
          <a:prstGeom prst="rect">
            <a:avLst/>
          </a:prstGeom>
          <a:noFill/>
        </p:spPr>
        <p:txBody>
          <a:bodyPr wrap="square" rtlCol="0">
            <a:spAutoFit/>
          </a:bodyPr>
          <a:lstStyle/>
          <a:p>
            <a:pPr algn="ctr"/>
            <a:r>
              <a:rPr lang="en-US" sz="900" dirty="0"/>
              <a:t>378</a:t>
            </a:r>
          </a:p>
        </p:txBody>
      </p:sp>
      <p:sp>
        <p:nvSpPr>
          <p:cNvPr id="26" name="TextBox 25">
            <a:extLst>
              <a:ext uri="{FF2B5EF4-FFF2-40B4-BE49-F238E27FC236}">
                <a16:creationId xmlns:a16="http://schemas.microsoft.com/office/drawing/2014/main" id="{0CB4E085-445D-45F8-7CDC-F2C252B49BC9}"/>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8B04C578-C6CA-D7C1-D11E-B27D1DA69B90}"/>
              </a:ext>
            </a:extLst>
          </p:cNvPr>
          <p:cNvSpPr txBox="1"/>
          <p:nvPr/>
        </p:nvSpPr>
        <p:spPr>
          <a:xfrm>
            <a:off x="5147734" y="3907597"/>
            <a:ext cx="570089" cy="230832"/>
          </a:xfrm>
          <a:prstGeom prst="rect">
            <a:avLst/>
          </a:prstGeom>
          <a:noFill/>
        </p:spPr>
        <p:txBody>
          <a:bodyPr wrap="square" rtlCol="0">
            <a:spAutoFit/>
          </a:bodyPr>
          <a:lstStyle/>
          <a:p>
            <a:pPr algn="ctr"/>
            <a:r>
              <a:rPr lang="en-US" sz="900" dirty="0"/>
              <a:t>282</a:t>
            </a:r>
          </a:p>
        </p:txBody>
      </p:sp>
      <p:sp>
        <p:nvSpPr>
          <p:cNvPr id="28" name="TextBox 27">
            <a:extLst>
              <a:ext uri="{FF2B5EF4-FFF2-40B4-BE49-F238E27FC236}">
                <a16:creationId xmlns:a16="http://schemas.microsoft.com/office/drawing/2014/main" id="{AE072C71-98FA-17DE-D449-DC5846110AE0}"/>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8A01C166-D43B-8CDC-1603-C6032E51D08A}"/>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76CF0246-34EC-67C8-9564-983298DE76CF}"/>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75B29667-E1E6-7230-56F6-2F0E5AA398A1}"/>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4B46F523-B1CF-271A-24CF-608416339D99}"/>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20358113-0C90-53F8-4967-0FA985AF0483}"/>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60F735DE-4DA7-B6D5-FA5F-4E53B68E3A81}"/>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0C873A86-A1F2-3131-5584-F622A1F370C3}"/>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C165F89A-E3E1-79DD-754F-D63DE5C79BFD}"/>
              </a:ext>
            </a:extLst>
          </p:cNvPr>
          <p:cNvSpPr txBox="1"/>
          <p:nvPr/>
        </p:nvSpPr>
        <p:spPr>
          <a:xfrm>
            <a:off x="3640666" y="3406653"/>
            <a:ext cx="570089" cy="230832"/>
          </a:xfrm>
          <a:prstGeom prst="rect">
            <a:avLst/>
          </a:prstGeom>
          <a:noFill/>
        </p:spPr>
        <p:txBody>
          <a:bodyPr wrap="square" rtlCol="0">
            <a:spAutoFit/>
          </a:bodyPr>
          <a:lstStyle/>
          <a:p>
            <a:pPr algn="ctr"/>
            <a:r>
              <a:rPr lang="en-US" sz="900" dirty="0"/>
              <a:t>279</a:t>
            </a:r>
          </a:p>
        </p:txBody>
      </p:sp>
      <p:sp>
        <p:nvSpPr>
          <p:cNvPr id="23" name="TextBox 22">
            <a:extLst>
              <a:ext uri="{FF2B5EF4-FFF2-40B4-BE49-F238E27FC236}">
                <a16:creationId xmlns:a16="http://schemas.microsoft.com/office/drawing/2014/main" id="{FB09C427-4D03-84C5-048D-E9F7C6B04A53}"/>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1F9DABFD-1F72-5408-7FA0-BA474E360CE0}"/>
              </a:ext>
            </a:extLst>
          </p:cNvPr>
          <p:cNvSpPr txBox="1"/>
          <p:nvPr/>
        </p:nvSpPr>
        <p:spPr>
          <a:xfrm>
            <a:off x="4645378" y="3406653"/>
            <a:ext cx="570089" cy="230832"/>
          </a:xfrm>
          <a:prstGeom prst="rect">
            <a:avLst/>
          </a:prstGeom>
          <a:noFill/>
        </p:spPr>
        <p:txBody>
          <a:bodyPr wrap="square" rtlCol="0">
            <a:spAutoFit/>
          </a:bodyPr>
          <a:lstStyle/>
          <a:p>
            <a:pPr algn="ctr"/>
            <a:r>
              <a:rPr lang="en-US" sz="900" dirty="0"/>
              <a:t>2579</a:t>
            </a:r>
          </a:p>
        </p:txBody>
      </p:sp>
      <p:sp>
        <p:nvSpPr>
          <p:cNvPr id="34" name="TextBox 33">
            <a:extLst>
              <a:ext uri="{FF2B5EF4-FFF2-40B4-BE49-F238E27FC236}">
                <a16:creationId xmlns:a16="http://schemas.microsoft.com/office/drawing/2014/main" id="{C099586C-330D-BF2E-5B71-96B224ADCEE8}"/>
              </a:ext>
            </a:extLst>
          </p:cNvPr>
          <p:cNvSpPr txBox="1"/>
          <p:nvPr/>
        </p:nvSpPr>
        <p:spPr>
          <a:xfrm>
            <a:off x="5147734" y="3406653"/>
            <a:ext cx="570089" cy="230832"/>
          </a:xfrm>
          <a:prstGeom prst="rect">
            <a:avLst/>
          </a:prstGeom>
          <a:noFill/>
        </p:spPr>
        <p:txBody>
          <a:bodyPr wrap="square" rtlCol="0">
            <a:spAutoFit/>
          </a:bodyPr>
          <a:lstStyle/>
          <a:p>
            <a:pPr algn="ctr"/>
            <a:r>
              <a:rPr lang="en-US" sz="900" dirty="0"/>
              <a:t>259</a:t>
            </a:r>
          </a:p>
        </p:txBody>
      </p:sp>
      <p:sp>
        <p:nvSpPr>
          <p:cNvPr id="35" name="TextBox 34">
            <a:extLst>
              <a:ext uri="{FF2B5EF4-FFF2-40B4-BE49-F238E27FC236}">
                <a16:creationId xmlns:a16="http://schemas.microsoft.com/office/drawing/2014/main" id="{5848934D-4362-CF26-A303-C8DF3634759D}"/>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2479</a:t>
            </a:r>
          </a:p>
        </p:txBody>
      </p:sp>
      <p:sp>
        <p:nvSpPr>
          <p:cNvPr id="36" name="TextBox 35">
            <a:extLst>
              <a:ext uri="{FF2B5EF4-FFF2-40B4-BE49-F238E27FC236}">
                <a16:creationId xmlns:a16="http://schemas.microsoft.com/office/drawing/2014/main" id="{4C879C3E-2195-AC3C-E3F3-65011DDC2459}"/>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37" name="TextBox 36">
            <a:extLst>
              <a:ext uri="{FF2B5EF4-FFF2-40B4-BE49-F238E27FC236}">
                <a16:creationId xmlns:a16="http://schemas.microsoft.com/office/drawing/2014/main" id="{471A4764-044E-9B0B-31C5-FFFD2E5B9074}"/>
              </a:ext>
            </a:extLst>
          </p:cNvPr>
          <p:cNvSpPr txBox="1"/>
          <p:nvPr/>
        </p:nvSpPr>
        <p:spPr>
          <a:xfrm>
            <a:off x="7157158" y="2404765"/>
            <a:ext cx="570089" cy="230832"/>
          </a:xfrm>
          <a:prstGeom prst="rect">
            <a:avLst/>
          </a:prstGeom>
          <a:noFill/>
        </p:spPr>
        <p:txBody>
          <a:bodyPr wrap="square" rtlCol="0">
            <a:spAutoFit/>
          </a:bodyPr>
          <a:lstStyle/>
          <a:p>
            <a:pPr algn="ctr"/>
            <a:r>
              <a:rPr lang="en-US" sz="900" dirty="0"/>
              <a:t>679</a:t>
            </a:r>
          </a:p>
        </p:txBody>
      </p:sp>
      <p:sp>
        <p:nvSpPr>
          <p:cNvPr id="38" name="TextBox 37">
            <a:extLst>
              <a:ext uri="{FF2B5EF4-FFF2-40B4-BE49-F238E27FC236}">
                <a16:creationId xmlns:a16="http://schemas.microsoft.com/office/drawing/2014/main" id="{C328B9BC-7E62-E4B7-0BDC-EA9194E3B441}"/>
              </a:ext>
            </a:extLst>
          </p:cNvPr>
          <p:cNvSpPr txBox="1"/>
          <p:nvPr/>
        </p:nvSpPr>
        <p:spPr>
          <a:xfrm>
            <a:off x="6152446" y="2905709"/>
            <a:ext cx="570089" cy="230832"/>
          </a:xfrm>
          <a:prstGeom prst="rect">
            <a:avLst/>
          </a:prstGeom>
          <a:noFill/>
        </p:spPr>
        <p:txBody>
          <a:bodyPr wrap="square" rtlCol="0">
            <a:spAutoFit/>
          </a:bodyPr>
          <a:lstStyle/>
          <a:p>
            <a:pPr algn="ctr"/>
            <a:r>
              <a:rPr lang="en-US" sz="900" dirty="0"/>
              <a:t>24579</a:t>
            </a:r>
          </a:p>
        </p:txBody>
      </p:sp>
      <p:sp>
        <p:nvSpPr>
          <p:cNvPr id="39" name="TextBox 38">
            <a:extLst>
              <a:ext uri="{FF2B5EF4-FFF2-40B4-BE49-F238E27FC236}">
                <a16:creationId xmlns:a16="http://schemas.microsoft.com/office/drawing/2014/main" id="{DB3DA74D-EBEA-6E58-6DCD-341655C35A97}"/>
              </a:ext>
            </a:extLst>
          </p:cNvPr>
          <p:cNvSpPr txBox="1"/>
          <p:nvPr/>
        </p:nvSpPr>
        <p:spPr>
          <a:xfrm>
            <a:off x="6654802" y="2905709"/>
            <a:ext cx="570089" cy="230832"/>
          </a:xfrm>
          <a:prstGeom prst="rect">
            <a:avLst/>
          </a:prstGeom>
          <a:noFill/>
        </p:spPr>
        <p:txBody>
          <a:bodyPr wrap="square" rtlCol="0">
            <a:spAutoFit/>
          </a:bodyPr>
          <a:lstStyle/>
          <a:p>
            <a:pPr algn="ctr"/>
            <a:r>
              <a:rPr lang="en-US" sz="900" dirty="0"/>
              <a:t>2457</a:t>
            </a:r>
          </a:p>
        </p:txBody>
      </p:sp>
      <p:sp>
        <p:nvSpPr>
          <p:cNvPr id="40" name="TextBox 39">
            <a:extLst>
              <a:ext uri="{FF2B5EF4-FFF2-40B4-BE49-F238E27FC236}">
                <a16:creationId xmlns:a16="http://schemas.microsoft.com/office/drawing/2014/main" id="{DA244B3A-A92C-C803-52D8-457A7ABA4E28}"/>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4579</a:t>
            </a:r>
          </a:p>
        </p:txBody>
      </p:sp>
      <p:sp>
        <p:nvSpPr>
          <p:cNvPr id="41" name="TextBox 40">
            <a:extLst>
              <a:ext uri="{FF2B5EF4-FFF2-40B4-BE49-F238E27FC236}">
                <a16:creationId xmlns:a16="http://schemas.microsoft.com/office/drawing/2014/main" id="{FFD628F0-A1A9-0A56-0823-B460923630BA}"/>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958D943C-0DC5-A0F0-2A6B-8FF61A243A90}"/>
              </a:ext>
            </a:extLst>
          </p:cNvPr>
          <p:cNvSpPr txBox="1"/>
          <p:nvPr/>
        </p:nvSpPr>
        <p:spPr>
          <a:xfrm>
            <a:off x="3138310" y="2404765"/>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C36383A4-BA5A-4C00-A9E2-C30440BF8963}"/>
              </a:ext>
            </a:extLst>
          </p:cNvPr>
          <p:cNvSpPr txBox="1"/>
          <p:nvPr/>
        </p:nvSpPr>
        <p:spPr>
          <a:xfrm>
            <a:off x="5147734" y="2905709"/>
            <a:ext cx="570089" cy="230832"/>
          </a:xfrm>
          <a:prstGeom prst="rect">
            <a:avLst/>
          </a:prstGeom>
          <a:noFill/>
        </p:spPr>
        <p:txBody>
          <a:bodyPr wrap="square" rtlCol="0">
            <a:spAutoFit/>
          </a:bodyPr>
          <a:lstStyle/>
          <a:p>
            <a:pPr algn="ctr"/>
            <a:r>
              <a:rPr lang="en-US" sz="900" dirty="0"/>
              <a:t>2459</a:t>
            </a:r>
          </a:p>
        </p:txBody>
      </p:sp>
      <p:sp>
        <p:nvSpPr>
          <p:cNvPr id="44" name="TextBox 43">
            <a:extLst>
              <a:ext uri="{FF2B5EF4-FFF2-40B4-BE49-F238E27FC236}">
                <a16:creationId xmlns:a16="http://schemas.microsoft.com/office/drawing/2014/main" id="{E940E2AE-866D-4ACF-0047-851609729834}"/>
              </a:ext>
            </a:extLst>
          </p:cNvPr>
          <p:cNvSpPr txBox="1"/>
          <p:nvPr/>
        </p:nvSpPr>
        <p:spPr>
          <a:xfrm>
            <a:off x="5650090" y="2905709"/>
            <a:ext cx="570089" cy="230832"/>
          </a:xfrm>
          <a:prstGeom prst="rect">
            <a:avLst/>
          </a:prstGeom>
          <a:noFill/>
        </p:spPr>
        <p:txBody>
          <a:bodyPr wrap="square" rtlCol="0">
            <a:spAutoFit/>
          </a:bodyPr>
          <a:lstStyle/>
          <a:p>
            <a:pPr algn="ctr"/>
            <a:r>
              <a:rPr lang="en-US" sz="900" dirty="0"/>
              <a:t>24579</a:t>
            </a:r>
          </a:p>
        </p:txBody>
      </p:sp>
      <p:sp>
        <p:nvSpPr>
          <p:cNvPr id="45" name="TextBox 44">
            <a:extLst>
              <a:ext uri="{FF2B5EF4-FFF2-40B4-BE49-F238E27FC236}">
                <a16:creationId xmlns:a16="http://schemas.microsoft.com/office/drawing/2014/main" id="{F91494C0-82F7-4234-D32C-2D2DEDD34AF8}"/>
              </a:ext>
            </a:extLst>
          </p:cNvPr>
          <p:cNvSpPr txBox="1"/>
          <p:nvPr/>
        </p:nvSpPr>
        <p:spPr>
          <a:xfrm>
            <a:off x="5147734" y="901933"/>
            <a:ext cx="570089" cy="230832"/>
          </a:xfrm>
          <a:prstGeom prst="rect">
            <a:avLst/>
          </a:prstGeom>
          <a:noFill/>
        </p:spPr>
        <p:txBody>
          <a:bodyPr wrap="square" rtlCol="0">
            <a:spAutoFit/>
          </a:bodyPr>
          <a:lstStyle/>
          <a:p>
            <a:pPr algn="ctr"/>
            <a:r>
              <a:rPr lang="en-US" sz="900" dirty="0"/>
              <a:t>14568</a:t>
            </a:r>
          </a:p>
        </p:txBody>
      </p:sp>
      <p:sp>
        <p:nvSpPr>
          <p:cNvPr id="46" name="TextBox 45">
            <a:extLst>
              <a:ext uri="{FF2B5EF4-FFF2-40B4-BE49-F238E27FC236}">
                <a16:creationId xmlns:a16="http://schemas.microsoft.com/office/drawing/2014/main" id="{56C04486-08E1-ACEE-1B70-AA973865C378}"/>
              </a:ext>
            </a:extLst>
          </p:cNvPr>
          <p:cNvSpPr txBox="1"/>
          <p:nvPr/>
        </p:nvSpPr>
        <p:spPr>
          <a:xfrm>
            <a:off x="5650090" y="901933"/>
            <a:ext cx="570089" cy="230832"/>
          </a:xfrm>
          <a:prstGeom prst="rect">
            <a:avLst/>
          </a:prstGeom>
          <a:noFill/>
        </p:spPr>
        <p:txBody>
          <a:bodyPr wrap="square" rtlCol="0">
            <a:spAutoFit/>
          </a:bodyPr>
          <a:lstStyle/>
          <a:p>
            <a:pPr algn="ctr"/>
            <a:r>
              <a:rPr lang="en-US" sz="900" dirty="0"/>
              <a:t>458</a:t>
            </a:r>
          </a:p>
        </p:txBody>
      </p:sp>
      <p:sp>
        <p:nvSpPr>
          <p:cNvPr id="47" name="TextBox 46">
            <a:extLst>
              <a:ext uri="{FF2B5EF4-FFF2-40B4-BE49-F238E27FC236}">
                <a16:creationId xmlns:a16="http://schemas.microsoft.com/office/drawing/2014/main" id="{49C04EA6-7E43-C6A5-4D89-8FC1DE9307B2}"/>
              </a:ext>
            </a:extLst>
          </p:cNvPr>
          <p:cNvSpPr txBox="1"/>
          <p:nvPr/>
        </p:nvSpPr>
        <p:spPr>
          <a:xfrm>
            <a:off x="6152446" y="901933"/>
            <a:ext cx="570089" cy="230832"/>
          </a:xfrm>
          <a:prstGeom prst="rect">
            <a:avLst/>
          </a:prstGeom>
          <a:noFill/>
        </p:spPr>
        <p:txBody>
          <a:bodyPr wrap="square" rtlCol="0">
            <a:spAutoFit/>
          </a:bodyPr>
          <a:lstStyle/>
          <a:p>
            <a:pPr algn="ctr"/>
            <a:r>
              <a:rPr lang="en-US" sz="900" dirty="0"/>
              <a:t>14567</a:t>
            </a:r>
          </a:p>
        </p:txBody>
      </p:sp>
      <p:sp>
        <p:nvSpPr>
          <p:cNvPr id="48" name="TextBox 47">
            <a:extLst>
              <a:ext uri="{FF2B5EF4-FFF2-40B4-BE49-F238E27FC236}">
                <a16:creationId xmlns:a16="http://schemas.microsoft.com/office/drawing/2014/main" id="{F4F9F3F5-31CB-D038-E85B-D7D49858F66B}"/>
              </a:ext>
            </a:extLst>
          </p:cNvPr>
          <p:cNvSpPr txBox="1"/>
          <p:nvPr/>
        </p:nvSpPr>
        <p:spPr>
          <a:xfrm>
            <a:off x="7157158" y="901933"/>
            <a:ext cx="570089" cy="230832"/>
          </a:xfrm>
          <a:prstGeom prst="rect">
            <a:avLst/>
          </a:prstGeom>
          <a:noFill/>
        </p:spPr>
        <p:txBody>
          <a:bodyPr wrap="square" rtlCol="0">
            <a:spAutoFit/>
          </a:bodyPr>
          <a:lstStyle/>
          <a:p>
            <a:pPr algn="ctr"/>
            <a:r>
              <a:rPr lang="en-US" sz="900" dirty="0"/>
              <a:t>14567</a:t>
            </a:r>
          </a:p>
        </p:txBody>
      </p:sp>
      <p:sp>
        <p:nvSpPr>
          <p:cNvPr id="49" name="TextBox 48">
            <a:extLst>
              <a:ext uri="{FF2B5EF4-FFF2-40B4-BE49-F238E27FC236}">
                <a16:creationId xmlns:a16="http://schemas.microsoft.com/office/drawing/2014/main" id="{9C24210E-4772-F254-0447-0476AC8A02E0}"/>
              </a:ext>
            </a:extLst>
          </p:cNvPr>
          <p:cNvSpPr txBox="1"/>
          <p:nvPr/>
        </p:nvSpPr>
        <p:spPr>
          <a:xfrm>
            <a:off x="7157158" y="1903821"/>
            <a:ext cx="570089" cy="230832"/>
          </a:xfrm>
          <a:prstGeom prst="rect">
            <a:avLst/>
          </a:prstGeom>
          <a:noFill/>
        </p:spPr>
        <p:txBody>
          <a:bodyPr wrap="square" rtlCol="0">
            <a:spAutoFit/>
          </a:bodyPr>
          <a:lstStyle/>
          <a:p>
            <a:pPr algn="ctr"/>
            <a:r>
              <a:rPr lang="en-US" sz="900" dirty="0"/>
              <a:t>13456</a:t>
            </a:r>
          </a:p>
        </p:txBody>
      </p:sp>
      <p:sp>
        <p:nvSpPr>
          <p:cNvPr id="50" name="TextBox 49">
            <a:extLst>
              <a:ext uri="{FF2B5EF4-FFF2-40B4-BE49-F238E27FC236}">
                <a16:creationId xmlns:a16="http://schemas.microsoft.com/office/drawing/2014/main" id="{F407E824-B183-128F-B0E0-CEDB7F85E1CF}"/>
              </a:ext>
            </a:extLst>
          </p:cNvPr>
          <p:cNvSpPr txBox="1"/>
          <p:nvPr/>
        </p:nvSpPr>
        <p:spPr>
          <a:xfrm>
            <a:off x="3640666" y="1402877"/>
            <a:ext cx="570089" cy="230832"/>
          </a:xfrm>
          <a:prstGeom prst="rect">
            <a:avLst/>
          </a:prstGeom>
          <a:noFill/>
        </p:spPr>
        <p:txBody>
          <a:bodyPr wrap="square" rtlCol="0">
            <a:spAutoFit/>
          </a:bodyPr>
          <a:lstStyle/>
          <a:p>
            <a:pPr algn="ctr"/>
            <a:r>
              <a:rPr lang="en-US" sz="900" dirty="0"/>
              <a:t>179</a:t>
            </a:r>
          </a:p>
        </p:txBody>
      </p:sp>
      <p:sp>
        <p:nvSpPr>
          <p:cNvPr id="51" name="TextBox 50">
            <a:extLst>
              <a:ext uri="{FF2B5EF4-FFF2-40B4-BE49-F238E27FC236}">
                <a16:creationId xmlns:a16="http://schemas.microsoft.com/office/drawing/2014/main" id="{7392212C-F429-7A1A-EDC4-F8273DA855D7}"/>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4567</a:t>
            </a:r>
          </a:p>
        </p:txBody>
      </p:sp>
      <p:sp>
        <p:nvSpPr>
          <p:cNvPr id="52" name="TextBox 51">
            <a:extLst>
              <a:ext uri="{FF2B5EF4-FFF2-40B4-BE49-F238E27FC236}">
                <a16:creationId xmlns:a16="http://schemas.microsoft.com/office/drawing/2014/main" id="{9292C46A-7BFC-8FFA-E469-18240618E202}"/>
              </a:ext>
            </a:extLst>
          </p:cNvPr>
          <p:cNvSpPr txBox="1"/>
          <p:nvPr/>
        </p:nvSpPr>
        <p:spPr>
          <a:xfrm>
            <a:off x="4645378" y="1402877"/>
            <a:ext cx="570089" cy="230832"/>
          </a:xfrm>
          <a:prstGeom prst="rect">
            <a:avLst/>
          </a:prstGeom>
          <a:noFill/>
        </p:spPr>
        <p:txBody>
          <a:bodyPr wrap="square" rtlCol="0">
            <a:spAutoFit/>
          </a:bodyPr>
          <a:lstStyle/>
          <a:p>
            <a:pPr algn="ctr"/>
            <a:r>
              <a:rPr lang="en-US" sz="900" dirty="0"/>
              <a:t>134569</a:t>
            </a:r>
          </a:p>
        </p:txBody>
      </p:sp>
      <p:sp>
        <p:nvSpPr>
          <p:cNvPr id="53" name="TextBox 52">
            <a:extLst>
              <a:ext uri="{FF2B5EF4-FFF2-40B4-BE49-F238E27FC236}">
                <a16:creationId xmlns:a16="http://schemas.microsoft.com/office/drawing/2014/main" id="{380B9C25-449A-875B-B60F-211B67CD4A64}"/>
              </a:ext>
            </a:extLst>
          </p:cNvPr>
          <p:cNvSpPr txBox="1"/>
          <p:nvPr/>
        </p:nvSpPr>
        <p:spPr>
          <a:xfrm>
            <a:off x="5147734" y="1402877"/>
            <a:ext cx="570089" cy="230832"/>
          </a:xfrm>
          <a:prstGeom prst="rect">
            <a:avLst/>
          </a:prstGeom>
          <a:noFill/>
        </p:spPr>
        <p:txBody>
          <a:bodyPr wrap="square" rtlCol="0">
            <a:spAutoFit/>
          </a:bodyPr>
          <a:lstStyle/>
          <a:p>
            <a:pPr algn="ctr"/>
            <a:r>
              <a:rPr lang="en-US" sz="900" dirty="0"/>
              <a:t>134569</a:t>
            </a:r>
          </a:p>
        </p:txBody>
      </p:sp>
      <p:sp>
        <p:nvSpPr>
          <p:cNvPr id="54" name="TextBox 53">
            <a:extLst>
              <a:ext uri="{FF2B5EF4-FFF2-40B4-BE49-F238E27FC236}">
                <a16:creationId xmlns:a16="http://schemas.microsoft.com/office/drawing/2014/main" id="{88CC2949-BB5B-F6A4-7228-8CF64BAC84C2}"/>
              </a:ext>
            </a:extLst>
          </p:cNvPr>
          <p:cNvSpPr txBox="1"/>
          <p:nvPr/>
        </p:nvSpPr>
        <p:spPr>
          <a:xfrm>
            <a:off x="3138310" y="1402877"/>
            <a:ext cx="570089" cy="230832"/>
          </a:xfrm>
          <a:prstGeom prst="rect">
            <a:avLst/>
          </a:prstGeom>
          <a:noFill/>
        </p:spPr>
        <p:txBody>
          <a:bodyPr wrap="square" rtlCol="0">
            <a:spAutoFit/>
          </a:bodyPr>
          <a:lstStyle/>
          <a:p>
            <a:pPr algn="ctr"/>
            <a:r>
              <a:rPr lang="en-US" sz="900" dirty="0"/>
              <a:t>14579</a:t>
            </a:r>
          </a:p>
        </p:txBody>
      </p:sp>
      <p:sp>
        <p:nvSpPr>
          <p:cNvPr id="55" name="TextBox 54">
            <a:extLst>
              <a:ext uri="{FF2B5EF4-FFF2-40B4-BE49-F238E27FC236}">
                <a16:creationId xmlns:a16="http://schemas.microsoft.com/office/drawing/2014/main" id="{7E70AA32-8965-7A9C-E3BC-2AD277D0FCD6}"/>
              </a:ext>
            </a:extLst>
          </p:cNvPr>
          <p:cNvSpPr txBox="1"/>
          <p:nvPr/>
        </p:nvSpPr>
        <p:spPr>
          <a:xfrm>
            <a:off x="3640666" y="1903821"/>
            <a:ext cx="570089" cy="230832"/>
          </a:xfrm>
          <a:prstGeom prst="rect">
            <a:avLst/>
          </a:prstGeom>
          <a:noFill/>
        </p:spPr>
        <p:txBody>
          <a:bodyPr wrap="square" rtlCol="0">
            <a:spAutoFit/>
          </a:bodyPr>
          <a:lstStyle/>
          <a:p>
            <a:pPr algn="ctr"/>
            <a:r>
              <a:rPr lang="en-US" sz="900" dirty="0"/>
              <a:t>189</a:t>
            </a:r>
          </a:p>
        </p:txBody>
      </p:sp>
      <p:sp>
        <p:nvSpPr>
          <p:cNvPr id="56" name="TextBox 55">
            <a:extLst>
              <a:ext uri="{FF2B5EF4-FFF2-40B4-BE49-F238E27FC236}">
                <a16:creationId xmlns:a16="http://schemas.microsoft.com/office/drawing/2014/main" id="{A879729B-4D7B-2ECF-3EEE-D5034531CFB9}"/>
              </a:ext>
            </a:extLst>
          </p:cNvPr>
          <p:cNvSpPr txBox="1"/>
          <p:nvPr/>
        </p:nvSpPr>
        <p:spPr>
          <a:xfrm>
            <a:off x="4143022" y="1903821"/>
            <a:ext cx="570089" cy="230832"/>
          </a:xfrm>
          <a:prstGeom prst="rect">
            <a:avLst/>
          </a:prstGeom>
          <a:noFill/>
        </p:spPr>
        <p:txBody>
          <a:bodyPr wrap="square" rtlCol="0">
            <a:spAutoFit/>
          </a:bodyPr>
          <a:lstStyle/>
          <a:p>
            <a:pPr algn="ctr"/>
            <a:r>
              <a:rPr lang="en-US" sz="900" dirty="0"/>
              <a:t>4568</a:t>
            </a:r>
          </a:p>
        </p:txBody>
      </p:sp>
      <p:sp>
        <p:nvSpPr>
          <p:cNvPr id="57" name="TextBox 56">
            <a:extLst>
              <a:ext uri="{FF2B5EF4-FFF2-40B4-BE49-F238E27FC236}">
                <a16:creationId xmlns:a16="http://schemas.microsoft.com/office/drawing/2014/main" id="{2F075ACA-703A-1B86-6B1A-E479355304A4}"/>
              </a:ext>
            </a:extLst>
          </p:cNvPr>
          <p:cNvSpPr txBox="1"/>
          <p:nvPr/>
        </p:nvSpPr>
        <p:spPr>
          <a:xfrm>
            <a:off x="4645378" y="1903821"/>
            <a:ext cx="570089" cy="369332"/>
          </a:xfrm>
          <a:prstGeom prst="rect">
            <a:avLst/>
          </a:prstGeom>
          <a:noFill/>
        </p:spPr>
        <p:txBody>
          <a:bodyPr wrap="square" rtlCol="0">
            <a:spAutoFit/>
          </a:bodyPr>
          <a:lstStyle/>
          <a:p>
            <a:pPr algn="ctr"/>
            <a:r>
              <a:rPr lang="en-US" sz="900" dirty="0"/>
              <a:t>1234569</a:t>
            </a:r>
          </a:p>
        </p:txBody>
      </p:sp>
      <p:sp>
        <p:nvSpPr>
          <p:cNvPr id="58" name="TextBox 57">
            <a:extLst>
              <a:ext uri="{FF2B5EF4-FFF2-40B4-BE49-F238E27FC236}">
                <a16:creationId xmlns:a16="http://schemas.microsoft.com/office/drawing/2014/main" id="{D230435A-CBD4-3893-5883-71115021F450}"/>
              </a:ext>
            </a:extLst>
          </p:cNvPr>
          <p:cNvSpPr txBox="1"/>
          <p:nvPr/>
        </p:nvSpPr>
        <p:spPr>
          <a:xfrm>
            <a:off x="3138310" y="1903821"/>
            <a:ext cx="570089" cy="230832"/>
          </a:xfrm>
          <a:prstGeom prst="rect">
            <a:avLst/>
          </a:prstGeom>
          <a:noFill/>
        </p:spPr>
        <p:txBody>
          <a:bodyPr wrap="square" rtlCol="0">
            <a:spAutoFit/>
          </a:bodyPr>
          <a:lstStyle/>
          <a:p>
            <a:pPr algn="ctr"/>
            <a:r>
              <a:rPr lang="en-US" sz="900" dirty="0"/>
              <a:t>14589</a:t>
            </a:r>
          </a:p>
        </p:txBody>
      </p:sp>
      <p:sp>
        <p:nvSpPr>
          <p:cNvPr id="59" name="TextBox 58">
            <a:extLst>
              <a:ext uri="{FF2B5EF4-FFF2-40B4-BE49-F238E27FC236}">
                <a16:creationId xmlns:a16="http://schemas.microsoft.com/office/drawing/2014/main" id="{18A9C474-6013-0F36-021B-0AC941BFBC16}"/>
              </a:ext>
            </a:extLst>
          </p:cNvPr>
          <p:cNvSpPr txBox="1"/>
          <p:nvPr/>
        </p:nvSpPr>
        <p:spPr>
          <a:xfrm>
            <a:off x="3138310" y="3907597"/>
            <a:ext cx="570089" cy="230832"/>
          </a:xfrm>
          <a:prstGeom prst="rect">
            <a:avLst/>
          </a:prstGeom>
          <a:noFill/>
        </p:spPr>
        <p:txBody>
          <a:bodyPr wrap="square" rtlCol="0">
            <a:spAutoFit/>
          </a:bodyPr>
          <a:lstStyle/>
          <a:p>
            <a:pPr algn="ctr"/>
            <a:r>
              <a:rPr lang="en-US" sz="900" dirty="0"/>
              <a:t>1578</a:t>
            </a:r>
          </a:p>
        </p:txBody>
      </p:sp>
      <p:sp>
        <p:nvSpPr>
          <p:cNvPr id="60" name="TextBox 59">
            <a:extLst>
              <a:ext uri="{FF2B5EF4-FFF2-40B4-BE49-F238E27FC236}">
                <a16:creationId xmlns:a16="http://schemas.microsoft.com/office/drawing/2014/main" id="{804C028C-55A5-E4F4-6FA6-1F461A1825FF}"/>
              </a:ext>
            </a:extLst>
          </p:cNvPr>
          <p:cNvSpPr txBox="1"/>
          <p:nvPr/>
        </p:nvSpPr>
        <p:spPr>
          <a:xfrm>
            <a:off x="3640666" y="4408541"/>
            <a:ext cx="570089" cy="230832"/>
          </a:xfrm>
          <a:prstGeom prst="rect">
            <a:avLst/>
          </a:prstGeom>
          <a:noFill/>
        </p:spPr>
        <p:txBody>
          <a:bodyPr wrap="square" rtlCol="0">
            <a:spAutoFit/>
          </a:bodyPr>
          <a:lstStyle/>
          <a:p>
            <a:pPr algn="ctr"/>
            <a:r>
              <a:rPr lang="en-US" sz="900" dirty="0"/>
              <a:t>1278</a:t>
            </a:r>
          </a:p>
        </p:txBody>
      </p:sp>
      <p:sp>
        <p:nvSpPr>
          <p:cNvPr id="61" name="TextBox 60">
            <a:extLst>
              <a:ext uri="{FF2B5EF4-FFF2-40B4-BE49-F238E27FC236}">
                <a16:creationId xmlns:a16="http://schemas.microsoft.com/office/drawing/2014/main" id="{99729B85-A5B1-7745-1146-9455B3F21775}"/>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12578</a:t>
            </a:r>
          </a:p>
        </p:txBody>
      </p:sp>
      <p:sp>
        <p:nvSpPr>
          <p:cNvPr id="62" name="TextBox 61">
            <a:extLst>
              <a:ext uri="{FF2B5EF4-FFF2-40B4-BE49-F238E27FC236}">
                <a16:creationId xmlns:a16="http://schemas.microsoft.com/office/drawing/2014/main" id="{6DED1826-2546-9861-0491-3085BDB1429C}"/>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3578</a:t>
            </a:r>
          </a:p>
        </p:txBody>
      </p:sp>
      <p:sp>
        <p:nvSpPr>
          <p:cNvPr id="63" name="TextBox 62">
            <a:extLst>
              <a:ext uri="{FF2B5EF4-FFF2-40B4-BE49-F238E27FC236}">
                <a16:creationId xmlns:a16="http://schemas.microsoft.com/office/drawing/2014/main" id="{D213AE04-E120-4AB9-E577-9BC71E9DB90D}"/>
              </a:ext>
            </a:extLst>
          </p:cNvPr>
          <p:cNvSpPr txBox="1"/>
          <p:nvPr/>
        </p:nvSpPr>
        <p:spPr>
          <a:xfrm>
            <a:off x="3138310" y="4909484"/>
            <a:ext cx="570089" cy="230832"/>
          </a:xfrm>
          <a:prstGeom prst="rect">
            <a:avLst/>
          </a:prstGeom>
          <a:noFill/>
        </p:spPr>
        <p:txBody>
          <a:bodyPr wrap="square" rtlCol="0">
            <a:spAutoFit/>
          </a:bodyPr>
          <a:lstStyle/>
          <a:p>
            <a:pPr algn="ctr"/>
            <a:r>
              <a:rPr lang="en-US" sz="900" dirty="0"/>
              <a:t>12578</a:t>
            </a:r>
          </a:p>
        </p:txBody>
      </p:sp>
      <p:sp>
        <p:nvSpPr>
          <p:cNvPr id="64" name="TextBox 63">
            <a:extLst>
              <a:ext uri="{FF2B5EF4-FFF2-40B4-BE49-F238E27FC236}">
                <a16:creationId xmlns:a16="http://schemas.microsoft.com/office/drawing/2014/main" id="{BBAE82C9-BF05-DAF4-E7B1-24497F3B97FC}"/>
              </a:ext>
            </a:extLst>
          </p:cNvPr>
          <p:cNvSpPr txBox="1"/>
          <p:nvPr/>
        </p:nvSpPr>
        <p:spPr>
          <a:xfrm>
            <a:off x="5650090" y="3907597"/>
            <a:ext cx="570089" cy="230832"/>
          </a:xfrm>
          <a:prstGeom prst="rect">
            <a:avLst/>
          </a:prstGeom>
          <a:noFill/>
        </p:spPr>
        <p:txBody>
          <a:bodyPr wrap="square" rtlCol="0">
            <a:spAutoFit/>
          </a:bodyPr>
          <a:lstStyle/>
          <a:p>
            <a:pPr algn="ctr"/>
            <a:r>
              <a:rPr lang="en-US" sz="900" dirty="0"/>
              <a:t>35789</a:t>
            </a:r>
          </a:p>
        </p:txBody>
      </p:sp>
      <p:sp>
        <p:nvSpPr>
          <p:cNvPr id="65" name="TextBox 64">
            <a:extLst>
              <a:ext uri="{FF2B5EF4-FFF2-40B4-BE49-F238E27FC236}">
                <a16:creationId xmlns:a16="http://schemas.microsoft.com/office/drawing/2014/main" id="{ABE75168-B9D6-7064-AB4E-76CC768B92D9}"/>
              </a:ext>
            </a:extLst>
          </p:cNvPr>
          <p:cNvSpPr txBox="1"/>
          <p:nvPr/>
        </p:nvSpPr>
        <p:spPr>
          <a:xfrm>
            <a:off x="6152446" y="3907597"/>
            <a:ext cx="570089" cy="230832"/>
          </a:xfrm>
          <a:prstGeom prst="rect">
            <a:avLst/>
          </a:prstGeom>
          <a:noFill/>
        </p:spPr>
        <p:txBody>
          <a:bodyPr wrap="square" rtlCol="0">
            <a:spAutoFit/>
          </a:bodyPr>
          <a:lstStyle/>
          <a:p>
            <a:pPr algn="ctr"/>
            <a:r>
              <a:rPr lang="en-US" sz="900" dirty="0"/>
              <a:t>15679</a:t>
            </a:r>
          </a:p>
        </p:txBody>
      </p:sp>
      <p:sp>
        <p:nvSpPr>
          <p:cNvPr id="66" name="TextBox 65">
            <a:extLst>
              <a:ext uri="{FF2B5EF4-FFF2-40B4-BE49-F238E27FC236}">
                <a16:creationId xmlns:a16="http://schemas.microsoft.com/office/drawing/2014/main" id="{4262BC39-EB5E-FF03-DDEA-BF8692C219D7}"/>
              </a:ext>
            </a:extLst>
          </p:cNvPr>
          <p:cNvSpPr txBox="1"/>
          <p:nvPr/>
        </p:nvSpPr>
        <p:spPr>
          <a:xfrm>
            <a:off x="6654802" y="3907597"/>
            <a:ext cx="570089" cy="230832"/>
          </a:xfrm>
          <a:prstGeom prst="rect">
            <a:avLst/>
          </a:prstGeom>
          <a:noFill/>
        </p:spPr>
        <p:txBody>
          <a:bodyPr wrap="square" rtlCol="0">
            <a:spAutoFit/>
          </a:bodyPr>
          <a:lstStyle/>
          <a:p>
            <a:pPr algn="ctr"/>
            <a:r>
              <a:rPr lang="en-US" sz="900" dirty="0"/>
              <a:t>35678</a:t>
            </a:r>
          </a:p>
        </p:txBody>
      </p:sp>
      <p:sp>
        <p:nvSpPr>
          <p:cNvPr id="67" name="TextBox 66">
            <a:extLst>
              <a:ext uri="{FF2B5EF4-FFF2-40B4-BE49-F238E27FC236}">
                <a16:creationId xmlns:a16="http://schemas.microsoft.com/office/drawing/2014/main" id="{80272660-2549-DADC-9DAA-0B89C7A8E7BB}"/>
              </a:ext>
            </a:extLst>
          </p:cNvPr>
          <p:cNvSpPr txBox="1"/>
          <p:nvPr/>
        </p:nvSpPr>
        <p:spPr>
          <a:xfrm>
            <a:off x="7157158" y="3907597"/>
            <a:ext cx="570089" cy="230832"/>
          </a:xfrm>
          <a:prstGeom prst="rect">
            <a:avLst/>
          </a:prstGeom>
          <a:noFill/>
        </p:spPr>
        <p:txBody>
          <a:bodyPr wrap="square" rtlCol="0">
            <a:spAutoFit/>
          </a:bodyPr>
          <a:lstStyle/>
          <a:p>
            <a:pPr algn="ctr"/>
            <a:r>
              <a:rPr lang="en-US" sz="900" dirty="0"/>
              <a:t>135679</a:t>
            </a:r>
          </a:p>
        </p:txBody>
      </p:sp>
      <p:sp>
        <p:nvSpPr>
          <p:cNvPr id="68" name="TextBox 67">
            <a:extLst>
              <a:ext uri="{FF2B5EF4-FFF2-40B4-BE49-F238E27FC236}">
                <a16:creationId xmlns:a16="http://schemas.microsoft.com/office/drawing/2014/main" id="{49A1B89F-87DA-D357-6110-6DFD87BBAAB1}"/>
              </a:ext>
            </a:extLst>
          </p:cNvPr>
          <p:cNvSpPr txBox="1"/>
          <p:nvPr/>
        </p:nvSpPr>
        <p:spPr>
          <a:xfrm>
            <a:off x="6152446" y="4408541"/>
            <a:ext cx="570089" cy="230832"/>
          </a:xfrm>
          <a:prstGeom prst="rect">
            <a:avLst/>
          </a:prstGeom>
          <a:noFill/>
        </p:spPr>
        <p:txBody>
          <a:bodyPr wrap="square" rtlCol="0">
            <a:spAutoFit/>
          </a:bodyPr>
          <a:lstStyle/>
          <a:p>
            <a:pPr algn="ctr"/>
            <a:r>
              <a:rPr lang="en-US" sz="900" dirty="0"/>
              <a:t>12457</a:t>
            </a:r>
          </a:p>
        </p:txBody>
      </p:sp>
      <p:sp>
        <p:nvSpPr>
          <p:cNvPr id="69" name="TextBox 68">
            <a:extLst>
              <a:ext uri="{FF2B5EF4-FFF2-40B4-BE49-F238E27FC236}">
                <a16:creationId xmlns:a16="http://schemas.microsoft.com/office/drawing/2014/main" id="{F72A0B04-6950-7983-1D19-A32273344271}"/>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234578</a:t>
            </a:r>
          </a:p>
        </p:txBody>
      </p:sp>
      <p:sp>
        <p:nvSpPr>
          <p:cNvPr id="70" name="TextBox 69">
            <a:extLst>
              <a:ext uri="{FF2B5EF4-FFF2-40B4-BE49-F238E27FC236}">
                <a16:creationId xmlns:a16="http://schemas.microsoft.com/office/drawing/2014/main" id="{3B632659-B4B3-287A-8EBD-82564770ECE7}"/>
              </a:ext>
            </a:extLst>
          </p:cNvPr>
          <p:cNvSpPr txBox="1"/>
          <p:nvPr/>
        </p:nvSpPr>
        <p:spPr>
          <a:xfrm>
            <a:off x="7157158" y="4408541"/>
            <a:ext cx="570089" cy="230832"/>
          </a:xfrm>
          <a:prstGeom prst="rect">
            <a:avLst/>
          </a:prstGeom>
          <a:noFill/>
        </p:spPr>
        <p:txBody>
          <a:bodyPr wrap="square" rtlCol="0">
            <a:spAutoFit/>
          </a:bodyPr>
          <a:lstStyle/>
          <a:p>
            <a:pPr algn="ctr"/>
            <a:r>
              <a:rPr lang="en-US" sz="900" dirty="0"/>
              <a:t>13457</a:t>
            </a:r>
          </a:p>
        </p:txBody>
      </p:sp>
      <p:sp>
        <p:nvSpPr>
          <p:cNvPr id="71" name="TextBox 70">
            <a:extLst>
              <a:ext uri="{FF2B5EF4-FFF2-40B4-BE49-F238E27FC236}">
                <a16:creationId xmlns:a16="http://schemas.microsoft.com/office/drawing/2014/main" id="{B623FE99-A36A-81C8-E4BB-ECA34993A161}"/>
              </a:ext>
            </a:extLst>
          </p:cNvPr>
          <p:cNvSpPr txBox="1"/>
          <p:nvPr/>
        </p:nvSpPr>
        <p:spPr>
          <a:xfrm>
            <a:off x="6152446" y="4909484"/>
            <a:ext cx="570089" cy="230832"/>
          </a:xfrm>
          <a:prstGeom prst="rect">
            <a:avLst/>
          </a:prstGeom>
          <a:noFill/>
        </p:spPr>
        <p:txBody>
          <a:bodyPr wrap="square" rtlCol="0">
            <a:spAutoFit/>
          </a:bodyPr>
          <a:lstStyle/>
          <a:p>
            <a:pPr algn="ctr"/>
            <a:r>
              <a:rPr lang="en-US" sz="900" dirty="0"/>
              <a:t>124579</a:t>
            </a:r>
          </a:p>
        </p:txBody>
      </p:sp>
      <p:sp>
        <p:nvSpPr>
          <p:cNvPr id="72" name="TextBox 71">
            <a:extLst>
              <a:ext uri="{FF2B5EF4-FFF2-40B4-BE49-F238E27FC236}">
                <a16:creationId xmlns:a16="http://schemas.microsoft.com/office/drawing/2014/main" id="{AE94ED75-0B7B-5AA6-6B18-187AF44E9942}"/>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234578</a:t>
            </a:r>
          </a:p>
        </p:txBody>
      </p:sp>
      <p:sp>
        <p:nvSpPr>
          <p:cNvPr id="73" name="TextBox 72">
            <a:extLst>
              <a:ext uri="{FF2B5EF4-FFF2-40B4-BE49-F238E27FC236}">
                <a16:creationId xmlns:a16="http://schemas.microsoft.com/office/drawing/2014/main" id="{8EA80F3E-CA8E-DC4E-BB7F-6BC1FBC64B49}"/>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134579</a:t>
            </a:r>
          </a:p>
        </p:txBody>
      </p:sp>
      <p:sp>
        <p:nvSpPr>
          <p:cNvPr id="74" name="TextBox 73">
            <a:extLst>
              <a:ext uri="{FF2B5EF4-FFF2-40B4-BE49-F238E27FC236}">
                <a16:creationId xmlns:a16="http://schemas.microsoft.com/office/drawing/2014/main" id="{A81D07CE-DB88-CD2D-0467-2C0E5AA08BFC}"/>
              </a:ext>
            </a:extLst>
          </p:cNvPr>
          <p:cNvSpPr txBox="1"/>
          <p:nvPr/>
        </p:nvSpPr>
        <p:spPr>
          <a:xfrm>
            <a:off x="4645378" y="4909484"/>
            <a:ext cx="570089" cy="230832"/>
          </a:xfrm>
          <a:prstGeom prst="rect">
            <a:avLst/>
          </a:prstGeom>
          <a:noFill/>
        </p:spPr>
        <p:txBody>
          <a:bodyPr wrap="square" rtlCol="0">
            <a:spAutoFit/>
          </a:bodyPr>
          <a:lstStyle/>
          <a:p>
            <a:pPr algn="ctr"/>
            <a:r>
              <a:rPr lang="en-US" sz="900" dirty="0"/>
              <a:t>134579</a:t>
            </a:r>
          </a:p>
        </p:txBody>
      </p:sp>
      <p:sp>
        <p:nvSpPr>
          <p:cNvPr id="75" name="TextBox 74">
            <a:extLst>
              <a:ext uri="{FF2B5EF4-FFF2-40B4-BE49-F238E27FC236}">
                <a16:creationId xmlns:a16="http://schemas.microsoft.com/office/drawing/2014/main" id="{A886013E-7E8D-4C3C-8729-44A0267999C5}"/>
              </a:ext>
            </a:extLst>
          </p:cNvPr>
          <p:cNvSpPr txBox="1"/>
          <p:nvPr/>
        </p:nvSpPr>
        <p:spPr>
          <a:xfrm>
            <a:off x="5147734" y="4909484"/>
            <a:ext cx="570089" cy="230832"/>
          </a:xfrm>
          <a:prstGeom prst="rect">
            <a:avLst/>
          </a:prstGeom>
          <a:noFill/>
        </p:spPr>
        <p:txBody>
          <a:bodyPr wrap="square" rtlCol="0">
            <a:spAutoFit/>
          </a:bodyPr>
          <a:lstStyle/>
          <a:p>
            <a:pPr algn="ctr"/>
            <a:r>
              <a:rPr lang="en-US" sz="900" dirty="0"/>
              <a:t>134589</a:t>
            </a:r>
          </a:p>
        </p:txBody>
      </p:sp>
      <p:sp>
        <p:nvSpPr>
          <p:cNvPr id="76" name="TextBox 75">
            <a:extLst>
              <a:ext uri="{FF2B5EF4-FFF2-40B4-BE49-F238E27FC236}">
                <a16:creationId xmlns:a16="http://schemas.microsoft.com/office/drawing/2014/main" id="{1E2D0C21-589D-1CA4-B29E-EE874738A41A}"/>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345789</a:t>
            </a:r>
          </a:p>
        </p:txBody>
      </p:sp>
      <p:sp>
        <p:nvSpPr>
          <p:cNvPr id="77" name="TextBox 76">
            <a:extLst>
              <a:ext uri="{FF2B5EF4-FFF2-40B4-BE49-F238E27FC236}">
                <a16:creationId xmlns:a16="http://schemas.microsoft.com/office/drawing/2014/main" id="{2740B929-7F60-C7ED-CA92-49E5CCF7984F}"/>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5258F70F-AA2C-1E47-665C-BAD27858DAC3}"/>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EE619A11-58CB-EED7-8B8A-8DA6D67B9F1C}"/>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1510495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F6D90-38B0-628F-32D8-BF46A460A08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D3D16F-B6B1-5E58-40FA-757E25D1560B}"/>
              </a:ext>
            </a:extLst>
          </p:cNvPr>
          <p:cNvSpPr>
            <a:spLocks noGrp="1"/>
          </p:cNvSpPr>
          <p:nvPr>
            <p:ph sz="half" idx="1"/>
          </p:nvPr>
        </p:nvSpPr>
        <p:spPr/>
        <p:txBody>
          <a:bodyPr/>
          <a:lstStyle/>
          <a:p>
            <a:r>
              <a:rPr lang="en-US" dirty="0"/>
              <a:t>In the center block, a multiplicand must be 3.</a:t>
            </a:r>
          </a:p>
        </p:txBody>
      </p:sp>
      <p:pic>
        <p:nvPicPr>
          <p:cNvPr id="4" name="Picture 3" descr="A grid of sudoku puzzle&#10;&#10;Description automatically generated">
            <a:extLst>
              <a:ext uri="{FF2B5EF4-FFF2-40B4-BE49-F238E27FC236}">
                <a16:creationId xmlns:a16="http://schemas.microsoft.com/office/drawing/2014/main" id="{C0268B44-65FD-D8B8-FE50-CD8FD441696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0809B5D-0F5E-473A-874B-EB8D8E0618D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59F8EB9-E6DF-A961-0767-324E03239F2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A5F0016-6D3F-0649-786F-954E5765656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BB3F4AD-E3DC-C383-0CC7-61096E6AB9C9}"/>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8" name="TextBox 7">
            <a:extLst>
              <a:ext uri="{FF2B5EF4-FFF2-40B4-BE49-F238E27FC236}">
                <a16:creationId xmlns:a16="http://schemas.microsoft.com/office/drawing/2014/main" id="{DF7BF935-67E5-108E-09F0-630443F6B1DE}"/>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10" name="TextBox 9">
            <a:extLst>
              <a:ext uri="{FF2B5EF4-FFF2-40B4-BE49-F238E27FC236}">
                <a16:creationId xmlns:a16="http://schemas.microsoft.com/office/drawing/2014/main" id="{330CC267-44BA-2176-45BB-C0303B9A123E}"/>
              </a:ext>
            </a:extLst>
          </p:cNvPr>
          <p:cNvSpPr txBox="1"/>
          <p:nvPr/>
        </p:nvSpPr>
        <p:spPr>
          <a:xfrm>
            <a:off x="5650090" y="1402877"/>
            <a:ext cx="570089" cy="230832"/>
          </a:xfrm>
          <a:prstGeom prst="rect">
            <a:avLst/>
          </a:prstGeom>
          <a:noFill/>
        </p:spPr>
        <p:txBody>
          <a:bodyPr wrap="square" rtlCol="0">
            <a:spAutoFit/>
          </a:bodyPr>
          <a:lstStyle/>
          <a:p>
            <a:pPr algn="ctr"/>
            <a:r>
              <a:rPr lang="en-US" sz="900" dirty="0"/>
              <a:t>49</a:t>
            </a:r>
          </a:p>
        </p:txBody>
      </p:sp>
      <p:sp>
        <p:nvSpPr>
          <p:cNvPr id="12" name="TextBox 11">
            <a:extLst>
              <a:ext uri="{FF2B5EF4-FFF2-40B4-BE49-F238E27FC236}">
                <a16:creationId xmlns:a16="http://schemas.microsoft.com/office/drawing/2014/main" id="{C8A9346C-16E6-3D5C-879A-85B78C208B5D}"/>
              </a:ext>
            </a:extLst>
          </p:cNvPr>
          <p:cNvSpPr txBox="1"/>
          <p:nvPr/>
        </p:nvSpPr>
        <p:spPr>
          <a:xfrm>
            <a:off x="6654802" y="1402877"/>
            <a:ext cx="570089" cy="230832"/>
          </a:xfrm>
          <a:prstGeom prst="rect">
            <a:avLst/>
          </a:prstGeom>
          <a:noFill/>
        </p:spPr>
        <p:txBody>
          <a:bodyPr wrap="square" rtlCol="0">
            <a:spAutoFit/>
          </a:bodyPr>
          <a:lstStyle/>
          <a:p>
            <a:pPr algn="ctr"/>
            <a:r>
              <a:rPr lang="en-US" sz="900" dirty="0"/>
              <a:t>37</a:t>
            </a:r>
          </a:p>
        </p:txBody>
      </p:sp>
      <p:sp>
        <p:nvSpPr>
          <p:cNvPr id="13" name="TextBox 12">
            <a:extLst>
              <a:ext uri="{FF2B5EF4-FFF2-40B4-BE49-F238E27FC236}">
                <a16:creationId xmlns:a16="http://schemas.microsoft.com/office/drawing/2014/main" id="{F1914ED5-A704-C9BB-7BB8-46FF0B19604E}"/>
              </a:ext>
            </a:extLst>
          </p:cNvPr>
          <p:cNvSpPr txBox="1"/>
          <p:nvPr/>
        </p:nvSpPr>
        <p:spPr>
          <a:xfrm>
            <a:off x="5650090" y="1903821"/>
            <a:ext cx="570089" cy="230832"/>
          </a:xfrm>
          <a:prstGeom prst="rect">
            <a:avLst/>
          </a:prstGeom>
          <a:noFill/>
        </p:spPr>
        <p:txBody>
          <a:bodyPr wrap="square" rtlCol="0">
            <a:spAutoFit/>
          </a:bodyPr>
          <a:lstStyle/>
          <a:p>
            <a:pPr algn="ctr"/>
            <a:r>
              <a:rPr lang="en-US" sz="900" dirty="0"/>
              <a:t>28</a:t>
            </a:r>
          </a:p>
        </p:txBody>
      </p:sp>
      <p:sp>
        <p:nvSpPr>
          <p:cNvPr id="14" name="TextBox 13">
            <a:extLst>
              <a:ext uri="{FF2B5EF4-FFF2-40B4-BE49-F238E27FC236}">
                <a16:creationId xmlns:a16="http://schemas.microsoft.com/office/drawing/2014/main" id="{867333DA-A4AD-C14A-F39B-B06BEF867E11}"/>
              </a:ext>
            </a:extLst>
          </p:cNvPr>
          <p:cNvSpPr txBox="1"/>
          <p:nvPr/>
        </p:nvSpPr>
        <p:spPr>
          <a:xfrm>
            <a:off x="6152446" y="1903821"/>
            <a:ext cx="570089" cy="230832"/>
          </a:xfrm>
          <a:prstGeom prst="rect">
            <a:avLst/>
          </a:prstGeom>
          <a:noFill/>
        </p:spPr>
        <p:txBody>
          <a:bodyPr wrap="square" rtlCol="0">
            <a:spAutoFit/>
          </a:bodyPr>
          <a:lstStyle/>
          <a:p>
            <a:pPr algn="ctr"/>
            <a:r>
              <a:rPr lang="en-US" sz="900" dirty="0"/>
              <a:t>15</a:t>
            </a:r>
          </a:p>
        </p:txBody>
      </p:sp>
      <p:sp>
        <p:nvSpPr>
          <p:cNvPr id="15" name="TextBox 14">
            <a:extLst>
              <a:ext uri="{FF2B5EF4-FFF2-40B4-BE49-F238E27FC236}">
                <a16:creationId xmlns:a16="http://schemas.microsoft.com/office/drawing/2014/main" id="{D83636FD-D6B0-3744-7C02-FA1815A7D076}"/>
              </a:ext>
            </a:extLst>
          </p:cNvPr>
          <p:cNvSpPr txBox="1"/>
          <p:nvPr/>
        </p:nvSpPr>
        <p:spPr>
          <a:xfrm>
            <a:off x="6654802" y="1903821"/>
            <a:ext cx="570089" cy="230832"/>
          </a:xfrm>
          <a:prstGeom prst="rect">
            <a:avLst/>
          </a:prstGeom>
          <a:noFill/>
        </p:spPr>
        <p:txBody>
          <a:bodyPr wrap="square" rtlCol="0">
            <a:spAutoFit/>
          </a:bodyPr>
          <a:lstStyle/>
          <a:p>
            <a:pPr algn="ctr"/>
            <a:r>
              <a:rPr lang="en-US" sz="900" dirty="0"/>
              <a:t>46</a:t>
            </a:r>
          </a:p>
        </p:txBody>
      </p:sp>
      <p:sp>
        <p:nvSpPr>
          <p:cNvPr id="16" name="TextBox 15">
            <a:extLst>
              <a:ext uri="{FF2B5EF4-FFF2-40B4-BE49-F238E27FC236}">
                <a16:creationId xmlns:a16="http://schemas.microsoft.com/office/drawing/2014/main" id="{F55F75E1-9A80-EC0E-CE2A-D53BE4C7CAD8}"/>
              </a:ext>
            </a:extLst>
          </p:cNvPr>
          <p:cNvSpPr txBox="1"/>
          <p:nvPr/>
        </p:nvSpPr>
        <p:spPr>
          <a:xfrm>
            <a:off x="4645378" y="2404765"/>
            <a:ext cx="570089" cy="230832"/>
          </a:xfrm>
          <a:prstGeom prst="rect">
            <a:avLst/>
          </a:prstGeom>
          <a:noFill/>
        </p:spPr>
        <p:txBody>
          <a:bodyPr wrap="square" rtlCol="0">
            <a:spAutoFit/>
          </a:bodyPr>
          <a:lstStyle/>
          <a:p>
            <a:pPr algn="ctr"/>
            <a:r>
              <a:rPr lang="en-US" sz="900" dirty="0"/>
              <a:t>34</a:t>
            </a:r>
          </a:p>
        </p:txBody>
      </p:sp>
      <p:sp>
        <p:nvSpPr>
          <p:cNvPr id="17" name="TextBox 16">
            <a:extLst>
              <a:ext uri="{FF2B5EF4-FFF2-40B4-BE49-F238E27FC236}">
                <a16:creationId xmlns:a16="http://schemas.microsoft.com/office/drawing/2014/main" id="{14AC7328-CDF4-01D6-F5B9-40BA3EDBF2AE}"/>
              </a:ext>
            </a:extLst>
          </p:cNvPr>
          <p:cNvSpPr txBox="1"/>
          <p:nvPr/>
        </p:nvSpPr>
        <p:spPr>
          <a:xfrm>
            <a:off x="5147734" y="2404765"/>
            <a:ext cx="570089" cy="230832"/>
          </a:xfrm>
          <a:prstGeom prst="rect">
            <a:avLst/>
          </a:prstGeom>
          <a:noFill/>
        </p:spPr>
        <p:txBody>
          <a:bodyPr wrap="square" rtlCol="0">
            <a:spAutoFit/>
          </a:bodyPr>
          <a:lstStyle/>
          <a:p>
            <a:pPr algn="ctr"/>
            <a:r>
              <a:rPr lang="en-US" sz="900" dirty="0"/>
              <a:t>43</a:t>
            </a:r>
          </a:p>
        </p:txBody>
      </p:sp>
      <p:sp>
        <p:nvSpPr>
          <p:cNvPr id="25" name="TextBox 24">
            <a:extLst>
              <a:ext uri="{FF2B5EF4-FFF2-40B4-BE49-F238E27FC236}">
                <a16:creationId xmlns:a16="http://schemas.microsoft.com/office/drawing/2014/main" id="{D1DB1012-852F-0329-5AB1-DBDB3A390597}"/>
              </a:ext>
            </a:extLst>
          </p:cNvPr>
          <p:cNvSpPr txBox="1"/>
          <p:nvPr/>
        </p:nvSpPr>
        <p:spPr>
          <a:xfrm>
            <a:off x="4143022" y="3907597"/>
            <a:ext cx="570089" cy="230832"/>
          </a:xfrm>
          <a:prstGeom prst="rect">
            <a:avLst/>
          </a:prstGeom>
          <a:noFill/>
        </p:spPr>
        <p:txBody>
          <a:bodyPr wrap="square" rtlCol="0">
            <a:spAutoFit/>
          </a:bodyPr>
          <a:lstStyle/>
          <a:p>
            <a:pPr algn="ctr"/>
            <a:r>
              <a:rPr lang="en-US" sz="900" dirty="0"/>
              <a:t>378</a:t>
            </a:r>
          </a:p>
        </p:txBody>
      </p:sp>
      <p:sp>
        <p:nvSpPr>
          <p:cNvPr id="26" name="TextBox 25">
            <a:extLst>
              <a:ext uri="{FF2B5EF4-FFF2-40B4-BE49-F238E27FC236}">
                <a16:creationId xmlns:a16="http://schemas.microsoft.com/office/drawing/2014/main" id="{5421D01E-A5DD-9131-BD91-606C906CE63E}"/>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9BD57C35-A58B-837F-7742-AFE4CBEBE5E4}"/>
              </a:ext>
            </a:extLst>
          </p:cNvPr>
          <p:cNvSpPr txBox="1"/>
          <p:nvPr/>
        </p:nvSpPr>
        <p:spPr>
          <a:xfrm>
            <a:off x="5147734" y="3907597"/>
            <a:ext cx="570089" cy="230832"/>
          </a:xfrm>
          <a:prstGeom prst="rect">
            <a:avLst/>
          </a:prstGeom>
          <a:noFill/>
        </p:spPr>
        <p:txBody>
          <a:bodyPr wrap="square" rtlCol="0">
            <a:spAutoFit/>
          </a:bodyPr>
          <a:lstStyle/>
          <a:p>
            <a:pPr algn="ctr"/>
            <a:r>
              <a:rPr lang="en-US" sz="900" dirty="0"/>
              <a:t>282</a:t>
            </a:r>
          </a:p>
        </p:txBody>
      </p:sp>
      <p:sp>
        <p:nvSpPr>
          <p:cNvPr id="28" name="TextBox 27">
            <a:extLst>
              <a:ext uri="{FF2B5EF4-FFF2-40B4-BE49-F238E27FC236}">
                <a16:creationId xmlns:a16="http://schemas.microsoft.com/office/drawing/2014/main" id="{471D7E45-FB80-BC7D-C852-B9D9546829FA}"/>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4EEB7EEA-A90F-E90B-67E5-0697DB27879D}"/>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7875FB0D-E6B6-ABC1-1556-D183DC5F0C17}"/>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A07D6331-8444-9147-6710-B8ABB1F073D0}"/>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EE0F4A2C-5EC6-0C95-F006-2C1BEDC669B9}"/>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A1F73FD0-54DC-1092-E7F4-9FF4C2575F3A}"/>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FE113D42-F8A2-69EA-FEDC-2A13A06011F1}"/>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E776046C-6C67-2A51-33EC-5F623041C0EC}"/>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64B088FE-E7BF-3301-BCC6-EE2C89A38C91}"/>
              </a:ext>
            </a:extLst>
          </p:cNvPr>
          <p:cNvSpPr txBox="1"/>
          <p:nvPr/>
        </p:nvSpPr>
        <p:spPr>
          <a:xfrm>
            <a:off x="3640666" y="3406653"/>
            <a:ext cx="570089" cy="230832"/>
          </a:xfrm>
          <a:prstGeom prst="rect">
            <a:avLst/>
          </a:prstGeom>
          <a:noFill/>
        </p:spPr>
        <p:txBody>
          <a:bodyPr wrap="square" rtlCol="0">
            <a:spAutoFit/>
          </a:bodyPr>
          <a:lstStyle/>
          <a:p>
            <a:pPr algn="ctr"/>
            <a:r>
              <a:rPr lang="en-US" sz="900" dirty="0"/>
              <a:t>279</a:t>
            </a:r>
          </a:p>
        </p:txBody>
      </p:sp>
      <p:sp>
        <p:nvSpPr>
          <p:cNvPr id="23" name="TextBox 22">
            <a:extLst>
              <a:ext uri="{FF2B5EF4-FFF2-40B4-BE49-F238E27FC236}">
                <a16:creationId xmlns:a16="http://schemas.microsoft.com/office/drawing/2014/main" id="{070ABA98-6C6C-54F5-6638-AA372284A45D}"/>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2CBAF28A-CDC0-4FE0-D7CB-07A0FECDEFC2}"/>
              </a:ext>
            </a:extLst>
          </p:cNvPr>
          <p:cNvSpPr txBox="1"/>
          <p:nvPr/>
        </p:nvSpPr>
        <p:spPr>
          <a:xfrm>
            <a:off x="4645378" y="3406653"/>
            <a:ext cx="570089" cy="230832"/>
          </a:xfrm>
          <a:prstGeom prst="rect">
            <a:avLst/>
          </a:prstGeom>
          <a:noFill/>
        </p:spPr>
        <p:txBody>
          <a:bodyPr wrap="square" rtlCol="0">
            <a:spAutoFit/>
          </a:bodyPr>
          <a:lstStyle/>
          <a:p>
            <a:pPr algn="ctr"/>
            <a:r>
              <a:rPr lang="en-US" sz="900" dirty="0"/>
              <a:t>2579</a:t>
            </a:r>
          </a:p>
        </p:txBody>
      </p:sp>
      <p:sp>
        <p:nvSpPr>
          <p:cNvPr id="34" name="TextBox 33">
            <a:extLst>
              <a:ext uri="{FF2B5EF4-FFF2-40B4-BE49-F238E27FC236}">
                <a16:creationId xmlns:a16="http://schemas.microsoft.com/office/drawing/2014/main" id="{2C96EF41-AE18-0914-E0DD-90B3F1645827}"/>
              </a:ext>
            </a:extLst>
          </p:cNvPr>
          <p:cNvSpPr txBox="1"/>
          <p:nvPr/>
        </p:nvSpPr>
        <p:spPr>
          <a:xfrm>
            <a:off x="5147734" y="3406653"/>
            <a:ext cx="570089" cy="230832"/>
          </a:xfrm>
          <a:prstGeom prst="rect">
            <a:avLst/>
          </a:prstGeom>
          <a:noFill/>
        </p:spPr>
        <p:txBody>
          <a:bodyPr wrap="square" rtlCol="0">
            <a:spAutoFit/>
          </a:bodyPr>
          <a:lstStyle/>
          <a:p>
            <a:pPr algn="ctr"/>
            <a:r>
              <a:rPr lang="en-US" sz="900" dirty="0"/>
              <a:t>259</a:t>
            </a:r>
          </a:p>
        </p:txBody>
      </p:sp>
      <p:sp>
        <p:nvSpPr>
          <p:cNvPr id="35" name="TextBox 34">
            <a:extLst>
              <a:ext uri="{FF2B5EF4-FFF2-40B4-BE49-F238E27FC236}">
                <a16:creationId xmlns:a16="http://schemas.microsoft.com/office/drawing/2014/main" id="{4BE61067-EF2D-A47B-DB64-A8E0E03DA7FF}"/>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2479</a:t>
            </a:r>
          </a:p>
        </p:txBody>
      </p:sp>
      <p:sp>
        <p:nvSpPr>
          <p:cNvPr id="36" name="TextBox 35">
            <a:extLst>
              <a:ext uri="{FF2B5EF4-FFF2-40B4-BE49-F238E27FC236}">
                <a16:creationId xmlns:a16="http://schemas.microsoft.com/office/drawing/2014/main" id="{379BF9C0-DE07-C7E7-46BA-38B2CE00E180}"/>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37" name="TextBox 36">
            <a:extLst>
              <a:ext uri="{FF2B5EF4-FFF2-40B4-BE49-F238E27FC236}">
                <a16:creationId xmlns:a16="http://schemas.microsoft.com/office/drawing/2014/main" id="{D376FF9B-E11B-6C78-DC12-B2DBFADE399A}"/>
              </a:ext>
            </a:extLst>
          </p:cNvPr>
          <p:cNvSpPr txBox="1"/>
          <p:nvPr/>
        </p:nvSpPr>
        <p:spPr>
          <a:xfrm>
            <a:off x="7157158" y="2404765"/>
            <a:ext cx="570089" cy="230832"/>
          </a:xfrm>
          <a:prstGeom prst="rect">
            <a:avLst/>
          </a:prstGeom>
          <a:noFill/>
        </p:spPr>
        <p:txBody>
          <a:bodyPr wrap="square" rtlCol="0">
            <a:spAutoFit/>
          </a:bodyPr>
          <a:lstStyle/>
          <a:p>
            <a:pPr algn="ctr"/>
            <a:r>
              <a:rPr lang="en-US" sz="900" dirty="0"/>
              <a:t>679</a:t>
            </a:r>
          </a:p>
        </p:txBody>
      </p:sp>
      <p:sp>
        <p:nvSpPr>
          <p:cNvPr id="38" name="TextBox 37">
            <a:extLst>
              <a:ext uri="{FF2B5EF4-FFF2-40B4-BE49-F238E27FC236}">
                <a16:creationId xmlns:a16="http://schemas.microsoft.com/office/drawing/2014/main" id="{2F76A5B0-B7F7-3E9B-A0F3-83806BA10269}"/>
              </a:ext>
            </a:extLst>
          </p:cNvPr>
          <p:cNvSpPr txBox="1"/>
          <p:nvPr/>
        </p:nvSpPr>
        <p:spPr>
          <a:xfrm>
            <a:off x="6152446" y="2905709"/>
            <a:ext cx="570089" cy="230832"/>
          </a:xfrm>
          <a:prstGeom prst="rect">
            <a:avLst/>
          </a:prstGeom>
          <a:noFill/>
        </p:spPr>
        <p:txBody>
          <a:bodyPr wrap="square" rtlCol="0">
            <a:spAutoFit/>
          </a:bodyPr>
          <a:lstStyle/>
          <a:p>
            <a:pPr algn="ctr"/>
            <a:r>
              <a:rPr lang="en-US" sz="900" dirty="0"/>
              <a:t>24579</a:t>
            </a:r>
          </a:p>
        </p:txBody>
      </p:sp>
      <p:sp>
        <p:nvSpPr>
          <p:cNvPr id="39" name="TextBox 38">
            <a:extLst>
              <a:ext uri="{FF2B5EF4-FFF2-40B4-BE49-F238E27FC236}">
                <a16:creationId xmlns:a16="http://schemas.microsoft.com/office/drawing/2014/main" id="{41010C6C-33BD-F332-CF6B-92FAA8E8A350}"/>
              </a:ext>
            </a:extLst>
          </p:cNvPr>
          <p:cNvSpPr txBox="1"/>
          <p:nvPr/>
        </p:nvSpPr>
        <p:spPr>
          <a:xfrm>
            <a:off x="6654802" y="2905709"/>
            <a:ext cx="570089" cy="230832"/>
          </a:xfrm>
          <a:prstGeom prst="rect">
            <a:avLst/>
          </a:prstGeom>
          <a:noFill/>
        </p:spPr>
        <p:txBody>
          <a:bodyPr wrap="square" rtlCol="0">
            <a:spAutoFit/>
          </a:bodyPr>
          <a:lstStyle/>
          <a:p>
            <a:pPr algn="ctr"/>
            <a:r>
              <a:rPr lang="en-US" sz="900" dirty="0"/>
              <a:t>2457</a:t>
            </a:r>
          </a:p>
        </p:txBody>
      </p:sp>
      <p:sp>
        <p:nvSpPr>
          <p:cNvPr id="40" name="TextBox 39">
            <a:extLst>
              <a:ext uri="{FF2B5EF4-FFF2-40B4-BE49-F238E27FC236}">
                <a16:creationId xmlns:a16="http://schemas.microsoft.com/office/drawing/2014/main" id="{7A53DDED-963D-00A6-D05F-EC37E50003C1}"/>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4579</a:t>
            </a:r>
          </a:p>
        </p:txBody>
      </p:sp>
      <p:sp>
        <p:nvSpPr>
          <p:cNvPr id="41" name="TextBox 40">
            <a:extLst>
              <a:ext uri="{FF2B5EF4-FFF2-40B4-BE49-F238E27FC236}">
                <a16:creationId xmlns:a16="http://schemas.microsoft.com/office/drawing/2014/main" id="{78833E91-17F3-F0BF-D1E5-B3BA3900D08C}"/>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46975BED-B9E4-D1A1-41FA-F9C7C0C2AB2E}"/>
              </a:ext>
            </a:extLst>
          </p:cNvPr>
          <p:cNvSpPr txBox="1"/>
          <p:nvPr/>
        </p:nvSpPr>
        <p:spPr>
          <a:xfrm>
            <a:off x="3138310" y="2404765"/>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2D54893C-9844-32F3-30E6-39A9FA423688}"/>
              </a:ext>
            </a:extLst>
          </p:cNvPr>
          <p:cNvSpPr txBox="1"/>
          <p:nvPr/>
        </p:nvSpPr>
        <p:spPr>
          <a:xfrm>
            <a:off x="5147734" y="2905709"/>
            <a:ext cx="570089" cy="230832"/>
          </a:xfrm>
          <a:prstGeom prst="rect">
            <a:avLst/>
          </a:prstGeom>
          <a:noFill/>
        </p:spPr>
        <p:txBody>
          <a:bodyPr wrap="square" rtlCol="0">
            <a:spAutoFit/>
          </a:bodyPr>
          <a:lstStyle/>
          <a:p>
            <a:pPr algn="ctr"/>
            <a:r>
              <a:rPr lang="en-US" sz="900" dirty="0"/>
              <a:t>2459</a:t>
            </a:r>
          </a:p>
        </p:txBody>
      </p:sp>
      <p:sp>
        <p:nvSpPr>
          <p:cNvPr id="44" name="TextBox 43">
            <a:extLst>
              <a:ext uri="{FF2B5EF4-FFF2-40B4-BE49-F238E27FC236}">
                <a16:creationId xmlns:a16="http://schemas.microsoft.com/office/drawing/2014/main" id="{0010805E-06C8-D4D3-D1A1-A3137218EA32}"/>
              </a:ext>
            </a:extLst>
          </p:cNvPr>
          <p:cNvSpPr txBox="1"/>
          <p:nvPr/>
        </p:nvSpPr>
        <p:spPr>
          <a:xfrm>
            <a:off x="5650090" y="2905709"/>
            <a:ext cx="570089" cy="230832"/>
          </a:xfrm>
          <a:prstGeom prst="rect">
            <a:avLst/>
          </a:prstGeom>
          <a:noFill/>
        </p:spPr>
        <p:txBody>
          <a:bodyPr wrap="square" rtlCol="0">
            <a:spAutoFit/>
          </a:bodyPr>
          <a:lstStyle/>
          <a:p>
            <a:pPr algn="ctr"/>
            <a:r>
              <a:rPr lang="en-US" sz="900" dirty="0"/>
              <a:t>24579</a:t>
            </a:r>
          </a:p>
        </p:txBody>
      </p:sp>
      <p:sp>
        <p:nvSpPr>
          <p:cNvPr id="45" name="TextBox 44">
            <a:extLst>
              <a:ext uri="{FF2B5EF4-FFF2-40B4-BE49-F238E27FC236}">
                <a16:creationId xmlns:a16="http://schemas.microsoft.com/office/drawing/2014/main" id="{6F13CD4F-1F66-44C0-9493-32F4EA8EC417}"/>
              </a:ext>
            </a:extLst>
          </p:cNvPr>
          <p:cNvSpPr txBox="1"/>
          <p:nvPr/>
        </p:nvSpPr>
        <p:spPr>
          <a:xfrm>
            <a:off x="5147734" y="901933"/>
            <a:ext cx="570089" cy="230832"/>
          </a:xfrm>
          <a:prstGeom prst="rect">
            <a:avLst/>
          </a:prstGeom>
          <a:noFill/>
        </p:spPr>
        <p:txBody>
          <a:bodyPr wrap="square" rtlCol="0">
            <a:spAutoFit/>
          </a:bodyPr>
          <a:lstStyle/>
          <a:p>
            <a:pPr algn="ctr"/>
            <a:r>
              <a:rPr lang="en-US" sz="900" dirty="0"/>
              <a:t>14568</a:t>
            </a:r>
          </a:p>
        </p:txBody>
      </p:sp>
      <p:sp>
        <p:nvSpPr>
          <p:cNvPr id="46" name="TextBox 45">
            <a:extLst>
              <a:ext uri="{FF2B5EF4-FFF2-40B4-BE49-F238E27FC236}">
                <a16:creationId xmlns:a16="http://schemas.microsoft.com/office/drawing/2014/main" id="{25AF51FC-2647-0BDD-09B4-8F4A1F684945}"/>
              </a:ext>
            </a:extLst>
          </p:cNvPr>
          <p:cNvSpPr txBox="1"/>
          <p:nvPr/>
        </p:nvSpPr>
        <p:spPr>
          <a:xfrm>
            <a:off x="5650090" y="901933"/>
            <a:ext cx="570089" cy="230832"/>
          </a:xfrm>
          <a:prstGeom prst="rect">
            <a:avLst/>
          </a:prstGeom>
          <a:noFill/>
        </p:spPr>
        <p:txBody>
          <a:bodyPr wrap="square" rtlCol="0">
            <a:spAutoFit/>
          </a:bodyPr>
          <a:lstStyle/>
          <a:p>
            <a:pPr algn="ctr"/>
            <a:r>
              <a:rPr lang="en-US" sz="900" dirty="0"/>
              <a:t>458</a:t>
            </a:r>
          </a:p>
        </p:txBody>
      </p:sp>
      <p:sp>
        <p:nvSpPr>
          <p:cNvPr id="47" name="TextBox 46">
            <a:extLst>
              <a:ext uri="{FF2B5EF4-FFF2-40B4-BE49-F238E27FC236}">
                <a16:creationId xmlns:a16="http://schemas.microsoft.com/office/drawing/2014/main" id="{97BA0D34-C563-DD5C-D874-EB94973FF9F9}"/>
              </a:ext>
            </a:extLst>
          </p:cNvPr>
          <p:cNvSpPr txBox="1"/>
          <p:nvPr/>
        </p:nvSpPr>
        <p:spPr>
          <a:xfrm>
            <a:off x="6152446" y="901933"/>
            <a:ext cx="570089" cy="230832"/>
          </a:xfrm>
          <a:prstGeom prst="rect">
            <a:avLst/>
          </a:prstGeom>
          <a:noFill/>
        </p:spPr>
        <p:txBody>
          <a:bodyPr wrap="square" rtlCol="0">
            <a:spAutoFit/>
          </a:bodyPr>
          <a:lstStyle/>
          <a:p>
            <a:pPr algn="ctr"/>
            <a:r>
              <a:rPr lang="en-US" sz="900" dirty="0"/>
              <a:t>14567</a:t>
            </a:r>
          </a:p>
        </p:txBody>
      </p:sp>
      <p:sp>
        <p:nvSpPr>
          <p:cNvPr id="48" name="TextBox 47">
            <a:extLst>
              <a:ext uri="{FF2B5EF4-FFF2-40B4-BE49-F238E27FC236}">
                <a16:creationId xmlns:a16="http://schemas.microsoft.com/office/drawing/2014/main" id="{D6FCF064-E3D3-E182-13E1-7D660A965370}"/>
              </a:ext>
            </a:extLst>
          </p:cNvPr>
          <p:cNvSpPr txBox="1"/>
          <p:nvPr/>
        </p:nvSpPr>
        <p:spPr>
          <a:xfrm>
            <a:off x="7157158" y="901933"/>
            <a:ext cx="570089" cy="230832"/>
          </a:xfrm>
          <a:prstGeom prst="rect">
            <a:avLst/>
          </a:prstGeom>
          <a:noFill/>
        </p:spPr>
        <p:txBody>
          <a:bodyPr wrap="square" rtlCol="0">
            <a:spAutoFit/>
          </a:bodyPr>
          <a:lstStyle/>
          <a:p>
            <a:pPr algn="ctr"/>
            <a:r>
              <a:rPr lang="en-US" sz="900" dirty="0"/>
              <a:t>14567</a:t>
            </a:r>
          </a:p>
        </p:txBody>
      </p:sp>
      <p:sp>
        <p:nvSpPr>
          <p:cNvPr id="49" name="TextBox 48">
            <a:extLst>
              <a:ext uri="{FF2B5EF4-FFF2-40B4-BE49-F238E27FC236}">
                <a16:creationId xmlns:a16="http://schemas.microsoft.com/office/drawing/2014/main" id="{76E7B8D0-F5E1-D133-CE00-B5718782320F}"/>
              </a:ext>
            </a:extLst>
          </p:cNvPr>
          <p:cNvSpPr txBox="1"/>
          <p:nvPr/>
        </p:nvSpPr>
        <p:spPr>
          <a:xfrm>
            <a:off x="7157158" y="1903821"/>
            <a:ext cx="570089" cy="230832"/>
          </a:xfrm>
          <a:prstGeom prst="rect">
            <a:avLst/>
          </a:prstGeom>
          <a:noFill/>
        </p:spPr>
        <p:txBody>
          <a:bodyPr wrap="square" rtlCol="0">
            <a:spAutoFit/>
          </a:bodyPr>
          <a:lstStyle/>
          <a:p>
            <a:pPr algn="ctr"/>
            <a:r>
              <a:rPr lang="en-US" sz="900" dirty="0"/>
              <a:t>13456</a:t>
            </a:r>
          </a:p>
        </p:txBody>
      </p:sp>
      <p:sp>
        <p:nvSpPr>
          <p:cNvPr id="50" name="TextBox 49">
            <a:extLst>
              <a:ext uri="{FF2B5EF4-FFF2-40B4-BE49-F238E27FC236}">
                <a16:creationId xmlns:a16="http://schemas.microsoft.com/office/drawing/2014/main" id="{B0C28BEC-9573-E979-1FBE-84AA6F383B4C}"/>
              </a:ext>
            </a:extLst>
          </p:cNvPr>
          <p:cNvSpPr txBox="1"/>
          <p:nvPr/>
        </p:nvSpPr>
        <p:spPr>
          <a:xfrm>
            <a:off x="3640666" y="1402877"/>
            <a:ext cx="570089" cy="230832"/>
          </a:xfrm>
          <a:prstGeom prst="rect">
            <a:avLst/>
          </a:prstGeom>
          <a:noFill/>
        </p:spPr>
        <p:txBody>
          <a:bodyPr wrap="square" rtlCol="0">
            <a:spAutoFit/>
          </a:bodyPr>
          <a:lstStyle/>
          <a:p>
            <a:pPr algn="ctr"/>
            <a:r>
              <a:rPr lang="en-US" sz="900" dirty="0"/>
              <a:t>179</a:t>
            </a:r>
          </a:p>
        </p:txBody>
      </p:sp>
      <p:sp>
        <p:nvSpPr>
          <p:cNvPr id="51" name="TextBox 50">
            <a:extLst>
              <a:ext uri="{FF2B5EF4-FFF2-40B4-BE49-F238E27FC236}">
                <a16:creationId xmlns:a16="http://schemas.microsoft.com/office/drawing/2014/main" id="{9BA7C6A7-A405-292C-1DFA-ABB951D2906A}"/>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4567</a:t>
            </a:r>
          </a:p>
        </p:txBody>
      </p:sp>
      <p:sp>
        <p:nvSpPr>
          <p:cNvPr id="52" name="TextBox 51">
            <a:extLst>
              <a:ext uri="{FF2B5EF4-FFF2-40B4-BE49-F238E27FC236}">
                <a16:creationId xmlns:a16="http://schemas.microsoft.com/office/drawing/2014/main" id="{2583BAAC-3470-52A4-CECF-C2EA4C6B402D}"/>
              </a:ext>
            </a:extLst>
          </p:cNvPr>
          <p:cNvSpPr txBox="1"/>
          <p:nvPr/>
        </p:nvSpPr>
        <p:spPr>
          <a:xfrm>
            <a:off x="4645378" y="1402877"/>
            <a:ext cx="570089" cy="230832"/>
          </a:xfrm>
          <a:prstGeom prst="rect">
            <a:avLst/>
          </a:prstGeom>
          <a:noFill/>
        </p:spPr>
        <p:txBody>
          <a:bodyPr wrap="square" rtlCol="0">
            <a:spAutoFit/>
          </a:bodyPr>
          <a:lstStyle/>
          <a:p>
            <a:pPr algn="ctr"/>
            <a:r>
              <a:rPr lang="en-US" sz="900" dirty="0"/>
              <a:t>134569</a:t>
            </a:r>
          </a:p>
        </p:txBody>
      </p:sp>
      <p:sp>
        <p:nvSpPr>
          <p:cNvPr id="53" name="TextBox 52">
            <a:extLst>
              <a:ext uri="{FF2B5EF4-FFF2-40B4-BE49-F238E27FC236}">
                <a16:creationId xmlns:a16="http://schemas.microsoft.com/office/drawing/2014/main" id="{9467ABD5-0CDD-E475-C975-0AD3DC3D7E02}"/>
              </a:ext>
            </a:extLst>
          </p:cNvPr>
          <p:cNvSpPr txBox="1"/>
          <p:nvPr/>
        </p:nvSpPr>
        <p:spPr>
          <a:xfrm>
            <a:off x="5147734" y="1402877"/>
            <a:ext cx="570089" cy="230832"/>
          </a:xfrm>
          <a:prstGeom prst="rect">
            <a:avLst/>
          </a:prstGeom>
          <a:noFill/>
        </p:spPr>
        <p:txBody>
          <a:bodyPr wrap="square" rtlCol="0">
            <a:spAutoFit/>
          </a:bodyPr>
          <a:lstStyle/>
          <a:p>
            <a:pPr algn="ctr"/>
            <a:r>
              <a:rPr lang="en-US" sz="900" dirty="0"/>
              <a:t>134569</a:t>
            </a:r>
          </a:p>
        </p:txBody>
      </p:sp>
      <p:sp>
        <p:nvSpPr>
          <p:cNvPr id="54" name="TextBox 53">
            <a:extLst>
              <a:ext uri="{FF2B5EF4-FFF2-40B4-BE49-F238E27FC236}">
                <a16:creationId xmlns:a16="http://schemas.microsoft.com/office/drawing/2014/main" id="{97772293-4213-3527-004C-40E7CF8C0AF5}"/>
              </a:ext>
            </a:extLst>
          </p:cNvPr>
          <p:cNvSpPr txBox="1"/>
          <p:nvPr/>
        </p:nvSpPr>
        <p:spPr>
          <a:xfrm>
            <a:off x="3138310" y="1402877"/>
            <a:ext cx="570089" cy="230832"/>
          </a:xfrm>
          <a:prstGeom prst="rect">
            <a:avLst/>
          </a:prstGeom>
          <a:noFill/>
        </p:spPr>
        <p:txBody>
          <a:bodyPr wrap="square" rtlCol="0">
            <a:spAutoFit/>
          </a:bodyPr>
          <a:lstStyle/>
          <a:p>
            <a:pPr algn="ctr"/>
            <a:r>
              <a:rPr lang="en-US" sz="900" dirty="0"/>
              <a:t>14579</a:t>
            </a:r>
          </a:p>
        </p:txBody>
      </p:sp>
      <p:sp>
        <p:nvSpPr>
          <p:cNvPr id="55" name="TextBox 54">
            <a:extLst>
              <a:ext uri="{FF2B5EF4-FFF2-40B4-BE49-F238E27FC236}">
                <a16:creationId xmlns:a16="http://schemas.microsoft.com/office/drawing/2014/main" id="{68E5369F-18E7-5293-66B1-29ED86E66DC8}"/>
              </a:ext>
            </a:extLst>
          </p:cNvPr>
          <p:cNvSpPr txBox="1"/>
          <p:nvPr/>
        </p:nvSpPr>
        <p:spPr>
          <a:xfrm>
            <a:off x="3640666" y="1903821"/>
            <a:ext cx="570089" cy="230832"/>
          </a:xfrm>
          <a:prstGeom prst="rect">
            <a:avLst/>
          </a:prstGeom>
          <a:noFill/>
        </p:spPr>
        <p:txBody>
          <a:bodyPr wrap="square" rtlCol="0">
            <a:spAutoFit/>
          </a:bodyPr>
          <a:lstStyle/>
          <a:p>
            <a:pPr algn="ctr"/>
            <a:r>
              <a:rPr lang="en-US" sz="900" dirty="0"/>
              <a:t>189</a:t>
            </a:r>
          </a:p>
        </p:txBody>
      </p:sp>
      <p:sp>
        <p:nvSpPr>
          <p:cNvPr id="56" name="TextBox 55">
            <a:extLst>
              <a:ext uri="{FF2B5EF4-FFF2-40B4-BE49-F238E27FC236}">
                <a16:creationId xmlns:a16="http://schemas.microsoft.com/office/drawing/2014/main" id="{E1EF8CE9-3AA9-3920-EACD-874D0ABF8651}"/>
              </a:ext>
            </a:extLst>
          </p:cNvPr>
          <p:cNvSpPr txBox="1"/>
          <p:nvPr/>
        </p:nvSpPr>
        <p:spPr>
          <a:xfrm>
            <a:off x="4143022" y="1903821"/>
            <a:ext cx="570089" cy="230832"/>
          </a:xfrm>
          <a:prstGeom prst="rect">
            <a:avLst/>
          </a:prstGeom>
          <a:noFill/>
        </p:spPr>
        <p:txBody>
          <a:bodyPr wrap="square" rtlCol="0">
            <a:spAutoFit/>
          </a:bodyPr>
          <a:lstStyle/>
          <a:p>
            <a:pPr algn="ctr"/>
            <a:r>
              <a:rPr lang="en-US" sz="900" dirty="0"/>
              <a:t>4568</a:t>
            </a:r>
          </a:p>
        </p:txBody>
      </p:sp>
      <p:sp>
        <p:nvSpPr>
          <p:cNvPr id="57" name="TextBox 56">
            <a:extLst>
              <a:ext uri="{FF2B5EF4-FFF2-40B4-BE49-F238E27FC236}">
                <a16:creationId xmlns:a16="http://schemas.microsoft.com/office/drawing/2014/main" id="{9AA182F4-33C5-CCF7-6F40-3C9932C84CD9}"/>
              </a:ext>
            </a:extLst>
          </p:cNvPr>
          <p:cNvSpPr txBox="1"/>
          <p:nvPr/>
        </p:nvSpPr>
        <p:spPr>
          <a:xfrm>
            <a:off x="4645378" y="1903821"/>
            <a:ext cx="570089" cy="369332"/>
          </a:xfrm>
          <a:prstGeom prst="rect">
            <a:avLst/>
          </a:prstGeom>
          <a:noFill/>
        </p:spPr>
        <p:txBody>
          <a:bodyPr wrap="square" rtlCol="0">
            <a:spAutoFit/>
          </a:bodyPr>
          <a:lstStyle/>
          <a:p>
            <a:pPr algn="ctr"/>
            <a:r>
              <a:rPr lang="en-US" sz="900" dirty="0"/>
              <a:t>1234569</a:t>
            </a:r>
          </a:p>
        </p:txBody>
      </p:sp>
      <p:sp>
        <p:nvSpPr>
          <p:cNvPr id="58" name="TextBox 57">
            <a:extLst>
              <a:ext uri="{FF2B5EF4-FFF2-40B4-BE49-F238E27FC236}">
                <a16:creationId xmlns:a16="http://schemas.microsoft.com/office/drawing/2014/main" id="{A1CA33CC-33F8-F251-4593-91C5AB673126}"/>
              </a:ext>
            </a:extLst>
          </p:cNvPr>
          <p:cNvSpPr txBox="1"/>
          <p:nvPr/>
        </p:nvSpPr>
        <p:spPr>
          <a:xfrm>
            <a:off x="3138310" y="1903821"/>
            <a:ext cx="570089" cy="230832"/>
          </a:xfrm>
          <a:prstGeom prst="rect">
            <a:avLst/>
          </a:prstGeom>
          <a:noFill/>
        </p:spPr>
        <p:txBody>
          <a:bodyPr wrap="square" rtlCol="0">
            <a:spAutoFit/>
          </a:bodyPr>
          <a:lstStyle/>
          <a:p>
            <a:pPr algn="ctr"/>
            <a:r>
              <a:rPr lang="en-US" sz="900" dirty="0"/>
              <a:t>14589</a:t>
            </a:r>
          </a:p>
        </p:txBody>
      </p:sp>
      <p:sp>
        <p:nvSpPr>
          <p:cNvPr id="59" name="TextBox 58">
            <a:extLst>
              <a:ext uri="{FF2B5EF4-FFF2-40B4-BE49-F238E27FC236}">
                <a16:creationId xmlns:a16="http://schemas.microsoft.com/office/drawing/2014/main" id="{219DAAF8-2CCE-0562-2561-CA991603F3CE}"/>
              </a:ext>
            </a:extLst>
          </p:cNvPr>
          <p:cNvSpPr txBox="1"/>
          <p:nvPr/>
        </p:nvSpPr>
        <p:spPr>
          <a:xfrm>
            <a:off x="3138310" y="3907597"/>
            <a:ext cx="570089" cy="230832"/>
          </a:xfrm>
          <a:prstGeom prst="rect">
            <a:avLst/>
          </a:prstGeom>
          <a:noFill/>
        </p:spPr>
        <p:txBody>
          <a:bodyPr wrap="square" rtlCol="0">
            <a:spAutoFit/>
          </a:bodyPr>
          <a:lstStyle/>
          <a:p>
            <a:pPr algn="ctr"/>
            <a:r>
              <a:rPr lang="en-US" sz="900" dirty="0"/>
              <a:t>1578</a:t>
            </a:r>
          </a:p>
        </p:txBody>
      </p:sp>
      <p:sp>
        <p:nvSpPr>
          <p:cNvPr id="60" name="TextBox 59">
            <a:extLst>
              <a:ext uri="{FF2B5EF4-FFF2-40B4-BE49-F238E27FC236}">
                <a16:creationId xmlns:a16="http://schemas.microsoft.com/office/drawing/2014/main" id="{2B7E64E9-4494-581D-8C08-B7F7A538D43D}"/>
              </a:ext>
            </a:extLst>
          </p:cNvPr>
          <p:cNvSpPr txBox="1"/>
          <p:nvPr/>
        </p:nvSpPr>
        <p:spPr>
          <a:xfrm>
            <a:off x="3640666" y="4408541"/>
            <a:ext cx="570089" cy="230832"/>
          </a:xfrm>
          <a:prstGeom prst="rect">
            <a:avLst/>
          </a:prstGeom>
          <a:noFill/>
        </p:spPr>
        <p:txBody>
          <a:bodyPr wrap="square" rtlCol="0">
            <a:spAutoFit/>
          </a:bodyPr>
          <a:lstStyle/>
          <a:p>
            <a:pPr algn="ctr"/>
            <a:r>
              <a:rPr lang="en-US" sz="900" dirty="0"/>
              <a:t>1278</a:t>
            </a:r>
          </a:p>
        </p:txBody>
      </p:sp>
      <p:sp>
        <p:nvSpPr>
          <p:cNvPr id="61" name="TextBox 60">
            <a:extLst>
              <a:ext uri="{FF2B5EF4-FFF2-40B4-BE49-F238E27FC236}">
                <a16:creationId xmlns:a16="http://schemas.microsoft.com/office/drawing/2014/main" id="{063D0703-5989-2B9A-2263-962A95C78B67}"/>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12578</a:t>
            </a:r>
          </a:p>
        </p:txBody>
      </p:sp>
      <p:sp>
        <p:nvSpPr>
          <p:cNvPr id="62" name="TextBox 61">
            <a:extLst>
              <a:ext uri="{FF2B5EF4-FFF2-40B4-BE49-F238E27FC236}">
                <a16:creationId xmlns:a16="http://schemas.microsoft.com/office/drawing/2014/main" id="{889F0E88-600A-9FA2-121A-948CF773019D}"/>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3578</a:t>
            </a:r>
          </a:p>
        </p:txBody>
      </p:sp>
      <p:sp>
        <p:nvSpPr>
          <p:cNvPr id="63" name="TextBox 62">
            <a:extLst>
              <a:ext uri="{FF2B5EF4-FFF2-40B4-BE49-F238E27FC236}">
                <a16:creationId xmlns:a16="http://schemas.microsoft.com/office/drawing/2014/main" id="{C2C7AD44-62E2-78EB-BD29-342BD0BC0C63}"/>
              </a:ext>
            </a:extLst>
          </p:cNvPr>
          <p:cNvSpPr txBox="1"/>
          <p:nvPr/>
        </p:nvSpPr>
        <p:spPr>
          <a:xfrm>
            <a:off x="3138310" y="4909484"/>
            <a:ext cx="570089" cy="230832"/>
          </a:xfrm>
          <a:prstGeom prst="rect">
            <a:avLst/>
          </a:prstGeom>
          <a:noFill/>
        </p:spPr>
        <p:txBody>
          <a:bodyPr wrap="square" rtlCol="0">
            <a:spAutoFit/>
          </a:bodyPr>
          <a:lstStyle/>
          <a:p>
            <a:pPr algn="ctr"/>
            <a:r>
              <a:rPr lang="en-US" sz="900" dirty="0"/>
              <a:t>12578</a:t>
            </a:r>
          </a:p>
        </p:txBody>
      </p:sp>
      <p:sp>
        <p:nvSpPr>
          <p:cNvPr id="64" name="TextBox 63">
            <a:extLst>
              <a:ext uri="{FF2B5EF4-FFF2-40B4-BE49-F238E27FC236}">
                <a16:creationId xmlns:a16="http://schemas.microsoft.com/office/drawing/2014/main" id="{8883EE42-115F-0C2B-DD11-1A958A158DFC}"/>
              </a:ext>
            </a:extLst>
          </p:cNvPr>
          <p:cNvSpPr txBox="1"/>
          <p:nvPr/>
        </p:nvSpPr>
        <p:spPr>
          <a:xfrm>
            <a:off x="5650090" y="3907597"/>
            <a:ext cx="570089" cy="230832"/>
          </a:xfrm>
          <a:prstGeom prst="rect">
            <a:avLst/>
          </a:prstGeom>
          <a:noFill/>
        </p:spPr>
        <p:txBody>
          <a:bodyPr wrap="square" rtlCol="0">
            <a:spAutoFit/>
          </a:bodyPr>
          <a:lstStyle/>
          <a:p>
            <a:pPr algn="ctr"/>
            <a:r>
              <a:rPr lang="en-US" sz="900" dirty="0"/>
              <a:t>35789</a:t>
            </a:r>
          </a:p>
        </p:txBody>
      </p:sp>
      <p:sp>
        <p:nvSpPr>
          <p:cNvPr id="65" name="TextBox 64">
            <a:extLst>
              <a:ext uri="{FF2B5EF4-FFF2-40B4-BE49-F238E27FC236}">
                <a16:creationId xmlns:a16="http://schemas.microsoft.com/office/drawing/2014/main" id="{72188985-027C-AF0B-4B0E-DC662023B8DC}"/>
              </a:ext>
            </a:extLst>
          </p:cNvPr>
          <p:cNvSpPr txBox="1"/>
          <p:nvPr/>
        </p:nvSpPr>
        <p:spPr>
          <a:xfrm>
            <a:off x="6152446" y="3907597"/>
            <a:ext cx="570089" cy="230832"/>
          </a:xfrm>
          <a:prstGeom prst="rect">
            <a:avLst/>
          </a:prstGeom>
          <a:noFill/>
        </p:spPr>
        <p:txBody>
          <a:bodyPr wrap="square" rtlCol="0">
            <a:spAutoFit/>
          </a:bodyPr>
          <a:lstStyle/>
          <a:p>
            <a:pPr algn="ctr"/>
            <a:r>
              <a:rPr lang="en-US" sz="900" dirty="0"/>
              <a:t>15679</a:t>
            </a:r>
          </a:p>
        </p:txBody>
      </p:sp>
      <p:sp>
        <p:nvSpPr>
          <p:cNvPr id="66" name="TextBox 65">
            <a:extLst>
              <a:ext uri="{FF2B5EF4-FFF2-40B4-BE49-F238E27FC236}">
                <a16:creationId xmlns:a16="http://schemas.microsoft.com/office/drawing/2014/main" id="{28F5C461-73F3-8A3A-C648-573A883A26AA}"/>
              </a:ext>
            </a:extLst>
          </p:cNvPr>
          <p:cNvSpPr txBox="1"/>
          <p:nvPr/>
        </p:nvSpPr>
        <p:spPr>
          <a:xfrm>
            <a:off x="6654802" y="3907597"/>
            <a:ext cx="570089" cy="230832"/>
          </a:xfrm>
          <a:prstGeom prst="rect">
            <a:avLst/>
          </a:prstGeom>
          <a:noFill/>
        </p:spPr>
        <p:txBody>
          <a:bodyPr wrap="square" rtlCol="0">
            <a:spAutoFit/>
          </a:bodyPr>
          <a:lstStyle/>
          <a:p>
            <a:pPr algn="ctr"/>
            <a:r>
              <a:rPr lang="en-US" sz="900" dirty="0"/>
              <a:t>35678</a:t>
            </a:r>
          </a:p>
        </p:txBody>
      </p:sp>
      <p:sp>
        <p:nvSpPr>
          <p:cNvPr id="67" name="TextBox 66">
            <a:extLst>
              <a:ext uri="{FF2B5EF4-FFF2-40B4-BE49-F238E27FC236}">
                <a16:creationId xmlns:a16="http://schemas.microsoft.com/office/drawing/2014/main" id="{C35A61C6-71C5-BFA1-2020-33ADBFC6D869}"/>
              </a:ext>
            </a:extLst>
          </p:cNvPr>
          <p:cNvSpPr txBox="1"/>
          <p:nvPr/>
        </p:nvSpPr>
        <p:spPr>
          <a:xfrm>
            <a:off x="7157158" y="3907597"/>
            <a:ext cx="570089" cy="230832"/>
          </a:xfrm>
          <a:prstGeom prst="rect">
            <a:avLst/>
          </a:prstGeom>
          <a:noFill/>
        </p:spPr>
        <p:txBody>
          <a:bodyPr wrap="square" rtlCol="0">
            <a:spAutoFit/>
          </a:bodyPr>
          <a:lstStyle/>
          <a:p>
            <a:pPr algn="ctr"/>
            <a:r>
              <a:rPr lang="en-US" sz="900" dirty="0"/>
              <a:t>135679</a:t>
            </a:r>
          </a:p>
        </p:txBody>
      </p:sp>
      <p:sp>
        <p:nvSpPr>
          <p:cNvPr id="68" name="TextBox 67">
            <a:extLst>
              <a:ext uri="{FF2B5EF4-FFF2-40B4-BE49-F238E27FC236}">
                <a16:creationId xmlns:a16="http://schemas.microsoft.com/office/drawing/2014/main" id="{721E96DA-DCBB-47F0-0C53-60384E80DF97}"/>
              </a:ext>
            </a:extLst>
          </p:cNvPr>
          <p:cNvSpPr txBox="1"/>
          <p:nvPr/>
        </p:nvSpPr>
        <p:spPr>
          <a:xfrm>
            <a:off x="6152446" y="4408541"/>
            <a:ext cx="570089" cy="230832"/>
          </a:xfrm>
          <a:prstGeom prst="rect">
            <a:avLst/>
          </a:prstGeom>
          <a:noFill/>
        </p:spPr>
        <p:txBody>
          <a:bodyPr wrap="square" rtlCol="0">
            <a:spAutoFit/>
          </a:bodyPr>
          <a:lstStyle/>
          <a:p>
            <a:pPr algn="ctr"/>
            <a:r>
              <a:rPr lang="en-US" sz="900" dirty="0"/>
              <a:t>12457</a:t>
            </a:r>
          </a:p>
        </p:txBody>
      </p:sp>
      <p:sp>
        <p:nvSpPr>
          <p:cNvPr id="69" name="TextBox 68">
            <a:extLst>
              <a:ext uri="{FF2B5EF4-FFF2-40B4-BE49-F238E27FC236}">
                <a16:creationId xmlns:a16="http://schemas.microsoft.com/office/drawing/2014/main" id="{899694E9-7523-0B6C-F27F-06E688326396}"/>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234578</a:t>
            </a:r>
          </a:p>
        </p:txBody>
      </p:sp>
      <p:sp>
        <p:nvSpPr>
          <p:cNvPr id="70" name="TextBox 69">
            <a:extLst>
              <a:ext uri="{FF2B5EF4-FFF2-40B4-BE49-F238E27FC236}">
                <a16:creationId xmlns:a16="http://schemas.microsoft.com/office/drawing/2014/main" id="{0E976CF5-B38E-D8D9-A5BF-1DE983CC0046}"/>
              </a:ext>
            </a:extLst>
          </p:cNvPr>
          <p:cNvSpPr txBox="1"/>
          <p:nvPr/>
        </p:nvSpPr>
        <p:spPr>
          <a:xfrm>
            <a:off x="7157158" y="4408541"/>
            <a:ext cx="570089" cy="230832"/>
          </a:xfrm>
          <a:prstGeom prst="rect">
            <a:avLst/>
          </a:prstGeom>
          <a:noFill/>
        </p:spPr>
        <p:txBody>
          <a:bodyPr wrap="square" rtlCol="0">
            <a:spAutoFit/>
          </a:bodyPr>
          <a:lstStyle/>
          <a:p>
            <a:pPr algn="ctr"/>
            <a:r>
              <a:rPr lang="en-US" sz="900" dirty="0"/>
              <a:t>13457</a:t>
            </a:r>
          </a:p>
        </p:txBody>
      </p:sp>
      <p:sp>
        <p:nvSpPr>
          <p:cNvPr id="71" name="TextBox 70">
            <a:extLst>
              <a:ext uri="{FF2B5EF4-FFF2-40B4-BE49-F238E27FC236}">
                <a16:creationId xmlns:a16="http://schemas.microsoft.com/office/drawing/2014/main" id="{CA4C8742-9EAB-DCA6-6855-F0D64FF087C8}"/>
              </a:ext>
            </a:extLst>
          </p:cNvPr>
          <p:cNvSpPr txBox="1"/>
          <p:nvPr/>
        </p:nvSpPr>
        <p:spPr>
          <a:xfrm>
            <a:off x="6152446" y="4909484"/>
            <a:ext cx="570089" cy="230832"/>
          </a:xfrm>
          <a:prstGeom prst="rect">
            <a:avLst/>
          </a:prstGeom>
          <a:noFill/>
        </p:spPr>
        <p:txBody>
          <a:bodyPr wrap="square" rtlCol="0">
            <a:spAutoFit/>
          </a:bodyPr>
          <a:lstStyle/>
          <a:p>
            <a:pPr algn="ctr"/>
            <a:r>
              <a:rPr lang="en-US" sz="900" dirty="0"/>
              <a:t>124579</a:t>
            </a:r>
          </a:p>
        </p:txBody>
      </p:sp>
      <p:sp>
        <p:nvSpPr>
          <p:cNvPr id="72" name="TextBox 71">
            <a:extLst>
              <a:ext uri="{FF2B5EF4-FFF2-40B4-BE49-F238E27FC236}">
                <a16:creationId xmlns:a16="http://schemas.microsoft.com/office/drawing/2014/main" id="{8FAF4D13-17BE-7B43-EB44-9394E69EFC61}"/>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234578</a:t>
            </a:r>
          </a:p>
        </p:txBody>
      </p:sp>
      <p:sp>
        <p:nvSpPr>
          <p:cNvPr id="73" name="TextBox 72">
            <a:extLst>
              <a:ext uri="{FF2B5EF4-FFF2-40B4-BE49-F238E27FC236}">
                <a16:creationId xmlns:a16="http://schemas.microsoft.com/office/drawing/2014/main" id="{FC0080B8-65B1-8112-782F-2B0E850FCDDD}"/>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134579</a:t>
            </a:r>
          </a:p>
        </p:txBody>
      </p:sp>
      <p:sp>
        <p:nvSpPr>
          <p:cNvPr id="74" name="TextBox 73">
            <a:extLst>
              <a:ext uri="{FF2B5EF4-FFF2-40B4-BE49-F238E27FC236}">
                <a16:creationId xmlns:a16="http://schemas.microsoft.com/office/drawing/2014/main" id="{56A54DEA-1908-FECC-23DB-C9D3F7A1ADC2}"/>
              </a:ext>
            </a:extLst>
          </p:cNvPr>
          <p:cNvSpPr txBox="1"/>
          <p:nvPr/>
        </p:nvSpPr>
        <p:spPr>
          <a:xfrm>
            <a:off x="4645378" y="4909484"/>
            <a:ext cx="570089" cy="230832"/>
          </a:xfrm>
          <a:prstGeom prst="rect">
            <a:avLst/>
          </a:prstGeom>
          <a:noFill/>
        </p:spPr>
        <p:txBody>
          <a:bodyPr wrap="square" rtlCol="0">
            <a:spAutoFit/>
          </a:bodyPr>
          <a:lstStyle/>
          <a:p>
            <a:pPr algn="ctr"/>
            <a:r>
              <a:rPr lang="en-US" sz="900" dirty="0"/>
              <a:t>134579</a:t>
            </a:r>
          </a:p>
        </p:txBody>
      </p:sp>
      <p:sp>
        <p:nvSpPr>
          <p:cNvPr id="75" name="TextBox 74">
            <a:extLst>
              <a:ext uri="{FF2B5EF4-FFF2-40B4-BE49-F238E27FC236}">
                <a16:creationId xmlns:a16="http://schemas.microsoft.com/office/drawing/2014/main" id="{67B4B54C-196F-1123-AC7D-7421B2E38610}"/>
              </a:ext>
            </a:extLst>
          </p:cNvPr>
          <p:cNvSpPr txBox="1"/>
          <p:nvPr/>
        </p:nvSpPr>
        <p:spPr>
          <a:xfrm>
            <a:off x="5147734" y="4909484"/>
            <a:ext cx="570089" cy="230832"/>
          </a:xfrm>
          <a:prstGeom prst="rect">
            <a:avLst/>
          </a:prstGeom>
          <a:noFill/>
        </p:spPr>
        <p:txBody>
          <a:bodyPr wrap="square" rtlCol="0">
            <a:spAutoFit/>
          </a:bodyPr>
          <a:lstStyle/>
          <a:p>
            <a:pPr algn="ctr"/>
            <a:r>
              <a:rPr lang="en-US" sz="900" dirty="0"/>
              <a:t>134589</a:t>
            </a:r>
          </a:p>
        </p:txBody>
      </p:sp>
      <p:sp>
        <p:nvSpPr>
          <p:cNvPr id="76" name="TextBox 75">
            <a:extLst>
              <a:ext uri="{FF2B5EF4-FFF2-40B4-BE49-F238E27FC236}">
                <a16:creationId xmlns:a16="http://schemas.microsoft.com/office/drawing/2014/main" id="{1A97FEB4-8668-4B05-BA44-2DC1FB85A408}"/>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345789</a:t>
            </a:r>
          </a:p>
        </p:txBody>
      </p:sp>
      <p:sp>
        <p:nvSpPr>
          <p:cNvPr id="77" name="TextBox 76">
            <a:extLst>
              <a:ext uri="{FF2B5EF4-FFF2-40B4-BE49-F238E27FC236}">
                <a16:creationId xmlns:a16="http://schemas.microsoft.com/office/drawing/2014/main" id="{C5919947-896E-4467-5704-C832595C128C}"/>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C75FC2D1-0AD6-DD0C-69EB-FD830FFF5A15}"/>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75B5BA66-09D5-4157-124D-354C8C033E0D}"/>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69CE835C-36EC-362E-903E-B4EBB6F6192E}"/>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827464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613F1-754D-166B-1037-1B009812D5A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7D38AC-B375-1579-DBF9-DF1D34D0D82D}"/>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3AA42CE-9590-17E5-93AD-E3B635BA4B3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34B6885-FF21-F206-7CBC-151C3FD1961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A7E01F8-D4D1-A3F0-8064-129C9785366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5AC5181-27E1-A9C8-195B-3C4DC7B03DD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DBC6435-C6E6-808D-78E0-EBB098A03216}"/>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8" name="TextBox 7">
            <a:extLst>
              <a:ext uri="{FF2B5EF4-FFF2-40B4-BE49-F238E27FC236}">
                <a16:creationId xmlns:a16="http://schemas.microsoft.com/office/drawing/2014/main" id="{F53AAB00-4044-A0B2-5451-3AEEDFA187A3}"/>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10" name="TextBox 9">
            <a:extLst>
              <a:ext uri="{FF2B5EF4-FFF2-40B4-BE49-F238E27FC236}">
                <a16:creationId xmlns:a16="http://schemas.microsoft.com/office/drawing/2014/main" id="{3007366B-2BBC-8963-1D69-BFA11E5FED64}"/>
              </a:ext>
            </a:extLst>
          </p:cNvPr>
          <p:cNvSpPr txBox="1"/>
          <p:nvPr/>
        </p:nvSpPr>
        <p:spPr>
          <a:xfrm>
            <a:off x="5650090" y="1402877"/>
            <a:ext cx="570089" cy="230832"/>
          </a:xfrm>
          <a:prstGeom prst="rect">
            <a:avLst/>
          </a:prstGeom>
          <a:noFill/>
        </p:spPr>
        <p:txBody>
          <a:bodyPr wrap="square" rtlCol="0">
            <a:spAutoFit/>
          </a:bodyPr>
          <a:lstStyle/>
          <a:p>
            <a:pPr algn="ctr"/>
            <a:r>
              <a:rPr lang="en-US" sz="900" dirty="0"/>
              <a:t>49</a:t>
            </a:r>
          </a:p>
        </p:txBody>
      </p:sp>
      <p:sp>
        <p:nvSpPr>
          <p:cNvPr id="12" name="TextBox 11">
            <a:extLst>
              <a:ext uri="{FF2B5EF4-FFF2-40B4-BE49-F238E27FC236}">
                <a16:creationId xmlns:a16="http://schemas.microsoft.com/office/drawing/2014/main" id="{1E19AD9D-C0DC-0591-39CA-6645E274CBF1}"/>
              </a:ext>
            </a:extLst>
          </p:cNvPr>
          <p:cNvSpPr txBox="1"/>
          <p:nvPr/>
        </p:nvSpPr>
        <p:spPr>
          <a:xfrm>
            <a:off x="6654802" y="1402877"/>
            <a:ext cx="570089" cy="230832"/>
          </a:xfrm>
          <a:prstGeom prst="rect">
            <a:avLst/>
          </a:prstGeom>
          <a:noFill/>
        </p:spPr>
        <p:txBody>
          <a:bodyPr wrap="square" rtlCol="0">
            <a:spAutoFit/>
          </a:bodyPr>
          <a:lstStyle/>
          <a:p>
            <a:pPr algn="ctr"/>
            <a:r>
              <a:rPr lang="en-US" sz="900" dirty="0"/>
              <a:t>37</a:t>
            </a:r>
          </a:p>
        </p:txBody>
      </p:sp>
      <p:sp>
        <p:nvSpPr>
          <p:cNvPr id="13" name="TextBox 12">
            <a:extLst>
              <a:ext uri="{FF2B5EF4-FFF2-40B4-BE49-F238E27FC236}">
                <a16:creationId xmlns:a16="http://schemas.microsoft.com/office/drawing/2014/main" id="{0F68FC0B-801C-D84D-CD91-33EA34E7E8D9}"/>
              </a:ext>
            </a:extLst>
          </p:cNvPr>
          <p:cNvSpPr txBox="1"/>
          <p:nvPr/>
        </p:nvSpPr>
        <p:spPr>
          <a:xfrm>
            <a:off x="5650090" y="1903821"/>
            <a:ext cx="570089" cy="230832"/>
          </a:xfrm>
          <a:prstGeom prst="rect">
            <a:avLst/>
          </a:prstGeom>
          <a:noFill/>
        </p:spPr>
        <p:txBody>
          <a:bodyPr wrap="square" rtlCol="0">
            <a:spAutoFit/>
          </a:bodyPr>
          <a:lstStyle/>
          <a:p>
            <a:pPr algn="ctr"/>
            <a:r>
              <a:rPr lang="en-US" sz="900" dirty="0"/>
              <a:t>28</a:t>
            </a:r>
          </a:p>
        </p:txBody>
      </p:sp>
      <p:sp>
        <p:nvSpPr>
          <p:cNvPr id="14" name="TextBox 13">
            <a:extLst>
              <a:ext uri="{FF2B5EF4-FFF2-40B4-BE49-F238E27FC236}">
                <a16:creationId xmlns:a16="http://schemas.microsoft.com/office/drawing/2014/main" id="{2B450834-3192-2B23-B04C-2C92BEB3789F}"/>
              </a:ext>
            </a:extLst>
          </p:cNvPr>
          <p:cNvSpPr txBox="1"/>
          <p:nvPr/>
        </p:nvSpPr>
        <p:spPr>
          <a:xfrm>
            <a:off x="6152446" y="1903821"/>
            <a:ext cx="570089" cy="230832"/>
          </a:xfrm>
          <a:prstGeom prst="rect">
            <a:avLst/>
          </a:prstGeom>
          <a:noFill/>
        </p:spPr>
        <p:txBody>
          <a:bodyPr wrap="square" rtlCol="0">
            <a:spAutoFit/>
          </a:bodyPr>
          <a:lstStyle/>
          <a:p>
            <a:pPr algn="ctr"/>
            <a:r>
              <a:rPr lang="en-US" sz="900" dirty="0"/>
              <a:t>15</a:t>
            </a:r>
          </a:p>
        </p:txBody>
      </p:sp>
      <p:sp>
        <p:nvSpPr>
          <p:cNvPr id="15" name="TextBox 14">
            <a:extLst>
              <a:ext uri="{FF2B5EF4-FFF2-40B4-BE49-F238E27FC236}">
                <a16:creationId xmlns:a16="http://schemas.microsoft.com/office/drawing/2014/main" id="{893EBF6A-C7C0-AEA5-42AC-022E26A578B3}"/>
              </a:ext>
            </a:extLst>
          </p:cNvPr>
          <p:cNvSpPr txBox="1"/>
          <p:nvPr/>
        </p:nvSpPr>
        <p:spPr>
          <a:xfrm>
            <a:off x="6654802" y="1903821"/>
            <a:ext cx="570089" cy="230832"/>
          </a:xfrm>
          <a:prstGeom prst="rect">
            <a:avLst/>
          </a:prstGeom>
          <a:noFill/>
        </p:spPr>
        <p:txBody>
          <a:bodyPr wrap="square" rtlCol="0">
            <a:spAutoFit/>
          </a:bodyPr>
          <a:lstStyle/>
          <a:p>
            <a:pPr algn="ctr"/>
            <a:r>
              <a:rPr lang="en-US" sz="900" dirty="0"/>
              <a:t>46</a:t>
            </a:r>
          </a:p>
        </p:txBody>
      </p:sp>
      <p:sp>
        <p:nvSpPr>
          <p:cNvPr id="16" name="TextBox 15">
            <a:extLst>
              <a:ext uri="{FF2B5EF4-FFF2-40B4-BE49-F238E27FC236}">
                <a16:creationId xmlns:a16="http://schemas.microsoft.com/office/drawing/2014/main" id="{FBF7D6F4-B2E6-2081-DF1A-E8ADEF7EB8B9}"/>
              </a:ext>
            </a:extLst>
          </p:cNvPr>
          <p:cNvSpPr txBox="1"/>
          <p:nvPr/>
        </p:nvSpPr>
        <p:spPr>
          <a:xfrm>
            <a:off x="4645378" y="2404765"/>
            <a:ext cx="570089" cy="230832"/>
          </a:xfrm>
          <a:prstGeom prst="rect">
            <a:avLst/>
          </a:prstGeom>
          <a:noFill/>
        </p:spPr>
        <p:txBody>
          <a:bodyPr wrap="square" rtlCol="0">
            <a:spAutoFit/>
          </a:bodyPr>
          <a:lstStyle/>
          <a:p>
            <a:pPr algn="ctr"/>
            <a:r>
              <a:rPr lang="en-US" sz="900" dirty="0"/>
              <a:t>34</a:t>
            </a:r>
          </a:p>
        </p:txBody>
      </p:sp>
      <p:sp>
        <p:nvSpPr>
          <p:cNvPr id="17" name="TextBox 16">
            <a:extLst>
              <a:ext uri="{FF2B5EF4-FFF2-40B4-BE49-F238E27FC236}">
                <a16:creationId xmlns:a16="http://schemas.microsoft.com/office/drawing/2014/main" id="{379623C0-BA32-BFA1-09B4-5FA93AFB2846}"/>
              </a:ext>
            </a:extLst>
          </p:cNvPr>
          <p:cNvSpPr txBox="1"/>
          <p:nvPr/>
        </p:nvSpPr>
        <p:spPr>
          <a:xfrm>
            <a:off x="5147734" y="2404765"/>
            <a:ext cx="570089" cy="230832"/>
          </a:xfrm>
          <a:prstGeom prst="rect">
            <a:avLst/>
          </a:prstGeom>
          <a:noFill/>
        </p:spPr>
        <p:txBody>
          <a:bodyPr wrap="square" rtlCol="0">
            <a:spAutoFit/>
          </a:bodyPr>
          <a:lstStyle/>
          <a:p>
            <a:pPr algn="ctr"/>
            <a:r>
              <a:rPr lang="en-US" sz="900" dirty="0"/>
              <a:t>43</a:t>
            </a:r>
          </a:p>
        </p:txBody>
      </p:sp>
      <p:sp>
        <p:nvSpPr>
          <p:cNvPr id="25" name="TextBox 24">
            <a:extLst>
              <a:ext uri="{FF2B5EF4-FFF2-40B4-BE49-F238E27FC236}">
                <a16:creationId xmlns:a16="http://schemas.microsoft.com/office/drawing/2014/main" id="{83D09F43-561D-69C1-1808-CF205AC9F969}"/>
              </a:ext>
            </a:extLst>
          </p:cNvPr>
          <p:cNvSpPr txBox="1"/>
          <p:nvPr/>
        </p:nvSpPr>
        <p:spPr>
          <a:xfrm>
            <a:off x="4143022" y="3907597"/>
            <a:ext cx="570089" cy="230832"/>
          </a:xfrm>
          <a:prstGeom prst="rect">
            <a:avLst/>
          </a:prstGeom>
          <a:noFill/>
        </p:spPr>
        <p:txBody>
          <a:bodyPr wrap="square" rtlCol="0">
            <a:spAutoFit/>
          </a:bodyPr>
          <a:lstStyle/>
          <a:p>
            <a:pPr algn="ctr"/>
            <a:r>
              <a:rPr lang="en-US" sz="900" dirty="0"/>
              <a:t>378</a:t>
            </a:r>
          </a:p>
        </p:txBody>
      </p:sp>
      <p:sp>
        <p:nvSpPr>
          <p:cNvPr id="26" name="TextBox 25">
            <a:extLst>
              <a:ext uri="{FF2B5EF4-FFF2-40B4-BE49-F238E27FC236}">
                <a16:creationId xmlns:a16="http://schemas.microsoft.com/office/drawing/2014/main" id="{37100E36-D986-74BE-78E6-61370B48F785}"/>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B47FA44A-2D77-AD15-16C2-71538806567B}"/>
              </a:ext>
            </a:extLst>
          </p:cNvPr>
          <p:cNvSpPr txBox="1"/>
          <p:nvPr/>
        </p:nvSpPr>
        <p:spPr>
          <a:xfrm>
            <a:off x="5147734" y="3907597"/>
            <a:ext cx="570089" cy="230832"/>
          </a:xfrm>
          <a:prstGeom prst="rect">
            <a:avLst/>
          </a:prstGeom>
          <a:noFill/>
        </p:spPr>
        <p:txBody>
          <a:bodyPr wrap="square" rtlCol="0">
            <a:spAutoFit/>
          </a:bodyPr>
          <a:lstStyle/>
          <a:p>
            <a:pPr algn="ctr"/>
            <a:r>
              <a:rPr lang="en-US" sz="900" dirty="0"/>
              <a:t>282</a:t>
            </a:r>
          </a:p>
        </p:txBody>
      </p:sp>
      <p:sp>
        <p:nvSpPr>
          <p:cNvPr id="28" name="TextBox 27">
            <a:extLst>
              <a:ext uri="{FF2B5EF4-FFF2-40B4-BE49-F238E27FC236}">
                <a16:creationId xmlns:a16="http://schemas.microsoft.com/office/drawing/2014/main" id="{5176B8A4-70B8-F35A-B0DA-49ED27A81911}"/>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9F2ECD7A-0E2F-D239-DF20-7F699C09A7D1}"/>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9AD4FF82-038F-D31E-F39D-B43547FD5317}"/>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E3EA35C8-2989-CA04-258F-E4AE907F4628}"/>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222436CC-2425-7603-E2F4-8B032A38833D}"/>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E7807BDF-DA5A-7C1C-2932-586956819B14}"/>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300FBEB8-21A7-D99C-1ACF-21753CE1E26A}"/>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1D52868F-D2B3-6386-EF5B-ED7FFF0A13DE}"/>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9FF8831B-05BC-310A-70AE-7859EAF64CBA}"/>
              </a:ext>
            </a:extLst>
          </p:cNvPr>
          <p:cNvSpPr txBox="1"/>
          <p:nvPr/>
        </p:nvSpPr>
        <p:spPr>
          <a:xfrm>
            <a:off x="3640666" y="3406653"/>
            <a:ext cx="570089" cy="230832"/>
          </a:xfrm>
          <a:prstGeom prst="rect">
            <a:avLst/>
          </a:prstGeom>
          <a:noFill/>
        </p:spPr>
        <p:txBody>
          <a:bodyPr wrap="square" rtlCol="0">
            <a:spAutoFit/>
          </a:bodyPr>
          <a:lstStyle/>
          <a:p>
            <a:pPr algn="ctr"/>
            <a:r>
              <a:rPr lang="en-US" sz="900" dirty="0"/>
              <a:t>279</a:t>
            </a:r>
          </a:p>
        </p:txBody>
      </p:sp>
      <p:sp>
        <p:nvSpPr>
          <p:cNvPr id="23" name="TextBox 22">
            <a:extLst>
              <a:ext uri="{FF2B5EF4-FFF2-40B4-BE49-F238E27FC236}">
                <a16:creationId xmlns:a16="http://schemas.microsoft.com/office/drawing/2014/main" id="{3AC69BE6-2682-1333-42B8-4768B9723EFA}"/>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A077D0C8-CFD6-FD4C-6316-0F347E3F8079}"/>
              </a:ext>
            </a:extLst>
          </p:cNvPr>
          <p:cNvSpPr txBox="1"/>
          <p:nvPr/>
        </p:nvSpPr>
        <p:spPr>
          <a:xfrm>
            <a:off x="4645378" y="3406653"/>
            <a:ext cx="570089" cy="230832"/>
          </a:xfrm>
          <a:prstGeom prst="rect">
            <a:avLst/>
          </a:prstGeom>
          <a:noFill/>
        </p:spPr>
        <p:txBody>
          <a:bodyPr wrap="square" rtlCol="0">
            <a:spAutoFit/>
          </a:bodyPr>
          <a:lstStyle/>
          <a:p>
            <a:pPr algn="ctr"/>
            <a:r>
              <a:rPr lang="en-US" sz="900" dirty="0"/>
              <a:t>2579</a:t>
            </a:r>
          </a:p>
        </p:txBody>
      </p:sp>
      <p:sp>
        <p:nvSpPr>
          <p:cNvPr id="34" name="TextBox 33">
            <a:extLst>
              <a:ext uri="{FF2B5EF4-FFF2-40B4-BE49-F238E27FC236}">
                <a16:creationId xmlns:a16="http://schemas.microsoft.com/office/drawing/2014/main" id="{65AA9B1C-4D02-D0AD-C429-2AE3FB63E81E}"/>
              </a:ext>
            </a:extLst>
          </p:cNvPr>
          <p:cNvSpPr txBox="1"/>
          <p:nvPr/>
        </p:nvSpPr>
        <p:spPr>
          <a:xfrm>
            <a:off x="5147734" y="3406653"/>
            <a:ext cx="570089" cy="230832"/>
          </a:xfrm>
          <a:prstGeom prst="rect">
            <a:avLst/>
          </a:prstGeom>
          <a:noFill/>
        </p:spPr>
        <p:txBody>
          <a:bodyPr wrap="square" rtlCol="0">
            <a:spAutoFit/>
          </a:bodyPr>
          <a:lstStyle/>
          <a:p>
            <a:pPr algn="ctr"/>
            <a:r>
              <a:rPr lang="en-US" sz="900" dirty="0"/>
              <a:t>259</a:t>
            </a:r>
          </a:p>
        </p:txBody>
      </p:sp>
      <p:sp>
        <p:nvSpPr>
          <p:cNvPr id="35" name="TextBox 34">
            <a:extLst>
              <a:ext uri="{FF2B5EF4-FFF2-40B4-BE49-F238E27FC236}">
                <a16:creationId xmlns:a16="http://schemas.microsoft.com/office/drawing/2014/main" id="{90959363-59DB-55B9-D790-CB7C314846CA}"/>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2479</a:t>
            </a:r>
          </a:p>
        </p:txBody>
      </p:sp>
      <p:sp>
        <p:nvSpPr>
          <p:cNvPr id="36" name="TextBox 35">
            <a:extLst>
              <a:ext uri="{FF2B5EF4-FFF2-40B4-BE49-F238E27FC236}">
                <a16:creationId xmlns:a16="http://schemas.microsoft.com/office/drawing/2014/main" id="{0AB9DB57-ADBB-56F2-BC50-A904AFEA2C82}"/>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37" name="TextBox 36">
            <a:extLst>
              <a:ext uri="{FF2B5EF4-FFF2-40B4-BE49-F238E27FC236}">
                <a16:creationId xmlns:a16="http://schemas.microsoft.com/office/drawing/2014/main" id="{11F4E9D5-7E84-4C09-8F1A-FF24F382666A}"/>
              </a:ext>
            </a:extLst>
          </p:cNvPr>
          <p:cNvSpPr txBox="1"/>
          <p:nvPr/>
        </p:nvSpPr>
        <p:spPr>
          <a:xfrm>
            <a:off x="7157158" y="2404765"/>
            <a:ext cx="570089" cy="230832"/>
          </a:xfrm>
          <a:prstGeom prst="rect">
            <a:avLst/>
          </a:prstGeom>
          <a:noFill/>
        </p:spPr>
        <p:txBody>
          <a:bodyPr wrap="square" rtlCol="0">
            <a:spAutoFit/>
          </a:bodyPr>
          <a:lstStyle/>
          <a:p>
            <a:pPr algn="ctr"/>
            <a:r>
              <a:rPr lang="en-US" sz="900" dirty="0"/>
              <a:t>679</a:t>
            </a:r>
          </a:p>
        </p:txBody>
      </p:sp>
      <p:sp>
        <p:nvSpPr>
          <p:cNvPr id="38" name="TextBox 37">
            <a:extLst>
              <a:ext uri="{FF2B5EF4-FFF2-40B4-BE49-F238E27FC236}">
                <a16:creationId xmlns:a16="http://schemas.microsoft.com/office/drawing/2014/main" id="{5D1F5FA6-2123-75C7-659A-A4AAFAB3DFE8}"/>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4579</a:t>
            </a:r>
          </a:p>
        </p:txBody>
      </p:sp>
      <p:sp>
        <p:nvSpPr>
          <p:cNvPr id="39" name="TextBox 38">
            <a:extLst>
              <a:ext uri="{FF2B5EF4-FFF2-40B4-BE49-F238E27FC236}">
                <a16:creationId xmlns:a16="http://schemas.microsoft.com/office/drawing/2014/main" id="{B9528BB7-05C4-13E1-1546-66137DFB4ABA}"/>
              </a:ext>
            </a:extLst>
          </p:cNvPr>
          <p:cNvSpPr txBox="1"/>
          <p:nvPr/>
        </p:nvSpPr>
        <p:spPr>
          <a:xfrm>
            <a:off x="6654802" y="2905709"/>
            <a:ext cx="570089" cy="230832"/>
          </a:xfrm>
          <a:prstGeom prst="rect">
            <a:avLst/>
          </a:prstGeom>
          <a:noFill/>
        </p:spPr>
        <p:txBody>
          <a:bodyPr wrap="square" rtlCol="0">
            <a:spAutoFit/>
          </a:bodyPr>
          <a:lstStyle/>
          <a:p>
            <a:pPr algn="ctr"/>
            <a:r>
              <a:rPr lang="en-US" sz="900" dirty="0"/>
              <a:t>457</a:t>
            </a:r>
          </a:p>
        </p:txBody>
      </p:sp>
      <p:sp>
        <p:nvSpPr>
          <p:cNvPr id="40" name="TextBox 39">
            <a:extLst>
              <a:ext uri="{FF2B5EF4-FFF2-40B4-BE49-F238E27FC236}">
                <a16:creationId xmlns:a16="http://schemas.microsoft.com/office/drawing/2014/main" id="{5C233459-CB71-C551-49CA-4A92C2060832}"/>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4579</a:t>
            </a:r>
          </a:p>
        </p:txBody>
      </p:sp>
      <p:sp>
        <p:nvSpPr>
          <p:cNvPr id="41" name="TextBox 40">
            <a:extLst>
              <a:ext uri="{FF2B5EF4-FFF2-40B4-BE49-F238E27FC236}">
                <a16:creationId xmlns:a16="http://schemas.microsoft.com/office/drawing/2014/main" id="{0EDE617D-6E56-EC3C-BAB7-CB7B72C87FF9}"/>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D6A2DF7E-13E5-CBA2-8646-57B480BF83D4}"/>
              </a:ext>
            </a:extLst>
          </p:cNvPr>
          <p:cNvSpPr txBox="1"/>
          <p:nvPr/>
        </p:nvSpPr>
        <p:spPr>
          <a:xfrm>
            <a:off x="3138310" y="2404765"/>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3A44BEA7-1861-9666-94D3-600A2CB2977D}"/>
              </a:ext>
            </a:extLst>
          </p:cNvPr>
          <p:cNvSpPr txBox="1"/>
          <p:nvPr/>
        </p:nvSpPr>
        <p:spPr>
          <a:xfrm>
            <a:off x="5147734" y="2905709"/>
            <a:ext cx="570089" cy="230832"/>
          </a:xfrm>
          <a:prstGeom prst="rect">
            <a:avLst/>
          </a:prstGeom>
          <a:noFill/>
        </p:spPr>
        <p:txBody>
          <a:bodyPr wrap="square" rtlCol="0">
            <a:spAutoFit/>
          </a:bodyPr>
          <a:lstStyle/>
          <a:p>
            <a:pPr algn="ctr"/>
            <a:r>
              <a:rPr lang="en-US" sz="900" dirty="0"/>
              <a:t>259</a:t>
            </a:r>
          </a:p>
        </p:txBody>
      </p:sp>
      <p:sp>
        <p:nvSpPr>
          <p:cNvPr id="44" name="TextBox 43">
            <a:extLst>
              <a:ext uri="{FF2B5EF4-FFF2-40B4-BE49-F238E27FC236}">
                <a16:creationId xmlns:a16="http://schemas.microsoft.com/office/drawing/2014/main" id="{A82745B2-3B48-2A2A-19C1-25626ABFC199}"/>
              </a:ext>
            </a:extLst>
          </p:cNvPr>
          <p:cNvSpPr txBox="1"/>
          <p:nvPr/>
        </p:nvSpPr>
        <p:spPr>
          <a:xfrm>
            <a:off x="5650090" y="2905709"/>
            <a:ext cx="570089" cy="230832"/>
          </a:xfrm>
          <a:prstGeom prst="rect">
            <a:avLst/>
          </a:prstGeom>
          <a:noFill/>
        </p:spPr>
        <p:txBody>
          <a:bodyPr wrap="square" rtlCol="0">
            <a:spAutoFit/>
          </a:bodyPr>
          <a:lstStyle/>
          <a:p>
            <a:pPr algn="ctr"/>
            <a:r>
              <a:rPr lang="en-US" sz="900" dirty="0"/>
              <a:t>2579</a:t>
            </a:r>
          </a:p>
        </p:txBody>
      </p:sp>
      <p:sp>
        <p:nvSpPr>
          <p:cNvPr id="45" name="TextBox 44">
            <a:extLst>
              <a:ext uri="{FF2B5EF4-FFF2-40B4-BE49-F238E27FC236}">
                <a16:creationId xmlns:a16="http://schemas.microsoft.com/office/drawing/2014/main" id="{14700F7F-624A-9156-10B9-605A1F0C17B6}"/>
              </a:ext>
            </a:extLst>
          </p:cNvPr>
          <p:cNvSpPr txBox="1"/>
          <p:nvPr/>
        </p:nvSpPr>
        <p:spPr>
          <a:xfrm>
            <a:off x="5147734" y="901933"/>
            <a:ext cx="570089" cy="230832"/>
          </a:xfrm>
          <a:prstGeom prst="rect">
            <a:avLst/>
          </a:prstGeom>
          <a:noFill/>
        </p:spPr>
        <p:txBody>
          <a:bodyPr wrap="square" rtlCol="0">
            <a:spAutoFit/>
          </a:bodyPr>
          <a:lstStyle/>
          <a:p>
            <a:pPr algn="ctr"/>
            <a:r>
              <a:rPr lang="en-US" sz="900" dirty="0"/>
              <a:t>14568</a:t>
            </a:r>
          </a:p>
        </p:txBody>
      </p:sp>
      <p:sp>
        <p:nvSpPr>
          <p:cNvPr id="46" name="TextBox 45">
            <a:extLst>
              <a:ext uri="{FF2B5EF4-FFF2-40B4-BE49-F238E27FC236}">
                <a16:creationId xmlns:a16="http://schemas.microsoft.com/office/drawing/2014/main" id="{F1973919-1E0C-96F9-2F8E-3E20DCCC2835}"/>
              </a:ext>
            </a:extLst>
          </p:cNvPr>
          <p:cNvSpPr txBox="1"/>
          <p:nvPr/>
        </p:nvSpPr>
        <p:spPr>
          <a:xfrm>
            <a:off x="5650090" y="901933"/>
            <a:ext cx="570089" cy="230832"/>
          </a:xfrm>
          <a:prstGeom prst="rect">
            <a:avLst/>
          </a:prstGeom>
          <a:noFill/>
        </p:spPr>
        <p:txBody>
          <a:bodyPr wrap="square" rtlCol="0">
            <a:spAutoFit/>
          </a:bodyPr>
          <a:lstStyle/>
          <a:p>
            <a:pPr algn="ctr"/>
            <a:r>
              <a:rPr lang="en-US" sz="900" dirty="0"/>
              <a:t>458</a:t>
            </a:r>
          </a:p>
        </p:txBody>
      </p:sp>
      <p:sp>
        <p:nvSpPr>
          <p:cNvPr id="47" name="TextBox 46">
            <a:extLst>
              <a:ext uri="{FF2B5EF4-FFF2-40B4-BE49-F238E27FC236}">
                <a16:creationId xmlns:a16="http://schemas.microsoft.com/office/drawing/2014/main" id="{CDBBEF33-489F-A41B-EF57-64FABDCFF00E}"/>
              </a:ext>
            </a:extLst>
          </p:cNvPr>
          <p:cNvSpPr txBox="1"/>
          <p:nvPr/>
        </p:nvSpPr>
        <p:spPr>
          <a:xfrm>
            <a:off x="6152446" y="901933"/>
            <a:ext cx="570089" cy="230832"/>
          </a:xfrm>
          <a:prstGeom prst="rect">
            <a:avLst/>
          </a:prstGeom>
          <a:noFill/>
        </p:spPr>
        <p:txBody>
          <a:bodyPr wrap="square" rtlCol="0">
            <a:spAutoFit/>
          </a:bodyPr>
          <a:lstStyle/>
          <a:p>
            <a:pPr algn="ctr"/>
            <a:r>
              <a:rPr lang="en-US" sz="900" dirty="0"/>
              <a:t>14567</a:t>
            </a:r>
          </a:p>
        </p:txBody>
      </p:sp>
      <p:sp>
        <p:nvSpPr>
          <p:cNvPr id="48" name="TextBox 47">
            <a:extLst>
              <a:ext uri="{FF2B5EF4-FFF2-40B4-BE49-F238E27FC236}">
                <a16:creationId xmlns:a16="http://schemas.microsoft.com/office/drawing/2014/main" id="{EEEC6756-A24C-C0AA-EF12-1655183476BF}"/>
              </a:ext>
            </a:extLst>
          </p:cNvPr>
          <p:cNvSpPr txBox="1"/>
          <p:nvPr/>
        </p:nvSpPr>
        <p:spPr>
          <a:xfrm>
            <a:off x="7157158" y="901933"/>
            <a:ext cx="570089" cy="230832"/>
          </a:xfrm>
          <a:prstGeom prst="rect">
            <a:avLst/>
          </a:prstGeom>
          <a:noFill/>
        </p:spPr>
        <p:txBody>
          <a:bodyPr wrap="square" rtlCol="0">
            <a:spAutoFit/>
          </a:bodyPr>
          <a:lstStyle/>
          <a:p>
            <a:pPr algn="ctr"/>
            <a:r>
              <a:rPr lang="en-US" sz="900" dirty="0"/>
              <a:t>14567</a:t>
            </a:r>
          </a:p>
        </p:txBody>
      </p:sp>
      <p:sp>
        <p:nvSpPr>
          <p:cNvPr id="49" name="TextBox 48">
            <a:extLst>
              <a:ext uri="{FF2B5EF4-FFF2-40B4-BE49-F238E27FC236}">
                <a16:creationId xmlns:a16="http://schemas.microsoft.com/office/drawing/2014/main" id="{B0645F40-823F-CFDD-7CA6-157EAACBFF24}"/>
              </a:ext>
            </a:extLst>
          </p:cNvPr>
          <p:cNvSpPr txBox="1"/>
          <p:nvPr/>
        </p:nvSpPr>
        <p:spPr>
          <a:xfrm>
            <a:off x="7157158" y="1903821"/>
            <a:ext cx="570089" cy="230832"/>
          </a:xfrm>
          <a:prstGeom prst="rect">
            <a:avLst/>
          </a:prstGeom>
          <a:noFill/>
        </p:spPr>
        <p:txBody>
          <a:bodyPr wrap="square" rtlCol="0">
            <a:spAutoFit/>
          </a:bodyPr>
          <a:lstStyle/>
          <a:p>
            <a:pPr algn="ctr"/>
            <a:r>
              <a:rPr lang="en-US" sz="900" dirty="0"/>
              <a:t>13456</a:t>
            </a:r>
          </a:p>
        </p:txBody>
      </p:sp>
      <p:sp>
        <p:nvSpPr>
          <p:cNvPr id="50" name="TextBox 49">
            <a:extLst>
              <a:ext uri="{FF2B5EF4-FFF2-40B4-BE49-F238E27FC236}">
                <a16:creationId xmlns:a16="http://schemas.microsoft.com/office/drawing/2014/main" id="{58E066F7-7224-E2FA-2C30-461778A378EC}"/>
              </a:ext>
            </a:extLst>
          </p:cNvPr>
          <p:cNvSpPr txBox="1"/>
          <p:nvPr/>
        </p:nvSpPr>
        <p:spPr>
          <a:xfrm>
            <a:off x="3640666" y="1402877"/>
            <a:ext cx="570089" cy="230832"/>
          </a:xfrm>
          <a:prstGeom prst="rect">
            <a:avLst/>
          </a:prstGeom>
          <a:noFill/>
        </p:spPr>
        <p:txBody>
          <a:bodyPr wrap="square" rtlCol="0">
            <a:spAutoFit/>
          </a:bodyPr>
          <a:lstStyle/>
          <a:p>
            <a:pPr algn="ctr"/>
            <a:r>
              <a:rPr lang="en-US" sz="900" dirty="0"/>
              <a:t>179</a:t>
            </a:r>
          </a:p>
        </p:txBody>
      </p:sp>
      <p:sp>
        <p:nvSpPr>
          <p:cNvPr id="51" name="TextBox 50">
            <a:extLst>
              <a:ext uri="{FF2B5EF4-FFF2-40B4-BE49-F238E27FC236}">
                <a16:creationId xmlns:a16="http://schemas.microsoft.com/office/drawing/2014/main" id="{02088E00-093C-B8F6-FB06-ABD523BF943C}"/>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4567</a:t>
            </a:r>
          </a:p>
        </p:txBody>
      </p:sp>
      <p:sp>
        <p:nvSpPr>
          <p:cNvPr id="52" name="TextBox 51">
            <a:extLst>
              <a:ext uri="{FF2B5EF4-FFF2-40B4-BE49-F238E27FC236}">
                <a16:creationId xmlns:a16="http://schemas.microsoft.com/office/drawing/2014/main" id="{415CFF81-BBCC-7A00-2B7E-EC50F928DD3B}"/>
              </a:ext>
            </a:extLst>
          </p:cNvPr>
          <p:cNvSpPr txBox="1"/>
          <p:nvPr/>
        </p:nvSpPr>
        <p:spPr>
          <a:xfrm>
            <a:off x="4645378" y="1402877"/>
            <a:ext cx="570089" cy="230832"/>
          </a:xfrm>
          <a:prstGeom prst="rect">
            <a:avLst/>
          </a:prstGeom>
          <a:noFill/>
        </p:spPr>
        <p:txBody>
          <a:bodyPr wrap="square" rtlCol="0">
            <a:spAutoFit/>
          </a:bodyPr>
          <a:lstStyle/>
          <a:p>
            <a:pPr algn="ctr"/>
            <a:r>
              <a:rPr lang="en-US" sz="900" dirty="0"/>
              <a:t>134569</a:t>
            </a:r>
          </a:p>
        </p:txBody>
      </p:sp>
      <p:sp>
        <p:nvSpPr>
          <p:cNvPr id="53" name="TextBox 52">
            <a:extLst>
              <a:ext uri="{FF2B5EF4-FFF2-40B4-BE49-F238E27FC236}">
                <a16:creationId xmlns:a16="http://schemas.microsoft.com/office/drawing/2014/main" id="{84260A98-12C0-65A8-0291-78939525F3AB}"/>
              </a:ext>
            </a:extLst>
          </p:cNvPr>
          <p:cNvSpPr txBox="1"/>
          <p:nvPr/>
        </p:nvSpPr>
        <p:spPr>
          <a:xfrm>
            <a:off x="5147734" y="1402877"/>
            <a:ext cx="570089" cy="230832"/>
          </a:xfrm>
          <a:prstGeom prst="rect">
            <a:avLst/>
          </a:prstGeom>
          <a:noFill/>
        </p:spPr>
        <p:txBody>
          <a:bodyPr wrap="square" rtlCol="0">
            <a:spAutoFit/>
          </a:bodyPr>
          <a:lstStyle/>
          <a:p>
            <a:pPr algn="ctr"/>
            <a:r>
              <a:rPr lang="en-US" sz="900" dirty="0"/>
              <a:t>134569</a:t>
            </a:r>
          </a:p>
        </p:txBody>
      </p:sp>
      <p:sp>
        <p:nvSpPr>
          <p:cNvPr id="54" name="TextBox 53">
            <a:extLst>
              <a:ext uri="{FF2B5EF4-FFF2-40B4-BE49-F238E27FC236}">
                <a16:creationId xmlns:a16="http://schemas.microsoft.com/office/drawing/2014/main" id="{4BAFF5D8-DFB5-BF1A-9088-40CA06F17F26}"/>
              </a:ext>
            </a:extLst>
          </p:cNvPr>
          <p:cNvSpPr txBox="1"/>
          <p:nvPr/>
        </p:nvSpPr>
        <p:spPr>
          <a:xfrm>
            <a:off x="3138310" y="1402877"/>
            <a:ext cx="570089" cy="230832"/>
          </a:xfrm>
          <a:prstGeom prst="rect">
            <a:avLst/>
          </a:prstGeom>
          <a:noFill/>
        </p:spPr>
        <p:txBody>
          <a:bodyPr wrap="square" rtlCol="0">
            <a:spAutoFit/>
          </a:bodyPr>
          <a:lstStyle/>
          <a:p>
            <a:pPr algn="ctr"/>
            <a:r>
              <a:rPr lang="en-US" sz="900" dirty="0"/>
              <a:t>14579</a:t>
            </a:r>
          </a:p>
        </p:txBody>
      </p:sp>
      <p:sp>
        <p:nvSpPr>
          <p:cNvPr id="55" name="TextBox 54">
            <a:extLst>
              <a:ext uri="{FF2B5EF4-FFF2-40B4-BE49-F238E27FC236}">
                <a16:creationId xmlns:a16="http://schemas.microsoft.com/office/drawing/2014/main" id="{9405BBF4-B16B-BDD9-E77E-DDF3E79BE026}"/>
              </a:ext>
            </a:extLst>
          </p:cNvPr>
          <p:cNvSpPr txBox="1"/>
          <p:nvPr/>
        </p:nvSpPr>
        <p:spPr>
          <a:xfrm>
            <a:off x="3640666" y="1903821"/>
            <a:ext cx="570089" cy="230832"/>
          </a:xfrm>
          <a:prstGeom prst="rect">
            <a:avLst/>
          </a:prstGeom>
          <a:noFill/>
        </p:spPr>
        <p:txBody>
          <a:bodyPr wrap="square" rtlCol="0">
            <a:spAutoFit/>
          </a:bodyPr>
          <a:lstStyle/>
          <a:p>
            <a:pPr algn="ctr"/>
            <a:r>
              <a:rPr lang="en-US" sz="900" dirty="0"/>
              <a:t>189</a:t>
            </a:r>
          </a:p>
        </p:txBody>
      </p:sp>
      <p:sp>
        <p:nvSpPr>
          <p:cNvPr id="56" name="TextBox 55">
            <a:extLst>
              <a:ext uri="{FF2B5EF4-FFF2-40B4-BE49-F238E27FC236}">
                <a16:creationId xmlns:a16="http://schemas.microsoft.com/office/drawing/2014/main" id="{8EB812E5-6A06-6584-BED5-65E300C7F2A9}"/>
              </a:ext>
            </a:extLst>
          </p:cNvPr>
          <p:cNvSpPr txBox="1"/>
          <p:nvPr/>
        </p:nvSpPr>
        <p:spPr>
          <a:xfrm>
            <a:off x="4143022" y="1903821"/>
            <a:ext cx="570089" cy="230832"/>
          </a:xfrm>
          <a:prstGeom prst="rect">
            <a:avLst/>
          </a:prstGeom>
          <a:noFill/>
        </p:spPr>
        <p:txBody>
          <a:bodyPr wrap="square" rtlCol="0">
            <a:spAutoFit/>
          </a:bodyPr>
          <a:lstStyle/>
          <a:p>
            <a:pPr algn="ctr"/>
            <a:r>
              <a:rPr lang="en-US" sz="900" dirty="0"/>
              <a:t>4568</a:t>
            </a:r>
          </a:p>
        </p:txBody>
      </p:sp>
      <p:sp>
        <p:nvSpPr>
          <p:cNvPr id="57" name="TextBox 56">
            <a:extLst>
              <a:ext uri="{FF2B5EF4-FFF2-40B4-BE49-F238E27FC236}">
                <a16:creationId xmlns:a16="http://schemas.microsoft.com/office/drawing/2014/main" id="{DEC256E7-5D14-8E0B-4159-6A5F6862ECFC}"/>
              </a:ext>
            </a:extLst>
          </p:cNvPr>
          <p:cNvSpPr txBox="1"/>
          <p:nvPr/>
        </p:nvSpPr>
        <p:spPr>
          <a:xfrm>
            <a:off x="4645378" y="1903821"/>
            <a:ext cx="570089" cy="369332"/>
          </a:xfrm>
          <a:prstGeom prst="rect">
            <a:avLst/>
          </a:prstGeom>
          <a:noFill/>
        </p:spPr>
        <p:txBody>
          <a:bodyPr wrap="square" rtlCol="0">
            <a:spAutoFit/>
          </a:bodyPr>
          <a:lstStyle/>
          <a:p>
            <a:pPr algn="ctr"/>
            <a:r>
              <a:rPr lang="en-US" sz="900" dirty="0"/>
              <a:t>1234569</a:t>
            </a:r>
          </a:p>
        </p:txBody>
      </p:sp>
      <p:sp>
        <p:nvSpPr>
          <p:cNvPr id="58" name="TextBox 57">
            <a:extLst>
              <a:ext uri="{FF2B5EF4-FFF2-40B4-BE49-F238E27FC236}">
                <a16:creationId xmlns:a16="http://schemas.microsoft.com/office/drawing/2014/main" id="{81FD4A3E-F659-0E86-49AC-BD90F3C83578}"/>
              </a:ext>
            </a:extLst>
          </p:cNvPr>
          <p:cNvSpPr txBox="1"/>
          <p:nvPr/>
        </p:nvSpPr>
        <p:spPr>
          <a:xfrm>
            <a:off x="3138310" y="1903821"/>
            <a:ext cx="570089" cy="230832"/>
          </a:xfrm>
          <a:prstGeom prst="rect">
            <a:avLst/>
          </a:prstGeom>
          <a:noFill/>
        </p:spPr>
        <p:txBody>
          <a:bodyPr wrap="square" rtlCol="0">
            <a:spAutoFit/>
          </a:bodyPr>
          <a:lstStyle/>
          <a:p>
            <a:pPr algn="ctr"/>
            <a:r>
              <a:rPr lang="en-US" sz="900" dirty="0"/>
              <a:t>14589</a:t>
            </a:r>
          </a:p>
        </p:txBody>
      </p:sp>
      <p:sp>
        <p:nvSpPr>
          <p:cNvPr id="59" name="TextBox 58">
            <a:extLst>
              <a:ext uri="{FF2B5EF4-FFF2-40B4-BE49-F238E27FC236}">
                <a16:creationId xmlns:a16="http://schemas.microsoft.com/office/drawing/2014/main" id="{8D600BB8-8810-6D97-4D62-9DB182361885}"/>
              </a:ext>
            </a:extLst>
          </p:cNvPr>
          <p:cNvSpPr txBox="1"/>
          <p:nvPr/>
        </p:nvSpPr>
        <p:spPr>
          <a:xfrm>
            <a:off x="3138310" y="3907597"/>
            <a:ext cx="570089" cy="230832"/>
          </a:xfrm>
          <a:prstGeom prst="rect">
            <a:avLst/>
          </a:prstGeom>
          <a:noFill/>
        </p:spPr>
        <p:txBody>
          <a:bodyPr wrap="square" rtlCol="0">
            <a:spAutoFit/>
          </a:bodyPr>
          <a:lstStyle/>
          <a:p>
            <a:pPr algn="ctr"/>
            <a:r>
              <a:rPr lang="en-US" sz="900" dirty="0"/>
              <a:t>1578</a:t>
            </a:r>
          </a:p>
        </p:txBody>
      </p:sp>
      <p:sp>
        <p:nvSpPr>
          <p:cNvPr id="60" name="TextBox 59">
            <a:extLst>
              <a:ext uri="{FF2B5EF4-FFF2-40B4-BE49-F238E27FC236}">
                <a16:creationId xmlns:a16="http://schemas.microsoft.com/office/drawing/2014/main" id="{DF24439F-C29E-7019-66B5-2785CD11C55F}"/>
              </a:ext>
            </a:extLst>
          </p:cNvPr>
          <p:cNvSpPr txBox="1"/>
          <p:nvPr/>
        </p:nvSpPr>
        <p:spPr>
          <a:xfrm>
            <a:off x="3640666" y="4408541"/>
            <a:ext cx="570089" cy="230832"/>
          </a:xfrm>
          <a:prstGeom prst="rect">
            <a:avLst/>
          </a:prstGeom>
          <a:noFill/>
        </p:spPr>
        <p:txBody>
          <a:bodyPr wrap="square" rtlCol="0">
            <a:spAutoFit/>
          </a:bodyPr>
          <a:lstStyle/>
          <a:p>
            <a:pPr algn="ctr"/>
            <a:r>
              <a:rPr lang="en-US" sz="900" dirty="0"/>
              <a:t>1278</a:t>
            </a:r>
          </a:p>
        </p:txBody>
      </p:sp>
      <p:sp>
        <p:nvSpPr>
          <p:cNvPr id="61" name="TextBox 60">
            <a:extLst>
              <a:ext uri="{FF2B5EF4-FFF2-40B4-BE49-F238E27FC236}">
                <a16:creationId xmlns:a16="http://schemas.microsoft.com/office/drawing/2014/main" id="{1256D25A-EC8F-7D0E-6015-FD14EB89BBF0}"/>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12578</a:t>
            </a:r>
          </a:p>
        </p:txBody>
      </p:sp>
      <p:sp>
        <p:nvSpPr>
          <p:cNvPr id="62" name="TextBox 61">
            <a:extLst>
              <a:ext uri="{FF2B5EF4-FFF2-40B4-BE49-F238E27FC236}">
                <a16:creationId xmlns:a16="http://schemas.microsoft.com/office/drawing/2014/main" id="{CF4DECD0-D816-90C9-A7C5-CBDCFDE98DB3}"/>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3578</a:t>
            </a:r>
          </a:p>
        </p:txBody>
      </p:sp>
      <p:sp>
        <p:nvSpPr>
          <p:cNvPr id="63" name="TextBox 62">
            <a:extLst>
              <a:ext uri="{FF2B5EF4-FFF2-40B4-BE49-F238E27FC236}">
                <a16:creationId xmlns:a16="http://schemas.microsoft.com/office/drawing/2014/main" id="{D4C9FCE8-4918-D292-87ED-84E0089CB3B2}"/>
              </a:ext>
            </a:extLst>
          </p:cNvPr>
          <p:cNvSpPr txBox="1"/>
          <p:nvPr/>
        </p:nvSpPr>
        <p:spPr>
          <a:xfrm>
            <a:off x="3138310" y="4909484"/>
            <a:ext cx="570089" cy="230832"/>
          </a:xfrm>
          <a:prstGeom prst="rect">
            <a:avLst/>
          </a:prstGeom>
          <a:noFill/>
        </p:spPr>
        <p:txBody>
          <a:bodyPr wrap="square" rtlCol="0">
            <a:spAutoFit/>
          </a:bodyPr>
          <a:lstStyle/>
          <a:p>
            <a:pPr algn="ctr"/>
            <a:r>
              <a:rPr lang="en-US" sz="900" dirty="0"/>
              <a:t>12578</a:t>
            </a:r>
          </a:p>
        </p:txBody>
      </p:sp>
      <p:sp>
        <p:nvSpPr>
          <p:cNvPr id="64" name="TextBox 63">
            <a:extLst>
              <a:ext uri="{FF2B5EF4-FFF2-40B4-BE49-F238E27FC236}">
                <a16:creationId xmlns:a16="http://schemas.microsoft.com/office/drawing/2014/main" id="{E40970D8-FBFD-1F6E-41E8-B594D2CEFA47}"/>
              </a:ext>
            </a:extLst>
          </p:cNvPr>
          <p:cNvSpPr txBox="1"/>
          <p:nvPr/>
        </p:nvSpPr>
        <p:spPr>
          <a:xfrm>
            <a:off x="5650090" y="3907597"/>
            <a:ext cx="570089" cy="230832"/>
          </a:xfrm>
          <a:prstGeom prst="rect">
            <a:avLst/>
          </a:prstGeom>
          <a:noFill/>
        </p:spPr>
        <p:txBody>
          <a:bodyPr wrap="square" rtlCol="0">
            <a:spAutoFit/>
          </a:bodyPr>
          <a:lstStyle/>
          <a:p>
            <a:pPr algn="ctr"/>
            <a:r>
              <a:rPr lang="en-US" sz="900" dirty="0"/>
              <a:t>35789</a:t>
            </a:r>
          </a:p>
        </p:txBody>
      </p:sp>
      <p:sp>
        <p:nvSpPr>
          <p:cNvPr id="65" name="TextBox 64">
            <a:extLst>
              <a:ext uri="{FF2B5EF4-FFF2-40B4-BE49-F238E27FC236}">
                <a16:creationId xmlns:a16="http://schemas.microsoft.com/office/drawing/2014/main" id="{A6F422B4-A277-AD6D-4EF1-B86ABE5F3724}"/>
              </a:ext>
            </a:extLst>
          </p:cNvPr>
          <p:cNvSpPr txBox="1"/>
          <p:nvPr/>
        </p:nvSpPr>
        <p:spPr>
          <a:xfrm>
            <a:off x="6152446" y="3907597"/>
            <a:ext cx="570089" cy="230832"/>
          </a:xfrm>
          <a:prstGeom prst="rect">
            <a:avLst/>
          </a:prstGeom>
          <a:noFill/>
        </p:spPr>
        <p:txBody>
          <a:bodyPr wrap="square" rtlCol="0">
            <a:spAutoFit/>
          </a:bodyPr>
          <a:lstStyle/>
          <a:p>
            <a:pPr algn="ctr"/>
            <a:r>
              <a:rPr lang="en-US" sz="900" dirty="0"/>
              <a:t>15679</a:t>
            </a:r>
          </a:p>
        </p:txBody>
      </p:sp>
      <p:sp>
        <p:nvSpPr>
          <p:cNvPr id="66" name="TextBox 65">
            <a:extLst>
              <a:ext uri="{FF2B5EF4-FFF2-40B4-BE49-F238E27FC236}">
                <a16:creationId xmlns:a16="http://schemas.microsoft.com/office/drawing/2014/main" id="{E7A27829-C73A-BF6E-45BD-703D08075450}"/>
              </a:ext>
            </a:extLst>
          </p:cNvPr>
          <p:cNvSpPr txBox="1"/>
          <p:nvPr/>
        </p:nvSpPr>
        <p:spPr>
          <a:xfrm>
            <a:off x="6654802" y="3907597"/>
            <a:ext cx="570089" cy="230832"/>
          </a:xfrm>
          <a:prstGeom prst="rect">
            <a:avLst/>
          </a:prstGeom>
          <a:noFill/>
        </p:spPr>
        <p:txBody>
          <a:bodyPr wrap="square" rtlCol="0">
            <a:spAutoFit/>
          </a:bodyPr>
          <a:lstStyle/>
          <a:p>
            <a:pPr algn="ctr"/>
            <a:r>
              <a:rPr lang="en-US" sz="900" dirty="0"/>
              <a:t>35678</a:t>
            </a:r>
          </a:p>
        </p:txBody>
      </p:sp>
      <p:sp>
        <p:nvSpPr>
          <p:cNvPr id="67" name="TextBox 66">
            <a:extLst>
              <a:ext uri="{FF2B5EF4-FFF2-40B4-BE49-F238E27FC236}">
                <a16:creationId xmlns:a16="http://schemas.microsoft.com/office/drawing/2014/main" id="{78E23A1F-D737-2252-5B13-B1955BA479B0}"/>
              </a:ext>
            </a:extLst>
          </p:cNvPr>
          <p:cNvSpPr txBox="1"/>
          <p:nvPr/>
        </p:nvSpPr>
        <p:spPr>
          <a:xfrm>
            <a:off x="7157158" y="3907597"/>
            <a:ext cx="570089" cy="230832"/>
          </a:xfrm>
          <a:prstGeom prst="rect">
            <a:avLst/>
          </a:prstGeom>
          <a:noFill/>
        </p:spPr>
        <p:txBody>
          <a:bodyPr wrap="square" rtlCol="0">
            <a:spAutoFit/>
          </a:bodyPr>
          <a:lstStyle/>
          <a:p>
            <a:pPr algn="ctr"/>
            <a:r>
              <a:rPr lang="en-US" sz="900" dirty="0"/>
              <a:t>135679</a:t>
            </a:r>
          </a:p>
        </p:txBody>
      </p:sp>
      <p:sp>
        <p:nvSpPr>
          <p:cNvPr id="68" name="TextBox 67">
            <a:extLst>
              <a:ext uri="{FF2B5EF4-FFF2-40B4-BE49-F238E27FC236}">
                <a16:creationId xmlns:a16="http://schemas.microsoft.com/office/drawing/2014/main" id="{E2AFA527-1A5F-81D0-632B-EDE0C06C99CB}"/>
              </a:ext>
            </a:extLst>
          </p:cNvPr>
          <p:cNvSpPr txBox="1"/>
          <p:nvPr/>
        </p:nvSpPr>
        <p:spPr>
          <a:xfrm>
            <a:off x="6152446" y="4408541"/>
            <a:ext cx="570089" cy="230832"/>
          </a:xfrm>
          <a:prstGeom prst="rect">
            <a:avLst/>
          </a:prstGeom>
          <a:noFill/>
        </p:spPr>
        <p:txBody>
          <a:bodyPr wrap="square" rtlCol="0">
            <a:spAutoFit/>
          </a:bodyPr>
          <a:lstStyle/>
          <a:p>
            <a:pPr algn="ctr"/>
            <a:r>
              <a:rPr lang="en-US" sz="900" dirty="0"/>
              <a:t>1457</a:t>
            </a:r>
          </a:p>
        </p:txBody>
      </p:sp>
      <p:sp>
        <p:nvSpPr>
          <p:cNvPr id="69" name="TextBox 68">
            <a:extLst>
              <a:ext uri="{FF2B5EF4-FFF2-40B4-BE49-F238E27FC236}">
                <a16:creationId xmlns:a16="http://schemas.microsoft.com/office/drawing/2014/main" id="{FB181D5B-B32E-A928-ED60-4CE73F368F0C}"/>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234578</a:t>
            </a:r>
          </a:p>
        </p:txBody>
      </p:sp>
      <p:sp>
        <p:nvSpPr>
          <p:cNvPr id="70" name="TextBox 69">
            <a:extLst>
              <a:ext uri="{FF2B5EF4-FFF2-40B4-BE49-F238E27FC236}">
                <a16:creationId xmlns:a16="http://schemas.microsoft.com/office/drawing/2014/main" id="{D0A6919A-CFB1-4983-6DF4-976903BB74D8}"/>
              </a:ext>
            </a:extLst>
          </p:cNvPr>
          <p:cNvSpPr txBox="1"/>
          <p:nvPr/>
        </p:nvSpPr>
        <p:spPr>
          <a:xfrm>
            <a:off x="7157158" y="4408541"/>
            <a:ext cx="570089" cy="230832"/>
          </a:xfrm>
          <a:prstGeom prst="rect">
            <a:avLst/>
          </a:prstGeom>
          <a:noFill/>
        </p:spPr>
        <p:txBody>
          <a:bodyPr wrap="square" rtlCol="0">
            <a:spAutoFit/>
          </a:bodyPr>
          <a:lstStyle/>
          <a:p>
            <a:pPr algn="ctr"/>
            <a:r>
              <a:rPr lang="en-US" sz="900" dirty="0"/>
              <a:t>13457</a:t>
            </a:r>
          </a:p>
        </p:txBody>
      </p:sp>
      <p:sp>
        <p:nvSpPr>
          <p:cNvPr id="71" name="TextBox 70">
            <a:extLst>
              <a:ext uri="{FF2B5EF4-FFF2-40B4-BE49-F238E27FC236}">
                <a16:creationId xmlns:a16="http://schemas.microsoft.com/office/drawing/2014/main" id="{9B2E872C-CABF-9846-8514-4D5343A3C2C3}"/>
              </a:ext>
            </a:extLst>
          </p:cNvPr>
          <p:cNvSpPr txBox="1"/>
          <p:nvPr/>
        </p:nvSpPr>
        <p:spPr>
          <a:xfrm>
            <a:off x="6152446" y="4909484"/>
            <a:ext cx="570089" cy="230832"/>
          </a:xfrm>
          <a:prstGeom prst="rect">
            <a:avLst/>
          </a:prstGeom>
          <a:noFill/>
        </p:spPr>
        <p:txBody>
          <a:bodyPr wrap="square" rtlCol="0">
            <a:spAutoFit/>
          </a:bodyPr>
          <a:lstStyle/>
          <a:p>
            <a:pPr algn="ctr"/>
            <a:r>
              <a:rPr lang="en-US" sz="900" dirty="0"/>
              <a:t>14579</a:t>
            </a:r>
          </a:p>
        </p:txBody>
      </p:sp>
      <p:sp>
        <p:nvSpPr>
          <p:cNvPr id="72" name="TextBox 71">
            <a:extLst>
              <a:ext uri="{FF2B5EF4-FFF2-40B4-BE49-F238E27FC236}">
                <a16:creationId xmlns:a16="http://schemas.microsoft.com/office/drawing/2014/main" id="{7D79C780-7929-37B4-4900-94F2CAF116A5}"/>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234578</a:t>
            </a:r>
          </a:p>
        </p:txBody>
      </p:sp>
      <p:sp>
        <p:nvSpPr>
          <p:cNvPr id="73" name="TextBox 72">
            <a:extLst>
              <a:ext uri="{FF2B5EF4-FFF2-40B4-BE49-F238E27FC236}">
                <a16:creationId xmlns:a16="http://schemas.microsoft.com/office/drawing/2014/main" id="{5A69AD5B-2EF1-D63F-1EB5-79891AA2BEEA}"/>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134579</a:t>
            </a:r>
          </a:p>
        </p:txBody>
      </p:sp>
      <p:sp>
        <p:nvSpPr>
          <p:cNvPr id="74" name="TextBox 73">
            <a:extLst>
              <a:ext uri="{FF2B5EF4-FFF2-40B4-BE49-F238E27FC236}">
                <a16:creationId xmlns:a16="http://schemas.microsoft.com/office/drawing/2014/main" id="{8C6343A8-AAD4-5138-3DC9-53EFE0A7A0B8}"/>
              </a:ext>
            </a:extLst>
          </p:cNvPr>
          <p:cNvSpPr txBox="1"/>
          <p:nvPr/>
        </p:nvSpPr>
        <p:spPr>
          <a:xfrm>
            <a:off x="4645378" y="4909484"/>
            <a:ext cx="570089" cy="230832"/>
          </a:xfrm>
          <a:prstGeom prst="rect">
            <a:avLst/>
          </a:prstGeom>
          <a:noFill/>
        </p:spPr>
        <p:txBody>
          <a:bodyPr wrap="square" rtlCol="0">
            <a:spAutoFit/>
          </a:bodyPr>
          <a:lstStyle/>
          <a:p>
            <a:pPr algn="ctr"/>
            <a:r>
              <a:rPr lang="en-US" sz="900" dirty="0"/>
              <a:t>134579</a:t>
            </a:r>
          </a:p>
        </p:txBody>
      </p:sp>
      <p:sp>
        <p:nvSpPr>
          <p:cNvPr id="75" name="TextBox 74">
            <a:extLst>
              <a:ext uri="{FF2B5EF4-FFF2-40B4-BE49-F238E27FC236}">
                <a16:creationId xmlns:a16="http://schemas.microsoft.com/office/drawing/2014/main" id="{29C501B1-109D-F4D2-EC77-0A632475CA79}"/>
              </a:ext>
            </a:extLst>
          </p:cNvPr>
          <p:cNvSpPr txBox="1"/>
          <p:nvPr/>
        </p:nvSpPr>
        <p:spPr>
          <a:xfrm>
            <a:off x="5147734" y="4909484"/>
            <a:ext cx="570089" cy="230832"/>
          </a:xfrm>
          <a:prstGeom prst="rect">
            <a:avLst/>
          </a:prstGeom>
          <a:noFill/>
        </p:spPr>
        <p:txBody>
          <a:bodyPr wrap="square" rtlCol="0">
            <a:spAutoFit/>
          </a:bodyPr>
          <a:lstStyle/>
          <a:p>
            <a:pPr algn="ctr"/>
            <a:r>
              <a:rPr lang="en-US" sz="900" dirty="0"/>
              <a:t>134589</a:t>
            </a:r>
          </a:p>
        </p:txBody>
      </p:sp>
      <p:sp>
        <p:nvSpPr>
          <p:cNvPr id="76" name="TextBox 75">
            <a:extLst>
              <a:ext uri="{FF2B5EF4-FFF2-40B4-BE49-F238E27FC236}">
                <a16:creationId xmlns:a16="http://schemas.microsoft.com/office/drawing/2014/main" id="{09E7FC8B-38E4-44EA-EF9E-1FA275C96AE8}"/>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345789</a:t>
            </a:r>
          </a:p>
        </p:txBody>
      </p:sp>
      <p:sp>
        <p:nvSpPr>
          <p:cNvPr id="77" name="TextBox 76">
            <a:extLst>
              <a:ext uri="{FF2B5EF4-FFF2-40B4-BE49-F238E27FC236}">
                <a16:creationId xmlns:a16="http://schemas.microsoft.com/office/drawing/2014/main" id="{BCAFD17F-3B21-DC06-6DFD-95576460ACF9}"/>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0FC26F41-AD7E-5B3E-2A28-CEDCAE5FEC6D}"/>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8EC77D62-6703-2657-4DB2-A17BDA4C6955}"/>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52540682-26BB-EF58-9BDA-4CE119D8212D}"/>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8985365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22340-E5E6-5477-DA49-EFE7882FE0F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A32AD8-1496-CCBE-2B02-BB7384C62AA8}"/>
              </a:ext>
            </a:extLst>
          </p:cNvPr>
          <p:cNvSpPr>
            <a:spLocks noGrp="1"/>
          </p:cNvSpPr>
          <p:nvPr>
            <p:ph sz="half" idx="1"/>
          </p:nvPr>
        </p:nvSpPr>
        <p:spPr/>
        <p:txBody>
          <a:bodyPr/>
          <a:lstStyle/>
          <a:p>
            <a:r>
              <a:rPr lang="en-US" dirty="0"/>
              <a:t>In the center block, 2 is in Row 5.</a:t>
            </a:r>
          </a:p>
        </p:txBody>
      </p:sp>
      <p:pic>
        <p:nvPicPr>
          <p:cNvPr id="4" name="Picture 3" descr="A grid of sudoku puzzle&#10;&#10;Description automatically generated">
            <a:extLst>
              <a:ext uri="{FF2B5EF4-FFF2-40B4-BE49-F238E27FC236}">
                <a16:creationId xmlns:a16="http://schemas.microsoft.com/office/drawing/2014/main" id="{43374B8B-7B1D-830E-2995-E6A1C4C7078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E600331-8F93-1978-84C3-310696FBBFB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6A0CC59-E8F8-C9F5-6E9D-7EEBD611259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1273B46-AA53-5C83-6B5D-EBCDD206E85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A5EBF81-FDF8-6C64-F137-5F67223E0AC2}"/>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8" name="TextBox 7">
            <a:extLst>
              <a:ext uri="{FF2B5EF4-FFF2-40B4-BE49-F238E27FC236}">
                <a16:creationId xmlns:a16="http://schemas.microsoft.com/office/drawing/2014/main" id="{2C43F0D0-D761-E245-03B6-9CB0A03B6316}"/>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10" name="TextBox 9">
            <a:extLst>
              <a:ext uri="{FF2B5EF4-FFF2-40B4-BE49-F238E27FC236}">
                <a16:creationId xmlns:a16="http://schemas.microsoft.com/office/drawing/2014/main" id="{CBF6FAFB-1160-97E3-6E67-4D639A2F804E}"/>
              </a:ext>
            </a:extLst>
          </p:cNvPr>
          <p:cNvSpPr txBox="1"/>
          <p:nvPr/>
        </p:nvSpPr>
        <p:spPr>
          <a:xfrm>
            <a:off x="5650090" y="1402877"/>
            <a:ext cx="570089" cy="230832"/>
          </a:xfrm>
          <a:prstGeom prst="rect">
            <a:avLst/>
          </a:prstGeom>
          <a:noFill/>
        </p:spPr>
        <p:txBody>
          <a:bodyPr wrap="square" rtlCol="0">
            <a:spAutoFit/>
          </a:bodyPr>
          <a:lstStyle/>
          <a:p>
            <a:pPr algn="ctr"/>
            <a:r>
              <a:rPr lang="en-US" sz="900" dirty="0"/>
              <a:t>49</a:t>
            </a:r>
          </a:p>
        </p:txBody>
      </p:sp>
      <p:sp>
        <p:nvSpPr>
          <p:cNvPr id="12" name="TextBox 11">
            <a:extLst>
              <a:ext uri="{FF2B5EF4-FFF2-40B4-BE49-F238E27FC236}">
                <a16:creationId xmlns:a16="http://schemas.microsoft.com/office/drawing/2014/main" id="{A76FE330-F9DA-46FE-5BC2-1BA921389601}"/>
              </a:ext>
            </a:extLst>
          </p:cNvPr>
          <p:cNvSpPr txBox="1"/>
          <p:nvPr/>
        </p:nvSpPr>
        <p:spPr>
          <a:xfrm>
            <a:off x="6654802" y="1402877"/>
            <a:ext cx="570089" cy="230832"/>
          </a:xfrm>
          <a:prstGeom prst="rect">
            <a:avLst/>
          </a:prstGeom>
          <a:noFill/>
        </p:spPr>
        <p:txBody>
          <a:bodyPr wrap="square" rtlCol="0">
            <a:spAutoFit/>
          </a:bodyPr>
          <a:lstStyle/>
          <a:p>
            <a:pPr algn="ctr"/>
            <a:r>
              <a:rPr lang="en-US" sz="900" dirty="0"/>
              <a:t>37</a:t>
            </a:r>
          </a:p>
        </p:txBody>
      </p:sp>
      <p:sp>
        <p:nvSpPr>
          <p:cNvPr id="13" name="TextBox 12">
            <a:extLst>
              <a:ext uri="{FF2B5EF4-FFF2-40B4-BE49-F238E27FC236}">
                <a16:creationId xmlns:a16="http://schemas.microsoft.com/office/drawing/2014/main" id="{1929D854-7065-54E5-EFFE-0DE2925F4D93}"/>
              </a:ext>
            </a:extLst>
          </p:cNvPr>
          <p:cNvSpPr txBox="1"/>
          <p:nvPr/>
        </p:nvSpPr>
        <p:spPr>
          <a:xfrm>
            <a:off x="5650090" y="1903821"/>
            <a:ext cx="570089" cy="230832"/>
          </a:xfrm>
          <a:prstGeom prst="rect">
            <a:avLst/>
          </a:prstGeom>
          <a:noFill/>
        </p:spPr>
        <p:txBody>
          <a:bodyPr wrap="square" rtlCol="0">
            <a:spAutoFit/>
          </a:bodyPr>
          <a:lstStyle/>
          <a:p>
            <a:pPr algn="ctr"/>
            <a:r>
              <a:rPr lang="en-US" sz="900" dirty="0"/>
              <a:t>28</a:t>
            </a:r>
          </a:p>
        </p:txBody>
      </p:sp>
      <p:sp>
        <p:nvSpPr>
          <p:cNvPr id="14" name="TextBox 13">
            <a:extLst>
              <a:ext uri="{FF2B5EF4-FFF2-40B4-BE49-F238E27FC236}">
                <a16:creationId xmlns:a16="http://schemas.microsoft.com/office/drawing/2014/main" id="{867D25BF-AE39-D3E9-5E8D-BCDD6367C81B}"/>
              </a:ext>
            </a:extLst>
          </p:cNvPr>
          <p:cNvSpPr txBox="1"/>
          <p:nvPr/>
        </p:nvSpPr>
        <p:spPr>
          <a:xfrm>
            <a:off x="6152446" y="1903821"/>
            <a:ext cx="570089" cy="230832"/>
          </a:xfrm>
          <a:prstGeom prst="rect">
            <a:avLst/>
          </a:prstGeom>
          <a:noFill/>
        </p:spPr>
        <p:txBody>
          <a:bodyPr wrap="square" rtlCol="0">
            <a:spAutoFit/>
          </a:bodyPr>
          <a:lstStyle/>
          <a:p>
            <a:pPr algn="ctr"/>
            <a:r>
              <a:rPr lang="en-US" sz="900" dirty="0"/>
              <a:t>15</a:t>
            </a:r>
          </a:p>
        </p:txBody>
      </p:sp>
      <p:sp>
        <p:nvSpPr>
          <p:cNvPr id="15" name="TextBox 14">
            <a:extLst>
              <a:ext uri="{FF2B5EF4-FFF2-40B4-BE49-F238E27FC236}">
                <a16:creationId xmlns:a16="http://schemas.microsoft.com/office/drawing/2014/main" id="{4127808D-B7C6-7748-97D0-D5DC79099D1C}"/>
              </a:ext>
            </a:extLst>
          </p:cNvPr>
          <p:cNvSpPr txBox="1"/>
          <p:nvPr/>
        </p:nvSpPr>
        <p:spPr>
          <a:xfrm>
            <a:off x="6654802" y="1903821"/>
            <a:ext cx="570089" cy="230832"/>
          </a:xfrm>
          <a:prstGeom prst="rect">
            <a:avLst/>
          </a:prstGeom>
          <a:noFill/>
        </p:spPr>
        <p:txBody>
          <a:bodyPr wrap="square" rtlCol="0">
            <a:spAutoFit/>
          </a:bodyPr>
          <a:lstStyle/>
          <a:p>
            <a:pPr algn="ctr"/>
            <a:r>
              <a:rPr lang="en-US" sz="900" dirty="0"/>
              <a:t>46</a:t>
            </a:r>
          </a:p>
        </p:txBody>
      </p:sp>
      <p:sp>
        <p:nvSpPr>
          <p:cNvPr id="16" name="TextBox 15">
            <a:extLst>
              <a:ext uri="{FF2B5EF4-FFF2-40B4-BE49-F238E27FC236}">
                <a16:creationId xmlns:a16="http://schemas.microsoft.com/office/drawing/2014/main" id="{D0F32622-9155-DFFB-1EEF-408B2F411E43}"/>
              </a:ext>
            </a:extLst>
          </p:cNvPr>
          <p:cNvSpPr txBox="1"/>
          <p:nvPr/>
        </p:nvSpPr>
        <p:spPr>
          <a:xfrm>
            <a:off x="4645378" y="2404765"/>
            <a:ext cx="570089" cy="230832"/>
          </a:xfrm>
          <a:prstGeom prst="rect">
            <a:avLst/>
          </a:prstGeom>
          <a:noFill/>
        </p:spPr>
        <p:txBody>
          <a:bodyPr wrap="square" rtlCol="0">
            <a:spAutoFit/>
          </a:bodyPr>
          <a:lstStyle/>
          <a:p>
            <a:pPr algn="ctr"/>
            <a:r>
              <a:rPr lang="en-US" sz="900" dirty="0"/>
              <a:t>34</a:t>
            </a:r>
          </a:p>
        </p:txBody>
      </p:sp>
      <p:sp>
        <p:nvSpPr>
          <p:cNvPr id="17" name="TextBox 16">
            <a:extLst>
              <a:ext uri="{FF2B5EF4-FFF2-40B4-BE49-F238E27FC236}">
                <a16:creationId xmlns:a16="http://schemas.microsoft.com/office/drawing/2014/main" id="{FF596B7B-11D7-805A-376F-33D683AD2C5F}"/>
              </a:ext>
            </a:extLst>
          </p:cNvPr>
          <p:cNvSpPr txBox="1"/>
          <p:nvPr/>
        </p:nvSpPr>
        <p:spPr>
          <a:xfrm>
            <a:off x="5147734" y="2404765"/>
            <a:ext cx="570089" cy="230832"/>
          </a:xfrm>
          <a:prstGeom prst="rect">
            <a:avLst/>
          </a:prstGeom>
          <a:noFill/>
        </p:spPr>
        <p:txBody>
          <a:bodyPr wrap="square" rtlCol="0">
            <a:spAutoFit/>
          </a:bodyPr>
          <a:lstStyle/>
          <a:p>
            <a:pPr algn="ctr"/>
            <a:r>
              <a:rPr lang="en-US" sz="900" dirty="0"/>
              <a:t>43</a:t>
            </a:r>
          </a:p>
        </p:txBody>
      </p:sp>
      <p:sp>
        <p:nvSpPr>
          <p:cNvPr id="25" name="TextBox 24">
            <a:extLst>
              <a:ext uri="{FF2B5EF4-FFF2-40B4-BE49-F238E27FC236}">
                <a16:creationId xmlns:a16="http://schemas.microsoft.com/office/drawing/2014/main" id="{5FB08C9B-8ED8-FF9A-B046-CD585DD2A992}"/>
              </a:ext>
            </a:extLst>
          </p:cNvPr>
          <p:cNvSpPr txBox="1"/>
          <p:nvPr/>
        </p:nvSpPr>
        <p:spPr>
          <a:xfrm>
            <a:off x="4143022" y="3907597"/>
            <a:ext cx="570089" cy="230832"/>
          </a:xfrm>
          <a:prstGeom prst="rect">
            <a:avLst/>
          </a:prstGeom>
          <a:noFill/>
        </p:spPr>
        <p:txBody>
          <a:bodyPr wrap="square" rtlCol="0">
            <a:spAutoFit/>
          </a:bodyPr>
          <a:lstStyle/>
          <a:p>
            <a:pPr algn="ctr"/>
            <a:r>
              <a:rPr lang="en-US" sz="900" dirty="0"/>
              <a:t>378</a:t>
            </a:r>
          </a:p>
        </p:txBody>
      </p:sp>
      <p:sp>
        <p:nvSpPr>
          <p:cNvPr id="26" name="TextBox 25">
            <a:extLst>
              <a:ext uri="{FF2B5EF4-FFF2-40B4-BE49-F238E27FC236}">
                <a16:creationId xmlns:a16="http://schemas.microsoft.com/office/drawing/2014/main" id="{1E297F41-5735-5F04-7EC4-CCC1638A6680}"/>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192C8243-4583-CD53-C5C4-0593C720AD9E}"/>
              </a:ext>
            </a:extLst>
          </p:cNvPr>
          <p:cNvSpPr txBox="1"/>
          <p:nvPr/>
        </p:nvSpPr>
        <p:spPr>
          <a:xfrm>
            <a:off x="5147734" y="3907597"/>
            <a:ext cx="570089" cy="230832"/>
          </a:xfrm>
          <a:prstGeom prst="rect">
            <a:avLst/>
          </a:prstGeom>
          <a:noFill/>
        </p:spPr>
        <p:txBody>
          <a:bodyPr wrap="square" rtlCol="0">
            <a:spAutoFit/>
          </a:bodyPr>
          <a:lstStyle/>
          <a:p>
            <a:pPr algn="ctr"/>
            <a:r>
              <a:rPr lang="en-US" sz="900" dirty="0"/>
              <a:t>282</a:t>
            </a:r>
          </a:p>
        </p:txBody>
      </p:sp>
      <p:sp>
        <p:nvSpPr>
          <p:cNvPr id="28" name="TextBox 27">
            <a:extLst>
              <a:ext uri="{FF2B5EF4-FFF2-40B4-BE49-F238E27FC236}">
                <a16:creationId xmlns:a16="http://schemas.microsoft.com/office/drawing/2014/main" id="{A488E755-A9E8-0032-FCBF-D15664F9E808}"/>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6E49DFD9-AFB2-EC41-F7B6-864C34BE5751}"/>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CBA0F8E6-0974-DA77-797C-A31405FDE210}"/>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37C883A5-CA75-F0CE-B1A0-C0B9425431BF}"/>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419261D5-91BD-C426-BFE8-CDD454C4E1BA}"/>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714FC498-7B95-D770-3941-57660A4E90B3}"/>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A317E5C3-9C9D-D7BC-F10A-6CACD183B034}"/>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D1001277-E22D-78B0-60DD-CCF974161D8D}"/>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F9A70540-ED1D-7A0C-F796-3B7DCB1E3F89}"/>
              </a:ext>
            </a:extLst>
          </p:cNvPr>
          <p:cNvSpPr txBox="1"/>
          <p:nvPr/>
        </p:nvSpPr>
        <p:spPr>
          <a:xfrm>
            <a:off x="3640666" y="3406653"/>
            <a:ext cx="570089" cy="230832"/>
          </a:xfrm>
          <a:prstGeom prst="rect">
            <a:avLst/>
          </a:prstGeom>
          <a:noFill/>
        </p:spPr>
        <p:txBody>
          <a:bodyPr wrap="square" rtlCol="0">
            <a:spAutoFit/>
          </a:bodyPr>
          <a:lstStyle/>
          <a:p>
            <a:pPr algn="ctr"/>
            <a:r>
              <a:rPr lang="en-US" sz="900" dirty="0"/>
              <a:t>279</a:t>
            </a:r>
          </a:p>
        </p:txBody>
      </p:sp>
      <p:sp>
        <p:nvSpPr>
          <p:cNvPr id="23" name="TextBox 22">
            <a:extLst>
              <a:ext uri="{FF2B5EF4-FFF2-40B4-BE49-F238E27FC236}">
                <a16:creationId xmlns:a16="http://schemas.microsoft.com/office/drawing/2014/main" id="{A7C02E26-9516-4D24-C09B-267C9AFED4DE}"/>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3C9033EE-6FB2-AE34-399C-C7B44CF2FE94}"/>
              </a:ext>
            </a:extLst>
          </p:cNvPr>
          <p:cNvSpPr txBox="1"/>
          <p:nvPr/>
        </p:nvSpPr>
        <p:spPr>
          <a:xfrm>
            <a:off x="4645378" y="3406653"/>
            <a:ext cx="570089" cy="230832"/>
          </a:xfrm>
          <a:prstGeom prst="rect">
            <a:avLst/>
          </a:prstGeom>
          <a:noFill/>
        </p:spPr>
        <p:txBody>
          <a:bodyPr wrap="square" rtlCol="0">
            <a:spAutoFit/>
          </a:bodyPr>
          <a:lstStyle/>
          <a:p>
            <a:pPr algn="ctr"/>
            <a:r>
              <a:rPr lang="en-US" sz="900" dirty="0"/>
              <a:t>579</a:t>
            </a:r>
          </a:p>
        </p:txBody>
      </p:sp>
      <p:sp>
        <p:nvSpPr>
          <p:cNvPr id="34" name="TextBox 33">
            <a:extLst>
              <a:ext uri="{FF2B5EF4-FFF2-40B4-BE49-F238E27FC236}">
                <a16:creationId xmlns:a16="http://schemas.microsoft.com/office/drawing/2014/main" id="{7671F72A-904B-0682-406A-63EE868AC897}"/>
              </a:ext>
            </a:extLst>
          </p:cNvPr>
          <p:cNvSpPr txBox="1"/>
          <p:nvPr/>
        </p:nvSpPr>
        <p:spPr>
          <a:xfrm>
            <a:off x="5147734" y="3406653"/>
            <a:ext cx="570089" cy="230832"/>
          </a:xfrm>
          <a:prstGeom prst="rect">
            <a:avLst/>
          </a:prstGeom>
          <a:noFill/>
        </p:spPr>
        <p:txBody>
          <a:bodyPr wrap="square" rtlCol="0">
            <a:spAutoFit/>
          </a:bodyPr>
          <a:lstStyle/>
          <a:p>
            <a:pPr algn="ctr"/>
            <a:r>
              <a:rPr lang="en-US" sz="900" dirty="0"/>
              <a:t>59</a:t>
            </a:r>
          </a:p>
        </p:txBody>
      </p:sp>
      <p:sp>
        <p:nvSpPr>
          <p:cNvPr id="35" name="TextBox 34">
            <a:extLst>
              <a:ext uri="{FF2B5EF4-FFF2-40B4-BE49-F238E27FC236}">
                <a16:creationId xmlns:a16="http://schemas.microsoft.com/office/drawing/2014/main" id="{E8001506-AF34-485E-763A-F85830ED11E4}"/>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2479</a:t>
            </a:r>
          </a:p>
        </p:txBody>
      </p:sp>
      <p:sp>
        <p:nvSpPr>
          <p:cNvPr id="36" name="TextBox 35">
            <a:extLst>
              <a:ext uri="{FF2B5EF4-FFF2-40B4-BE49-F238E27FC236}">
                <a16:creationId xmlns:a16="http://schemas.microsoft.com/office/drawing/2014/main" id="{8654AE3D-5EC8-F28F-40D5-E76E6211A1F4}"/>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37" name="TextBox 36">
            <a:extLst>
              <a:ext uri="{FF2B5EF4-FFF2-40B4-BE49-F238E27FC236}">
                <a16:creationId xmlns:a16="http://schemas.microsoft.com/office/drawing/2014/main" id="{5A5F8BCD-E785-B1F5-B2AF-CB896C277D2B}"/>
              </a:ext>
            </a:extLst>
          </p:cNvPr>
          <p:cNvSpPr txBox="1"/>
          <p:nvPr/>
        </p:nvSpPr>
        <p:spPr>
          <a:xfrm>
            <a:off x="7157158" y="2404765"/>
            <a:ext cx="570089" cy="230832"/>
          </a:xfrm>
          <a:prstGeom prst="rect">
            <a:avLst/>
          </a:prstGeom>
          <a:noFill/>
        </p:spPr>
        <p:txBody>
          <a:bodyPr wrap="square" rtlCol="0">
            <a:spAutoFit/>
          </a:bodyPr>
          <a:lstStyle/>
          <a:p>
            <a:pPr algn="ctr"/>
            <a:r>
              <a:rPr lang="en-US" sz="900" dirty="0"/>
              <a:t>679</a:t>
            </a:r>
          </a:p>
        </p:txBody>
      </p:sp>
      <p:sp>
        <p:nvSpPr>
          <p:cNvPr id="38" name="TextBox 37">
            <a:extLst>
              <a:ext uri="{FF2B5EF4-FFF2-40B4-BE49-F238E27FC236}">
                <a16:creationId xmlns:a16="http://schemas.microsoft.com/office/drawing/2014/main" id="{50479683-F82B-3DEA-E20F-D4EF30E8E0EC}"/>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4579</a:t>
            </a:r>
          </a:p>
        </p:txBody>
      </p:sp>
      <p:sp>
        <p:nvSpPr>
          <p:cNvPr id="39" name="TextBox 38">
            <a:extLst>
              <a:ext uri="{FF2B5EF4-FFF2-40B4-BE49-F238E27FC236}">
                <a16:creationId xmlns:a16="http://schemas.microsoft.com/office/drawing/2014/main" id="{9A2177D0-A341-CD4F-958E-182BC21B8F05}"/>
              </a:ext>
            </a:extLst>
          </p:cNvPr>
          <p:cNvSpPr txBox="1"/>
          <p:nvPr/>
        </p:nvSpPr>
        <p:spPr>
          <a:xfrm>
            <a:off x="6654802" y="2905709"/>
            <a:ext cx="570089" cy="230832"/>
          </a:xfrm>
          <a:prstGeom prst="rect">
            <a:avLst/>
          </a:prstGeom>
          <a:noFill/>
        </p:spPr>
        <p:txBody>
          <a:bodyPr wrap="square" rtlCol="0">
            <a:spAutoFit/>
          </a:bodyPr>
          <a:lstStyle/>
          <a:p>
            <a:pPr algn="ctr"/>
            <a:r>
              <a:rPr lang="en-US" sz="900" dirty="0"/>
              <a:t>457</a:t>
            </a:r>
          </a:p>
        </p:txBody>
      </p:sp>
      <p:sp>
        <p:nvSpPr>
          <p:cNvPr id="40" name="TextBox 39">
            <a:extLst>
              <a:ext uri="{FF2B5EF4-FFF2-40B4-BE49-F238E27FC236}">
                <a16:creationId xmlns:a16="http://schemas.microsoft.com/office/drawing/2014/main" id="{47CCEC82-A3C4-CFE6-310F-9E51EAD22807}"/>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4579</a:t>
            </a:r>
          </a:p>
        </p:txBody>
      </p:sp>
      <p:sp>
        <p:nvSpPr>
          <p:cNvPr id="41" name="TextBox 40">
            <a:extLst>
              <a:ext uri="{FF2B5EF4-FFF2-40B4-BE49-F238E27FC236}">
                <a16:creationId xmlns:a16="http://schemas.microsoft.com/office/drawing/2014/main" id="{63A78E28-3643-0C4D-DF3C-726C666723C8}"/>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5BDE2B7F-271E-3A20-4C0E-12862EFAE9E2}"/>
              </a:ext>
            </a:extLst>
          </p:cNvPr>
          <p:cNvSpPr txBox="1"/>
          <p:nvPr/>
        </p:nvSpPr>
        <p:spPr>
          <a:xfrm>
            <a:off x="3138310" y="2404765"/>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9F46610E-AD5C-7800-F046-0339A73A14CA}"/>
              </a:ext>
            </a:extLst>
          </p:cNvPr>
          <p:cNvSpPr txBox="1"/>
          <p:nvPr/>
        </p:nvSpPr>
        <p:spPr>
          <a:xfrm>
            <a:off x="5147734" y="2905709"/>
            <a:ext cx="570089" cy="230832"/>
          </a:xfrm>
          <a:prstGeom prst="rect">
            <a:avLst/>
          </a:prstGeom>
          <a:noFill/>
        </p:spPr>
        <p:txBody>
          <a:bodyPr wrap="square" rtlCol="0">
            <a:spAutoFit/>
          </a:bodyPr>
          <a:lstStyle/>
          <a:p>
            <a:pPr algn="ctr"/>
            <a:r>
              <a:rPr lang="en-US" sz="900" dirty="0"/>
              <a:t>259</a:t>
            </a:r>
          </a:p>
        </p:txBody>
      </p:sp>
      <p:sp>
        <p:nvSpPr>
          <p:cNvPr id="44" name="TextBox 43">
            <a:extLst>
              <a:ext uri="{FF2B5EF4-FFF2-40B4-BE49-F238E27FC236}">
                <a16:creationId xmlns:a16="http://schemas.microsoft.com/office/drawing/2014/main" id="{1C2CA994-A612-8322-A064-F87780286673}"/>
              </a:ext>
            </a:extLst>
          </p:cNvPr>
          <p:cNvSpPr txBox="1"/>
          <p:nvPr/>
        </p:nvSpPr>
        <p:spPr>
          <a:xfrm>
            <a:off x="5650090" y="2905709"/>
            <a:ext cx="570089" cy="230832"/>
          </a:xfrm>
          <a:prstGeom prst="rect">
            <a:avLst/>
          </a:prstGeom>
          <a:noFill/>
        </p:spPr>
        <p:txBody>
          <a:bodyPr wrap="square" rtlCol="0">
            <a:spAutoFit/>
          </a:bodyPr>
          <a:lstStyle/>
          <a:p>
            <a:pPr algn="ctr"/>
            <a:r>
              <a:rPr lang="en-US" sz="900" dirty="0"/>
              <a:t>2579</a:t>
            </a:r>
          </a:p>
        </p:txBody>
      </p:sp>
      <p:sp>
        <p:nvSpPr>
          <p:cNvPr id="45" name="TextBox 44">
            <a:extLst>
              <a:ext uri="{FF2B5EF4-FFF2-40B4-BE49-F238E27FC236}">
                <a16:creationId xmlns:a16="http://schemas.microsoft.com/office/drawing/2014/main" id="{44E8E661-9B4D-6BC0-1183-F453DB421A56}"/>
              </a:ext>
            </a:extLst>
          </p:cNvPr>
          <p:cNvSpPr txBox="1"/>
          <p:nvPr/>
        </p:nvSpPr>
        <p:spPr>
          <a:xfrm>
            <a:off x="5147734" y="901933"/>
            <a:ext cx="570089" cy="230832"/>
          </a:xfrm>
          <a:prstGeom prst="rect">
            <a:avLst/>
          </a:prstGeom>
          <a:noFill/>
        </p:spPr>
        <p:txBody>
          <a:bodyPr wrap="square" rtlCol="0">
            <a:spAutoFit/>
          </a:bodyPr>
          <a:lstStyle/>
          <a:p>
            <a:pPr algn="ctr"/>
            <a:r>
              <a:rPr lang="en-US" sz="900" dirty="0"/>
              <a:t>14568</a:t>
            </a:r>
          </a:p>
        </p:txBody>
      </p:sp>
      <p:sp>
        <p:nvSpPr>
          <p:cNvPr id="46" name="TextBox 45">
            <a:extLst>
              <a:ext uri="{FF2B5EF4-FFF2-40B4-BE49-F238E27FC236}">
                <a16:creationId xmlns:a16="http://schemas.microsoft.com/office/drawing/2014/main" id="{CCC7C676-167B-868F-99F0-800074D7310F}"/>
              </a:ext>
            </a:extLst>
          </p:cNvPr>
          <p:cNvSpPr txBox="1"/>
          <p:nvPr/>
        </p:nvSpPr>
        <p:spPr>
          <a:xfrm>
            <a:off x="5650090" y="901933"/>
            <a:ext cx="570089" cy="230832"/>
          </a:xfrm>
          <a:prstGeom prst="rect">
            <a:avLst/>
          </a:prstGeom>
          <a:noFill/>
        </p:spPr>
        <p:txBody>
          <a:bodyPr wrap="square" rtlCol="0">
            <a:spAutoFit/>
          </a:bodyPr>
          <a:lstStyle/>
          <a:p>
            <a:pPr algn="ctr"/>
            <a:r>
              <a:rPr lang="en-US" sz="900" dirty="0"/>
              <a:t>458</a:t>
            </a:r>
          </a:p>
        </p:txBody>
      </p:sp>
      <p:sp>
        <p:nvSpPr>
          <p:cNvPr id="47" name="TextBox 46">
            <a:extLst>
              <a:ext uri="{FF2B5EF4-FFF2-40B4-BE49-F238E27FC236}">
                <a16:creationId xmlns:a16="http://schemas.microsoft.com/office/drawing/2014/main" id="{4831CF7B-35D1-7EAB-3A68-1F044D708CE7}"/>
              </a:ext>
            </a:extLst>
          </p:cNvPr>
          <p:cNvSpPr txBox="1"/>
          <p:nvPr/>
        </p:nvSpPr>
        <p:spPr>
          <a:xfrm>
            <a:off x="6152446" y="901933"/>
            <a:ext cx="570089" cy="230832"/>
          </a:xfrm>
          <a:prstGeom prst="rect">
            <a:avLst/>
          </a:prstGeom>
          <a:noFill/>
        </p:spPr>
        <p:txBody>
          <a:bodyPr wrap="square" rtlCol="0">
            <a:spAutoFit/>
          </a:bodyPr>
          <a:lstStyle/>
          <a:p>
            <a:pPr algn="ctr"/>
            <a:r>
              <a:rPr lang="en-US" sz="900" dirty="0"/>
              <a:t>14567</a:t>
            </a:r>
          </a:p>
        </p:txBody>
      </p:sp>
      <p:sp>
        <p:nvSpPr>
          <p:cNvPr id="48" name="TextBox 47">
            <a:extLst>
              <a:ext uri="{FF2B5EF4-FFF2-40B4-BE49-F238E27FC236}">
                <a16:creationId xmlns:a16="http://schemas.microsoft.com/office/drawing/2014/main" id="{972E3288-A991-B75C-BEF8-8E13ECC4F9D1}"/>
              </a:ext>
            </a:extLst>
          </p:cNvPr>
          <p:cNvSpPr txBox="1"/>
          <p:nvPr/>
        </p:nvSpPr>
        <p:spPr>
          <a:xfrm>
            <a:off x="7157158" y="901933"/>
            <a:ext cx="570089" cy="230832"/>
          </a:xfrm>
          <a:prstGeom prst="rect">
            <a:avLst/>
          </a:prstGeom>
          <a:noFill/>
        </p:spPr>
        <p:txBody>
          <a:bodyPr wrap="square" rtlCol="0">
            <a:spAutoFit/>
          </a:bodyPr>
          <a:lstStyle/>
          <a:p>
            <a:pPr algn="ctr"/>
            <a:r>
              <a:rPr lang="en-US" sz="900" dirty="0"/>
              <a:t>14567</a:t>
            </a:r>
          </a:p>
        </p:txBody>
      </p:sp>
      <p:sp>
        <p:nvSpPr>
          <p:cNvPr id="49" name="TextBox 48">
            <a:extLst>
              <a:ext uri="{FF2B5EF4-FFF2-40B4-BE49-F238E27FC236}">
                <a16:creationId xmlns:a16="http://schemas.microsoft.com/office/drawing/2014/main" id="{C185328E-E704-E79A-BD5B-AADA533480E4}"/>
              </a:ext>
            </a:extLst>
          </p:cNvPr>
          <p:cNvSpPr txBox="1"/>
          <p:nvPr/>
        </p:nvSpPr>
        <p:spPr>
          <a:xfrm>
            <a:off x="7157158" y="1903821"/>
            <a:ext cx="570089" cy="230832"/>
          </a:xfrm>
          <a:prstGeom prst="rect">
            <a:avLst/>
          </a:prstGeom>
          <a:noFill/>
        </p:spPr>
        <p:txBody>
          <a:bodyPr wrap="square" rtlCol="0">
            <a:spAutoFit/>
          </a:bodyPr>
          <a:lstStyle/>
          <a:p>
            <a:pPr algn="ctr"/>
            <a:r>
              <a:rPr lang="en-US" sz="900" dirty="0"/>
              <a:t>13456</a:t>
            </a:r>
          </a:p>
        </p:txBody>
      </p:sp>
      <p:sp>
        <p:nvSpPr>
          <p:cNvPr id="50" name="TextBox 49">
            <a:extLst>
              <a:ext uri="{FF2B5EF4-FFF2-40B4-BE49-F238E27FC236}">
                <a16:creationId xmlns:a16="http://schemas.microsoft.com/office/drawing/2014/main" id="{A39F0AA6-AF17-92A4-8680-5C096CE03C87}"/>
              </a:ext>
            </a:extLst>
          </p:cNvPr>
          <p:cNvSpPr txBox="1"/>
          <p:nvPr/>
        </p:nvSpPr>
        <p:spPr>
          <a:xfrm>
            <a:off x="3640666" y="1402877"/>
            <a:ext cx="570089" cy="230832"/>
          </a:xfrm>
          <a:prstGeom prst="rect">
            <a:avLst/>
          </a:prstGeom>
          <a:noFill/>
        </p:spPr>
        <p:txBody>
          <a:bodyPr wrap="square" rtlCol="0">
            <a:spAutoFit/>
          </a:bodyPr>
          <a:lstStyle/>
          <a:p>
            <a:pPr algn="ctr"/>
            <a:r>
              <a:rPr lang="en-US" sz="900" dirty="0"/>
              <a:t>179</a:t>
            </a:r>
          </a:p>
        </p:txBody>
      </p:sp>
      <p:sp>
        <p:nvSpPr>
          <p:cNvPr id="51" name="TextBox 50">
            <a:extLst>
              <a:ext uri="{FF2B5EF4-FFF2-40B4-BE49-F238E27FC236}">
                <a16:creationId xmlns:a16="http://schemas.microsoft.com/office/drawing/2014/main" id="{758E40E0-A3A6-6B76-2A07-45A9DEBC657D}"/>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4567</a:t>
            </a:r>
          </a:p>
        </p:txBody>
      </p:sp>
      <p:sp>
        <p:nvSpPr>
          <p:cNvPr id="52" name="TextBox 51">
            <a:extLst>
              <a:ext uri="{FF2B5EF4-FFF2-40B4-BE49-F238E27FC236}">
                <a16:creationId xmlns:a16="http://schemas.microsoft.com/office/drawing/2014/main" id="{35AF1D54-F5D5-5F1F-DD5C-EFC65EAEB987}"/>
              </a:ext>
            </a:extLst>
          </p:cNvPr>
          <p:cNvSpPr txBox="1"/>
          <p:nvPr/>
        </p:nvSpPr>
        <p:spPr>
          <a:xfrm>
            <a:off x="4645378" y="1402877"/>
            <a:ext cx="570089" cy="230832"/>
          </a:xfrm>
          <a:prstGeom prst="rect">
            <a:avLst/>
          </a:prstGeom>
          <a:noFill/>
        </p:spPr>
        <p:txBody>
          <a:bodyPr wrap="square" rtlCol="0">
            <a:spAutoFit/>
          </a:bodyPr>
          <a:lstStyle/>
          <a:p>
            <a:pPr algn="ctr"/>
            <a:r>
              <a:rPr lang="en-US" sz="900" dirty="0"/>
              <a:t>134569</a:t>
            </a:r>
          </a:p>
        </p:txBody>
      </p:sp>
      <p:sp>
        <p:nvSpPr>
          <p:cNvPr id="53" name="TextBox 52">
            <a:extLst>
              <a:ext uri="{FF2B5EF4-FFF2-40B4-BE49-F238E27FC236}">
                <a16:creationId xmlns:a16="http://schemas.microsoft.com/office/drawing/2014/main" id="{872D4D41-7E51-94E1-70C5-8706DCE20F2D}"/>
              </a:ext>
            </a:extLst>
          </p:cNvPr>
          <p:cNvSpPr txBox="1"/>
          <p:nvPr/>
        </p:nvSpPr>
        <p:spPr>
          <a:xfrm>
            <a:off x="5147734" y="1402877"/>
            <a:ext cx="570089" cy="230832"/>
          </a:xfrm>
          <a:prstGeom prst="rect">
            <a:avLst/>
          </a:prstGeom>
          <a:noFill/>
        </p:spPr>
        <p:txBody>
          <a:bodyPr wrap="square" rtlCol="0">
            <a:spAutoFit/>
          </a:bodyPr>
          <a:lstStyle/>
          <a:p>
            <a:pPr algn="ctr"/>
            <a:r>
              <a:rPr lang="en-US" sz="900" dirty="0"/>
              <a:t>134569</a:t>
            </a:r>
          </a:p>
        </p:txBody>
      </p:sp>
      <p:sp>
        <p:nvSpPr>
          <p:cNvPr id="54" name="TextBox 53">
            <a:extLst>
              <a:ext uri="{FF2B5EF4-FFF2-40B4-BE49-F238E27FC236}">
                <a16:creationId xmlns:a16="http://schemas.microsoft.com/office/drawing/2014/main" id="{6A7F1A76-76A6-96D8-0632-0C02E1F6F643}"/>
              </a:ext>
            </a:extLst>
          </p:cNvPr>
          <p:cNvSpPr txBox="1"/>
          <p:nvPr/>
        </p:nvSpPr>
        <p:spPr>
          <a:xfrm>
            <a:off x="3138310" y="1402877"/>
            <a:ext cx="570089" cy="230832"/>
          </a:xfrm>
          <a:prstGeom prst="rect">
            <a:avLst/>
          </a:prstGeom>
          <a:noFill/>
        </p:spPr>
        <p:txBody>
          <a:bodyPr wrap="square" rtlCol="0">
            <a:spAutoFit/>
          </a:bodyPr>
          <a:lstStyle/>
          <a:p>
            <a:pPr algn="ctr"/>
            <a:r>
              <a:rPr lang="en-US" sz="900" dirty="0"/>
              <a:t>14579</a:t>
            </a:r>
          </a:p>
        </p:txBody>
      </p:sp>
      <p:sp>
        <p:nvSpPr>
          <p:cNvPr id="55" name="TextBox 54">
            <a:extLst>
              <a:ext uri="{FF2B5EF4-FFF2-40B4-BE49-F238E27FC236}">
                <a16:creationId xmlns:a16="http://schemas.microsoft.com/office/drawing/2014/main" id="{55ACBA57-F78A-DECD-F22E-DADA78FC20CD}"/>
              </a:ext>
            </a:extLst>
          </p:cNvPr>
          <p:cNvSpPr txBox="1"/>
          <p:nvPr/>
        </p:nvSpPr>
        <p:spPr>
          <a:xfrm>
            <a:off x="3640666" y="1903821"/>
            <a:ext cx="570089" cy="230832"/>
          </a:xfrm>
          <a:prstGeom prst="rect">
            <a:avLst/>
          </a:prstGeom>
          <a:noFill/>
        </p:spPr>
        <p:txBody>
          <a:bodyPr wrap="square" rtlCol="0">
            <a:spAutoFit/>
          </a:bodyPr>
          <a:lstStyle/>
          <a:p>
            <a:pPr algn="ctr"/>
            <a:r>
              <a:rPr lang="en-US" sz="900" dirty="0"/>
              <a:t>189</a:t>
            </a:r>
          </a:p>
        </p:txBody>
      </p:sp>
      <p:sp>
        <p:nvSpPr>
          <p:cNvPr id="56" name="TextBox 55">
            <a:extLst>
              <a:ext uri="{FF2B5EF4-FFF2-40B4-BE49-F238E27FC236}">
                <a16:creationId xmlns:a16="http://schemas.microsoft.com/office/drawing/2014/main" id="{30A5BA3F-F639-0AB1-CDDE-E00241929D7E}"/>
              </a:ext>
            </a:extLst>
          </p:cNvPr>
          <p:cNvSpPr txBox="1"/>
          <p:nvPr/>
        </p:nvSpPr>
        <p:spPr>
          <a:xfrm>
            <a:off x="4143022" y="1903821"/>
            <a:ext cx="570089" cy="230832"/>
          </a:xfrm>
          <a:prstGeom prst="rect">
            <a:avLst/>
          </a:prstGeom>
          <a:noFill/>
        </p:spPr>
        <p:txBody>
          <a:bodyPr wrap="square" rtlCol="0">
            <a:spAutoFit/>
          </a:bodyPr>
          <a:lstStyle/>
          <a:p>
            <a:pPr algn="ctr"/>
            <a:r>
              <a:rPr lang="en-US" sz="900" dirty="0"/>
              <a:t>4568</a:t>
            </a:r>
          </a:p>
        </p:txBody>
      </p:sp>
      <p:sp>
        <p:nvSpPr>
          <p:cNvPr id="57" name="TextBox 56">
            <a:extLst>
              <a:ext uri="{FF2B5EF4-FFF2-40B4-BE49-F238E27FC236}">
                <a16:creationId xmlns:a16="http://schemas.microsoft.com/office/drawing/2014/main" id="{2F3D371C-E842-5CC1-6180-F0970C0166E3}"/>
              </a:ext>
            </a:extLst>
          </p:cNvPr>
          <p:cNvSpPr txBox="1"/>
          <p:nvPr/>
        </p:nvSpPr>
        <p:spPr>
          <a:xfrm>
            <a:off x="4645378" y="1903821"/>
            <a:ext cx="570089" cy="369332"/>
          </a:xfrm>
          <a:prstGeom prst="rect">
            <a:avLst/>
          </a:prstGeom>
          <a:noFill/>
        </p:spPr>
        <p:txBody>
          <a:bodyPr wrap="square" rtlCol="0">
            <a:spAutoFit/>
          </a:bodyPr>
          <a:lstStyle/>
          <a:p>
            <a:pPr algn="ctr"/>
            <a:r>
              <a:rPr lang="en-US" sz="900" dirty="0"/>
              <a:t>1234569</a:t>
            </a:r>
          </a:p>
        </p:txBody>
      </p:sp>
      <p:sp>
        <p:nvSpPr>
          <p:cNvPr id="58" name="TextBox 57">
            <a:extLst>
              <a:ext uri="{FF2B5EF4-FFF2-40B4-BE49-F238E27FC236}">
                <a16:creationId xmlns:a16="http://schemas.microsoft.com/office/drawing/2014/main" id="{AADA4371-AC43-2775-1CA3-0E81CBD78A7E}"/>
              </a:ext>
            </a:extLst>
          </p:cNvPr>
          <p:cNvSpPr txBox="1"/>
          <p:nvPr/>
        </p:nvSpPr>
        <p:spPr>
          <a:xfrm>
            <a:off x="3138310" y="1903821"/>
            <a:ext cx="570089" cy="230832"/>
          </a:xfrm>
          <a:prstGeom prst="rect">
            <a:avLst/>
          </a:prstGeom>
          <a:noFill/>
        </p:spPr>
        <p:txBody>
          <a:bodyPr wrap="square" rtlCol="0">
            <a:spAutoFit/>
          </a:bodyPr>
          <a:lstStyle/>
          <a:p>
            <a:pPr algn="ctr"/>
            <a:r>
              <a:rPr lang="en-US" sz="900" dirty="0"/>
              <a:t>14589</a:t>
            </a:r>
          </a:p>
        </p:txBody>
      </p:sp>
      <p:sp>
        <p:nvSpPr>
          <p:cNvPr id="59" name="TextBox 58">
            <a:extLst>
              <a:ext uri="{FF2B5EF4-FFF2-40B4-BE49-F238E27FC236}">
                <a16:creationId xmlns:a16="http://schemas.microsoft.com/office/drawing/2014/main" id="{F307B900-3FDE-19E7-7F18-670237AA0B70}"/>
              </a:ext>
            </a:extLst>
          </p:cNvPr>
          <p:cNvSpPr txBox="1"/>
          <p:nvPr/>
        </p:nvSpPr>
        <p:spPr>
          <a:xfrm>
            <a:off x="3138310" y="3907597"/>
            <a:ext cx="570089" cy="230832"/>
          </a:xfrm>
          <a:prstGeom prst="rect">
            <a:avLst/>
          </a:prstGeom>
          <a:noFill/>
        </p:spPr>
        <p:txBody>
          <a:bodyPr wrap="square" rtlCol="0">
            <a:spAutoFit/>
          </a:bodyPr>
          <a:lstStyle/>
          <a:p>
            <a:pPr algn="ctr"/>
            <a:r>
              <a:rPr lang="en-US" sz="900" dirty="0"/>
              <a:t>1578</a:t>
            </a:r>
          </a:p>
        </p:txBody>
      </p:sp>
      <p:sp>
        <p:nvSpPr>
          <p:cNvPr id="60" name="TextBox 59">
            <a:extLst>
              <a:ext uri="{FF2B5EF4-FFF2-40B4-BE49-F238E27FC236}">
                <a16:creationId xmlns:a16="http://schemas.microsoft.com/office/drawing/2014/main" id="{3D635BD8-8646-B49F-5C6A-4FE181494CE8}"/>
              </a:ext>
            </a:extLst>
          </p:cNvPr>
          <p:cNvSpPr txBox="1"/>
          <p:nvPr/>
        </p:nvSpPr>
        <p:spPr>
          <a:xfrm>
            <a:off x="3640666" y="4408541"/>
            <a:ext cx="570089" cy="230832"/>
          </a:xfrm>
          <a:prstGeom prst="rect">
            <a:avLst/>
          </a:prstGeom>
          <a:noFill/>
        </p:spPr>
        <p:txBody>
          <a:bodyPr wrap="square" rtlCol="0">
            <a:spAutoFit/>
          </a:bodyPr>
          <a:lstStyle/>
          <a:p>
            <a:pPr algn="ctr"/>
            <a:r>
              <a:rPr lang="en-US" sz="900" dirty="0"/>
              <a:t>1278</a:t>
            </a:r>
          </a:p>
        </p:txBody>
      </p:sp>
      <p:sp>
        <p:nvSpPr>
          <p:cNvPr id="61" name="TextBox 60">
            <a:extLst>
              <a:ext uri="{FF2B5EF4-FFF2-40B4-BE49-F238E27FC236}">
                <a16:creationId xmlns:a16="http://schemas.microsoft.com/office/drawing/2014/main" id="{4E13A780-4062-1C6D-83BD-B6491AA0C5FC}"/>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12578</a:t>
            </a:r>
          </a:p>
        </p:txBody>
      </p:sp>
      <p:sp>
        <p:nvSpPr>
          <p:cNvPr id="62" name="TextBox 61">
            <a:extLst>
              <a:ext uri="{FF2B5EF4-FFF2-40B4-BE49-F238E27FC236}">
                <a16:creationId xmlns:a16="http://schemas.microsoft.com/office/drawing/2014/main" id="{6462B7A2-A7C9-D071-A047-013DA6D2552C}"/>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3578</a:t>
            </a:r>
          </a:p>
        </p:txBody>
      </p:sp>
      <p:sp>
        <p:nvSpPr>
          <p:cNvPr id="63" name="TextBox 62">
            <a:extLst>
              <a:ext uri="{FF2B5EF4-FFF2-40B4-BE49-F238E27FC236}">
                <a16:creationId xmlns:a16="http://schemas.microsoft.com/office/drawing/2014/main" id="{CC2C4511-DA4E-9E75-DA79-60C5272E3E3E}"/>
              </a:ext>
            </a:extLst>
          </p:cNvPr>
          <p:cNvSpPr txBox="1"/>
          <p:nvPr/>
        </p:nvSpPr>
        <p:spPr>
          <a:xfrm>
            <a:off x="3138310" y="4909484"/>
            <a:ext cx="570089" cy="230832"/>
          </a:xfrm>
          <a:prstGeom prst="rect">
            <a:avLst/>
          </a:prstGeom>
          <a:noFill/>
        </p:spPr>
        <p:txBody>
          <a:bodyPr wrap="square" rtlCol="0">
            <a:spAutoFit/>
          </a:bodyPr>
          <a:lstStyle/>
          <a:p>
            <a:pPr algn="ctr"/>
            <a:r>
              <a:rPr lang="en-US" sz="900" dirty="0"/>
              <a:t>12578</a:t>
            </a:r>
          </a:p>
        </p:txBody>
      </p:sp>
      <p:sp>
        <p:nvSpPr>
          <p:cNvPr id="64" name="TextBox 63">
            <a:extLst>
              <a:ext uri="{FF2B5EF4-FFF2-40B4-BE49-F238E27FC236}">
                <a16:creationId xmlns:a16="http://schemas.microsoft.com/office/drawing/2014/main" id="{3E2DCD7B-9D24-3F26-2860-7BC2A2C142CE}"/>
              </a:ext>
            </a:extLst>
          </p:cNvPr>
          <p:cNvSpPr txBox="1"/>
          <p:nvPr/>
        </p:nvSpPr>
        <p:spPr>
          <a:xfrm>
            <a:off x="5650090" y="3907597"/>
            <a:ext cx="570089" cy="230832"/>
          </a:xfrm>
          <a:prstGeom prst="rect">
            <a:avLst/>
          </a:prstGeom>
          <a:noFill/>
        </p:spPr>
        <p:txBody>
          <a:bodyPr wrap="square" rtlCol="0">
            <a:spAutoFit/>
          </a:bodyPr>
          <a:lstStyle/>
          <a:p>
            <a:pPr algn="ctr"/>
            <a:r>
              <a:rPr lang="en-US" sz="900" dirty="0"/>
              <a:t>35789</a:t>
            </a:r>
          </a:p>
        </p:txBody>
      </p:sp>
      <p:sp>
        <p:nvSpPr>
          <p:cNvPr id="65" name="TextBox 64">
            <a:extLst>
              <a:ext uri="{FF2B5EF4-FFF2-40B4-BE49-F238E27FC236}">
                <a16:creationId xmlns:a16="http://schemas.microsoft.com/office/drawing/2014/main" id="{E4B8213C-9E1C-5379-45D6-D0BFE9B63A5E}"/>
              </a:ext>
            </a:extLst>
          </p:cNvPr>
          <p:cNvSpPr txBox="1"/>
          <p:nvPr/>
        </p:nvSpPr>
        <p:spPr>
          <a:xfrm>
            <a:off x="6152446" y="3907597"/>
            <a:ext cx="570089" cy="230832"/>
          </a:xfrm>
          <a:prstGeom prst="rect">
            <a:avLst/>
          </a:prstGeom>
          <a:noFill/>
        </p:spPr>
        <p:txBody>
          <a:bodyPr wrap="square" rtlCol="0">
            <a:spAutoFit/>
          </a:bodyPr>
          <a:lstStyle/>
          <a:p>
            <a:pPr algn="ctr"/>
            <a:r>
              <a:rPr lang="en-US" sz="900" dirty="0"/>
              <a:t>15679</a:t>
            </a:r>
          </a:p>
        </p:txBody>
      </p:sp>
      <p:sp>
        <p:nvSpPr>
          <p:cNvPr id="66" name="TextBox 65">
            <a:extLst>
              <a:ext uri="{FF2B5EF4-FFF2-40B4-BE49-F238E27FC236}">
                <a16:creationId xmlns:a16="http://schemas.microsoft.com/office/drawing/2014/main" id="{6EC2B506-08B7-1BEA-947F-5F56E64EFCDE}"/>
              </a:ext>
            </a:extLst>
          </p:cNvPr>
          <p:cNvSpPr txBox="1"/>
          <p:nvPr/>
        </p:nvSpPr>
        <p:spPr>
          <a:xfrm>
            <a:off x="6654802" y="3907597"/>
            <a:ext cx="570089" cy="230832"/>
          </a:xfrm>
          <a:prstGeom prst="rect">
            <a:avLst/>
          </a:prstGeom>
          <a:noFill/>
        </p:spPr>
        <p:txBody>
          <a:bodyPr wrap="square" rtlCol="0">
            <a:spAutoFit/>
          </a:bodyPr>
          <a:lstStyle/>
          <a:p>
            <a:pPr algn="ctr"/>
            <a:r>
              <a:rPr lang="en-US" sz="900" dirty="0"/>
              <a:t>35678</a:t>
            </a:r>
          </a:p>
        </p:txBody>
      </p:sp>
      <p:sp>
        <p:nvSpPr>
          <p:cNvPr id="67" name="TextBox 66">
            <a:extLst>
              <a:ext uri="{FF2B5EF4-FFF2-40B4-BE49-F238E27FC236}">
                <a16:creationId xmlns:a16="http://schemas.microsoft.com/office/drawing/2014/main" id="{EF4532A1-3ADE-2435-A59D-F229BA98C04D}"/>
              </a:ext>
            </a:extLst>
          </p:cNvPr>
          <p:cNvSpPr txBox="1"/>
          <p:nvPr/>
        </p:nvSpPr>
        <p:spPr>
          <a:xfrm>
            <a:off x="7157158" y="3907597"/>
            <a:ext cx="570089" cy="230832"/>
          </a:xfrm>
          <a:prstGeom prst="rect">
            <a:avLst/>
          </a:prstGeom>
          <a:noFill/>
        </p:spPr>
        <p:txBody>
          <a:bodyPr wrap="square" rtlCol="0">
            <a:spAutoFit/>
          </a:bodyPr>
          <a:lstStyle/>
          <a:p>
            <a:pPr algn="ctr"/>
            <a:r>
              <a:rPr lang="en-US" sz="900" dirty="0"/>
              <a:t>135679</a:t>
            </a:r>
          </a:p>
        </p:txBody>
      </p:sp>
      <p:sp>
        <p:nvSpPr>
          <p:cNvPr id="68" name="TextBox 67">
            <a:extLst>
              <a:ext uri="{FF2B5EF4-FFF2-40B4-BE49-F238E27FC236}">
                <a16:creationId xmlns:a16="http://schemas.microsoft.com/office/drawing/2014/main" id="{D8CE21B0-B772-30BC-EBBA-7D25195DB229}"/>
              </a:ext>
            </a:extLst>
          </p:cNvPr>
          <p:cNvSpPr txBox="1"/>
          <p:nvPr/>
        </p:nvSpPr>
        <p:spPr>
          <a:xfrm>
            <a:off x="6152446" y="4408541"/>
            <a:ext cx="570089" cy="230832"/>
          </a:xfrm>
          <a:prstGeom prst="rect">
            <a:avLst/>
          </a:prstGeom>
          <a:noFill/>
        </p:spPr>
        <p:txBody>
          <a:bodyPr wrap="square" rtlCol="0">
            <a:spAutoFit/>
          </a:bodyPr>
          <a:lstStyle/>
          <a:p>
            <a:pPr algn="ctr"/>
            <a:r>
              <a:rPr lang="en-US" sz="900" dirty="0"/>
              <a:t>1457</a:t>
            </a:r>
          </a:p>
        </p:txBody>
      </p:sp>
      <p:sp>
        <p:nvSpPr>
          <p:cNvPr id="69" name="TextBox 68">
            <a:extLst>
              <a:ext uri="{FF2B5EF4-FFF2-40B4-BE49-F238E27FC236}">
                <a16:creationId xmlns:a16="http://schemas.microsoft.com/office/drawing/2014/main" id="{5A021EBA-D9CE-8C7F-F409-8512A64DCAD9}"/>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234578</a:t>
            </a:r>
          </a:p>
        </p:txBody>
      </p:sp>
      <p:sp>
        <p:nvSpPr>
          <p:cNvPr id="70" name="TextBox 69">
            <a:extLst>
              <a:ext uri="{FF2B5EF4-FFF2-40B4-BE49-F238E27FC236}">
                <a16:creationId xmlns:a16="http://schemas.microsoft.com/office/drawing/2014/main" id="{30B16622-302D-0425-0CD5-663CAB5472DE}"/>
              </a:ext>
            </a:extLst>
          </p:cNvPr>
          <p:cNvSpPr txBox="1"/>
          <p:nvPr/>
        </p:nvSpPr>
        <p:spPr>
          <a:xfrm>
            <a:off x="7157158" y="4408541"/>
            <a:ext cx="570089" cy="230832"/>
          </a:xfrm>
          <a:prstGeom prst="rect">
            <a:avLst/>
          </a:prstGeom>
          <a:noFill/>
        </p:spPr>
        <p:txBody>
          <a:bodyPr wrap="square" rtlCol="0">
            <a:spAutoFit/>
          </a:bodyPr>
          <a:lstStyle/>
          <a:p>
            <a:pPr algn="ctr"/>
            <a:r>
              <a:rPr lang="en-US" sz="900" dirty="0"/>
              <a:t>13457</a:t>
            </a:r>
          </a:p>
        </p:txBody>
      </p:sp>
      <p:sp>
        <p:nvSpPr>
          <p:cNvPr id="71" name="TextBox 70">
            <a:extLst>
              <a:ext uri="{FF2B5EF4-FFF2-40B4-BE49-F238E27FC236}">
                <a16:creationId xmlns:a16="http://schemas.microsoft.com/office/drawing/2014/main" id="{7B7DC3C6-300D-EB32-D399-FA3C0346D699}"/>
              </a:ext>
            </a:extLst>
          </p:cNvPr>
          <p:cNvSpPr txBox="1"/>
          <p:nvPr/>
        </p:nvSpPr>
        <p:spPr>
          <a:xfrm>
            <a:off x="6152446" y="4909484"/>
            <a:ext cx="570089" cy="230832"/>
          </a:xfrm>
          <a:prstGeom prst="rect">
            <a:avLst/>
          </a:prstGeom>
          <a:noFill/>
        </p:spPr>
        <p:txBody>
          <a:bodyPr wrap="square" rtlCol="0">
            <a:spAutoFit/>
          </a:bodyPr>
          <a:lstStyle/>
          <a:p>
            <a:pPr algn="ctr"/>
            <a:r>
              <a:rPr lang="en-US" sz="900" dirty="0"/>
              <a:t>14579</a:t>
            </a:r>
          </a:p>
        </p:txBody>
      </p:sp>
      <p:sp>
        <p:nvSpPr>
          <p:cNvPr id="72" name="TextBox 71">
            <a:extLst>
              <a:ext uri="{FF2B5EF4-FFF2-40B4-BE49-F238E27FC236}">
                <a16:creationId xmlns:a16="http://schemas.microsoft.com/office/drawing/2014/main" id="{680262E6-2380-183B-5B3C-4D9D774BD56C}"/>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234578</a:t>
            </a:r>
          </a:p>
        </p:txBody>
      </p:sp>
      <p:sp>
        <p:nvSpPr>
          <p:cNvPr id="73" name="TextBox 72">
            <a:extLst>
              <a:ext uri="{FF2B5EF4-FFF2-40B4-BE49-F238E27FC236}">
                <a16:creationId xmlns:a16="http://schemas.microsoft.com/office/drawing/2014/main" id="{79D2E96E-4084-F35F-35ED-72A26781ED94}"/>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134579</a:t>
            </a:r>
          </a:p>
        </p:txBody>
      </p:sp>
      <p:sp>
        <p:nvSpPr>
          <p:cNvPr id="74" name="TextBox 73">
            <a:extLst>
              <a:ext uri="{FF2B5EF4-FFF2-40B4-BE49-F238E27FC236}">
                <a16:creationId xmlns:a16="http://schemas.microsoft.com/office/drawing/2014/main" id="{19253D8C-46C0-FEFA-43FB-F89A2F1D3B09}"/>
              </a:ext>
            </a:extLst>
          </p:cNvPr>
          <p:cNvSpPr txBox="1"/>
          <p:nvPr/>
        </p:nvSpPr>
        <p:spPr>
          <a:xfrm>
            <a:off x="4645378" y="4909484"/>
            <a:ext cx="570089" cy="230832"/>
          </a:xfrm>
          <a:prstGeom prst="rect">
            <a:avLst/>
          </a:prstGeom>
          <a:noFill/>
        </p:spPr>
        <p:txBody>
          <a:bodyPr wrap="square" rtlCol="0">
            <a:spAutoFit/>
          </a:bodyPr>
          <a:lstStyle/>
          <a:p>
            <a:pPr algn="ctr"/>
            <a:r>
              <a:rPr lang="en-US" sz="900" dirty="0"/>
              <a:t>134579</a:t>
            </a:r>
          </a:p>
        </p:txBody>
      </p:sp>
      <p:sp>
        <p:nvSpPr>
          <p:cNvPr id="75" name="TextBox 74">
            <a:extLst>
              <a:ext uri="{FF2B5EF4-FFF2-40B4-BE49-F238E27FC236}">
                <a16:creationId xmlns:a16="http://schemas.microsoft.com/office/drawing/2014/main" id="{B8EE0E6C-5A7D-6999-7336-ED858F971EC2}"/>
              </a:ext>
            </a:extLst>
          </p:cNvPr>
          <p:cNvSpPr txBox="1"/>
          <p:nvPr/>
        </p:nvSpPr>
        <p:spPr>
          <a:xfrm>
            <a:off x="5147734" y="4909484"/>
            <a:ext cx="570089" cy="230832"/>
          </a:xfrm>
          <a:prstGeom prst="rect">
            <a:avLst/>
          </a:prstGeom>
          <a:noFill/>
        </p:spPr>
        <p:txBody>
          <a:bodyPr wrap="square" rtlCol="0">
            <a:spAutoFit/>
          </a:bodyPr>
          <a:lstStyle/>
          <a:p>
            <a:pPr algn="ctr"/>
            <a:r>
              <a:rPr lang="en-US" sz="900" dirty="0"/>
              <a:t>134589</a:t>
            </a:r>
          </a:p>
        </p:txBody>
      </p:sp>
      <p:sp>
        <p:nvSpPr>
          <p:cNvPr id="76" name="TextBox 75">
            <a:extLst>
              <a:ext uri="{FF2B5EF4-FFF2-40B4-BE49-F238E27FC236}">
                <a16:creationId xmlns:a16="http://schemas.microsoft.com/office/drawing/2014/main" id="{79F4BA10-74A7-39D4-6AFF-EB55490FF657}"/>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345789</a:t>
            </a:r>
          </a:p>
        </p:txBody>
      </p:sp>
      <p:sp>
        <p:nvSpPr>
          <p:cNvPr id="77" name="TextBox 76">
            <a:extLst>
              <a:ext uri="{FF2B5EF4-FFF2-40B4-BE49-F238E27FC236}">
                <a16:creationId xmlns:a16="http://schemas.microsoft.com/office/drawing/2014/main" id="{6AA839D1-1444-B75D-DB6A-64F9773B24E1}"/>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A992DA11-83E1-E7A7-614E-7E2F3AA581D1}"/>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C98812EB-2E58-C13B-F32C-0A6057474961}"/>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DA23F461-7445-D9B9-105F-7D1B65C906E0}"/>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514582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53FB3-68B7-3B39-7789-2051324DA77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BAE13F-A376-6B8C-0256-9BA47A0D3033}"/>
              </a:ext>
            </a:extLst>
          </p:cNvPr>
          <p:cNvSpPr>
            <a:spLocks noGrp="1"/>
          </p:cNvSpPr>
          <p:nvPr>
            <p:ph sz="half" idx="1"/>
          </p:nvPr>
        </p:nvSpPr>
        <p:spPr/>
        <p:txBody>
          <a:bodyPr/>
          <a:lstStyle/>
          <a:p>
            <a:r>
              <a:rPr lang="en-US" dirty="0"/>
              <a:t>In the bottom center block, 3 is in Column 6.</a:t>
            </a:r>
          </a:p>
        </p:txBody>
      </p:sp>
      <p:pic>
        <p:nvPicPr>
          <p:cNvPr id="4" name="Picture 3" descr="A grid of sudoku puzzle&#10;&#10;Description automatically generated">
            <a:extLst>
              <a:ext uri="{FF2B5EF4-FFF2-40B4-BE49-F238E27FC236}">
                <a16:creationId xmlns:a16="http://schemas.microsoft.com/office/drawing/2014/main" id="{2109888A-3A00-52B7-2693-51E2EF8E4B1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E5B0719-8B3C-F57F-2399-A1BDA12B43A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2300169-F69B-D0A7-412A-2909F9DA6A0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784CE8C-5044-7847-98B4-8CAB73389AE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CC4BD73-14A2-095C-4E3E-341493948C27}"/>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8" name="TextBox 7">
            <a:extLst>
              <a:ext uri="{FF2B5EF4-FFF2-40B4-BE49-F238E27FC236}">
                <a16:creationId xmlns:a16="http://schemas.microsoft.com/office/drawing/2014/main" id="{D8A7604C-21A7-A326-E154-8D063312B6CA}"/>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10" name="TextBox 9">
            <a:extLst>
              <a:ext uri="{FF2B5EF4-FFF2-40B4-BE49-F238E27FC236}">
                <a16:creationId xmlns:a16="http://schemas.microsoft.com/office/drawing/2014/main" id="{016FF606-5C9C-DD6F-867C-93BA30AEF34D}"/>
              </a:ext>
            </a:extLst>
          </p:cNvPr>
          <p:cNvSpPr txBox="1"/>
          <p:nvPr/>
        </p:nvSpPr>
        <p:spPr>
          <a:xfrm>
            <a:off x="5650090" y="1402877"/>
            <a:ext cx="570089" cy="230832"/>
          </a:xfrm>
          <a:prstGeom prst="rect">
            <a:avLst/>
          </a:prstGeom>
          <a:noFill/>
        </p:spPr>
        <p:txBody>
          <a:bodyPr wrap="square" rtlCol="0">
            <a:spAutoFit/>
          </a:bodyPr>
          <a:lstStyle/>
          <a:p>
            <a:pPr algn="ctr"/>
            <a:r>
              <a:rPr lang="en-US" sz="900" dirty="0"/>
              <a:t>49</a:t>
            </a:r>
          </a:p>
        </p:txBody>
      </p:sp>
      <p:sp>
        <p:nvSpPr>
          <p:cNvPr id="12" name="TextBox 11">
            <a:extLst>
              <a:ext uri="{FF2B5EF4-FFF2-40B4-BE49-F238E27FC236}">
                <a16:creationId xmlns:a16="http://schemas.microsoft.com/office/drawing/2014/main" id="{B205FB3F-013D-904C-056B-A4FC96556C15}"/>
              </a:ext>
            </a:extLst>
          </p:cNvPr>
          <p:cNvSpPr txBox="1"/>
          <p:nvPr/>
        </p:nvSpPr>
        <p:spPr>
          <a:xfrm>
            <a:off x="6654802" y="1402877"/>
            <a:ext cx="570089" cy="230832"/>
          </a:xfrm>
          <a:prstGeom prst="rect">
            <a:avLst/>
          </a:prstGeom>
          <a:noFill/>
        </p:spPr>
        <p:txBody>
          <a:bodyPr wrap="square" rtlCol="0">
            <a:spAutoFit/>
          </a:bodyPr>
          <a:lstStyle/>
          <a:p>
            <a:pPr algn="ctr"/>
            <a:r>
              <a:rPr lang="en-US" sz="900" dirty="0"/>
              <a:t>37</a:t>
            </a:r>
          </a:p>
        </p:txBody>
      </p:sp>
      <p:sp>
        <p:nvSpPr>
          <p:cNvPr id="13" name="TextBox 12">
            <a:extLst>
              <a:ext uri="{FF2B5EF4-FFF2-40B4-BE49-F238E27FC236}">
                <a16:creationId xmlns:a16="http://schemas.microsoft.com/office/drawing/2014/main" id="{F8A0D390-5E3E-A7A9-1E98-A4C3295F5992}"/>
              </a:ext>
            </a:extLst>
          </p:cNvPr>
          <p:cNvSpPr txBox="1"/>
          <p:nvPr/>
        </p:nvSpPr>
        <p:spPr>
          <a:xfrm>
            <a:off x="5650090" y="1903821"/>
            <a:ext cx="570089" cy="230832"/>
          </a:xfrm>
          <a:prstGeom prst="rect">
            <a:avLst/>
          </a:prstGeom>
          <a:noFill/>
        </p:spPr>
        <p:txBody>
          <a:bodyPr wrap="square" rtlCol="0">
            <a:spAutoFit/>
          </a:bodyPr>
          <a:lstStyle/>
          <a:p>
            <a:pPr algn="ctr"/>
            <a:r>
              <a:rPr lang="en-US" sz="900" dirty="0"/>
              <a:t>28</a:t>
            </a:r>
          </a:p>
        </p:txBody>
      </p:sp>
      <p:sp>
        <p:nvSpPr>
          <p:cNvPr id="14" name="TextBox 13">
            <a:extLst>
              <a:ext uri="{FF2B5EF4-FFF2-40B4-BE49-F238E27FC236}">
                <a16:creationId xmlns:a16="http://schemas.microsoft.com/office/drawing/2014/main" id="{7BF7A581-AC54-AFD9-3402-FF837DA153E6}"/>
              </a:ext>
            </a:extLst>
          </p:cNvPr>
          <p:cNvSpPr txBox="1"/>
          <p:nvPr/>
        </p:nvSpPr>
        <p:spPr>
          <a:xfrm>
            <a:off x="6152446" y="1903821"/>
            <a:ext cx="570089" cy="230832"/>
          </a:xfrm>
          <a:prstGeom prst="rect">
            <a:avLst/>
          </a:prstGeom>
          <a:noFill/>
        </p:spPr>
        <p:txBody>
          <a:bodyPr wrap="square" rtlCol="0">
            <a:spAutoFit/>
          </a:bodyPr>
          <a:lstStyle/>
          <a:p>
            <a:pPr algn="ctr"/>
            <a:r>
              <a:rPr lang="en-US" sz="900" dirty="0"/>
              <a:t>15</a:t>
            </a:r>
          </a:p>
        </p:txBody>
      </p:sp>
      <p:sp>
        <p:nvSpPr>
          <p:cNvPr id="15" name="TextBox 14">
            <a:extLst>
              <a:ext uri="{FF2B5EF4-FFF2-40B4-BE49-F238E27FC236}">
                <a16:creationId xmlns:a16="http://schemas.microsoft.com/office/drawing/2014/main" id="{F0B4DE5F-E217-D1F4-7B33-D7C7F31FA8CA}"/>
              </a:ext>
            </a:extLst>
          </p:cNvPr>
          <p:cNvSpPr txBox="1"/>
          <p:nvPr/>
        </p:nvSpPr>
        <p:spPr>
          <a:xfrm>
            <a:off x="6654802" y="1903821"/>
            <a:ext cx="570089" cy="230832"/>
          </a:xfrm>
          <a:prstGeom prst="rect">
            <a:avLst/>
          </a:prstGeom>
          <a:noFill/>
        </p:spPr>
        <p:txBody>
          <a:bodyPr wrap="square" rtlCol="0">
            <a:spAutoFit/>
          </a:bodyPr>
          <a:lstStyle/>
          <a:p>
            <a:pPr algn="ctr"/>
            <a:r>
              <a:rPr lang="en-US" sz="900" dirty="0"/>
              <a:t>46</a:t>
            </a:r>
          </a:p>
        </p:txBody>
      </p:sp>
      <p:sp>
        <p:nvSpPr>
          <p:cNvPr id="16" name="TextBox 15">
            <a:extLst>
              <a:ext uri="{FF2B5EF4-FFF2-40B4-BE49-F238E27FC236}">
                <a16:creationId xmlns:a16="http://schemas.microsoft.com/office/drawing/2014/main" id="{57D21C02-57F1-0D8A-5DD6-6731ACF7C56F}"/>
              </a:ext>
            </a:extLst>
          </p:cNvPr>
          <p:cNvSpPr txBox="1"/>
          <p:nvPr/>
        </p:nvSpPr>
        <p:spPr>
          <a:xfrm>
            <a:off x="4645378" y="2404765"/>
            <a:ext cx="570089" cy="230832"/>
          </a:xfrm>
          <a:prstGeom prst="rect">
            <a:avLst/>
          </a:prstGeom>
          <a:noFill/>
        </p:spPr>
        <p:txBody>
          <a:bodyPr wrap="square" rtlCol="0">
            <a:spAutoFit/>
          </a:bodyPr>
          <a:lstStyle/>
          <a:p>
            <a:pPr algn="ctr"/>
            <a:r>
              <a:rPr lang="en-US" sz="900" dirty="0"/>
              <a:t>34</a:t>
            </a:r>
          </a:p>
        </p:txBody>
      </p:sp>
      <p:sp>
        <p:nvSpPr>
          <p:cNvPr id="17" name="TextBox 16">
            <a:extLst>
              <a:ext uri="{FF2B5EF4-FFF2-40B4-BE49-F238E27FC236}">
                <a16:creationId xmlns:a16="http://schemas.microsoft.com/office/drawing/2014/main" id="{6AD34EEE-F0B1-8445-CAE5-E8F5438B18EC}"/>
              </a:ext>
            </a:extLst>
          </p:cNvPr>
          <p:cNvSpPr txBox="1"/>
          <p:nvPr/>
        </p:nvSpPr>
        <p:spPr>
          <a:xfrm>
            <a:off x="5147734" y="2404765"/>
            <a:ext cx="570089" cy="230832"/>
          </a:xfrm>
          <a:prstGeom prst="rect">
            <a:avLst/>
          </a:prstGeom>
          <a:noFill/>
        </p:spPr>
        <p:txBody>
          <a:bodyPr wrap="square" rtlCol="0">
            <a:spAutoFit/>
          </a:bodyPr>
          <a:lstStyle/>
          <a:p>
            <a:pPr algn="ctr"/>
            <a:r>
              <a:rPr lang="en-US" sz="900" dirty="0"/>
              <a:t>43</a:t>
            </a:r>
          </a:p>
        </p:txBody>
      </p:sp>
      <p:sp>
        <p:nvSpPr>
          <p:cNvPr id="25" name="TextBox 24">
            <a:extLst>
              <a:ext uri="{FF2B5EF4-FFF2-40B4-BE49-F238E27FC236}">
                <a16:creationId xmlns:a16="http://schemas.microsoft.com/office/drawing/2014/main" id="{957D889C-99AC-B6B8-56A3-3564A75F1D76}"/>
              </a:ext>
            </a:extLst>
          </p:cNvPr>
          <p:cNvSpPr txBox="1"/>
          <p:nvPr/>
        </p:nvSpPr>
        <p:spPr>
          <a:xfrm>
            <a:off x="4143022" y="3907597"/>
            <a:ext cx="570089" cy="230832"/>
          </a:xfrm>
          <a:prstGeom prst="rect">
            <a:avLst/>
          </a:prstGeom>
          <a:noFill/>
        </p:spPr>
        <p:txBody>
          <a:bodyPr wrap="square" rtlCol="0">
            <a:spAutoFit/>
          </a:bodyPr>
          <a:lstStyle/>
          <a:p>
            <a:pPr algn="ctr"/>
            <a:r>
              <a:rPr lang="en-US" sz="900" dirty="0"/>
              <a:t>37</a:t>
            </a:r>
          </a:p>
        </p:txBody>
      </p:sp>
      <p:sp>
        <p:nvSpPr>
          <p:cNvPr id="26" name="TextBox 25">
            <a:extLst>
              <a:ext uri="{FF2B5EF4-FFF2-40B4-BE49-F238E27FC236}">
                <a16:creationId xmlns:a16="http://schemas.microsoft.com/office/drawing/2014/main" id="{1B71272D-0FFF-A88F-AEEF-01F565614428}"/>
              </a:ext>
            </a:extLst>
          </p:cNvPr>
          <p:cNvSpPr txBox="1"/>
          <p:nvPr/>
        </p:nvSpPr>
        <p:spPr>
          <a:xfrm>
            <a:off x="4645378" y="390759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60CD0B4C-38F0-5301-4702-C6CA52D90CAC}"/>
              </a:ext>
            </a:extLst>
          </p:cNvPr>
          <p:cNvSpPr txBox="1"/>
          <p:nvPr/>
        </p:nvSpPr>
        <p:spPr>
          <a:xfrm>
            <a:off x="5147734" y="3907597"/>
            <a:ext cx="570089" cy="230832"/>
          </a:xfrm>
          <a:prstGeom prst="rect">
            <a:avLst/>
          </a:prstGeom>
          <a:noFill/>
        </p:spPr>
        <p:txBody>
          <a:bodyPr wrap="square" rtlCol="0">
            <a:spAutoFit/>
          </a:bodyPr>
          <a:lstStyle/>
          <a:p>
            <a:pPr algn="ctr"/>
            <a:r>
              <a:rPr lang="en-US" sz="900" dirty="0"/>
              <a:t>28</a:t>
            </a:r>
          </a:p>
        </p:txBody>
      </p:sp>
      <p:sp>
        <p:nvSpPr>
          <p:cNvPr id="28" name="TextBox 27">
            <a:extLst>
              <a:ext uri="{FF2B5EF4-FFF2-40B4-BE49-F238E27FC236}">
                <a16:creationId xmlns:a16="http://schemas.microsoft.com/office/drawing/2014/main" id="{21C38A33-94AC-9A39-AD12-17CA89B6EE0E}"/>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5FB1C917-CB59-76AB-84FD-F339F51AAAEF}"/>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2111105A-8CB3-EE88-F116-195AEA6AD667}"/>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557FE945-E3AB-FC92-07E0-FDDE74D96BFE}"/>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98F69844-EC41-3C7C-824B-016468C803A6}"/>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D58BCD2B-96C4-82AE-C7D6-D60B49D6BC78}"/>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12C3153E-F1F9-096C-B65A-E1D0D56E1D44}"/>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25A1E37E-5CB4-7969-F465-1268C515DB2F}"/>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5E37B038-F6D7-1401-ABF0-C0DA7D6AB0FE}"/>
              </a:ext>
            </a:extLst>
          </p:cNvPr>
          <p:cNvSpPr txBox="1"/>
          <p:nvPr/>
        </p:nvSpPr>
        <p:spPr>
          <a:xfrm>
            <a:off x="3640666" y="3406653"/>
            <a:ext cx="570089" cy="230832"/>
          </a:xfrm>
          <a:prstGeom prst="rect">
            <a:avLst/>
          </a:prstGeom>
          <a:noFill/>
        </p:spPr>
        <p:txBody>
          <a:bodyPr wrap="square" rtlCol="0">
            <a:spAutoFit/>
          </a:bodyPr>
          <a:lstStyle/>
          <a:p>
            <a:pPr algn="ctr"/>
            <a:r>
              <a:rPr lang="en-US" sz="900" dirty="0"/>
              <a:t>279</a:t>
            </a:r>
          </a:p>
        </p:txBody>
      </p:sp>
      <p:sp>
        <p:nvSpPr>
          <p:cNvPr id="23" name="TextBox 22">
            <a:extLst>
              <a:ext uri="{FF2B5EF4-FFF2-40B4-BE49-F238E27FC236}">
                <a16:creationId xmlns:a16="http://schemas.microsoft.com/office/drawing/2014/main" id="{DF306A2C-92A2-E0B3-D3EC-376E738DD83C}"/>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A6B82745-7008-D96F-F8F7-69DE445A9607}"/>
              </a:ext>
            </a:extLst>
          </p:cNvPr>
          <p:cNvSpPr txBox="1"/>
          <p:nvPr/>
        </p:nvSpPr>
        <p:spPr>
          <a:xfrm>
            <a:off x="4645378" y="3406653"/>
            <a:ext cx="570089" cy="230832"/>
          </a:xfrm>
          <a:prstGeom prst="rect">
            <a:avLst/>
          </a:prstGeom>
          <a:noFill/>
        </p:spPr>
        <p:txBody>
          <a:bodyPr wrap="square" rtlCol="0">
            <a:spAutoFit/>
          </a:bodyPr>
          <a:lstStyle/>
          <a:p>
            <a:pPr algn="ctr"/>
            <a:r>
              <a:rPr lang="en-US" sz="900" dirty="0"/>
              <a:t>579</a:t>
            </a:r>
          </a:p>
        </p:txBody>
      </p:sp>
      <p:sp>
        <p:nvSpPr>
          <p:cNvPr id="34" name="TextBox 33">
            <a:extLst>
              <a:ext uri="{FF2B5EF4-FFF2-40B4-BE49-F238E27FC236}">
                <a16:creationId xmlns:a16="http://schemas.microsoft.com/office/drawing/2014/main" id="{FC5CB14D-D04B-5AC9-801A-7F158DD7E53E}"/>
              </a:ext>
            </a:extLst>
          </p:cNvPr>
          <p:cNvSpPr txBox="1"/>
          <p:nvPr/>
        </p:nvSpPr>
        <p:spPr>
          <a:xfrm>
            <a:off x="5147734" y="3406653"/>
            <a:ext cx="570089" cy="230832"/>
          </a:xfrm>
          <a:prstGeom prst="rect">
            <a:avLst/>
          </a:prstGeom>
          <a:noFill/>
        </p:spPr>
        <p:txBody>
          <a:bodyPr wrap="square" rtlCol="0">
            <a:spAutoFit/>
          </a:bodyPr>
          <a:lstStyle/>
          <a:p>
            <a:pPr algn="ctr"/>
            <a:r>
              <a:rPr lang="en-US" sz="900" dirty="0"/>
              <a:t>59</a:t>
            </a:r>
          </a:p>
        </p:txBody>
      </p:sp>
      <p:sp>
        <p:nvSpPr>
          <p:cNvPr id="35" name="TextBox 34">
            <a:extLst>
              <a:ext uri="{FF2B5EF4-FFF2-40B4-BE49-F238E27FC236}">
                <a16:creationId xmlns:a16="http://schemas.microsoft.com/office/drawing/2014/main" id="{7568021F-50BD-2BB8-DEFB-03970E41A1DF}"/>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2479</a:t>
            </a:r>
          </a:p>
        </p:txBody>
      </p:sp>
      <p:sp>
        <p:nvSpPr>
          <p:cNvPr id="36" name="TextBox 35">
            <a:extLst>
              <a:ext uri="{FF2B5EF4-FFF2-40B4-BE49-F238E27FC236}">
                <a16:creationId xmlns:a16="http://schemas.microsoft.com/office/drawing/2014/main" id="{1E6E6635-42CD-351E-956D-B53F181EC8A8}"/>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37" name="TextBox 36">
            <a:extLst>
              <a:ext uri="{FF2B5EF4-FFF2-40B4-BE49-F238E27FC236}">
                <a16:creationId xmlns:a16="http://schemas.microsoft.com/office/drawing/2014/main" id="{51437EA0-42CE-593A-962E-4AE0902F9D1B}"/>
              </a:ext>
            </a:extLst>
          </p:cNvPr>
          <p:cNvSpPr txBox="1"/>
          <p:nvPr/>
        </p:nvSpPr>
        <p:spPr>
          <a:xfrm>
            <a:off x="7157158" y="2404765"/>
            <a:ext cx="570089" cy="230832"/>
          </a:xfrm>
          <a:prstGeom prst="rect">
            <a:avLst/>
          </a:prstGeom>
          <a:noFill/>
        </p:spPr>
        <p:txBody>
          <a:bodyPr wrap="square" rtlCol="0">
            <a:spAutoFit/>
          </a:bodyPr>
          <a:lstStyle/>
          <a:p>
            <a:pPr algn="ctr"/>
            <a:r>
              <a:rPr lang="en-US" sz="900" dirty="0"/>
              <a:t>679</a:t>
            </a:r>
          </a:p>
        </p:txBody>
      </p:sp>
      <p:sp>
        <p:nvSpPr>
          <p:cNvPr id="38" name="TextBox 37">
            <a:extLst>
              <a:ext uri="{FF2B5EF4-FFF2-40B4-BE49-F238E27FC236}">
                <a16:creationId xmlns:a16="http://schemas.microsoft.com/office/drawing/2014/main" id="{EA447AC7-6F1F-7E3E-A693-4E5FE3E4BBF9}"/>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4579</a:t>
            </a:r>
          </a:p>
        </p:txBody>
      </p:sp>
      <p:sp>
        <p:nvSpPr>
          <p:cNvPr id="39" name="TextBox 38">
            <a:extLst>
              <a:ext uri="{FF2B5EF4-FFF2-40B4-BE49-F238E27FC236}">
                <a16:creationId xmlns:a16="http://schemas.microsoft.com/office/drawing/2014/main" id="{79EEC4FE-DEAF-41FD-2295-0F092034F17B}"/>
              </a:ext>
            </a:extLst>
          </p:cNvPr>
          <p:cNvSpPr txBox="1"/>
          <p:nvPr/>
        </p:nvSpPr>
        <p:spPr>
          <a:xfrm>
            <a:off x="6654802" y="2905709"/>
            <a:ext cx="570089" cy="230832"/>
          </a:xfrm>
          <a:prstGeom prst="rect">
            <a:avLst/>
          </a:prstGeom>
          <a:noFill/>
        </p:spPr>
        <p:txBody>
          <a:bodyPr wrap="square" rtlCol="0">
            <a:spAutoFit/>
          </a:bodyPr>
          <a:lstStyle/>
          <a:p>
            <a:pPr algn="ctr"/>
            <a:r>
              <a:rPr lang="en-US" sz="900" dirty="0"/>
              <a:t>457</a:t>
            </a:r>
          </a:p>
        </p:txBody>
      </p:sp>
      <p:sp>
        <p:nvSpPr>
          <p:cNvPr id="40" name="TextBox 39">
            <a:extLst>
              <a:ext uri="{FF2B5EF4-FFF2-40B4-BE49-F238E27FC236}">
                <a16:creationId xmlns:a16="http://schemas.microsoft.com/office/drawing/2014/main" id="{349F4816-58E7-6A41-8F59-9B54B7DF3303}"/>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4579</a:t>
            </a:r>
          </a:p>
        </p:txBody>
      </p:sp>
      <p:sp>
        <p:nvSpPr>
          <p:cNvPr id="41" name="TextBox 40">
            <a:extLst>
              <a:ext uri="{FF2B5EF4-FFF2-40B4-BE49-F238E27FC236}">
                <a16:creationId xmlns:a16="http://schemas.microsoft.com/office/drawing/2014/main" id="{09BDFAF8-D520-C67D-3A21-6E0016C72058}"/>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3EEA9E97-5837-7976-F2D2-FF07BFA810CD}"/>
              </a:ext>
            </a:extLst>
          </p:cNvPr>
          <p:cNvSpPr txBox="1"/>
          <p:nvPr/>
        </p:nvSpPr>
        <p:spPr>
          <a:xfrm>
            <a:off x="3138310" y="2404765"/>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B0CAE529-22FC-92F6-0D13-175B837E6CEA}"/>
              </a:ext>
            </a:extLst>
          </p:cNvPr>
          <p:cNvSpPr txBox="1"/>
          <p:nvPr/>
        </p:nvSpPr>
        <p:spPr>
          <a:xfrm>
            <a:off x="5147734" y="2905709"/>
            <a:ext cx="570089" cy="230832"/>
          </a:xfrm>
          <a:prstGeom prst="rect">
            <a:avLst/>
          </a:prstGeom>
          <a:noFill/>
        </p:spPr>
        <p:txBody>
          <a:bodyPr wrap="square" rtlCol="0">
            <a:spAutoFit/>
          </a:bodyPr>
          <a:lstStyle/>
          <a:p>
            <a:pPr algn="ctr"/>
            <a:r>
              <a:rPr lang="en-US" sz="900" dirty="0"/>
              <a:t>259</a:t>
            </a:r>
          </a:p>
        </p:txBody>
      </p:sp>
      <p:sp>
        <p:nvSpPr>
          <p:cNvPr id="44" name="TextBox 43">
            <a:extLst>
              <a:ext uri="{FF2B5EF4-FFF2-40B4-BE49-F238E27FC236}">
                <a16:creationId xmlns:a16="http://schemas.microsoft.com/office/drawing/2014/main" id="{C70D7395-070F-17BA-B319-78A789E6A8D8}"/>
              </a:ext>
            </a:extLst>
          </p:cNvPr>
          <p:cNvSpPr txBox="1"/>
          <p:nvPr/>
        </p:nvSpPr>
        <p:spPr>
          <a:xfrm>
            <a:off x="5650090" y="2905709"/>
            <a:ext cx="570089" cy="230832"/>
          </a:xfrm>
          <a:prstGeom prst="rect">
            <a:avLst/>
          </a:prstGeom>
          <a:noFill/>
        </p:spPr>
        <p:txBody>
          <a:bodyPr wrap="square" rtlCol="0">
            <a:spAutoFit/>
          </a:bodyPr>
          <a:lstStyle/>
          <a:p>
            <a:pPr algn="ctr"/>
            <a:r>
              <a:rPr lang="en-US" sz="900" dirty="0"/>
              <a:t>2579</a:t>
            </a:r>
          </a:p>
        </p:txBody>
      </p:sp>
      <p:sp>
        <p:nvSpPr>
          <p:cNvPr id="45" name="TextBox 44">
            <a:extLst>
              <a:ext uri="{FF2B5EF4-FFF2-40B4-BE49-F238E27FC236}">
                <a16:creationId xmlns:a16="http://schemas.microsoft.com/office/drawing/2014/main" id="{825B5B37-6195-DA66-B19F-6CC749F2FA87}"/>
              </a:ext>
            </a:extLst>
          </p:cNvPr>
          <p:cNvSpPr txBox="1"/>
          <p:nvPr/>
        </p:nvSpPr>
        <p:spPr>
          <a:xfrm>
            <a:off x="5147734" y="901933"/>
            <a:ext cx="570089" cy="230832"/>
          </a:xfrm>
          <a:prstGeom prst="rect">
            <a:avLst/>
          </a:prstGeom>
          <a:noFill/>
        </p:spPr>
        <p:txBody>
          <a:bodyPr wrap="square" rtlCol="0">
            <a:spAutoFit/>
          </a:bodyPr>
          <a:lstStyle/>
          <a:p>
            <a:pPr algn="ctr"/>
            <a:r>
              <a:rPr lang="en-US" sz="900" dirty="0"/>
              <a:t>14568</a:t>
            </a:r>
          </a:p>
        </p:txBody>
      </p:sp>
      <p:sp>
        <p:nvSpPr>
          <p:cNvPr id="46" name="TextBox 45">
            <a:extLst>
              <a:ext uri="{FF2B5EF4-FFF2-40B4-BE49-F238E27FC236}">
                <a16:creationId xmlns:a16="http://schemas.microsoft.com/office/drawing/2014/main" id="{CA6B705D-0AF8-7DED-8B28-AC7D5F873866}"/>
              </a:ext>
            </a:extLst>
          </p:cNvPr>
          <p:cNvSpPr txBox="1"/>
          <p:nvPr/>
        </p:nvSpPr>
        <p:spPr>
          <a:xfrm>
            <a:off x="5650090" y="901933"/>
            <a:ext cx="570089" cy="230832"/>
          </a:xfrm>
          <a:prstGeom prst="rect">
            <a:avLst/>
          </a:prstGeom>
          <a:noFill/>
        </p:spPr>
        <p:txBody>
          <a:bodyPr wrap="square" rtlCol="0">
            <a:spAutoFit/>
          </a:bodyPr>
          <a:lstStyle/>
          <a:p>
            <a:pPr algn="ctr"/>
            <a:r>
              <a:rPr lang="en-US" sz="900" dirty="0"/>
              <a:t>458</a:t>
            </a:r>
          </a:p>
        </p:txBody>
      </p:sp>
      <p:sp>
        <p:nvSpPr>
          <p:cNvPr id="47" name="TextBox 46">
            <a:extLst>
              <a:ext uri="{FF2B5EF4-FFF2-40B4-BE49-F238E27FC236}">
                <a16:creationId xmlns:a16="http://schemas.microsoft.com/office/drawing/2014/main" id="{393DE1A7-6324-9FCF-4950-A1E8F7FB993D}"/>
              </a:ext>
            </a:extLst>
          </p:cNvPr>
          <p:cNvSpPr txBox="1"/>
          <p:nvPr/>
        </p:nvSpPr>
        <p:spPr>
          <a:xfrm>
            <a:off x="6152446" y="901933"/>
            <a:ext cx="570089" cy="230832"/>
          </a:xfrm>
          <a:prstGeom prst="rect">
            <a:avLst/>
          </a:prstGeom>
          <a:noFill/>
        </p:spPr>
        <p:txBody>
          <a:bodyPr wrap="square" rtlCol="0">
            <a:spAutoFit/>
          </a:bodyPr>
          <a:lstStyle/>
          <a:p>
            <a:pPr algn="ctr"/>
            <a:r>
              <a:rPr lang="en-US" sz="900" dirty="0"/>
              <a:t>14567</a:t>
            </a:r>
          </a:p>
        </p:txBody>
      </p:sp>
      <p:sp>
        <p:nvSpPr>
          <p:cNvPr id="48" name="TextBox 47">
            <a:extLst>
              <a:ext uri="{FF2B5EF4-FFF2-40B4-BE49-F238E27FC236}">
                <a16:creationId xmlns:a16="http://schemas.microsoft.com/office/drawing/2014/main" id="{294FDCD8-FB45-B019-D5DC-1C92FA04D079}"/>
              </a:ext>
            </a:extLst>
          </p:cNvPr>
          <p:cNvSpPr txBox="1"/>
          <p:nvPr/>
        </p:nvSpPr>
        <p:spPr>
          <a:xfrm>
            <a:off x="7157158" y="901933"/>
            <a:ext cx="570089" cy="230832"/>
          </a:xfrm>
          <a:prstGeom prst="rect">
            <a:avLst/>
          </a:prstGeom>
          <a:noFill/>
        </p:spPr>
        <p:txBody>
          <a:bodyPr wrap="square" rtlCol="0">
            <a:spAutoFit/>
          </a:bodyPr>
          <a:lstStyle/>
          <a:p>
            <a:pPr algn="ctr"/>
            <a:r>
              <a:rPr lang="en-US" sz="900" dirty="0"/>
              <a:t>14567</a:t>
            </a:r>
          </a:p>
        </p:txBody>
      </p:sp>
      <p:sp>
        <p:nvSpPr>
          <p:cNvPr id="49" name="TextBox 48">
            <a:extLst>
              <a:ext uri="{FF2B5EF4-FFF2-40B4-BE49-F238E27FC236}">
                <a16:creationId xmlns:a16="http://schemas.microsoft.com/office/drawing/2014/main" id="{D86CBA36-3CC3-61E6-7CB7-EC13DE903A3D}"/>
              </a:ext>
            </a:extLst>
          </p:cNvPr>
          <p:cNvSpPr txBox="1"/>
          <p:nvPr/>
        </p:nvSpPr>
        <p:spPr>
          <a:xfrm>
            <a:off x="7157158" y="1903821"/>
            <a:ext cx="570089" cy="230832"/>
          </a:xfrm>
          <a:prstGeom prst="rect">
            <a:avLst/>
          </a:prstGeom>
          <a:noFill/>
        </p:spPr>
        <p:txBody>
          <a:bodyPr wrap="square" rtlCol="0">
            <a:spAutoFit/>
          </a:bodyPr>
          <a:lstStyle/>
          <a:p>
            <a:pPr algn="ctr"/>
            <a:r>
              <a:rPr lang="en-US" sz="900" dirty="0"/>
              <a:t>13456</a:t>
            </a:r>
          </a:p>
        </p:txBody>
      </p:sp>
      <p:sp>
        <p:nvSpPr>
          <p:cNvPr id="50" name="TextBox 49">
            <a:extLst>
              <a:ext uri="{FF2B5EF4-FFF2-40B4-BE49-F238E27FC236}">
                <a16:creationId xmlns:a16="http://schemas.microsoft.com/office/drawing/2014/main" id="{EE95A7F5-5F50-6D4E-ECC2-9DA7CC61460E}"/>
              </a:ext>
            </a:extLst>
          </p:cNvPr>
          <p:cNvSpPr txBox="1"/>
          <p:nvPr/>
        </p:nvSpPr>
        <p:spPr>
          <a:xfrm>
            <a:off x="3640666" y="1402877"/>
            <a:ext cx="570089" cy="230832"/>
          </a:xfrm>
          <a:prstGeom prst="rect">
            <a:avLst/>
          </a:prstGeom>
          <a:noFill/>
        </p:spPr>
        <p:txBody>
          <a:bodyPr wrap="square" rtlCol="0">
            <a:spAutoFit/>
          </a:bodyPr>
          <a:lstStyle/>
          <a:p>
            <a:pPr algn="ctr"/>
            <a:r>
              <a:rPr lang="en-US" sz="900" dirty="0"/>
              <a:t>179</a:t>
            </a:r>
          </a:p>
        </p:txBody>
      </p:sp>
      <p:sp>
        <p:nvSpPr>
          <p:cNvPr id="51" name="TextBox 50">
            <a:extLst>
              <a:ext uri="{FF2B5EF4-FFF2-40B4-BE49-F238E27FC236}">
                <a16:creationId xmlns:a16="http://schemas.microsoft.com/office/drawing/2014/main" id="{9AA84058-49E2-C3D5-ADF4-0F96602729C3}"/>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4567</a:t>
            </a:r>
          </a:p>
        </p:txBody>
      </p:sp>
      <p:sp>
        <p:nvSpPr>
          <p:cNvPr id="52" name="TextBox 51">
            <a:extLst>
              <a:ext uri="{FF2B5EF4-FFF2-40B4-BE49-F238E27FC236}">
                <a16:creationId xmlns:a16="http://schemas.microsoft.com/office/drawing/2014/main" id="{C16EE865-6698-AF0F-7484-1B781BE9F7F6}"/>
              </a:ext>
            </a:extLst>
          </p:cNvPr>
          <p:cNvSpPr txBox="1"/>
          <p:nvPr/>
        </p:nvSpPr>
        <p:spPr>
          <a:xfrm>
            <a:off x="4645378" y="1402877"/>
            <a:ext cx="570089" cy="230832"/>
          </a:xfrm>
          <a:prstGeom prst="rect">
            <a:avLst/>
          </a:prstGeom>
          <a:noFill/>
        </p:spPr>
        <p:txBody>
          <a:bodyPr wrap="square" rtlCol="0">
            <a:spAutoFit/>
          </a:bodyPr>
          <a:lstStyle/>
          <a:p>
            <a:pPr algn="ctr"/>
            <a:r>
              <a:rPr lang="en-US" sz="900" dirty="0"/>
              <a:t>134569</a:t>
            </a:r>
          </a:p>
        </p:txBody>
      </p:sp>
      <p:sp>
        <p:nvSpPr>
          <p:cNvPr id="53" name="TextBox 52">
            <a:extLst>
              <a:ext uri="{FF2B5EF4-FFF2-40B4-BE49-F238E27FC236}">
                <a16:creationId xmlns:a16="http://schemas.microsoft.com/office/drawing/2014/main" id="{C9F074CF-BE04-9395-E83C-F98C6126F831}"/>
              </a:ext>
            </a:extLst>
          </p:cNvPr>
          <p:cNvSpPr txBox="1"/>
          <p:nvPr/>
        </p:nvSpPr>
        <p:spPr>
          <a:xfrm>
            <a:off x="5147734" y="1402877"/>
            <a:ext cx="570089" cy="230832"/>
          </a:xfrm>
          <a:prstGeom prst="rect">
            <a:avLst/>
          </a:prstGeom>
          <a:noFill/>
        </p:spPr>
        <p:txBody>
          <a:bodyPr wrap="square" rtlCol="0">
            <a:spAutoFit/>
          </a:bodyPr>
          <a:lstStyle/>
          <a:p>
            <a:pPr algn="ctr"/>
            <a:r>
              <a:rPr lang="en-US" sz="900" dirty="0"/>
              <a:t>134569</a:t>
            </a:r>
          </a:p>
        </p:txBody>
      </p:sp>
      <p:sp>
        <p:nvSpPr>
          <p:cNvPr id="54" name="TextBox 53">
            <a:extLst>
              <a:ext uri="{FF2B5EF4-FFF2-40B4-BE49-F238E27FC236}">
                <a16:creationId xmlns:a16="http://schemas.microsoft.com/office/drawing/2014/main" id="{C7FFB1A2-0948-0AF1-D7A5-B23274F2ADB5}"/>
              </a:ext>
            </a:extLst>
          </p:cNvPr>
          <p:cNvSpPr txBox="1"/>
          <p:nvPr/>
        </p:nvSpPr>
        <p:spPr>
          <a:xfrm>
            <a:off x="3138310" y="1402877"/>
            <a:ext cx="570089" cy="230832"/>
          </a:xfrm>
          <a:prstGeom prst="rect">
            <a:avLst/>
          </a:prstGeom>
          <a:noFill/>
        </p:spPr>
        <p:txBody>
          <a:bodyPr wrap="square" rtlCol="0">
            <a:spAutoFit/>
          </a:bodyPr>
          <a:lstStyle/>
          <a:p>
            <a:pPr algn="ctr"/>
            <a:r>
              <a:rPr lang="en-US" sz="900" dirty="0"/>
              <a:t>14579</a:t>
            </a:r>
          </a:p>
        </p:txBody>
      </p:sp>
      <p:sp>
        <p:nvSpPr>
          <p:cNvPr id="55" name="TextBox 54">
            <a:extLst>
              <a:ext uri="{FF2B5EF4-FFF2-40B4-BE49-F238E27FC236}">
                <a16:creationId xmlns:a16="http://schemas.microsoft.com/office/drawing/2014/main" id="{9653C9EF-8148-59DE-2513-ED71071891C0}"/>
              </a:ext>
            </a:extLst>
          </p:cNvPr>
          <p:cNvSpPr txBox="1"/>
          <p:nvPr/>
        </p:nvSpPr>
        <p:spPr>
          <a:xfrm>
            <a:off x="3640666" y="1903821"/>
            <a:ext cx="570089" cy="230832"/>
          </a:xfrm>
          <a:prstGeom prst="rect">
            <a:avLst/>
          </a:prstGeom>
          <a:noFill/>
        </p:spPr>
        <p:txBody>
          <a:bodyPr wrap="square" rtlCol="0">
            <a:spAutoFit/>
          </a:bodyPr>
          <a:lstStyle/>
          <a:p>
            <a:pPr algn="ctr"/>
            <a:r>
              <a:rPr lang="en-US" sz="900" dirty="0"/>
              <a:t>189</a:t>
            </a:r>
          </a:p>
        </p:txBody>
      </p:sp>
      <p:sp>
        <p:nvSpPr>
          <p:cNvPr id="56" name="TextBox 55">
            <a:extLst>
              <a:ext uri="{FF2B5EF4-FFF2-40B4-BE49-F238E27FC236}">
                <a16:creationId xmlns:a16="http://schemas.microsoft.com/office/drawing/2014/main" id="{FE0F8CF7-6A75-36BD-046A-E8B40868A615}"/>
              </a:ext>
            </a:extLst>
          </p:cNvPr>
          <p:cNvSpPr txBox="1"/>
          <p:nvPr/>
        </p:nvSpPr>
        <p:spPr>
          <a:xfrm>
            <a:off x="4143022" y="1903821"/>
            <a:ext cx="570089" cy="230832"/>
          </a:xfrm>
          <a:prstGeom prst="rect">
            <a:avLst/>
          </a:prstGeom>
          <a:noFill/>
        </p:spPr>
        <p:txBody>
          <a:bodyPr wrap="square" rtlCol="0">
            <a:spAutoFit/>
          </a:bodyPr>
          <a:lstStyle/>
          <a:p>
            <a:pPr algn="ctr"/>
            <a:r>
              <a:rPr lang="en-US" sz="900" dirty="0"/>
              <a:t>4568</a:t>
            </a:r>
          </a:p>
        </p:txBody>
      </p:sp>
      <p:sp>
        <p:nvSpPr>
          <p:cNvPr id="57" name="TextBox 56">
            <a:extLst>
              <a:ext uri="{FF2B5EF4-FFF2-40B4-BE49-F238E27FC236}">
                <a16:creationId xmlns:a16="http://schemas.microsoft.com/office/drawing/2014/main" id="{548BC2ED-8773-EDD2-FE4A-55076AE8415C}"/>
              </a:ext>
            </a:extLst>
          </p:cNvPr>
          <p:cNvSpPr txBox="1"/>
          <p:nvPr/>
        </p:nvSpPr>
        <p:spPr>
          <a:xfrm>
            <a:off x="4645378" y="1903821"/>
            <a:ext cx="570089" cy="369332"/>
          </a:xfrm>
          <a:prstGeom prst="rect">
            <a:avLst/>
          </a:prstGeom>
          <a:noFill/>
        </p:spPr>
        <p:txBody>
          <a:bodyPr wrap="square" rtlCol="0">
            <a:spAutoFit/>
          </a:bodyPr>
          <a:lstStyle/>
          <a:p>
            <a:pPr algn="ctr"/>
            <a:r>
              <a:rPr lang="en-US" sz="900" dirty="0"/>
              <a:t>1234569</a:t>
            </a:r>
          </a:p>
        </p:txBody>
      </p:sp>
      <p:sp>
        <p:nvSpPr>
          <p:cNvPr id="58" name="TextBox 57">
            <a:extLst>
              <a:ext uri="{FF2B5EF4-FFF2-40B4-BE49-F238E27FC236}">
                <a16:creationId xmlns:a16="http://schemas.microsoft.com/office/drawing/2014/main" id="{B6B973BF-B5FE-6B2E-2E84-B8C89E1F0D51}"/>
              </a:ext>
            </a:extLst>
          </p:cNvPr>
          <p:cNvSpPr txBox="1"/>
          <p:nvPr/>
        </p:nvSpPr>
        <p:spPr>
          <a:xfrm>
            <a:off x="3138310" y="1903821"/>
            <a:ext cx="570089" cy="230832"/>
          </a:xfrm>
          <a:prstGeom prst="rect">
            <a:avLst/>
          </a:prstGeom>
          <a:noFill/>
        </p:spPr>
        <p:txBody>
          <a:bodyPr wrap="square" rtlCol="0">
            <a:spAutoFit/>
          </a:bodyPr>
          <a:lstStyle/>
          <a:p>
            <a:pPr algn="ctr"/>
            <a:r>
              <a:rPr lang="en-US" sz="900" dirty="0"/>
              <a:t>14589</a:t>
            </a:r>
          </a:p>
        </p:txBody>
      </p:sp>
      <p:sp>
        <p:nvSpPr>
          <p:cNvPr id="59" name="TextBox 58">
            <a:extLst>
              <a:ext uri="{FF2B5EF4-FFF2-40B4-BE49-F238E27FC236}">
                <a16:creationId xmlns:a16="http://schemas.microsoft.com/office/drawing/2014/main" id="{C820BFE8-64D1-84C3-F5D7-B1BA332E5A11}"/>
              </a:ext>
            </a:extLst>
          </p:cNvPr>
          <p:cNvSpPr txBox="1"/>
          <p:nvPr/>
        </p:nvSpPr>
        <p:spPr>
          <a:xfrm>
            <a:off x="3138310" y="3907597"/>
            <a:ext cx="570089" cy="230832"/>
          </a:xfrm>
          <a:prstGeom prst="rect">
            <a:avLst/>
          </a:prstGeom>
          <a:noFill/>
        </p:spPr>
        <p:txBody>
          <a:bodyPr wrap="square" rtlCol="0">
            <a:spAutoFit/>
          </a:bodyPr>
          <a:lstStyle/>
          <a:p>
            <a:pPr algn="ctr"/>
            <a:r>
              <a:rPr lang="en-US" sz="900" dirty="0"/>
              <a:t>1578</a:t>
            </a:r>
          </a:p>
        </p:txBody>
      </p:sp>
      <p:sp>
        <p:nvSpPr>
          <p:cNvPr id="60" name="TextBox 59">
            <a:extLst>
              <a:ext uri="{FF2B5EF4-FFF2-40B4-BE49-F238E27FC236}">
                <a16:creationId xmlns:a16="http://schemas.microsoft.com/office/drawing/2014/main" id="{AB7B7213-44F2-79FC-D0C0-1D07119BB614}"/>
              </a:ext>
            </a:extLst>
          </p:cNvPr>
          <p:cNvSpPr txBox="1"/>
          <p:nvPr/>
        </p:nvSpPr>
        <p:spPr>
          <a:xfrm>
            <a:off x="3640666" y="4408541"/>
            <a:ext cx="570089" cy="230832"/>
          </a:xfrm>
          <a:prstGeom prst="rect">
            <a:avLst/>
          </a:prstGeom>
          <a:noFill/>
        </p:spPr>
        <p:txBody>
          <a:bodyPr wrap="square" rtlCol="0">
            <a:spAutoFit/>
          </a:bodyPr>
          <a:lstStyle/>
          <a:p>
            <a:pPr algn="ctr"/>
            <a:r>
              <a:rPr lang="en-US" sz="900" dirty="0"/>
              <a:t>1278</a:t>
            </a:r>
          </a:p>
        </p:txBody>
      </p:sp>
      <p:sp>
        <p:nvSpPr>
          <p:cNvPr id="61" name="TextBox 60">
            <a:extLst>
              <a:ext uri="{FF2B5EF4-FFF2-40B4-BE49-F238E27FC236}">
                <a16:creationId xmlns:a16="http://schemas.microsoft.com/office/drawing/2014/main" id="{D5C107E6-B549-71A4-1E7C-587DACD380B8}"/>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12578</a:t>
            </a:r>
          </a:p>
        </p:txBody>
      </p:sp>
      <p:sp>
        <p:nvSpPr>
          <p:cNvPr id="62" name="TextBox 61">
            <a:extLst>
              <a:ext uri="{FF2B5EF4-FFF2-40B4-BE49-F238E27FC236}">
                <a16:creationId xmlns:a16="http://schemas.microsoft.com/office/drawing/2014/main" id="{15C69674-9242-289A-FC2F-A6C6ABFF87B8}"/>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3578</a:t>
            </a:r>
          </a:p>
        </p:txBody>
      </p:sp>
      <p:sp>
        <p:nvSpPr>
          <p:cNvPr id="63" name="TextBox 62">
            <a:extLst>
              <a:ext uri="{FF2B5EF4-FFF2-40B4-BE49-F238E27FC236}">
                <a16:creationId xmlns:a16="http://schemas.microsoft.com/office/drawing/2014/main" id="{48AB2732-4566-B892-951A-1188EC702F0E}"/>
              </a:ext>
            </a:extLst>
          </p:cNvPr>
          <p:cNvSpPr txBox="1"/>
          <p:nvPr/>
        </p:nvSpPr>
        <p:spPr>
          <a:xfrm>
            <a:off x="3138310" y="4909484"/>
            <a:ext cx="570089" cy="230832"/>
          </a:xfrm>
          <a:prstGeom prst="rect">
            <a:avLst/>
          </a:prstGeom>
          <a:noFill/>
        </p:spPr>
        <p:txBody>
          <a:bodyPr wrap="square" rtlCol="0">
            <a:spAutoFit/>
          </a:bodyPr>
          <a:lstStyle/>
          <a:p>
            <a:pPr algn="ctr"/>
            <a:r>
              <a:rPr lang="en-US" sz="900" dirty="0"/>
              <a:t>12578</a:t>
            </a:r>
          </a:p>
        </p:txBody>
      </p:sp>
      <p:sp>
        <p:nvSpPr>
          <p:cNvPr id="64" name="TextBox 63">
            <a:extLst>
              <a:ext uri="{FF2B5EF4-FFF2-40B4-BE49-F238E27FC236}">
                <a16:creationId xmlns:a16="http://schemas.microsoft.com/office/drawing/2014/main" id="{AB45F577-31F7-6401-04AB-92E61E0FF64E}"/>
              </a:ext>
            </a:extLst>
          </p:cNvPr>
          <p:cNvSpPr txBox="1"/>
          <p:nvPr/>
        </p:nvSpPr>
        <p:spPr>
          <a:xfrm>
            <a:off x="5650090" y="3907597"/>
            <a:ext cx="570089" cy="230832"/>
          </a:xfrm>
          <a:prstGeom prst="rect">
            <a:avLst/>
          </a:prstGeom>
          <a:noFill/>
        </p:spPr>
        <p:txBody>
          <a:bodyPr wrap="square" rtlCol="0">
            <a:spAutoFit/>
          </a:bodyPr>
          <a:lstStyle/>
          <a:p>
            <a:pPr algn="ctr"/>
            <a:r>
              <a:rPr lang="en-US" sz="900" dirty="0"/>
              <a:t>35789</a:t>
            </a:r>
          </a:p>
        </p:txBody>
      </p:sp>
      <p:sp>
        <p:nvSpPr>
          <p:cNvPr id="65" name="TextBox 64">
            <a:extLst>
              <a:ext uri="{FF2B5EF4-FFF2-40B4-BE49-F238E27FC236}">
                <a16:creationId xmlns:a16="http://schemas.microsoft.com/office/drawing/2014/main" id="{66A1FA4B-F3D2-6BC5-D9DF-A781FA72E46C}"/>
              </a:ext>
            </a:extLst>
          </p:cNvPr>
          <p:cNvSpPr txBox="1"/>
          <p:nvPr/>
        </p:nvSpPr>
        <p:spPr>
          <a:xfrm>
            <a:off x="6152446" y="3907597"/>
            <a:ext cx="570089" cy="230832"/>
          </a:xfrm>
          <a:prstGeom prst="rect">
            <a:avLst/>
          </a:prstGeom>
          <a:noFill/>
        </p:spPr>
        <p:txBody>
          <a:bodyPr wrap="square" rtlCol="0">
            <a:spAutoFit/>
          </a:bodyPr>
          <a:lstStyle/>
          <a:p>
            <a:pPr algn="ctr"/>
            <a:r>
              <a:rPr lang="en-US" sz="900" dirty="0"/>
              <a:t>15679</a:t>
            </a:r>
          </a:p>
        </p:txBody>
      </p:sp>
      <p:sp>
        <p:nvSpPr>
          <p:cNvPr id="66" name="TextBox 65">
            <a:extLst>
              <a:ext uri="{FF2B5EF4-FFF2-40B4-BE49-F238E27FC236}">
                <a16:creationId xmlns:a16="http://schemas.microsoft.com/office/drawing/2014/main" id="{FE776E24-4306-1C6B-12A3-10214ED31758}"/>
              </a:ext>
            </a:extLst>
          </p:cNvPr>
          <p:cNvSpPr txBox="1"/>
          <p:nvPr/>
        </p:nvSpPr>
        <p:spPr>
          <a:xfrm>
            <a:off x="6654802" y="3907597"/>
            <a:ext cx="570089" cy="230832"/>
          </a:xfrm>
          <a:prstGeom prst="rect">
            <a:avLst/>
          </a:prstGeom>
          <a:noFill/>
        </p:spPr>
        <p:txBody>
          <a:bodyPr wrap="square" rtlCol="0">
            <a:spAutoFit/>
          </a:bodyPr>
          <a:lstStyle/>
          <a:p>
            <a:pPr algn="ctr"/>
            <a:r>
              <a:rPr lang="en-US" sz="900" dirty="0"/>
              <a:t>35678</a:t>
            </a:r>
          </a:p>
        </p:txBody>
      </p:sp>
      <p:sp>
        <p:nvSpPr>
          <p:cNvPr id="67" name="TextBox 66">
            <a:extLst>
              <a:ext uri="{FF2B5EF4-FFF2-40B4-BE49-F238E27FC236}">
                <a16:creationId xmlns:a16="http://schemas.microsoft.com/office/drawing/2014/main" id="{07D4D189-A849-5BBE-9BBB-E09BF1ECE333}"/>
              </a:ext>
            </a:extLst>
          </p:cNvPr>
          <p:cNvSpPr txBox="1"/>
          <p:nvPr/>
        </p:nvSpPr>
        <p:spPr>
          <a:xfrm>
            <a:off x="7157158" y="3907597"/>
            <a:ext cx="570089" cy="230832"/>
          </a:xfrm>
          <a:prstGeom prst="rect">
            <a:avLst/>
          </a:prstGeom>
          <a:noFill/>
        </p:spPr>
        <p:txBody>
          <a:bodyPr wrap="square" rtlCol="0">
            <a:spAutoFit/>
          </a:bodyPr>
          <a:lstStyle/>
          <a:p>
            <a:pPr algn="ctr"/>
            <a:r>
              <a:rPr lang="en-US" sz="900" dirty="0"/>
              <a:t>135679</a:t>
            </a:r>
          </a:p>
        </p:txBody>
      </p:sp>
      <p:sp>
        <p:nvSpPr>
          <p:cNvPr id="68" name="TextBox 67">
            <a:extLst>
              <a:ext uri="{FF2B5EF4-FFF2-40B4-BE49-F238E27FC236}">
                <a16:creationId xmlns:a16="http://schemas.microsoft.com/office/drawing/2014/main" id="{27CA28FE-E30A-8E5E-42D9-D1C12A3B6D8A}"/>
              </a:ext>
            </a:extLst>
          </p:cNvPr>
          <p:cNvSpPr txBox="1"/>
          <p:nvPr/>
        </p:nvSpPr>
        <p:spPr>
          <a:xfrm>
            <a:off x="6152446" y="4408541"/>
            <a:ext cx="570089" cy="230832"/>
          </a:xfrm>
          <a:prstGeom prst="rect">
            <a:avLst/>
          </a:prstGeom>
          <a:noFill/>
        </p:spPr>
        <p:txBody>
          <a:bodyPr wrap="square" rtlCol="0">
            <a:spAutoFit/>
          </a:bodyPr>
          <a:lstStyle/>
          <a:p>
            <a:pPr algn="ctr"/>
            <a:r>
              <a:rPr lang="en-US" sz="900" dirty="0"/>
              <a:t>1457</a:t>
            </a:r>
          </a:p>
        </p:txBody>
      </p:sp>
      <p:sp>
        <p:nvSpPr>
          <p:cNvPr id="69" name="TextBox 68">
            <a:extLst>
              <a:ext uri="{FF2B5EF4-FFF2-40B4-BE49-F238E27FC236}">
                <a16:creationId xmlns:a16="http://schemas.microsoft.com/office/drawing/2014/main" id="{5D004D04-FE80-05BD-0B75-9E2A66125949}"/>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234578</a:t>
            </a:r>
          </a:p>
        </p:txBody>
      </p:sp>
      <p:sp>
        <p:nvSpPr>
          <p:cNvPr id="70" name="TextBox 69">
            <a:extLst>
              <a:ext uri="{FF2B5EF4-FFF2-40B4-BE49-F238E27FC236}">
                <a16:creationId xmlns:a16="http://schemas.microsoft.com/office/drawing/2014/main" id="{F4262E20-8921-FC29-BB3B-F75061F32D98}"/>
              </a:ext>
            </a:extLst>
          </p:cNvPr>
          <p:cNvSpPr txBox="1"/>
          <p:nvPr/>
        </p:nvSpPr>
        <p:spPr>
          <a:xfrm>
            <a:off x="7157158" y="4408541"/>
            <a:ext cx="570089" cy="230832"/>
          </a:xfrm>
          <a:prstGeom prst="rect">
            <a:avLst/>
          </a:prstGeom>
          <a:noFill/>
        </p:spPr>
        <p:txBody>
          <a:bodyPr wrap="square" rtlCol="0">
            <a:spAutoFit/>
          </a:bodyPr>
          <a:lstStyle/>
          <a:p>
            <a:pPr algn="ctr"/>
            <a:r>
              <a:rPr lang="en-US" sz="900" dirty="0"/>
              <a:t>13457</a:t>
            </a:r>
          </a:p>
        </p:txBody>
      </p:sp>
      <p:sp>
        <p:nvSpPr>
          <p:cNvPr id="71" name="TextBox 70">
            <a:extLst>
              <a:ext uri="{FF2B5EF4-FFF2-40B4-BE49-F238E27FC236}">
                <a16:creationId xmlns:a16="http://schemas.microsoft.com/office/drawing/2014/main" id="{C3491E92-2FF4-488E-34CA-B59F039B99F3}"/>
              </a:ext>
            </a:extLst>
          </p:cNvPr>
          <p:cNvSpPr txBox="1"/>
          <p:nvPr/>
        </p:nvSpPr>
        <p:spPr>
          <a:xfrm>
            <a:off x="6152446" y="4909484"/>
            <a:ext cx="570089" cy="230832"/>
          </a:xfrm>
          <a:prstGeom prst="rect">
            <a:avLst/>
          </a:prstGeom>
          <a:noFill/>
        </p:spPr>
        <p:txBody>
          <a:bodyPr wrap="square" rtlCol="0">
            <a:spAutoFit/>
          </a:bodyPr>
          <a:lstStyle/>
          <a:p>
            <a:pPr algn="ctr"/>
            <a:r>
              <a:rPr lang="en-US" sz="900" dirty="0"/>
              <a:t>14579</a:t>
            </a:r>
          </a:p>
        </p:txBody>
      </p:sp>
      <p:sp>
        <p:nvSpPr>
          <p:cNvPr id="72" name="TextBox 71">
            <a:extLst>
              <a:ext uri="{FF2B5EF4-FFF2-40B4-BE49-F238E27FC236}">
                <a16:creationId xmlns:a16="http://schemas.microsoft.com/office/drawing/2014/main" id="{B0B37A5E-C723-C7D1-D417-66DE499CDF96}"/>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234578</a:t>
            </a:r>
          </a:p>
        </p:txBody>
      </p:sp>
      <p:sp>
        <p:nvSpPr>
          <p:cNvPr id="73" name="TextBox 72">
            <a:extLst>
              <a:ext uri="{FF2B5EF4-FFF2-40B4-BE49-F238E27FC236}">
                <a16:creationId xmlns:a16="http://schemas.microsoft.com/office/drawing/2014/main" id="{44860E20-8BE4-44CC-B813-D2A4257D6006}"/>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134579</a:t>
            </a:r>
          </a:p>
        </p:txBody>
      </p:sp>
      <p:sp>
        <p:nvSpPr>
          <p:cNvPr id="74" name="TextBox 73">
            <a:extLst>
              <a:ext uri="{FF2B5EF4-FFF2-40B4-BE49-F238E27FC236}">
                <a16:creationId xmlns:a16="http://schemas.microsoft.com/office/drawing/2014/main" id="{5A0DF0A0-135A-CD7D-57E4-D8184DE8DC34}"/>
              </a:ext>
            </a:extLst>
          </p:cNvPr>
          <p:cNvSpPr txBox="1"/>
          <p:nvPr/>
        </p:nvSpPr>
        <p:spPr>
          <a:xfrm>
            <a:off x="4645378" y="4909484"/>
            <a:ext cx="570089" cy="230832"/>
          </a:xfrm>
          <a:prstGeom prst="rect">
            <a:avLst/>
          </a:prstGeom>
          <a:noFill/>
        </p:spPr>
        <p:txBody>
          <a:bodyPr wrap="square" rtlCol="0">
            <a:spAutoFit/>
          </a:bodyPr>
          <a:lstStyle/>
          <a:p>
            <a:pPr algn="ctr"/>
            <a:r>
              <a:rPr lang="en-US" sz="900" dirty="0"/>
              <a:t>14579</a:t>
            </a:r>
          </a:p>
        </p:txBody>
      </p:sp>
      <p:sp>
        <p:nvSpPr>
          <p:cNvPr id="75" name="TextBox 74">
            <a:extLst>
              <a:ext uri="{FF2B5EF4-FFF2-40B4-BE49-F238E27FC236}">
                <a16:creationId xmlns:a16="http://schemas.microsoft.com/office/drawing/2014/main" id="{B2C2517A-547D-F0EB-FD6B-6482930E4583}"/>
              </a:ext>
            </a:extLst>
          </p:cNvPr>
          <p:cNvSpPr txBox="1"/>
          <p:nvPr/>
        </p:nvSpPr>
        <p:spPr>
          <a:xfrm>
            <a:off x="5147734" y="4909484"/>
            <a:ext cx="570089" cy="230832"/>
          </a:xfrm>
          <a:prstGeom prst="rect">
            <a:avLst/>
          </a:prstGeom>
          <a:noFill/>
        </p:spPr>
        <p:txBody>
          <a:bodyPr wrap="square" rtlCol="0">
            <a:spAutoFit/>
          </a:bodyPr>
          <a:lstStyle/>
          <a:p>
            <a:pPr algn="ctr"/>
            <a:r>
              <a:rPr lang="en-US" sz="900" dirty="0"/>
              <a:t>14589</a:t>
            </a:r>
          </a:p>
        </p:txBody>
      </p:sp>
      <p:sp>
        <p:nvSpPr>
          <p:cNvPr id="76" name="TextBox 75">
            <a:extLst>
              <a:ext uri="{FF2B5EF4-FFF2-40B4-BE49-F238E27FC236}">
                <a16:creationId xmlns:a16="http://schemas.microsoft.com/office/drawing/2014/main" id="{220872A5-4CF0-C457-8A29-716F8A7B903E}"/>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345789</a:t>
            </a:r>
          </a:p>
        </p:txBody>
      </p:sp>
      <p:sp>
        <p:nvSpPr>
          <p:cNvPr id="77" name="TextBox 76">
            <a:extLst>
              <a:ext uri="{FF2B5EF4-FFF2-40B4-BE49-F238E27FC236}">
                <a16:creationId xmlns:a16="http://schemas.microsoft.com/office/drawing/2014/main" id="{6DC9BA1E-1E81-E405-B012-1F7C2D09F492}"/>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10F24E35-763E-BA02-F688-7B6640962242}"/>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1471B972-27F6-8366-CCC4-7B126C1DFA0A}"/>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B3DFCDC8-E3BF-7772-5402-06807C5E4CDC}"/>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4027110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B9823-1282-F86C-AFD4-0456648A348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01B313-56B2-A644-C81C-254885FBBCB6}"/>
              </a:ext>
            </a:extLst>
          </p:cNvPr>
          <p:cNvSpPr>
            <a:spLocks noGrp="1"/>
          </p:cNvSpPr>
          <p:nvPr>
            <p:ph sz="half" idx="1"/>
          </p:nvPr>
        </p:nvSpPr>
        <p:spPr/>
        <p:txBody>
          <a:bodyPr/>
          <a:lstStyle/>
          <a:p>
            <a:r>
              <a:rPr lang="en-US" dirty="0"/>
              <a:t>The equations in Rows 1 and 3 are linked. If either multiplicand is 8, the other multiplicand must be 8. Those cells that see both possible 4’s in the products cannot be 4, since one or the other will be 4.</a:t>
            </a:r>
          </a:p>
        </p:txBody>
      </p:sp>
      <p:pic>
        <p:nvPicPr>
          <p:cNvPr id="4" name="Picture 3" descr="A grid of sudoku puzzle&#10;&#10;Description automatically generated">
            <a:extLst>
              <a:ext uri="{FF2B5EF4-FFF2-40B4-BE49-F238E27FC236}">
                <a16:creationId xmlns:a16="http://schemas.microsoft.com/office/drawing/2014/main" id="{834E4F81-F6C1-760A-A14A-3279753AEDC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AA99B17-E777-8B69-13E5-11889ACAC6F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1064B42-C050-798B-3F76-A7AC516D932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2215BE8-6051-6300-5C7F-83764E35262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AC04ABA-C292-D5EB-67E4-7113AB5898F5}"/>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8" name="TextBox 7">
            <a:extLst>
              <a:ext uri="{FF2B5EF4-FFF2-40B4-BE49-F238E27FC236}">
                <a16:creationId xmlns:a16="http://schemas.microsoft.com/office/drawing/2014/main" id="{27A14897-9E98-3C7E-5628-7642BAF73A5D}"/>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10" name="TextBox 9">
            <a:extLst>
              <a:ext uri="{FF2B5EF4-FFF2-40B4-BE49-F238E27FC236}">
                <a16:creationId xmlns:a16="http://schemas.microsoft.com/office/drawing/2014/main" id="{26E4D9D5-54A1-F6CE-3043-0F7DE095B1F9}"/>
              </a:ext>
            </a:extLst>
          </p:cNvPr>
          <p:cNvSpPr txBox="1"/>
          <p:nvPr/>
        </p:nvSpPr>
        <p:spPr>
          <a:xfrm>
            <a:off x="5650090" y="1402877"/>
            <a:ext cx="570089" cy="230832"/>
          </a:xfrm>
          <a:prstGeom prst="rect">
            <a:avLst/>
          </a:prstGeom>
          <a:noFill/>
        </p:spPr>
        <p:txBody>
          <a:bodyPr wrap="square" rtlCol="0">
            <a:spAutoFit/>
          </a:bodyPr>
          <a:lstStyle/>
          <a:p>
            <a:pPr algn="ctr"/>
            <a:r>
              <a:rPr lang="en-US" sz="900" dirty="0"/>
              <a:t>49</a:t>
            </a:r>
          </a:p>
        </p:txBody>
      </p:sp>
      <p:sp>
        <p:nvSpPr>
          <p:cNvPr id="12" name="TextBox 11">
            <a:extLst>
              <a:ext uri="{FF2B5EF4-FFF2-40B4-BE49-F238E27FC236}">
                <a16:creationId xmlns:a16="http://schemas.microsoft.com/office/drawing/2014/main" id="{37937E31-D0DE-F48F-A6FD-843D59CDC3CB}"/>
              </a:ext>
            </a:extLst>
          </p:cNvPr>
          <p:cNvSpPr txBox="1"/>
          <p:nvPr/>
        </p:nvSpPr>
        <p:spPr>
          <a:xfrm>
            <a:off x="6654802" y="1402877"/>
            <a:ext cx="570089" cy="230832"/>
          </a:xfrm>
          <a:prstGeom prst="rect">
            <a:avLst/>
          </a:prstGeom>
          <a:noFill/>
        </p:spPr>
        <p:txBody>
          <a:bodyPr wrap="square" rtlCol="0">
            <a:spAutoFit/>
          </a:bodyPr>
          <a:lstStyle/>
          <a:p>
            <a:pPr algn="ctr"/>
            <a:r>
              <a:rPr lang="en-US" sz="900" dirty="0"/>
              <a:t>37</a:t>
            </a:r>
          </a:p>
        </p:txBody>
      </p:sp>
      <p:sp>
        <p:nvSpPr>
          <p:cNvPr id="13" name="TextBox 12">
            <a:extLst>
              <a:ext uri="{FF2B5EF4-FFF2-40B4-BE49-F238E27FC236}">
                <a16:creationId xmlns:a16="http://schemas.microsoft.com/office/drawing/2014/main" id="{47BE9342-CA9A-0840-EA85-38B545A68BF6}"/>
              </a:ext>
            </a:extLst>
          </p:cNvPr>
          <p:cNvSpPr txBox="1"/>
          <p:nvPr/>
        </p:nvSpPr>
        <p:spPr>
          <a:xfrm>
            <a:off x="5650090" y="1903821"/>
            <a:ext cx="570089" cy="230832"/>
          </a:xfrm>
          <a:prstGeom prst="rect">
            <a:avLst/>
          </a:prstGeom>
          <a:noFill/>
        </p:spPr>
        <p:txBody>
          <a:bodyPr wrap="square" rtlCol="0">
            <a:spAutoFit/>
          </a:bodyPr>
          <a:lstStyle/>
          <a:p>
            <a:pPr algn="ctr"/>
            <a:r>
              <a:rPr lang="en-US" sz="900" dirty="0"/>
              <a:t>28</a:t>
            </a:r>
          </a:p>
        </p:txBody>
      </p:sp>
      <p:sp>
        <p:nvSpPr>
          <p:cNvPr id="14" name="TextBox 13">
            <a:extLst>
              <a:ext uri="{FF2B5EF4-FFF2-40B4-BE49-F238E27FC236}">
                <a16:creationId xmlns:a16="http://schemas.microsoft.com/office/drawing/2014/main" id="{F4D5595C-A527-23EA-CBB7-12A6289D2E93}"/>
              </a:ext>
            </a:extLst>
          </p:cNvPr>
          <p:cNvSpPr txBox="1"/>
          <p:nvPr/>
        </p:nvSpPr>
        <p:spPr>
          <a:xfrm>
            <a:off x="6152446" y="1903821"/>
            <a:ext cx="570089" cy="230832"/>
          </a:xfrm>
          <a:prstGeom prst="rect">
            <a:avLst/>
          </a:prstGeom>
          <a:noFill/>
        </p:spPr>
        <p:txBody>
          <a:bodyPr wrap="square" rtlCol="0">
            <a:spAutoFit/>
          </a:bodyPr>
          <a:lstStyle/>
          <a:p>
            <a:pPr algn="ctr"/>
            <a:r>
              <a:rPr lang="en-US" sz="900" dirty="0"/>
              <a:t>15</a:t>
            </a:r>
          </a:p>
        </p:txBody>
      </p:sp>
      <p:sp>
        <p:nvSpPr>
          <p:cNvPr id="15" name="TextBox 14">
            <a:extLst>
              <a:ext uri="{FF2B5EF4-FFF2-40B4-BE49-F238E27FC236}">
                <a16:creationId xmlns:a16="http://schemas.microsoft.com/office/drawing/2014/main" id="{F530283E-6482-48CC-F7A4-4B82A04CD73C}"/>
              </a:ext>
            </a:extLst>
          </p:cNvPr>
          <p:cNvSpPr txBox="1"/>
          <p:nvPr/>
        </p:nvSpPr>
        <p:spPr>
          <a:xfrm>
            <a:off x="6654802" y="1903821"/>
            <a:ext cx="570089" cy="230832"/>
          </a:xfrm>
          <a:prstGeom prst="rect">
            <a:avLst/>
          </a:prstGeom>
          <a:noFill/>
        </p:spPr>
        <p:txBody>
          <a:bodyPr wrap="square" rtlCol="0">
            <a:spAutoFit/>
          </a:bodyPr>
          <a:lstStyle/>
          <a:p>
            <a:pPr algn="ctr"/>
            <a:r>
              <a:rPr lang="en-US" sz="900" dirty="0"/>
              <a:t>46</a:t>
            </a:r>
          </a:p>
        </p:txBody>
      </p:sp>
      <p:sp>
        <p:nvSpPr>
          <p:cNvPr id="16" name="TextBox 15">
            <a:extLst>
              <a:ext uri="{FF2B5EF4-FFF2-40B4-BE49-F238E27FC236}">
                <a16:creationId xmlns:a16="http://schemas.microsoft.com/office/drawing/2014/main" id="{A47E336B-7F2B-EF8D-FA27-5DB7B6E5F280}"/>
              </a:ext>
            </a:extLst>
          </p:cNvPr>
          <p:cNvSpPr txBox="1"/>
          <p:nvPr/>
        </p:nvSpPr>
        <p:spPr>
          <a:xfrm>
            <a:off x="4645378" y="2404765"/>
            <a:ext cx="570089" cy="230832"/>
          </a:xfrm>
          <a:prstGeom prst="rect">
            <a:avLst/>
          </a:prstGeom>
          <a:noFill/>
        </p:spPr>
        <p:txBody>
          <a:bodyPr wrap="square" rtlCol="0">
            <a:spAutoFit/>
          </a:bodyPr>
          <a:lstStyle/>
          <a:p>
            <a:pPr algn="ctr"/>
            <a:r>
              <a:rPr lang="en-US" sz="900" dirty="0"/>
              <a:t>34</a:t>
            </a:r>
          </a:p>
        </p:txBody>
      </p:sp>
      <p:sp>
        <p:nvSpPr>
          <p:cNvPr id="17" name="TextBox 16">
            <a:extLst>
              <a:ext uri="{FF2B5EF4-FFF2-40B4-BE49-F238E27FC236}">
                <a16:creationId xmlns:a16="http://schemas.microsoft.com/office/drawing/2014/main" id="{F751F63F-691E-3F44-9E4A-DFB0790D3BE0}"/>
              </a:ext>
            </a:extLst>
          </p:cNvPr>
          <p:cNvSpPr txBox="1"/>
          <p:nvPr/>
        </p:nvSpPr>
        <p:spPr>
          <a:xfrm>
            <a:off x="5147734" y="2404765"/>
            <a:ext cx="570089" cy="230832"/>
          </a:xfrm>
          <a:prstGeom prst="rect">
            <a:avLst/>
          </a:prstGeom>
          <a:noFill/>
        </p:spPr>
        <p:txBody>
          <a:bodyPr wrap="square" rtlCol="0">
            <a:spAutoFit/>
          </a:bodyPr>
          <a:lstStyle/>
          <a:p>
            <a:pPr algn="ctr"/>
            <a:r>
              <a:rPr lang="en-US" sz="900" dirty="0"/>
              <a:t>43</a:t>
            </a:r>
          </a:p>
        </p:txBody>
      </p:sp>
      <p:sp>
        <p:nvSpPr>
          <p:cNvPr id="25" name="TextBox 24">
            <a:extLst>
              <a:ext uri="{FF2B5EF4-FFF2-40B4-BE49-F238E27FC236}">
                <a16:creationId xmlns:a16="http://schemas.microsoft.com/office/drawing/2014/main" id="{08828180-14DE-EAC8-43CB-43A8828CFD85}"/>
              </a:ext>
            </a:extLst>
          </p:cNvPr>
          <p:cNvSpPr txBox="1"/>
          <p:nvPr/>
        </p:nvSpPr>
        <p:spPr>
          <a:xfrm>
            <a:off x="4143022" y="3907597"/>
            <a:ext cx="570089" cy="230832"/>
          </a:xfrm>
          <a:prstGeom prst="rect">
            <a:avLst/>
          </a:prstGeom>
          <a:noFill/>
        </p:spPr>
        <p:txBody>
          <a:bodyPr wrap="square" rtlCol="0">
            <a:spAutoFit/>
          </a:bodyPr>
          <a:lstStyle/>
          <a:p>
            <a:pPr algn="ctr"/>
            <a:r>
              <a:rPr lang="en-US" sz="900" dirty="0"/>
              <a:t>37</a:t>
            </a:r>
          </a:p>
        </p:txBody>
      </p:sp>
      <p:sp>
        <p:nvSpPr>
          <p:cNvPr id="26" name="TextBox 25">
            <a:extLst>
              <a:ext uri="{FF2B5EF4-FFF2-40B4-BE49-F238E27FC236}">
                <a16:creationId xmlns:a16="http://schemas.microsoft.com/office/drawing/2014/main" id="{4DEF1A6F-52A1-60C4-4188-D70EC0AAAE8D}"/>
              </a:ext>
            </a:extLst>
          </p:cNvPr>
          <p:cNvSpPr txBox="1"/>
          <p:nvPr/>
        </p:nvSpPr>
        <p:spPr>
          <a:xfrm>
            <a:off x="4645378" y="390759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BF589AB5-880E-62EC-3D61-ACD719720D97}"/>
              </a:ext>
            </a:extLst>
          </p:cNvPr>
          <p:cNvSpPr txBox="1"/>
          <p:nvPr/>
        </p:nvSpPr>
        <p:spPr>
          <a:xfrm>
            <a:off x="5147734" y="3907597"/>
            <a:ext cx="570089" cy="230832"/>
          </a:xfrm>
          <a:prstGeom prst="rect">
            <a:avLst/>
          </a:prstGeom>
          <a:noFill/>
        </p:spPr>
        <p:txBody>
          <a:bodyPr wrap="square" rtlCol="0">
            <a:spAutoFit/>
          </a:bodyPr>
          <a:lstStyle/>
          <a:p>
            <a:pPr algn="ctr"/>
            <a:r>
              <a:rPr lang="en-US" sz="900" dirty="0"/>
              <a:t>28</a:t>
            </a:r>
          </a:p>
        </p:txBody>
      </p:sp>
      <p:sp>
        <p:nvSpPr>
          <p:cNvPr id="28" name="TextBox 27">
            <a:extLst>
              <a:ext uri="{FF2B5EF4-FFF2-40B4-BE49-F238E27FC236}">
                <a16:creationId xmlns:a16="http://schemas.microsoft.com/office/drawing/2014/main" id="{C1BA2BA8-8FE4-EA19-D22D-5D967C573C59}"/>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03CE65D4-34AA-2AFF-7B27-8A28513BA293}"/>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92462F69-3A4A-0557-BE7C-675EBEEE9084}"/>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03C62598-E113-E5FA-4B93-25973360FA2D}"/>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907FF0C2-F5F8-093A-F265-9113098672B5}"/>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8CDBAA90-64CB-93F8-EC7C-A77159D17511}"/>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162DF2ED-E870-9429-F639-4843E9ABEC4E}"/>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AA5F89AD-8945-2CD6-E36E-4C5C6D33704F}"/>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2EFDBF80-CC54-BAAE-2EC3-C592792E738A}"/>
              </a:ext>
            </a:extLst>
          </p:cNvPr>
          <p:cNvSpPr txBox="1"/>
          <p:nvPr/>
        </p:nvSpPr>
        <p:spPr>
          <a:xfrm>
            <a:off x="3640666" y="3406653"/>
            <a:ext cx="570089" cy="230832"/>
          </a:xfrm>
          <a:prstGeom prst="rect">
            <a:avLst/>
          </a:prstGeom>
          <a:noFill/>
        </p:spPr>
        <p:txBody>
          <a:bodyPr wrap="square" rtlCol="0">
            <a:spAutoFit/>
          </a:bodyPr>
          <a:lstStyle/>
          <a:p>
            <a:pPr algn="ctr"/>
            <a:r>
              <a:rPr lang="en-US" sz="900" dirty="0"/>
              <a:t>279</a:t>
            </a:r>
          </a:p>
        </p:txBody>
      </p:sp>
      <p:sp>
        <p:nvSpPr>
          <p:cNvPr id="23" name="TextBox 22">
            <a:extLst>
              <a:ext uri="{FF2B5EF4-FFF2-40B4-BE49-F238E27FC236}">
                <a16:creationId xmlns:a16="http://schemas.microsoft.com/office/drawing/2014/main" id="{3F7B4588-B28E-684C-FAC5-217603268DC4}"/>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004E6710-5725-187A-B7E9-33E8B689E9A2}"/>
              </a:ext>
            </a:extLst>
          </p:cNvPr>
          <p:cNvSpPr txBox="1"/>
          <p:nvPr/>
        </p:nvSpPr>
        <p:spPr>
          <a:xfrm>
            <a:off x="4645378" y="3406653"/>
            <a:ext cx="570089" cy="230832"/>
          </a:xfrm>
          <a:prstGeom prst="rect">
            <a:avLst/>
          </a:prstGeom>
          <a:noFill/>
        </p:spPr>
        <p:txBody>
          <a:bodyPr wrap="square" rtlCol="0">
            <a:spAutoFit/>
          </a:bodyPr>
          <a:lstStyle/>
          <a:p>
            <a:pPr algn="ctr"/>
            <a:r>
              <a:rPr lang="en-US" sz="900" dirty="0"/>
              <a:t>579</a:t>
            </a:r>
          </a:p>
        </p:txBody>
      </p:sp>
      <p:sp>
        <p:nvSpPr>
          <p:cNvPr id="34" name="TextBox 33">
            <a:extLst>
              <a:ext uri="{FF2B5EF4-FFF2-40B4-BE49-F238E27FC236}">
                <a16:creationId xmlns:a16="http://schemas.microsoft.com/office/drawing/2014/main" id="{C869F418-991D-E747-D7A9-F2BE07516E90}"/>
              </a:ext>
            </a:extLst>
          </p:cNvPr>
          <p:cNvSpPr txBox="1"/>
          <p:nvPr/>
        </p:nvSpPr>
        <p:spPr>
          <a:xfrm>
            <a:off x="5147734" y="3406653"/>
            <a:ext cx="570089" cy="230832"/>
          </a:xfrm>
          <a:prstGeom prst="rect">
            <a:avLst/>
          </a:prstGeom>
          <a:noFill/>
        </p:spPr>
        <p:txBody>
          <a:bodyPr wrap="square" rtlCol="0">
            <a:spAutoFit/>
          </a:bodyPr>
          <a:lstStyle/>
          <a:p>
            <a:pPr algn="ctr"/>
            <a:r>
              <a:rPr lang="en-US" sz="900" dirty="0"/>
              <a:t>59</a:t>
            </a:r>
          </a:p>
        </p:txBody>
      </p:sp>
      <p:sp>
        <p:nvSpPr>
          <p:cNvPr id="35" name="TextBox 34">
            <a:extLst>
              <a:ext uri="{FF2B5EF4-FFF2-40B4-BE49-F238E27FC236}">
                <a16:creationId xmlns:a16="http://schemas.microsoft.com/office/drawing/2014/main" id="{17F6C8FB-AEA1-35C2-6F4A-63508DA6A50D}"/>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2479</a:t>
            </a:r>
          </a:p>
        </p:txBody>
      </p:sp>
      <p:sp>
        <p:nvSpPr>
          <p:cNvPr id="36" name="TextBox 35">
            <a:extLst>
              <a:ext uri="{FF2B5EF4-FFF2-40B4-BE49-F238E27FC236}">
                <a16:creationId xmlns:a16="http://schemas.microsoft.com/office/drawing/2014/main" id="{6CF1577D-BB6C-8D40-41DA-0114FDC6FA13}"/>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37" name="TextBox 36">
            <a:extLst>
              <a:ext uri="{FF2B5EF4-FFF2-40B4-BE49-F238E27FC236}">
                <a16:creationId xmlns:a16="http://schemas.microsoft.com/office/drawing/2014/main" id="{68488717-0834-626A-CC10-2D61D97E7550}"/>
              </a:ext>
            </a:extLst>
          </p:cNvPr>
          <p:cNvSpPr txBox="1"/>
          <p:nvPr/>
        </p:nvSpPr>
        <p:spPr>
          <a:xfrm>
            <a:off x="7157158" y="2404765"/>
            <a:ext cx="570089" cy="230832"/>
          </a:xfrm>
          <a:prstGeom prst="rect">
            <a:avLst/>
          </a:prstGeom>
          <a:noFill/>
        </p:spPr>
        <p:txBody>
          <a:bodyPr wrap="square" rtlCol="0">
            <a:spAutoFit/>
          </a:bodyPr>
          <a:lstStyle/>
          <a:p>
            <a:pPr algn="ctr"/>
            <a:r>
              <a:rPr lang="en-US" sz="900" dirty="0"/>
              <a:t>679</a:t>
            </a:r>
          </a:p>
        </p:txBody>
      </p:sp>
      <p:sp>
        <p:nvSpPr>
          <p:cNvPr id="38" name="TextBox 37">
            <a:extLst>
              <a:ext uri="{FF2B5EF4-FFF2-40B4-BE49-F238E27FC236}">
                <a16:creationId xmlns:a16="http://schemas.microsoft.com/office/drawing/2014/main" id="{632E99BE-456F-9B30-55E6-C67373B226FD}"/>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4579</a:t>
            </a:r>
          </a:p>
        </p:txBody>
      </p:sp>
      <p:sp>
        <p:nvSpPr>
          <p:cNvPr id="39" name="TextBox 38">
            <a:extLst>
              <a:ext uri="{FF2B5EF4-FFF2-40B4-BE49-F238E27FC236}">
                <a16:creationId xmlns:a16="http://schemas.microsoft.com/office/drawing/2014/main" id="{D15EFFB8-B668-159A-B8AE-8E68675FA9E7}"/>
              </a:ext>
            </a:extLst>
          </p:cNvPr>
          <p:cNvSpPr txBox="1"/>
          <p:nvPr/>
        </p:nvSpPr>
        <p:spPr>
          <a:xfrm>
            <a:off x="6654802" y="2905709"/>
            <a:ext cx="570089" cy="230832"/>
          </a:xfrm>
          <a:prstGeom prst="rect">
            <a:avLst/>
          </a:prstGeom>
          <a:noFill/>
        </p:spPr>
        <p:txBody>
          <a:bodyPr wrap="square" rtlCol="0">
            <a:spAutoFit/>
          </a:bodyPr>
          <a:lstStyle/>
          <a:p>
            <a:pPr algn="ctr"/>
            <a:r>
              <a:rPr lang="en-US" sz="900" dirty="0"/>
              <a:t>457</a:t>
            </a:r>
          </a:p>
        </p:txBody>
      </p:sp>
      <p:sp>
        <p:nvSpPr>
          <p:cNvPr id="40" name="TextBox 39">
            <a:extLst>
              <a:ext uri="{FF2B5EF4-FFF2-40B4-BE49-F238E27FC236}">
                <a16:creationId xmlns:a16="http://schemas.microsoft.com/office/drawing/2014/main" id="{9E4AC64B-9664-B190-795C-EF9607C19AB7}"/>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4579</a:t>
            </a:r>
          </a:p>
        </p:txBody>
      </p:sp>
      <p:sp>
        <p:nvSpPr>
          <p:cNvPr id="41" name="TextBox 40">
            <a:extLst>
              <a:ext uri="{FF2B5EF4-FFF2-40B4-BE49-F238E27FC236}">
                <a16:creationId xmlns:a16="http://schemas.microsoft.com/office/drawing/2014/main" id="{6FE4155F-7444-8F4A-0757-D13547599AFE}"/>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A1D97348-1BCE-55EE-E06A-25D44CB6AAFC}"/>
              </a:ext>
            </a:extLst>
          </p:cNvPr>
          <p:cNvSpPr txBox="1"/>
          <p:nvPr/>
        </p:nvSpPr>
        <p:spPr>
          <a:xfrm>
            <a:off x="3138310" y="2404765"/>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DE246461-8D14-11E4-34FD-E10852BB1FF8}"/>
              </a:ext>
            </a:extLst>
          </p:cNvPr>
          <p:cNvSpPr txBox="1"/>
          <p:nvPr/>
        </p:nvSpPr>
        <p:spPr>
          <a:xfrm>
            <a:off x="5147734" y="2905709"/>
            <a:ext cx="570089" cy="230832"/>
          </a:xfrm>
          <a:prstGeom prst="rect">
            <a:avLst/>
          </a:prstGeom>
          <a:noFill/>
        </p:spPr>
        <p:txBody>
          <a:bodyPr wrap="square" rtlCol="0">
            <a:spAutoFit/>
          </a:bodyPr>
          <a:lstStyle/>
          <a:p>
            <a:pPr algn="ctr"/>
            <a:r>
              <a:rPr lang="en-US" sz="900" dirty="0"/>
              <a:t>259</a:t>
            </a:r>
          </a:p>
        </p:txBody>
      </p:sp>
      <p:sp>
        <p:nvSpPr>
          <p:cNvPr id="44" name="TextBox 43">
            <a:extLst>
              <a:ext uri="{FF2B5EF4-FFF2-40B4-BE49-F238E27FC236}">
                <a16:creationId xmlns:a16="http://schemas.microsoft.com/office/drawing/2014/main" id="{2D4FA754-AADC-6C6D-9C74-0658CA27FB06}"/>
              </a:ext>
            </a:extLst>
          </p:cNvPr>
          <p:cNvSpPr txBox="1"/>
          <p:nvPr/>
        </p:nvSpPr>
        <p:spPr>
          <a:xfrm>
            <a:off x="5650090" y="2905709"/>
            <a:ext cx="570089" cy="230832"/>
          </a:xfrm>
          <a:prstGeom prst="rect">
            <a:avLst/>
          </a:prstGeom>
          <a:noFill/>
        </p:spPr>
        <p:txBody>
          <a:bodyPr wrap="square" rtlCol="0">
            <a:spAutoFit/>
          </a:bodyPr>
          <a:lstStyle/>
          <a:p>
            <a:pPr algn="ctr"/>
            <a:r>
              <a:rPr lang="en-US" sz="900" dirty="0"/>
              <a:t>2579</a:t>
            </a:r>
          </a:p>
        </p:txBody>
      </p:sp>
      <p:sp>
        <p:nvSpPr>
          <p:cNvPr id="45" name="TextBox 44">
            <a:extLst>
              <a:ext uri="{FF2B5EF4-FFF2-40B4-BE49-F238E27FC236}">
                <a16:creationId xmlns:a16="http://schemas.microsoft.com/office/drawing/2014/main" id="{225E4311-C6A4-B1B6-0DA4-225B1D3C6D87}"/>
              </a:ext>
            </a:extLst>
          </p:cNvPr>
          <p:cNvSpPr txBox="1"/>
          <p:nvPr/>
        </p:nvSpPr>
        <p:spPr>
          <a:xfrm>
            <a:off x="5147734" y="901933"/>
            <a:ext cx="570089" cy="230832"/>
          </a:xfrm>
          <a:prstGeom prst="rect">
            <a:avLst/>
          </a:prstGeom>
          <a:noFill/>
        </p:spPr>
        <p:txBody>
          <a:bodyPr wrap="square" rtlCol="0">
            <a:spAutoFit/>
          </a:bodyPr>
          <a:lstStyle/>
          <a:p>
            <a:pPr algn="ctr"/>
            <a:r>
              <a:rPr lang="en-US" sz="900" dirty="0"/>
              <a:t>14568</a:t>
            </a:r>
          </a:p>
        </p:txBody>
      </p:sp>
      <p:sp>
        <p:nvSpPr>
          <p:cNvPr id="46" name="TextBox 45">
            <a:extLst>
              <a:ext uri="{FF2B5EF4-FFF2-40B4-BE49-F238E27FC236}">
                <a16:creationId xmlns:a16="http://schemas.microsoft.com/office/drawing/2014/main" id="{47BFA6E6-5FC8-6719-E7D5-B964CA0282FF}"/>
              </a:ext>
            </a:extLst>
          </p:cNvPr>
          <p:cNvSpPr txBox="1"/>
          <p:nvPr/>
        </p:nvSpPr>
        <p:spPr>
          <a:xfrm>
            <a:off x="5650090" y="901933"/>
            <a:ext cx="570089" cy="230832"/>
          </a:xfrm>
          <a:prstGeom prst="rect">
            <a:avLst/>
          </a:prstGeom>
          <a:noFill/>
        </p:spPr>
        <p:txBody>
          <a:bodyPr wrap="square" rtlCol="0">
            <a:spAutoFit/>
          </a:bodyPr>
          <a:lstStyle/>
          <a:p>
            <a:pPr algn="ctr"/>
            <a:r>
              <a:rPr lang="en-US" sz="900" dirty="0"/>
              <a:t>458</a:t>
            </a:r>
          </a:p>
        </p:txBody>
      </p:sp>
      <p:sp>
        <p:nvSpPr>
          <p:cNvPr id="47" name="TextBox 46">
            <a:extLst>
              <a:ext uri="{FF2B5EF4-FFF2-40B4-BE49-F238E27FC236}">
                <a16:creationId xmlns:a16="http://schemas.microsoft.com/office/drawing/2014/main" id="{204DF01D-9613-1F50-8D45-F34F6B6BBE65}"/>
              </a:ext>
            </a:extLst>
          </p:cNvPr>
          <p:cNvSpPr txBox="1"/>
          <p:nvPr/>
        </p:nvSpPr>
        <p:spPr>
          <a:xfrm>
            <a:off x="6152446" y="901933"/>
            <a:ext cx="570089" cy="230832"/>
          </a:xfrm>
          <a:prstGeom prst="rect">
            <a:avLst/>
          </a:prstGeom>
          <a:noFill/>
        </p:spPr>
        <p:txBody>
          <a:bodyPr wrap="square" rtlCol="0">
            <a:spAutoFit/>
          </a:bodyPr>
          <a:lstStyle/>
          <a:p>
            <a:pPr algn="ctr"/>
            <a:r>
              <a:rPr lang="en-US" sz="900" dirty="0"/>
              <a:t>1567</a:t>
            </a:r>
          </a:p>
        </p:txBody>
      </p:sp>
      <p:sp>
        <p:nvSpPr>
          <p:cNvPr id="48" name="TextBox 47">
            <a:extLst>
              <a:ext uri="{FF2B5EF4-FFF2-40B4-BE49-F238E27FC236}">
                <a16:creationId xmlns:a16="http://schemas.microsoft.com/office/drawing/2014/main" id="{2022FA54-8B53-28B7-E313-1E904B3D3DF2}"/>
              </a:ext>
            </a:extLst>
          </p:cNvPr>
          <p:cNvSpPr txBox="1"/>
          <p:nvPr/>
        </p:nvSpPr>
        <p:spPr>
          <a:xfrm>
            <a:off x="7157158" y="901933"/>
            <a:ext cx="570089" cy="230832"/>
          </a:xfrm>
          <a:prstGeom prst="rect">
            <a:avLst/>
          </a:prstGeom>
          <a:noFill/>
        </p:spPr>
        <p:txBody>
          <a:bodyPr wrap="square" rtlCol="0">
            <a:spAutoFit/>
          </a:bodyPr>
          <a:lstStyle/>
          <a:p>
            <a:pPr algn="ctr"/>
            <a:r>
              <a:rPr lang="en-US" sz="900" dirty="0"/>
              <a:t>1567</a:t>
            </a:r>
          </a:p>
        </p:txBody>
      </p:sp>
      <p:sp>
        <p:nvSpPr>
          <p:cNvPr id="49" name="TextBox 48">
            <a:extLst>
              <a:ext uri="{FF2B5EF4-FFF2-40B4-BE49-F238E27FC236}">
                <a16:creationId xmlns:a16="http://schemas.microsoft.com/office/drawing/2014/main" id="{F02C3D85-481B-D0AC-1C6A-FB4FB424C6C8}"/>
              </a:ext>
            </a:extLst>
          </p:cNvPr>
          <p:cNvSpPr txBox="1"/>
          <p:nvPr/>
        </p:nvSpPr>
        <p:spPr>
          <a:xfrm>
            <a:off x="7157158" y="1903821"/>
            <a:ext cx="570089" cy="230832"/>
          </a:xfrm>
          <a:prstGeom prst="rect">
            <a:avLst/>
          </a:prstGeom>
          <a:noFill/>
        </p:spPr>
        <p:txBody>
          <a:bodyPr wrap="square" rtlCol="0">
            <a:spAutoFit/>
          </a:bodyPr>
          <a:lstStyle/>
          <a:p>
            <a:pPr algn="ctr"/>
            <a:r>
              <a:rPr lang="en-US" sz="900" dirty="0"/>
              <a:t>13456</a:t>
            </a:r>
          </a:p>
        </p:txBody>
      </p:sp>
      <p:sp>
        <p:nvSpPr>
          <p:cNvPr id="50" name="TextBox 49">
            <a:extLst>
              <a:ext uri="{FF2B5EF4-FFF2-40B4-BE49-F238E27FC236}">
                <a16:creationId xmlns:a16="http://schemas.microsoft.com/office/drawing/2014/main" id="{A82FFF65-0B11-941D-EDBD-F14DE95319AA}"/>
              </a:ext>
            </a:extLst>
          </p:cNvPr>
          <p:cNvSpPr txBox="1"/>
          <p:nvPr/>
        </p:nvSpPr>
        <p:spPr>
          <a:xfrm>
            <a:off x="3640666" y="1402877"/>
            <a:ext cx="570089" cy="230832"/>
          </a:xfrm>
          <a:prstGeom prst="rect">
            <a:avLst/>
          </a:prstGeom>
          <a:noFill/>
        </p:spPr>
        <p:txBody>
          <a:bodyPr wrap="square" rtlCol="0">
            <a:spAutoFit/>
          </a:bodyPr>
          <a:lstStyle/>
          <a:p>
            <a:pPr algn="ctr"/>
            <a:r>
              <a:rPr lang="en-US" sz="900" dirty="0"/>
              <a:t>179</a:t>
            </a:r>
          </a:p>
        </p:txBody>
      </p:sp>
      <p:sp>
        <p:nvSpPr>
          <p:cNvPr id="51" name="TextBox 50">
            <a:extLst>
              <a:ext uri="{FF2B5EF4-FFF2-40B4-BE49-F238E27FC236}">
                <a16:creationId xmlns:a16="http://schemas.microsoft.com/office/drawing/2014/main" id="{ACC9B4F3-F022-E735-827B-28F3710FCB9C}"/>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4567</a:t>
            </a:r>
          </a:p>
        </p:txBody>
      </p:sp>
      <p:sp>
        <p:nvSpPr>
          <p:cNvPr id="52" name="TextBox 51">
            <a:extLst>
              <a:ext uri="{FF2B5EF4-FFF2-40B4-BE49-F238E27FC236}">
                <a16:creationId xmlns:a16="http://schemas.microsoft.com/office/drawing/2014/main" id="{8ACCD8BB-9BEA-21FD-E8E7-C70F22BC5D6A}"/>
              </a:ext>
            </a:extLst>
          </p:cNvPr>
          <p:cNvSpPr txBox="1"/>
          <p:nvPr/>
        </p:nvSpPr>
        <p:spPr>
          <a:xfrm>
            <a:off x="4645378" y="1402877"/>
            <a:ext cx="570089" cy="230832"/>
          </a:xfrm>
          <a:prstGeom prst="rect">
            <a:avLst/>
          </a:prstGeom>
          <a:noFill/>
        </p:spPr>
        <p:txBody>
          <a:bodyPr wrap="square" rtlCol="0">
            <a:spAutoFit/>
          </a:bodyPr>
          <a:lstStyle/>
          <a:p>
            <a:pPr algn="ctr"/>
            <a:r>
              <a:rPr lang="en-US" sz="900" dirty="0"/>
              <a:t>134569</a:t>
            </a:r>
          </a:p>
        </p:txBody>
      </p:sp>
      <p:sp>
        <p:nvSpPr>
          <p:cNvPr id="53" name="TextBox 52">
            <a:extLst>
              <a:ext uri="{FF2B5EF4-FFF2-40B4-BE49-F238E27FC236}">
                <a16:creationId xmlns:a16="http://schemas.microsoft.com/office/drawing/2014/main" id="{556B7D82-9778-67D5-5BB3-EA0B4FB0C63E}"/>
              </a:ext>
            </a:extLst>
          </p:cNvPr>
          <p:cNvSpPr txBox="1"/>
          <p:nvPr/>
        </p:nvSpPr>
        <p:spPr>
          <a:xfrm>
            <a:off x="5147734" y="1402877"/>
            <a:ext cx="570089" cy="230832"/>
          </a:xfrm>
          <a:prstGeom prst="rect">
            <a:avLst/>
          </a:prstGeom>
          <a:noFill/>
        </p:spPr>
        <p:txBody>
          <a:bodyPr wrap="square" rtlCol="0">
            <a:spAutoFit/>
          </a:bodyPr>
          <a:lstStyle/>
          <a:p>
            <a:pPr algn="ctr"/>
            <a:r>
              <a:rPr lang="en-US" sz="900" dirty="0"/>
              <a:t>134569</a:t>
            </a:r>
          </a:p>
        </p:txBody>
      </p:sp>
      <p:sp>
        <p:nvSpPr>
          <p:cNvPr id="54" name="TextBox 53">
            <a:extLst>
              <a:ext uri="{FF2B5EF4-FFF2-40B4-BE49-F238E27FC236}">
                <a16:creationId xmlns:a16="http://schemas.microsoft.com/office/drawing/2014/main" id="{6EFB2973-5E32-199A-BF8E-EC1D88CD87FE}"/>
              </a:ext>
            </a:extLst>
          </p:cNvPr>
          <p:cNvSpPr txBox="1"/>
          <p:nvPr/>
        </p:nvSpPr>
        <p:spPr>
          <a:xfrm>
            <a:off x="3138310" y="1402877"/>
            <a:ext cx="570089" cy="230832"/>
          </a:xfrm>
          <a:prstGeom prst="rect">
            <a:avLst/>
          </a:prstGeom>
          <a:noFill/>
        </p:spPr>
        <p:txBody>
          <a:bodyPr wrap="square" rtlCol="0">
            <a:spAutoFit/>
          </a:bodyPr>
          <a:lstStyle/>
          <a:p>
            <a:pPr algn="ctr"/>
            <a:r>
              <a:rPr lang="en-US" sz="900" dirty="0"/>
              <a:t>14579</a:t>
            </a:r>
          </a:p>
        </p:txBody>
      </p:sp>
      <p:sp>
        <p:nvSpPr>
          <p:cNvPr id="55" name="TextBox 54">
            <a:extLst>
              <a:ext uri="{FF2B5EF4-FFF2-40B4-BE49-F238E27FC236}">
                <a16:creationId xmlns:a16="http://schemas.microsoft.com/office/drawing/2014/main" id="{8DA5EB6E-4D7E-310E-6133-E92A683032B8}"/>
              </a:ext>
            </a:extLst>
          </p:cNvPr>
          <p:cNvSpPr txBox="1"/>
          <p:nvPr/>
        </p:nvSpPr>
        <p:spPr>
          <a:xfrm>
            <a:off x="3640666" y="1903821"/>
            <a:ext cx="570089" cy="230832"/>
          </a:xfrm>
          <a:prstGeom prst="rect">
            <a:avLst/>
          </a:prstGeom>
          <a:noFill/>
        </p:spPr>
        <p:txBody>
          <a:bodyPr wrap="square" rtlCol="0">
            <a:spAutoFit/>
          </a:bodyPr>
          <a:lstStyle/>
          <a:p>
            <a:pPr algn="ctr"/>
            <a:r>
              <a:rPr lang="en-US" sz="900" dirty="0"/>
              <a:t>189</a:t>
            </a:r>
          </a:p>
        </p:txBody>
      </p:sp>
      <p:sp>
        <p:nvSpPr>
          <p:cNvPr id="56" name="TextBox 55">
            <a:extLst>
              <a:ext uri="{FF2B5EF4-FFF2-40B4-BE49-F238E27FC236}">
                <a16:creationId xmlns:a16="http://schemas.microsoft.com/office/drawing/2014/main" id="{52AFA17D-B058-37C4-6F97-45D0744E89E6}"/>
              </a:ext>
            </a:extLst>
          </p:cNvPr>
          <p:cNvSpPr txBox="1"/>
          <p:nvPr/>
        </p:nvSpPr>
        <p:spPr>
          <a:xfrm>
            <a:off x="4143022" y="1903821"/>
            <a:ext cx="570089" cy="230832"/>
          </a:xfrm>
          <a:prstGeom prst="rect">
            <a:avLst/>
          </a:prstGeom>
          <a:noFill/>
        </p:spPr>
        <p:txBody>
          <a:bodyPr wrap="square" rtlCol="0">
            <a:spAutoFit/>
          </a:bodyPr>
          <a:lstStyle/>
          <a:p>
            <a:pPr algn="ctr"/>
            <a:r>
              <a:rPr lang="en-US" sz="900" dirty="0"/>
              <a:t>4568</a:t>
            </a:r>
          </a:p>
        </p:txBody>
      </p:sp>
      <p:sp>
        <p:nvSpPr>
          <p:cNvPr id="57" name="TextBox 56">
            <a:extLst>
              <a:ext uri="{FF2B5EF4-FFF2-40B4-BE49-F238E27FC236}">
                <a16:creationId xmlns:a16="http://schemas.microsoft.com/office/drawing/2014/main" id="{34BB4F1A-7889-F84C-F526-7CE19A934DD9}"/>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123569</a:t>
            </a:r>
          </a:p>
        </p:txBody>
      </p:sp>
      <p:sp>
        <p:nvSpPr>
          <p:cNvPr id="58" name="TextBox 57">
            <a:extLst>
              <a:ext uri="{FF2B5EF4-FFF2-40B4-BE49-F238E27FC236}">
                <a16:creationId xmlns:a16="http://schemas.microsoft.com/office/drawing/2014/main" id="{CBAB2490-C8D7-09EA-EC24-39C38DCBBC44}"/>
              </a:ext>
            </a:extLst>
          </p:cNvPr>
          <p:cNvSpPr txBox="1"/>
          <p:nvPr/>
        </p:nvSpPr>
        <p:spPr>
          <a:xfrm>
            <a:off x="3138310" y="1903821"/>
            <a:ext cx="570089" cy="230832"/>
          </a:xfrm>
          <a:prstGeom prst="rect">
            <a:avLst/>
          </a:prstGeom>
          <a:noFill/>
        </p:spPr>
        <p:txBody>
          <a:bodyPr wrap="square" rtlCol="0">
            <a:spAutoFit/>
          </a:bodyPr>
          <a:lstStyle/>
          <a:p>
            <a:pPr algn="ctr"/>
            <a:r>
              <a:rPr lang="en-US" sz="900" dirty="0"/>
              <a:t>14589</a:t>
            </a:r>
          </a:p>
        </p:txBody>
      </p:sp>
      <p:sp>
        <p:nvSpPr>
          <p:cNvPr id="59" name="TextBox 58">
            <a:extLst>
              <a:ext uri="{FF2B5EF4-FFF2-40B4-BE49-F238E27FC236}">
                <a16:creationId xmlns:a16="http://schemas.microsoft.com/office/drawing/2014/main" id="{04FE6E30-D8B4-27BC-70D8-30B070F0083B}"/>
              </a:ext>
            </a:extLst>
          </p:cNvPr>
          <p:cNvSpPr txBox="1"/>
          <p:nvPr/>
        </p:nvSpPr>
        <p:spPr>
          <a:xfrm>
            <a:off x="3138310" y="3907597"/>
            <a:ext cx="570089" cy="230832"/>
          </a:xfrm>
          <a:prstGeom prst="rect">
            <a:avLst/>
          </a:prstGeom>
          <a:noFill/>
        </p:spPr>
        <p:txBody>
          <a:bodyPr wrap="square" rtlCol="0">
            <a:spAutoFit/>
          </a:bodyPr>
          <a:lstStyle/>
          <a:p>
            <a:pPr algn="ctr"/>
            <a:r>
              <a:rPr lang="en-US" sz="900" dirty="0"/>
              <a:t>1578</a:t>
            </a:r>
          </a:p>
        </p:txBody>
      </p:sp>
      <p:sp>
        <p:nvSpPr>
          <p:cNvPr id="60" name="TextBox 59">
            <a:extLst>
              <a:ext uri="{FF2B5EF4-FFF2-40B4-BE49-F238E27FC236}">
                <a16:creationId xmlns:a16="http://schemas.microsoft.com/office/drawing/2014/main" id="{FE051E5E-183D-0A7C-6912-020BC2B9EEBC}"/>
              </a:ext>
            </a:extLst>
          </p:cNvPr>
          <p:cNvSpPr txBox="1"/>
          <p:nvPr/>
        </p:nvSpPr>
        <p:spPr>
          <a:xfrm>
            <a:off x="3640666" y="4408541"/>
            <a:ext cx="570089" cy="230832"/>
          </a:xfrm>
          <a:prstGeom prst="rect">
            <a:avLst/>
          </a:prstGeom>
          <a:noFill/>
        </p:spPr>
        <p:txBody>
          <a:bodyPr wrap="square" rtlCol="0">
            <a:spAutoFit/>
          </a:bodyPr>
          <a:lstStyle/>
          <a:p>
            <a:pPr algn="ctr"/>
            <a:r>
              <a:rPr lang="en-US" sz="900" dirty="0"/>
              <a:t>1278</a:t>
            </a:r>
          </a:p>
        </p:txBody>
      </p:sp>
      <p:sp>
        <p:nvSpPr>
          <p:cNvPr id="61" name="TextBox 60">
            <a:extLst>
              <a:ext uri="{FF2B5EF4-FFF2-40B4-BE49-F238E27FC236}">
                <a16:creationId xmlns:a16="http://schemas.microsoft.com/office/drawing/2014/main" id="{F1B0BFD8-BAE9-D708-5DE7-98516E98183D}"/>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12578</a:t>
            </a:r>
          </a:p>
        </p:txBody>
      </p:sp>
      <p:sp>
        <p:nvSpPr>
          <p:cNvPr id="62" name="TextBox 61">
            <a:extLst>
              <a:ext uri="{FF2B5EF4-FFF2-40B4-BE49-F238E27FC236}">
                <a16:creationId xmlns:a16="http://schemas.microsoft.com/office/drawing/2014/main" id="{F287B6FB-FC0B-E881-EA4E-FC9DAFD58B9F}"/>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3578</a:t>
            </a:r>
          </a:p>
        </p:txBody>
      </p:sp>
      <p:sp>
        <p:nvSpPr>
          <p:cNvPr id="63" name="TextBox 62">
            <a:extLst>
              <a:ext uri="{FF2B5EF4-FFF2-40B4-BE49-F238E27FC236}">
                <a16:creationId xmlns:a16="http://schemas.microsoft.com/office/drawing/2014/main" id="{33DBB79E-F029-807E-AC46-963D6CB28D6D}"/>
              </a:ext>
            </a:extLst>
          </p:cNvPr>
          <p:cNvSpPr txBox="1"/>
          <p:nvPr/>
        </p:nvSpPr>
        <p:spPr>
          <a:xfrm>
            <a:off x="3138310" y="4909484"/>
            <a:ext cx="570089" cy="230832"/>
          </a:xfrm>
          <a:prstGeom prst="rect">
            <a:avLst/>
          </a:prstGeom>
          <a:noFill/>
        </p:spPr>
        <p:txBody>
          <a:bodyPr wrap="square" rtlCol="0">
            <a:spAutoFit/>
          </a:bodyPr>
          <a:lstStyle/>
          <a:p>
            <a:pPr algn="ctr"/>
            <a:r>
              <a:rPr lang="en-US" sz="900" dirty="0"/>
              <a:t>12578</a:t>
            </a:r>
          </a:p>
        </p:txBody>
      </p:sp>
      <p:sp>
        <p:nvSpPr>
          <p:cNvPr id="64" name="TextBox 63">
            <a:extLst>
              <a:ext uri="{FF2B5EF4-FFF2-40B4-BE49-F238E27FC236}">
                <a16:creationId xmlns:a16="http://schemas.microsoft.com/office/drawing/2014/main" id="{30D1C176-FA29-CA8E-A1C5-C4C5D18259DC}"/>
              </a:ext>
            </a:extLst>
          </p:cNvPr>
          <p:cNvSpPr txBox="1"/>
          <p:nvPr/>
        </p:nvSpPr>
        <p:spPr>
          <a:xfrm>
            <a:off x="5650090" y="3907597"/>
            <a:ext cx="570089" cy="230832"/>
          </a:xfrm>
          <a:prstGeom prst="rect">
            <a:avLst/>
          </a:prstGeom>
          <a:noFill/>
        </p:spPr>
        <p:txBody>
          <a:bodyPr wrap="square" rtlCol="0">
            <a:spAutoFit/>
          </a:bodyPr>
          <a:lstStyle/>
          <a:p>
            <a:pPr algn="ctr"/>
            <a:r>
              <a:rPr lang="en-US" sz="900" dirty="0"/>
              <a:t>35789</a:t>
            </a:r>
          </a:p>
        </p:txBody>
      </p:sp>
      <p:sp>
        <p:nvSpPr>
          <p:cNvPr id="65" name="TextBox 64">
            <a:extLst>
              <a:ext uri="{FF2B5EF4-FFF2-40B4-BE49-F238E27FC236}">
                <a16:creationId xmlns:a16="http://schemas.microsoft.com/office/drawing/2014/main" id="{34CB0802-3EDE-65CE-234F-4072C4D7CAE1}"/>
              </a:ext>
            </a:extLst>
          </p:cNvPr>
          <p:cNvSpPr txBox="1"/>
          <p:nvPr/>
        </p:nvSpPr>
        <p:spPr>
          <a:xfrm>
            <a:off x="6152446" y="3907597"/>
            <a:ext cx="570089" cy="230832"/>
          </a:xfrm>
          <a:prstGeom prst="rect">
            <a:avLst/>
          </a:prstGeom>
          <a:noFill/>
        </p:spPr>
        <p:txBody>
          <a:bodyPr wrap="square" rtlCol="0">
            <a:spAutoFit/>
          </a:bodyPr>
          <a:lstStyle/>
          <a:p>
            <a:pPr algn="ctr"/>
            <a:r>
              <a:rPr lang="en-US" sz="900" dirty="0"/>
              <a:t>15679</a:t>
            </a:r>
          </a:p>
        </p:txBody>
      </p:sp>
      <p:sp>
        <p:nvSpPr>
          <p:cNvPr id="66" name="TextBox 65">
            <a:extLst>
              <a:ext uri="{FF2B5EF4-FFF2-40B4-BE49-F238E27FC236}">
                <a16:creationId xmlns:a16="http://schemas.microsoft.com/office/drawing/2014/main" id="{F7426345-C79A-783A-C1A0-35344F44E5B3}"/>
              </a:ext>
            </a:extLst>
          </p:cNvPr>
          <p:cNvSpPr txBox="1"/>
          <p:nvPr/>
        </p:nvSpPr>
        <p:spPr>
          <a:xfrm>
            <a:off x="6654802" y="3907597"/>
            <a:ext cx="570089" cy="230832"/>
          </a:xfrm>
          <a:prstGeom prst="rect">
            <a:avLst/>
          </a:prstGeom>
          <a:noFill/>
        </p:spPr>
        <p:txBody>
          <a:bodyPr wrap="square" rtlCol="0">
            <a:spAutoFit/>
          </a:bodyPr>
          <a:lstStyle/>
          <a:p>
            <a:pPr algn="ctr"/>
            <a:r>
              <a:rPr lang="en-US" sz="900" dirty="0"/>
              <a:t>35678</a:t>
            </a:r>
          </a:p>
        </p:txBody>
      </p:sp>
      <p:sp>
        <p:nvSpPr>
          <p:cNvPr id="67" name="TextBox 66">
            <a:extLst>
              <a:ext uri="{FF2B5EF4-FFF2-40B4-BE49-F238E27FC236}">
                <a16:creationId xmlns:a16="http://schemas.microsoft.com/office/drawing/2014/main" id="{4103C450-54A0-7B35-50C9-9C9526A67F46}"/>
              </a:ext>
            </a:extLst>
          </p:cNvPr>
          <p:cNvSpPr txBox="1"/>
          <p:nvPr/>
        </p:nvSpPr>
        <p:spPr>
          <a:xfrm>
            <a:off x="7157158" y="3907597"/>
            <a:ext cx="570089" cy="230832"/>
          </a:xfrm>
          <a:prstGeom prst="rect">
            <a:avLst/>
          </a:prstGeom>
          <a:noFill/>
        </p:spPr>
        <p:txBody>
          <a:bodyPr wrap="square" rtlCol="0">
            <a:spAutoFit/>
          </a:bodyPr>
          <a:lstStyle/>
          <a:p>
            <a:pPr algn="ctr"/>
            <a:r>
              <a:rPr lang="en-US" sz="900" dirty="0"/>
              <a:t>135679</a:t>
            </a:r>
          </a:p>
        </p:txBody>
      </p:sp>
      <p:sp>
        <p:nvSpPr>
          <p:cNvPr id="68" name="TextBox 67">
            <a:extLst>
              <a:ext uri="{FF2B5EF4-FFF2-40B4-BE49-F238E27FC236}">
                <a16:creationId xmlns:a16="http://schemas.microsoft.com/office/drawing/2014/main" id="{E44B6FDE-442E-3CDC-5A26-48AC346E3EF3}"/>
              </a:ext>
            </a:extLst>
          </p:cNvPr>
          <p:cNvSpPr txBox="1"/>
          <p:nvPr/>
        </p:nvSpPr>
        <p:spPr>
          <a:xfrm>
            <a:off x="6152446" y="4408541"/>
            <a:ext cx="570089" cy="230832"/>
          </a:xfrm>
          <a:prstGeom prst="rect">
            <a:avLst/>
          </a:prstGeom>
          <a:noFill/>
        </p:spPr>
        <p:txBody>
          <a:bodyPr wrap="square" rtlCol="0">
            <a:spAutoFit/>
          </a:bodyPr>
          <a:lstStyle/>
          <a:p>
            <a:pPr algn="ctr"/>
            <a:r>
              <a:rPr lang="en-US" sz="900" dirty="0"/>
              <a:t>1457</a:t>
            </a:r>
          </a:p>
        </p:txBody>
      </p:sp>
      <p:sp>
        <p:nvSpPr>
          <p:cNvPr id="69" name="TextBox 68">
            <a:extLst>
              <a:ext uri="{FF2B5EF4-FFF2-40B4-BE49-F238E27FC236}">
                <a16:creationId xmlns:a16="http://schemas.microsoft.com/office/drawing/2014/main" id="{F79E7C7E-D9CA-E13A-98D3-42D4DF51BFA5}"/>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234578</a:t>
            </a:r>
          </a:p>
        </p:txBody>
      </p:sp>
      <p:sp>
        <p:nvSpPr>
          <p:cNvPr id="70" name="TextBox 69">
            <a:extLst>
              <a:ext uri="{FF2B5EF4-FFF2-40B4-BE49-F238E27FC236}">
                <a16:creationId xmlns:a16="http://schemas.microsoft.com/office/drawing/2014/main" id="{7D4788F1-CCDE-465C-485D-1593931BFC08}"/>
              </a:ext>
            </a:extLst>
          </p:cNvPr>
          <p:cNvSpPr txBox="1"/>
          <p:nvPr/>
        </p:nvSpPr>
        <p:spPr>
          <a:xfrm>
            <a:off x="7157158" y="4408541"/>
            <a:ext cx="570089" cy="230832"/>
          </a:xfrm>
          <a:prstGeom prst="rect">
            <a:avLst/>
          </a:prstGeom>
          <a:noFill/>
        </p:spPr>
        <p:txBody>
          <a:bodyPr wrap="square" rtlCol="0">
            <a:spAutoFit/>
          </a:bodyPr>
          <a:lstStyle/>
          <a:p>
            <a:pPr algn="ctr"/>
            <a:r>
              <a:rPr lang="en-US" sz="900" dirty="0"/>
              <a:t>13457</a:t>
            </a:r>
          </a:p>
        </p:txBody>
      </p:sp>
      <p:sp>
        <p:nvSpPr>
          <p:cNvPr id="71" name="TextBox 70">
            <a:extLst>
              <a:ext uri="{FF2B5EF4-FFF2-40B4-BE49-F238E27FC236}">
                <a16:creationId xmlns:a16="http://schemas.microsoft.com/office/drawing/2014/main" id="{83CAE840-813E-A569-209F-0EDEF83C394C}"/>
              </a:ext>
            </a:extLst>
          </p:cNvPr>
          <p:cNvSpPr txBox="1"/>
          <p:nvPr/>
        </p:nvSpPr>
        <p:spPr>
          <a:xfrm>
            <a:off x="6152446" y="4909484"/>
            <a:ext cx="570089" cy="230832"/>
          </a:xfrm>
          <a:prstGeom prst="rect">
            <a:avLst/>
          </a:prstGeom>
          <a:noFill/>
        </p:spPr>
        <p:txBody>
          <a:bodyPr wrap="square" rtlCol="0">
            <a:spAutoFit/>
          </a:bodyPr>
          <a:lstStyle/>
          <a:p>
            <a:pPr algn="ctr"/>
            <a:r>
              <a:rPr lang="en-US" sz="900" dirty="0"/>
              <a:t>14579</a:t>
            </a:r>
          </a:p>
        </p:txBody>
      </p:sp>
      <p:sp>
        <p:nvSpPr>
          <p:cNvPr id="72" name="TextBox 71">
            <a:extLst>
              <a:ext uri="{FF2B5EF4-FFF2-40B4-BE49-F238E27FC236}">
                <a16:creationId xmlns:a16="http://schemas.microsoft.com/office/drawing/2014/main" id="{9B55E003-5731-BCBF-0389-91025364E07C}"/>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234578</a:t>
            </a:r>
          </a:p>
        </p:txBody>
      </p:sp>
      <p:sp>
        <p:nvSpPr>
          <p:cNvPr id="73" name="TextBox 72">
            <a:extLst>
              <a:ext uri="{FF2B5EF4-FFF2-40B4-BE49-F238E27FC236}">
                <a16:creationId xmlns:a16="http://schemas.microsoft.com/office/drawing/2014/main" id="{1D7AA41D-585B-F68A-8E90-2DE39CFD4D65}"/>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134579</a:t>
            </a:r>
          </a:p>
        </p:txBody>
      </p:sp>
      <p:sp>
        <p:nvSpPr>
          <p:cNvPr id="74" name="TextBox 73">
            <a:extLst>
              <a:ext uri="{FF2B5EF4-FFF2-40B4-BE49-F238E27FC236}">
                <a16:creationId xmlns:a16="http://schemas.microsoft.com/office/drawing/2014/main" id="{6DD99C68-AF21-DB3B-6C53-247056D6429F}"/>
              </a:ext>
            </a:extLst>
          </p:cNvPr>
          <p:cNvSpPr txBox="1"/>
          <p:nvPr/>
        </p:nvSpPr>
        <p:spPr>
          <a:xfrm>
            <a:off x="4645378" y="4909484"/>
            <a:ext cx="570089" cy="230832"/>
          </a:xfrm>
          <a:prstGeom prst="rect">
            <a:avLst/>
          </a:prstGeom>
          <a:noFill/>
        </p:spPr>
        <p:txBody>
          <a:bodyPr wrap="square" rtlCol="0">
            <a:spAutoFit/>
          </a:bodyPr>
          <a:lstStyle/>
          <a:p>
            <a:pPr algn="ctr"/>
            <a:r>
              <a:rPr lang="en-US" sz="900" dirty="0"/>
              <a:t>14579</a:t>
            </a:r>
          </a:p>
        </p:txBody>
      </p:sp>
      <p:sp>
        <p:nvSpPr>
          <p:cNvPr id="75" name="TextBox 74">
            <a:extLst>
              <a:ext uri="{FF2B5EF4-FFF2-40B4-BE49-F238E27FC236}">
                <a16:creationId xmlns:a16="http://schemas.microsoft.com/office/drawing/2014/main" id="{5B29DCB7-5746-C6D0-05A2-5F71E3784B4E}"/>
              </a:ext>
            </a:extLst>
          </p:cNvPr>
          <p:cNvSpPr txBox="1"/>
          <p:nvPr/>
        </p:nvSpPr>
        <p:spPr>
          <a:xfrm>
            <a:off x="5147734" y="4909484"/>
            <a:ext cx="570089" cy="230832"/>
          </a:xfrm>
          <a:prstGeom prst="rect">
            <a:avLst/>
          </a:prstGeom>
          <a:noFill/>
        </p:spPr>
        <p:txBody>
          <a:bodyPr wrap="square" rtlCol="0">
            <a:spAutoFit/>
          </a:bodyPr>
          <a:lstStyle/>
          <a:p>
            <a:pPr algn="ctr"/>
            <a:r>
              <a:rPr lang="en-US" sz="900" dirty="0"/>
              <a:t>14589</a:t>
            </a:r>
          </a:p>
        </p:txBody>
      </p:sp>
      <p:sp>
        <p:nvSpPr>
          <p:cNvPr id="76" name="TextBox 75">
            <a:extLst>
              <a:ext uri="{FF2B5EF4-FFF2-40B4-BE49-F238E27FC236}">
                <a16:creationId xmlns:a16="http://schemas.microsoft.com/office/drawing/2014/main" id="{88A37AC0-B098-4591-580B-C3396F5E3E44}"/>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345789</a:t>
            </a:r>
          </a:p>
        </p:txBody>
      </p:sp>
      <p:sp>
        <p:nvSpPr>
          <p:cNvPr id="77" name="TextBox 76">
            <a:extLst>
              <a:ext uri="{FF2B5EF4-FFF2-40B4-BE49-F238E27FC236}">
                <a16:creationId xmlns:a16="http://schemas.microsoft.com/office/drawing/2014/main" id="{D6C82FC8-6FCD-B57D-6E7D-915F61ACA7E0}"/>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FD1CBFEA-4AB4-0223-92A4-32CA0DCD9699}"/>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97AA8CA9-0B9B-420D-A6CB-9B63ADD7F606}"/>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C3712660-9B89-B68F-5CA8-3B380188D8BA}"/>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763215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DA0A6-3C28-435E-52A9-3FECBCB56A6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86DEF8-5A36-70A8-E9B1-6EB18698113C}"/>
              </a:ext>
            </a:extLst>
          </p:cNvPr>
          <p:cNvSpPr>
            <a:spLocks noGrp="1"/>
          </p:cNvSpPr>
          <p:nvPr>
            <p:ph sz="half" idx="1"/>
          </p:nvPr>
        </p:nvSpPr>
        <p:spPr/>
        <p:txBody>
          <a:bodyPr/>
          <a:lstStyle/>
          <a:p>
            <a:r>
              <a:rPr lang="en-US" dirty="0"/>
              <a:t>In the top right block, 4 is in Row 3.</a:t>
            </a:r>
          </a:p>
        </p:txBody>
      </p:sp>
      <p:pic>
        <p:nvPicPr>
          <p:cNvPr id="4" name="Picture 3" descr="A grid of sudoku puzzle&#10;&#10;Description automatically generated">
            <a:extLst>
              <a:ext uri="{FF2B5EF4-FFF2-40B4-BE49-F238E27FC236}">
                <a16:creationId xmlns:a16="http://schemas.microsoft.com/office/drawing/2014/main" id="{35524B3B-2985-0097-7512-9D570DB14B8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DC1ED3C-8877-54BA-3416-9802F517B77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F99B810-F77B-CFDB-1CA6-DF6BD3820B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A17EFF6-3469-EE08-F76C-80E9EE28F2D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A11A37C-B2B1-A244-5271-EAA979ED657B}"/>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8" name="TextBox 7">
            <a:extLst>
              <a:ext uri="{FF2B5EF4-FFF2-40B4-BE49-F238E27FC236}">
                <a16:creationId xmlns:a16="http://schemas.microsoft.com/office/drawing/2014/main" id="{7679DA7B-2C46-7C9D-3D4D-6DD5570D367A}"/>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10" name="TextBox 9">
            <a:extLst>
              <a:ext uri="{FF2B5EF4-FFF2-40B4-BE49-F238E27FC236}">
                <a16:creationId xmlns:a16="http://schemas.microsoft.com/office/drawing/2014/main" id="{3F0BF2E5-A319-2147-D352-63585B425936}"/>
              </a:ext>
            </a:extLst>
          </p:cNvPr>
          <p:cNvSpPr txBox="1"/>
          <p:nvPr/>
        </p:nvSpPr>
        <p:spPr>
          <a:xfrm>
            <a:off x="5650090" y="1402877"/>
            <a:ext cx="570089" cy="230832"/>
          </a:xfrm>
          <a:prstGeom prst="rect">
            <a:avLst/>
          </a:prstGeom>
          <a:noFill/>
        </p:spPr>
        <p:txBody>
          <a:bodyPr wrap="square" rtlCol="0">
            <a:spAutoFit/>
          </a:bodyPr>
          <a:lstStyle/>
          <a:p>
            <a:pPr algn="ctr"/>
            <a:r>
              <a:rPr lang="en-US" sz="900" dirty="0"/>
              <a:t>49</a:t>
            </a:r>
          </a:p>
        </p:txBody>
      </p:sp>
      <p:sp>
        <p:nvSpPr>
          <p:cNvPr id="12" name="TextBox 11">
            <a:extLst>
              <a:ext uri="{FF2B5EF4-FFF2-40B4-BE49-F238E27FC236}">
                <a16:creationId xmlns:a16="http://schemas.microsoft.com/office/drawing/2014/main" id="{B9BBAD14-CE48-5493-EA0B-0CDA468D107A}"/>
              </a:ext>
            </a:extLst>
          </p:cNvPr>
          <p:cNvSpPr txBox="1"/>
          <p:nvPr/>
        </p:nvSpPr>
        <p:spPr>
          <a:xfrm>
            <a:off x="6654802" y="1402877"/>
            <a:ext cx="570089" cy="230832"/>
          </a:xfrm>
          <a:prstGeom prst="rect">
            <a:avLst/>
          </a:prstGeom>
          <a:noFill/>
        </p:spPr>
        <p:txBody>
          <a:bodyPr wrap="square" rtlCol="0">
            <a:spAutoFit/>
          </a:bodyPr>
          <a:lstStyle/>
          <a:p>
            <a:pPr algn="ctr"/>
            <a:r>
              <a:rPr lang="en-US" sz="900" dirty="0"/>
              <a:t>37</a:t>
            </a:r>
          </a:p>
        </p:txBody>
      </p:sp>
      <p:sp>
        <p:nvSpPr>
          <p:cNvPr id="13" name="TextBox 12">
            <a:extLst>
              <a:ext uri="{FF2B5EF4-FFF2-40B4-BE49-F238E27FC236}">
                <a16:creationId xmlns:a16="http://schemas.microsoft.com/office/drawing/2014/main" id="{CAB1DD3B-C72E-1497-6211-B6932B5E5FB6}"/>
              </a:ext>
            </a:extLst>
          </p:cNvPr>
          <p:cNvSpPr txBox="1"/>
          <p:nvPr/>
        </p:nvSpPr>
        <p:spPr>
          <a:xfrm>
            <a:off x="5650090" y="1903821"/>
            <a:ext cx="570089" cy="230832"/>
          </a:xfrm>
          <a:prstGeom prst="rect">
            <a:avLst/>
          </a:prstGeom>
          <a:noFill/>
        </p:spPr>
        <p:txBody>
          <a:bodyPr wrap="square" rtlCol="0">
            <a:spAutoFit/>
          </a:bodyPr>
          <a:lstStyle/>
          <a:p>
            <a:pPr algn="ctr"/>
            <a:r>
              <a:rPr lang="en-US" sz="900" dirty="0"/>
              <a:t>28</a:t>
            </a:r>
          </a:p>
        </p:txBody>
      </p:sp>
      <p:sp>
        <p:nvSpPr>
          <p:cNvPr id="14" name="TextBox 13">
            <a:extLst>
              <a:ext uri="{FF2B5EF4-FFF2-40B4-BE49-F238E27FC236}">
                <a16:creationId xmlns:a16="http://schemas.microsoft.com/office/drawing/2014/main" id="{A3136798-D7E1-CE35-FD0D-5CD6898E844F}"/>
              </a:ext>
            </a:extLst>
          </p:cNvPr>
          <p:cNvSpPr txBox="1"/>
          <p:nvPr/>
        </p:nvSpPr>
        <p:spPr>
          <a:xfrm>
            <a:off x="6152446" y="1903821"/>
            <a:ext cx="570089" cy="230832"/>
          </a:xfrm>
          <a:prstGeom prst="rect">
            <a:avLst/>
          </a:prstGeom>
          <a:noFill/>
        </p:spPr>
        <p:txBody>
          <a:bodyPr wrap="square" rtlCol="0">
            <a:spAutoFit/>
          </a:bodyPr>
          <a:lstStyle/>
          <a:p>
            <a:pPr algn="ctr"/>
            <a:r>
              <a:rPr lang="en-US" sz="900" dirty="0"/>
              <a:t>15</a:t>
            </a:r>
          </a:p>
        </p:txBody>
      </p:sp>
      <p:sp>
        <p:nvSpPr>
          <p:cNvPr id="15" name="TextBox 14">
            <a:extLst>
              <a:ext uri="{FF2B5EF4-FFF2-40B4-BE49-F238E27FC236}">
                <a16:creationId xmlns:a16="http://schemas.microsoft.com/office/drawing/2014/main" id="{770B42B4-FFE2-C80F-3B14-78DEA4DF2027}"/>
              </a:ext>
            </a:extLst>
          </p:cNvPr>
          <p:cNvSpPr txBox="1"/>
          <p:nvPr/>
        </p:nvSpPr>
        <p:spPr>
          <a:xfrm>
            <a:off x="6654802" y="1903821"/>
            <a:ext cx="570089" cy="230832"/>
          </a:xfrm>
          <a:prstGeom prst="rect">
            <a:avLst/>
          </a:prstGeom>
          <a:noFill/>
        </p:spPr>
        <p:txBody>
          <a:bodyPr wrap="square" rtlCol="0">
            <a:spAutoFit/>
          </a:bodyPr>
          <a:lstStyle/>
          <a:p>
            <a:pPr algn="ctr"/>
            <a:r>
              <a:rPr lang="en-US" sz="900" dirty="0"/>
              <a:t>46</a:t>
            </a:r>
          </a:p>
        </p:txBody>
      </p:sp>
      <p:sp>
        <p:nvSpPr>
          <p:cNvPr id="16" name="TextBox 15">
            <a:extLst>
              <a:ext uri="{FF2B5EF4-FFF2-40B4-BE49-F238E27FC236}">
                <a16:creationId xmlns:a16="http://schemas.microsoft.com/office/drawing/2014/main" id="{1449C9C8-4268-E44E-5C2A-6CE0052C52E2}"/>
              </a:ext>
            </a:extLst>
          </p:cNvPr>
          <p:cNvSpPr txBox="1"/>
          <p:nvPr/>
        </p:nvSpPr>
        <p:spPr>
          <a:xfrm>
            <a:off x="4645378" y="2404765"/>
            <a:ext cx="570089" cy="230832"/>
          </a:xfrm>
          <a:prstGeom prst="rect">
            <a:avLst/>
          </a:prstGeom>
          <a:noFill/>
        </p:spPr>
        <p:txBody>
          <a:bodyPr wrap="square" rtlCol="0">
            <a:spAutoFit/>
          </a:bodyPr>
          <a:lstStyle/>
          <a:p>
            <a:pPr algn="ctr"/>
            <a:r>
              <a:rPr lang="en-US" sz="900" dirty="0"/>
              <a:t>34</a:t>
            </a:r>
          </a:p>
        </p:txBody>
      </p:sp>
      <p:sp>
        <p:nvSpPr>
          <p:cNvPr id="17" name="TextBox 16">
            <a:extLst>
              <a:ext uri="{FF2B5EF4-FFF2-40B4-BE49-F238E27FC236}">
                <a16:creationId xmlns:a16="http://schemas.microsoft.com/office/drawing/2014/main" id="{8D1130DB-CBCD-BCD2-31E9-65416D8B61E3}"/>
              </a:ext>
            </a:extLst>
          </p:cNvPr>
          <p:cNvSpPr txBox="1"/>
          <p:nvPr/>
        </p:nvSpPr>
        <p:spPr>
          <a:xfrm>
            <a:off x="5147734" y="2404765"/>
            <a:ext cx="570089" cy="230832"/>
          </a:xfrm>
          <a:prstGeom prst="rect">
            <a:avLst/>
          </a:prstGeom>
          <a:noFill/>
        </p:spPr>
        <p:txBody>
          <a:bodyPr wrap="square" rtlCol="0">
            <a:spAutoFit/>
          </a:bodyPr>
          <a:lstStyle/>
          <a:p>
            <a:pPr algn="ctr"/>
            <a:r>
              <a:rPr lang="en-US" sz="900" dirty="0"/>
              <a:t>43</a:t>
            </a:r>
          </a:p>
        </p:txBody>
      </p:sp>
      <p:sp>
        <p:nvSpPr>
          <p:cNvPr id="25" name="TextBox 24">
            <a:extLst>
              <a:ext uri="{FF2B5EF4-FFF2-40B4-BE49-F238E27FC236}">
                <a16:creationId xmlns:a16="http://schemas.microsoft.com/office/drawing/2014/main" id="{F4A8A713-B0E0-33DD-74E5-64CFE3FF1DE5}"/>
              </a:ext>
            </a:extLst>
          </p:cNvPr>
          <p:cNvSpPr txBox="1"/>
          <p:nvPr/>
        </p:nvSpPr>
        <p:spPr>
          <a:xfrm>
            <a:off x="4143022" y="3907597"/>
            <a:ext cx="570089" cy="230832"/>
          </a:xfrm>
          <a:prstGeom prst="rect">
            <a:avLst/>
          </a:prstGeom>
          <a:noFill/>
        </p:spPr>
        <p:txBody>
          <a:bodyPr wrap="square" rtlCol="0">
            <a:spAutoFit/>
          </a:bodyPr>
          <a:lstStyle/>
          <a:p>
            <a:pPr algn="ctr"/>
            <a:r>
              <a:rPr lang="en-US" sz="900" dirty="0"/>
              <a:t>37</a:t>
            </a:r>
          </a:p>
        </p:txBody>
      </p:sp>
      <p:sp>
        <p:nvSpPr>
          <p:cNvPr id="26" name="TextBox 25">
            <a:extLst>
              <a:ext uri="{FF2B5EF4-FFF2-40B4-BE49-F238E27FC236}">
                <a16:creationId xmlns:a16="http://schemas.microsoft.com/office/drawing/2014/main" id="{E9DBA266-BA8A-1DB1-D728-11B7315CA481}"/>
              </a:ext>
            </a:extLst>
          </p:cNvPr>
          <p:cNvSpPr txBox="1"/>
          <p:nvPr/>
        </p:nvSpPr>
        <p:spPr>
          <a:xfrm>
            <a:off x="4645378" y="390759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861C86B8-E571-9E6A-3008-0492E2478F81}"/>
              </a:ext>
            </a:extLst>
          </p:cNvPr>
          <p:cNvSpPr txBox="1"/>
          <p:nvPr/>
        </p:nvSpPr>
        <p:spPr>
          <a:xfrm>
            <a:off x="5147734" y="3907597"/>
            <a:ext cx="570089" cy="230832"/>
          </a:xfrm>
          <a:prstGeom prst="rect">
            <a:avLst/>
          </a:prstGeom>
          <a:noFill/>
        </p:spPr>
        <p:txBody>
          <a:bodyPr wrap="square" rtlCol="0">
            <a:spAutoFit/>
          </a:bodyPr>
          <a:lstStyle/>
          <a:p>
            <a:pPr algn="ctr"/>
            <a:r>
              <a:rPr lang="en-US" sz="900" dirty="0"/>
              <a:t>28</a:t>
            </a:r>
          </a:p>
        </p:txBody>
      </p:sp>
      <p:sp>
        <p:nvSpPr>
          <p:cNvPr id="28" name="TextBox 27">
            <a:extLst>
              <a:ext uri="{FF2B5EF4-FFF2-40B4-BE49-F238E27FC236}">
                <a16:creationId xmlns:a16="http://schemas.microsoft.com/office/drawing/2014/main" id="{43C78978-DD25-55CE-5810-EA855586E266}"/>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12906FB2-57B8-0618-512B-D0BD31606541}"/>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16F2CA9E-2E34-E7D4-2A8A-296A3CE6ED7D}"/>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ED52BEF3-0702-39EF-E4E9-817E4DC2BAB8}"/>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06733163-392D-EA16-5314-F3D8C7F15F72}"/>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C40F8B39-9DDC-9E9A-6F1E-3E714114B721}"/>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FD137962-51D3-B2BD-B9F3-791CC57FB786}"/>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579106DF-699D-D494-79F7-60FC6D8A8F02}"/>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B1B742FF-14F0-D8ED-BA9D-CEB922852207}"/>
              </a:ext>
            </a:extLst>
          </p:cNvPr>
          <p:cNvSpPr txBox="1"/>
          <p:nvPr/>
        </p:nvSpPr>
        <p:spPr>
          <a:xfrm>
            <a:off x="3640666" y="3406653"/>
            <a:ext cx="570089" cy="230832"/>
          </a:xfrm>
          <a:prstGeom prst="rect">
            <a:avLst/>
          </a:prstGeom>
          <a:noFill/>
        </p:spPr>
        <p:txBody>
          <a:bodyPr wrap="square" rtlCol="0">
            <a:spAutoFit/>
          </a:bodyPr>
          <a:lstStyle/>
          <a:p>
            <a:pPr algn="ctr"/>
            <a:r>
              <a:rPr lang="en-US" sz="900" dirty="0"/>
              <a:t>279</a:t>
            </a:r>
          </a:p>
        </p:txBody>
      </p:sp>
      <p:sp>
        <p:nvSpPr>
          <p:cNvPr id="23" name="TextBox 22">
            <a:extLst>
              <a:ext uri="{FF2B5EF4-FFF2-40B4-BE49-F238E27FC236}">
                <a16:creationId xmlns:a16="http://schemas.microsoft.com/office/drawing/2014/main" id="{FAC0225D-337D-C3E9-BC7C-E8481CE49B93}"/>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BE3F0907-B295-FEA5-D933-3D8AEF042EA6}"/>
              </a:ext>
            </a:extLst>
          </p:cNvPr>
          <p:cNvSpPr txBox="1"/>
          <p:nvPr/>
        </p:nvSpPr>
        <p:spPr>
          <a:xfrm>
            <a:off x="4645378" y="3406653"/>
            <a:ext cx="570089" cy="230832"/>
          </a:xfrm>
          <a:prstGeom prst="rect">
            <a:avLst/>
          </a:prstGeom>
          <a:noFill/>
        </p:spPr>
        <p:txBody>
          <a:bodyPr wrap="square" rtlCol="0">
            <a:spAutoFit/>
          </a:bodyPr>
          <a:lstStyle/>
          <a:p>
            <a:pPr algn="ctr"/>
            <a:r>
              <a:rPr lang="en-US" sz="900" dirty="0"/>
              <a:t>579</a:t>
            </a:r>
          </a:p>
        </p:txBody>
      </p:sp>
      <p:sp>
        <p:nvSpPr>
          <p:cNvPr id="34" name="TextBox 33">
            <a:extLst>
              <a:ext uri="{FF2B5EF4-FFF2-40B4-BE49-F238E27FC236}">
                <a16:creationId xmlns:a16="http://schemas.microsoft.com/office/drawing/2014/main" id="{CDFA1E55-4156-F1D2-F01C-1E5B7242EE22}"/>
              </a:ext>
            </a:extLst>
          </p:cNvPr>
          <p:cNvSpPr txBox="1"/>
          <p:nvPr/>
        </p:nvSpPr>
        <p:spPr>
          <a:xfrm>
            <a:off x="5147734" y="3406653"/>
            <a:ext cx="570089" cy="230832"/>
          </a:xfrm>
          <a:prstGeom prst="rect">
            <a:avLst/>
          </a:prstGeom>
          <a:noFill/>
        </p:spPr>
        <p:txBody>
          <a:bodyPr wrap="square" rtlCol="0">
            <a:spAutoFit/>
          </a:bodyPr>
          <a:lstStyle/>
          <a:p>
            <a:pPr algn="ctr"/>
            <a:r>
              <a:rPr lang="en-US" sz="900" dirty="0"/>
              <a:t>59</a:t>
            </a:r>
          </a:p>
        </p:txBody>
      </p:sp>
      <p:sp>
        <p:nvSpPr>
          <p:cNvPr id="35" name="TextBox 34">
            <a:extLst>
              <a:ext uri="{FF2B5EF4-FFF2-40B4-BE49-F238E27FC236}">
                <a16:creationId xmlns:a16="http://schemas.microsoft.com/office/drawing/2014/main" id="{5DA19575-1562-FAF8-9A86-2E96C2B3839D}"/>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2479</a:t>
            </a:r>
          </a:p>
        </p:txBody>
      </p:sp>
      <p:sp>
        <p:nvSpPr>
          <p:cNvPr id="36" name="TextBox 35">
            <a:extLst>
              <a:ext uri="{FF2B5EF4-FFF2-40B4-BE49-F238E27FC236}">
                <a16:creationId xmlns:a16="http://schemas.microsoft.com/office/drawing/2014/main" id="{0AA74620-8D0F-C845-8C2F-B81204C86FEA}"/>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37" name="TextBox 36">
            <a:extLst>
              <a:ext uri="{FF2B5EF4-FFF2-40B4-BE49-F238E27FC236}">
                <a16:creationId xmlns:a16="http://schemas.microsoft.com/office/drawing/2014/main" id="{D60BC07D-D806-E5B3-8DF5-9DA56F28F5CC}"/>
              </a:ext>
            </a:extLst>
          </p:cNvPr>
          <p:cNvSpPr txBox="1"/>
          <p:nvPr/>
        </p:nvSpPr>
        <p:spPr>
          <a:xfrm>
            <a:off x="7157158" y="2404765"/>
            <a:ext cx="570089" cy="230832"/>
          </a:xfrm>
          <a:prstGeom prst="rect">
            <a:avLst/>
          </a:prstGeom>
          <a:noFill/>
        </p:spPr>
        <p:txBody>
          <a:bodyPr wrap="square" rtlCol="0">
            <a:spAutoFit/>
          </a:bodyPr>
          <a:lstStyle/>
          <a:p>
            <a:pPr algn="ctr"/>
            <a:r>
              <a:rPr lang="en-US" sz="900" dirty="0"/>
              <a:t>679</a:t>
            </a:r>
          </a:p>
        </p:txBody>
      </p:sp>
      <p:sp>
        <p:nvSpPr>
          <p:cNvPr id="38" name="TextBox 37">
            <a:extLst>
              <a:ext uri="{FF2B5EF4-FFF2-40B4-BE49-F238E27FC236}">
                <a16:creationId xmlns:a16="http://schemas.microsoft.com/office/drawing/2014/main" id="{84EF43E8-99F6-19A8-8596-0FEABF4DDBF0}"/>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4579</a:t>
            </a:r>
          </a:p>
        </p:txBody>
      </p:sp>
      <p:sp>
        <p:nvSpPr>
          <p:cNvPr id="39" name="TextBox 38">
            <a:extLst>
              <a:ext uri="{FF2B5EF4-FFF2-40B4-BE49-F238E27FC236}">
                <a16:creationId xmlns:a16="http://schemas.microsoft.com/office/drawing/2014/main" id="{7A96C83B-54B4-E15C-2AE8-BF4434676F7D}"/>
              </a:ext>
            </a:extLst>
          </p:cNvPr>
          <p:cNvSpPr txBox="1"/>
          <p:nvPr/>
        </p:nvSpPr>
        <p:spPr>
          <a:xfrm>
            <a:off x="6654802" y="2905709"/>
            <a:ext cx="570089" cy="230832"/>
          </a:xfrm>
          <a:prstGeom prst="rect">
            <a:avLst/>
          </a:prstGeom>
          <a:noFill/>
        </p:spPr>
        <p:txBody>
          <a:bodyPr wrap="square" rtlCol="0">
            <a:spAutoFit/>
          </a:bodyPr>
          <a:lstStyle/>
          <a:p>
            <a:pPr algn="ctr"/>
            <a:r>
              <a:rPr lang="en-US" sz="900" dirty="0"/>
              <a:t>457</a:t>
            </a:r>
          </a:p>
        </p:txBody>
      </p:sp>
      <p:sp>
        <p:nvSpPr>
          <p:cNvPr id="40" name="TextBox 39">
            <a:extLst>
              <a:ext uri="{FF2B5EF4-FFF2-40B4-BE49-F238E27FC236}">
                <a16:creationId xmlns:a16="http://schemas.microsoft.com/office/drawing/2014/main" id="{10A574C8-823F-DA63-67DB-3524846BAF57}"/>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4579</a:t>
            </a:r>
          </a:p>
        </p:txBody>
      </p:sp>
      <p:sp>
        <p:nvSpPr>
          <p:cNvPr id="41" name="TextBox 40">
            <a:extLst>
              <a:ext uri="{FF2B5EF4-FFF2-40B4-BE49-F238E27FC236}">
                <a16:creationId xmlns:a16="http://schemas.microsoft.com/office/drawing/2014/main" id="{37CEF643-9764-E91C-FE7F-89F8D59E0942}"/>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92080229-A256-4DDA-9BC6-33ED593885AC}"/>
              </a:ext>
            </a:extLst>
          </p:cNvPr>
          <p:cNvSpPr txBox="1"/>
          <p:nvPr/>
        </p:nvSpPr>
        <p:spPr>
          <a:xfrm>
            <a:off x="3138310" y="2404765"/>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F23CC487-CC70-8455-298B-57E3B7538521}"/>
              </a:ext>
            </a:extLst>
          </p:cNvPr>
          <p:cNvSpPr txBox="1"/>
          <p:nvPr/>
        </p:nvSpPr>
        <p:spPr>
          <a:xfrm>
            <a:off x="5147734" y="2905709"/>
            <a:ext cx="570089" cy="230832"/>
          </a:xfrm>
          <a:prstGeom prst="rect">
            <a:avLst/>
          </a:prstGeom>
          <a:noFill/>
        </p:spPr>
        <p:txBody>
          <a:bodyPr wrap="square" rtlCol="0">
            <a:spAutoFit/>
          </a:bodyPr>
          <a:lstStyle/>
          <a:p>
            <a:pPr algn="ctr"/>
            <a:r>
              <a:rPr lang="en-US" sz="900" dirty="0"/>
              <a:t>259</a:t>
            </a:r>
          </a:p>
        </p:txBody>
      </p:sp>
      <p:sp>
        <p:nvSpPr>
          <p:cNvPr id="44" name="TextBox 43">
            <a:extLst>
              <a:ext uri="{FF2B5EF4-FFF2-40B4-BE49-F238E27FC236}">
                <a16:creationId xmlns:a16="http://schemas.microsoft.com/office/drawing/2014/main" id="{C2F9B6B4-500F-7FB4-1D25-250D34C396CE}"/>
              </a:ext>
            </a:extLst>
          </p:cNvPr>
          <p:cNvSpPr txBox="1"/>
          <p:nvPr/>
        </p:nvSpPr>
        <p:spPr>
          <a:xfrm>
            <a:off x="5650090" y="2905709"/>
            <a:ext cx="570089" cy="230832"/>
          </a:xfrm>
          <a:prstGeom prst="rect">
            <a:avLst/>
          </a:prstGeom>
          <a:noFill/>
        </p:spPr>
        <p:txBody>
          <a:bodyPr wrap="square" rtlCol="0">
            <a:spAutoFit/>
          </a:bodyPr>
          <a:lstStyle/>
          <a:p>
            <a:pPr algn="ctr"/>
            <a:r>
              <a:rPr lang="en-US" sz="900" dirty="0"/>
              <a:t>2579</a:t>
            </a:r>
          </a:p>
        </p:txBody>
      </p:sp>
      <p:sp>
        <p:nvSpPr>
          <p:cNvPr id="45" name="TextBox 44">
            <a:extLst>
              <a:ext uri="{FF2B5EF4-FFF2-40B4-BE49-F238E27FC236}">
                <a16:creationId xmlns:a16="http://schemas.microsoft.com/office/drawing/2014/main" id="{B3C2EA5E-7E80-6803-A98F-F733BF43C478}"/>
              </a:ext>
            </a:extLst>
          </p:cNvPr>
          <p:cNvSpPr txBox="1"/>
          <p:nvPr/>
        </p:nvSpPr>
        <p:spPr>
          <a:xfrm>
            <a:off x="5147734" y="901933"/>
            <a:ext cx="570089" cy="230832"/>
          </a:xfrm>
          <a:prstGeom prst="rect">
            <a:avLst/>
          </a:prstGeom>
          <a:noFill/>
        </p:spPr>
        <p:txBody>
          <a:bodyPr wrap="square" rtlCol="0">
            <a:spAutoFit/>
          </a:bodyPr>
          <a:lstStyle/>
          <a:p>
            <a:pPr algn="ctr"/>
            <a:r>
              <a:rPr lang="en-US" sz="900" dirty="0"/>
              <a:t>14568</a:t>
            </a:r>
          </a:p>
        </p:txBody>
      </p:sp>
      <p:sp>
        <p:nvSpPr>
          <p:cNvPr id="46" name="TextBox 45">
            <a:extLst>
              <a:ext uri="{FF2B5EF4-FFF2-40B4-BE49-F238E27FC236}">
                <a16:creationId xmlns:a16="http://schemas.microsoft.com/office/drawing/2014/main" id="{CE5FD0B7-3B3B-5922-267A-15978B6B0E17}"/>
              </a:ext>
            </a:extLst>
          </p:cNvPr>
          <p:cNvSpPr txBox="1"/>
          <p:nvPr/>
        </p:nvSpPr>
        <p:spPr>
          <a:xfrm>
            <a:off x="5650090" y="901933"/>
            <a:ext cx="570089" cy="230832"/>
          </a:xfrm>
          <a:prstGeom prst="rect">
            <a:avLst/>
          </a:prstGeom>
          <a:noFill/>
        </p:spPr>
        <p:txBody>
          <a:bodyPr wrap="square" rtlCol="0">
            <a:spAutoFit/>
          </a:bodyPr>
          <a:lstStyle/>
          <a:p>
            <a:pPr algn="ctr"/>
            <a:r>
              <a:rPr lang="en-US" sz="900" dirty="0"/>
              <a:t>458</a:t>
            </a:r>
          </a:p>
        </p:txBody>
      </p:sp>
      <p:sp>
        <p:nvSpPr>
          <p:cNvPr id="47" name="TextBox 46">
            <a:extLst>
              <a:ext uri="{FF2B5EF4-FFF2-40B4-BE49-F238E27FC236}">
                <a16:creationId xmlns:a16="http://schemas.microsoft.com/office/drawing/2014/main" id="{A2025A88-8E18-FEBA-771E-5585E39635C9}"/>
              </a:ext>
            </a:extLst>
          </p:cNvPr>
          <p:cNvSpPr txBox="1"/>
          <p:nvPr/>
        </p:nvSpPr>
        <p:spPr>
          <a:xfrm>
            <a:off x="6152446" y="901933"/>
            <a:ext cx="570089" cy="230832"/>
          </a:xfrm>
          <a:prstGeom prst="rect">
            <a:avLst/>
          </a:prstGeom>
          <a:noFill/>
        </p:spPr>
        <p:txBody>
          <a:bodyPr wrap="square" rtlCol="0">
            <a:spAutoFit/>
          </a:bodyPr>
          <a:lstStyle/>
          <a:p>
            <a:pPr algn="ctr"/>
            <a:r>
              <a:rPr lang="en-US" sz="900" dirty="0"/>
              <a:t>1567</a:t>
            </a:r>
          </a:p>
        </p:txBody>
      </p:sp>
      <p:sp>
        <p:nvSpPr>
          <p:cNvPr id="48" name="TextBox 47">
            <a:extLst>
              <a:ext uri="{FF2B5EF4-FFF2-40B4-BE49-F238E27FC236}">
                <a16:creationId xmlns:a16="http://schemas.microsoft.com/office/drawing/2014/main" id="{2AB10C94-ACFC-9DB5-BBD0-B79944879B88}"/>
              </a:ext>
            </a:extLst>
          </p:cNvPr>
          <p:cNvSpPr txBox="1"/>
          <p:nvPr/>
        </p:nvSpPr>
        <p:spPr>
          <a:xfrm>
            <a:off x="7157158" y="901933"/>
            <a:ext cx="570089" cy="230832"/>
          </a:xfrm>
          <a:prstGeom prst="rect">
            <a:avLst/>
          </a:prstGeom>
          <a:noFill/>
        </p:spPr>
        <p:txBody>
          <a:bodyPr wrap="square" rtlCol="0">
            <a:spAutoFit/>
          </a:bodyPr>
          <a:lstStyle/>
          <a:p>
            <a:pPr algn="ctr"/>
            <a:r>
              <a:rPr lang="en-US" sz="900" dirty="0"/>
              <a:t>1567</a:t>
            </a:r>
          </a:p>
        </p:txBody>
      </p:sp>
      <p:sp>
        <p:nvSpPr>
          <p:cNvPr id="49" name="TextBox 48">
            <a:extLst>
              <a:ext uri="{FF2B5EF4-FFF2-40B4-BE49-F238E27FC236}">
                <a16:creationId xmlns:a16="http://schemas.microsoft.com/office/drawing/2014/main" id="{316DF54B-769D-AFF0-0FA5-BC1DC78638B9}"/>
              </a:ext>
            </a:extLst>
          </p:cNvPr>
          <p:cNvSpPr txBox="1"/>
          <p:nvPr/>
        </p:nvSpPr>
        <p:spPr>
          <a:xfrm>
            <a:off x="7157158" y="1903821"/>
            <a:ext cx="570089" cy="230832"/>
          </a:xfrm>
          <a:prstGeom prst="rect">
            <a:avLst/>
          </a:prstGeom>
          <a:noFill/>
        </p:spPr>
        <p:txBody>
          <a:bodyPr wrap="square" rtlCol="0">
            <a:spAutoFit/>
          </a:bodyPr>
          <a:lstStyle/>
          <a:p>
            <a:pPr algn="ctr"/>
            <a:r>
              <a:rPr lang="en-US" sz="900" dirty="0"/>
              <a:t>13456</a:t>
            </a:r>
          </a:p>
        </p:txBody>
      </p:sp>
      <p:sp>
        <p:nvSpPr>
          <p:cNvPr id="50" name="TextBox 49">
            <a:extLst>
              <a:ext uri="{FF2B5EF4-FFF2-40B4-BE49-F238E27FC236}">
                <a16:creationId xmlns:a16="http://schemas.microsoft.com/office/drawing/2014/main" id="{23188F91-78F9-9832-6867-6D2F4F0049F0}"/>
              </a:ext>
            </a:extLst>
          </p:cNvPr>
          <p:cNvSpPr txBox="1"/>
          <p:nvPr/>
        </p:nvSpPr>
        <p:spPr>
          <a:xfrm>
            <a:off x="3640666" y="1402877"/>
            <a:ext cx="570089" cy="230832"/>
          </a:xfrm>
          <a:prstGeom prst="rect">
            <a:avLst/>
          </a:prstGeom>
          <a:noFill/>
        </p:spPr>
        <p:txBody>
          <a:bodyPr wrap="square" rtlCol="0">
            <a:spAutoFit/>
          </a:bodyPr>
          <a:lstStyle/>
          <a:p>
            <a:pPr algn="ctr"/>
            <a:r>
              <a:rPr lang="en-US" sz="900" dirty="0"/>
              <a:t>179</a:t>
            </a:r>
          </a:p>
        </p:txBody>
      </p:sp>
      <p:sp>
        <p:nvSpPr>
          <p:cNvPr id="51" name="TextBox 50">
            <a:extLst>
              <a:ext uri="{FF2B5EF4-FFF2-40B4-BE49-F238E27FC236}">
                <a16:creationId xmlns:a16="http://schemas.microsoft.com/office/drawing/2014/main" id="{B821460C-E5C3-84FD-C1EF-BC9E06B80DBC}"/>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4567</a:t>
            </a:r>
          </a:p>
        </p:txBody>
      </p:sp>
      <p:sp>
        <p:nvSpPr>
          <p:cNvPr id="52" name="TextBox 51">
            <a:extLst>
              <a:ext uri="{FF2B5EF4-FFF2-40B4-BE49-F238E27FC236}">
                <a16:creationId xmlns:a16="http://schemas.microsoft.com/office/drawing/2014/main" id="{B9ADE31C-60AA-ACAF-4D18-EC6E217FA597}"/>
              </a:ext>
            </a:extLst>
          </p:cNvPr>
          <p:cNvSpPr txBox="1"/>
          <p:nvPr/>
        </p:nvSpPr>
        <p:spPr>
          <a:xfrm>
            <a:off x="4645378" y="1402877"/>
            <a:ext cx="570089" cy="230832"/>
          </a:xfrm>
          <a:prstGeom prst="rect">
            <a:avLst/>
          </a:prstGeom>
          <a:noFill/>
        </p:spPr>
        <p:txBody>
          <a:bodyPr wrap="square" rtlCol="0">
            <a:spAutoFit/>
          </a:bodyPr>
          <a:lstStyle/>
          <a:p>
            <a:pPr algn="ctr"/>
            <a:r>
              <a:rPr lang="en-US" sz="900" dirty="0"/>
              <a:t>134569</a:t>
            </a:r>
          </a:p>
        </p:txBody>
      </p:sp>
      <p:sp>
        <p:nvSpPr>
          <p:cNvPr id="53" name="TextBox 52">
            <a:extLst>
              <a:ext uri="{FF2B5EF4-FFF2-40B4-BE49-F238E27FC236}">
                <a16:creationId xmlns:a16="http://schemas.microsoft.com/office/drawing/2014/main" id="{6F0B7743-4B4D-1FB5-9F1B-C896225C9BFD}"/>
              </a:ext>
            </a:extLst>
          </p:cNvPr>
          <p:cNvSpPr txBox="1"/>
          <p:nvPr/>
        </p:nvSpPr>
        <p:spPr>
          <a:xfrm>
            <a:off x="5147734" y="1402877"/>
            <a:ext cx="570089" cy="230832"/>
          </a:xfrm>
          <a:prstGeom prst="rect">
            <a:avLst/>
          </a:prstGeom>
          <a:noFill/>
        </p:spPr>
        <p:txBody>
          <a:bodyPr wrap="square" rtlCol="0">
            <a:spAutoFit/>
          </a:bodyPr>
          <a:lstStyle/>
          <a:p>
            <a:pPr algn="ctr"/>
            <a:r>
              <a:rPr lang="en-US" sz="900" dirty="0"/>
              <a:t>134569</a:t>
            </a:r>
          </a:p>
        </p:txBody>
      </p:sp>
      <p:sp>
        <p:nvSpPr>
          <p:cNvPr id="54" name="TextBox 53">
            <a:extLst>
              <a:ext uri="{FF2B5EF4-FFF2-40B4-BE49-F238E27FC236}">
                <a16:creationId xmlns:a16="http://schemas.microsoft.com/office/drawing/2014/main" id="{0ED7F0FC-8A12-5189-CFD1-46D09E02D178}"/>
              </a:ext>
            </a:extLst>
          </p:cNvPr>
          <p:cNvSpPr txBox="1"/>
          <p:nvPr/>
        </p:nvSpPr>
        <p:spPr>
          <a:xfrm>
            <a:off x="3138310" y="1402877"/>
            <a:ext cx="570089" cy="230832"/>
          </a:xfrm>
          <a:prstGeom prst="rect">
            <a:avLst/>
          </a:prstGeom>
          <a:noFill/>
        </p:spPr>
        <p:txBody>
          <a:bodyPr wrap="square" rtlCol="0">
            <a:spAutoFit/>
          </a:bodyPr>
          <a:lstStyle/>
          <a:p>
            <a:pPr algn="ctr"/>
            <a:r>
              <a:rPr lang="en-US" sz="900" dirty="0"/>
              <a:t>14579</a:t>
            </a:r>
          </a:p>
        </p:txBody>
      </p:sp>
      <p:sp>
        <p:nvSpPr>
          <p:cNvPr id="55" name="TextBox 54">
            <a:extLst>
              <a:ext uri="{FF2B5EF4-FFF2-40B4-BE49-F238E27FC236}">
                <a16:creationId xmlns:a16="http://schemas.microsoft.com/office/drawing/2014/main" id="{BA8C3FAD-5551-6E8C-BA69-6EE0FC79118F}"/>
              </a:ext>
            </a:extLst>
          </p:cNvPr>
          <p:cNvSpPr txBox="1"/>
          <p:nvPr/>
        </p:nvSpPr>
        <p:spPr>
          <a:xfrm>
            <a:off x="3640666" y="1903821"/>
            <a:ext cx="570089" cy="230832"/>
          </a:xfrm>
          <a:prstGeom prst="rect">
            <a:avLst/>
          </a:prstGeom>
          <a:noFill/>
        </p:spPr>
        <p:txBody>
          <a:bodyPr wrap="square" rtlCol="0">
            <a:spAutoFit/>
          </a:bodyPr>
          <a:lstStyle/>
          <a:p>
            <a:pPr algn="ctr"/>
            <a:r>
              <a:rPr lang="en-US" sz="900" dirty="0"/>
              <a:t>189</a:t>
            </a:r>
          </a:p>
        </p:txBody>
      </p:sp>
      <p:sp>
        <p:nvSpPr>
          <p:cNvPr id="56" name="TextBox 55">
            <a:extLst>
              <a:ext uri="{FF2B5EF4-FFF2-40B4-BE49-F238E27FC236}">
                <a16:creationId xmlns:a16="http://schemas.microsoft.com/office/drawing/2014/main" id="{F13210B7-1DE7-B36D-11BA-15974E3E890D}"/>
              </a:ext>
            </a:extLst>
          </p:cNvPr>
          <p:cNvSpPr txBox="1"/>
          <p:nvPr/>
        </p:nvSpPr>
        <p:spPr>
          <a:xfrm>
            <a:off x="4143022" y="1903821"/>
            <a:ext cx="570089" cy="230832"/>
          </a:xfrm>
          <a:prstGeom prst="rect">
            <a:avLst/>
          </a:prstGeom>
          <a:noFill/>
        </p:spPr>
        <p:txBody>
          <a:bodyPr wrap="square" rtlCol="0">
            <a:spAutoFit/>
          </a:bodyPr>
          <a:lstStyle/>
          <a:p>
            <a:pPr algn="ctr"/>
            <a:r>
              <a:rPr lang="en-US" sz="900" dirty="0"/>
              <a:t>568</a:t>
            </a:r>
          </a:p>
        </p:txBody>
      </p:sp>
      <p:sp>
        <p:nvSpPr>
          <p:cNvPr id="57" name="TextBox 56">
            <a:extLst>
              <a:ext uri="{FF2B5EF4-FFF2-40B4-BE49-F238E27FC236}">
                <a16:creationId xmlns:a16="http://schemas.microsoft.com/office/drawing/2014/main" id="{15AEE4C5-4C11-57B4-4561-C60C1B642034}"/>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123569</a:t>
            </a:r>
          </a:p>
        </p:txBody>
      </p:sp>
      <p:sp>
        <p:nvSpPr>
          <p:cNvPr id="58" name="TextBox 57">
            <a:extLst>
              <a:ext uri="{FF2B5EF4-FFF2-40B4-BE49-F238E27FC236}">
                <a16:creationId xmlns:a16="http://schemas.microsoft.com/office/drawing/2014/main" id="{36F61FC4-2AE7-E6B3-94AC-7DB328A7624E}"/>
              </a:ext>
            </a:extLst>
          </p:cNvPr>
          <p:cNvSpPr txBox="1"/>
          <p:nvPr/>
        </p:nvSpPr>
        <p:spPr>
          <a:xfrm>
            <a:off x="3138310" y="1903821"/>
            <a:ext cx="570089" cy="230832"/>
          </a:xfrm>
          <a:prstGeom prst="rect">
            <a:avLst/>
          </a:prstGeom>
          <a:noFill/>
        </p:spPr>
        <p:txBody>
          <a:bodyPr wrap="square" rtlCol="0">
            <a:spAutoFit/>
          </a:bodyPr>
          <a:lstStyle/>
          <a:p>
            <a:pPr algn="ctr"/>
            <a:r>
              <a:rPr lang="en-US" sz="900" dirty="0"/>
              <a:t>1589</a:t>
            </a:r>
          </a:p>
        </p:txBody>
      </p:sp>
      <p:sp>
        <p:nvSpPr>
          <p:cNvPr id="59" name="TextBox 58">
            <a:extLst>
              <a:ext uri="{FF2B5EF4-FFF2-40B4-BE49-F238E27FC236}">
                <a16:creationId xmlns:a16="http://schemas.microsoft.com/office/drawing/2014/main" id="{969C9995-686D-0188-8CF7-9C649163927C}"/>
              </a:ext>
            </a:extLst>
          </p:cNvPr>
          <p:cNvSpPr txBox="1"/>
          <p:nvPr/>
        </p:nvSpPr>
        <p:spPr>
          <a:xfrm>
            <a:off x="3138310" y="3907597"/>
            <a:ext cx="570089" cy="230832"/>
          </a:xfrm>
          <a:prstGeom prst="rect">
            <a:avLst/>
          </a:prstGeom>
          <a:noFill/>
        </p:spPr>
        <p:txBody>
          <a:bodyPr wrap="square" rtlCol="0">
            <a:spAutoFit/>
          </a:bodyPr>
          <a:lstStyle/>
          <a:p>
            <a:pPr algn="ctr"/>
            <a:r>
              <a:rPr lang="en-US" sz="900" dirty="0"/>
              <a:t>1578</a:t>
            </a:r>
          </a:p>
        </p:txBody>
      </p:sp>
      <p:sp>
        <p:nvSpPr>
          <p:cNvPr id="60" name="TextBox 59">
            <a:extLst>
              <a:ext uri="{FF2B5EF4-FFF2-40B4-BE49-F238E27FC236}">
                <a16:creationId xmlns:a16="http://schemas.microsoft.com/office/drawing/2014/main" id="{61E65E7A-257F-4DBD-31CE-22590B4E639E}"/>
              </a:ext>
            </a:extLst>
          </p:cNvPr>
          <p:cNvSpPr txBox="1"/>
          <p:nvPr/>
        </p:nvSpPr>
        <p:spPr>
          <a:xfrm>
            <a:off x="3640666" y="4408541"/>
            <a:ext cx="570089" cy="230832"/>
          </a:xfrm>
          <a:prstGeom prst="rect">
            <a:avLst/>
          </a:prstGeom>
          <a:noFill/>
        </p:spPr>
        <p:txBody>
          <a:bodyPr wrap="square" rtlCol="0">
            <a:spAutoFit/>
          </a:bodyPr>
          <a:lstStyle/>
          <a:p>
            <a:pPr algn="ctr"/>
            <a:r>
              <a:rPr lang="en-US" sz="900" dirty="0"/>
              <a:t>1278</a:t>
            </a:r>
          </a:p>
        </p:txBody>
      </p:sp>
      <p:sp>
        <p:nvSpPr>
          <p:cNvPr id="61" name="TextBox 60">
            <a:extLst>
              <a:ext uri="{FF2B5EF4-FFF2-40B4-BE49-F238E27FC236}">
                <a16:creationId xmlns:a16="http://schemas.microsoft.com/office/drawing/2014/main" id="{83C6E8F7-858D-B493-ABF9-7FF9385575AE}"/>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12578</a:t>
            </a:r>
          </a:p>
        </p:txBody>
      </p:sp>
      <p:sp>
        <p:nvSpPr>
          <p:cNvPr id="62" name="TextBox 61">
            <a:extLst>
              <a:ext uri="{FF2B5EF4-FFF2-40B4-BE49-F238E27FC236}">
                <a16:creationId xmlns:a16="http://schemas.microsoft.com/office/drawing/2014/main" id="{6BE01CE1-2BC6-1D9F-5CE3-41A2D5225801}"/>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3578</a:t>
            </a:r>
          </a:p>
        </p:txBody>
      </p:sp>
      <p:sp>
        <p:nvSpPr>
          <p:cNvPr id="63" name="TextBox 62">
            <a:extLst>
              <a:ext uri="{FF2B5EF4-FFF2-40B4-BE49-F238E27FC236}">
                <a16:creationId xmlns:a16="http://schemas.microsoft.com/office/drawing/2014/main" id="{00545AB5-329F-37BF-0693-92A98FA24A47}"/>
              </a:ext>
            </a:extLst>
          </p:cNvPr>
          <p:cNvSpPr txBox="1"/>
          <p:nvPr/>
        </p:nvSpPr>
        <p:spPr>
          <a:xfrm>
            <a:off x="3138310" y="4909484"/>
            <a:ext cx="570089" cy="230832"/>
          </a:xfrm>
          <a:prstGeom prst="rect">
            <a:avLst/>
          </a:prstGeom>
          <a:noFill/>
        </p:spPr>
        <p:txBody>
          <a:bodyPr wrap="square" rtlCol="0">
            <a:spAutoFit/>
          </a:bodyPr>
          <a:lstStyle/>
          <a:p>
            <a:pPr algn="ctr"/>
            <a:r>
              <a:rPr lang="en-US" sz="900" dirty="0"/>
              <a:t>12578</a:t>
            </a:r>
          </a:p>
        </p:txBody>
      </p:sp>
      <p:sp>
        <p:nvSpPr>
          <p:cNvPr id="64" name="TextBox 63">
            <a:extLst>
              <a:ext uri="{FF2B5EF4-FFF2-40B4-BE49-F238E27FC236}">
                <a16:creationId xmlns:a16="http://schemas.microsoft.com/office/drawing/2014/main" id="{794012C5-7079-028A-88A8-C4512A0E7AA0}"/>
              </a:ext>
            </a:extLst>
          </p:cNvPr>
          <p:cNvSpPr txBox="1"/>
          <p:nvPr/>
        </p:nvSpPr>
        <p:spPr>
          <a:xfrm>
            <a:off x="5650090" y="3907597"/>
            <a:ext cx="570089" cy="230832"/>
          </a:xfrm>
          <a:prstGeom prst="rect">
            <a:avLst/>
          </a:prstGeom>
          <a:noFill/>
        </p:spPr>
        <p:txBody>
          <a:bodyPr wrap="square" rtlCol="0">
            <a:spAutoFit/>
          </a:bodyPr>
          <a:lstStyle/>
          <a:p>
            <a:pPr algn="ctr"/>
            <a:r>
              <a:rPr lang="en-US" sz="900" dirty="0"/>
              <a:t>35789</a:t>
            </a:r>
          </a:p>
        </p:txBody>
      </p:sp>
      <p:sp>
        <p:nvSpPr>
          <p:cNvPr id="65" name="TextBox 64">
            <a:extLst>
              <a:ext uri="{FF2B5EF4-FFF2-40B4-BE49-F238E27FC236}">
                <a16:creationId xmlns:a16="http://schemas.microsoft.com/office/drawing/2014/main" id="{74175CB4-060A-3BDA-71FC-F815605AC3F1}"/>
              </a:ext>
            </a:extLst>
          </p:cNvPr>
          <p:cNvSpPr txBox="1"/>
          <p:nvPr/>
        </p:nvSpPr>
        <p:spPr>
          <a:xfrm>
            <a:off x="6152446" y="3907597"/>
            <a:ext cx="570089" cy="230832"/>
          </a:xfrm>
          <a:prstGeom prst="rect">
            <a:avLst/>
          </a:prstGeom>
          <a:noFill/>
        </p:spPr>
        <p:txBody>
          <a:bodyPr wrap="square" rtlCol="0">
            <a:spAutoFit/>
          </a:bodyPr>
          <a:lstStyle/>
          <a:p>
            <a:pPr algn="ctr"/>
            <a:r>
              <a:rPr lang="en-US" sz="900" dirty="0"/>
              <a:t>15679</a:t>
            </a:r>
          </a:p>
        </p:txBody>
      </p:sp>
      <p:sp>
        <p:nvSpPr>
          <p:cNvPr id="66" name="TextBox 65">
            <a:extLst>
              <a:ext uri="{FF2B5EF4-FFF2-40B4-BE49-F238E27FC236}">
                <a16:creationId xmlns:a16="http://schemas.microsoft.com/office/drawing/2014/main" id="{CAE82F7F-7E42-1399-E450-65FE81CA9508}"/>
              </a:ext>
            </a:extLst>
          </p:cNvPr>
          <p:cNvSpPr txBox="1"/>
          <p:nvPr/>
        </p:nvSpPr>
        <p:spPr>
          <a:xfrm>
            <a:off x="6654802" y="3907597"/>
            <a:ext cx="570089" cy="230832"/>
          </a:xfrm>
          <a:prstGeom prst="rect">
            <a:avLst/>
          </a:prstGeom>
          <a:noFill/>
        </p:spPr>
        <p:txBody>
          <a:bodyPr wrap="square" rtlCol="0">
            <a:spAutoFit/>
          </a:bodyPr>
          <a:lstStyle/>
          <a:p>
            <a:pPr algn="ctr"/>
            <a:r>
              <a:rPr lang="en-US" sz="900" dirty="0"/>
              <a:t>35678</a:t>
            </a:r>
          </a:p>
        </p:txBody>
      </p:sp>
      <p:sp>
        <p:nvSpPr>
          <p:cNvPr id="67" name="TextBox 66">
            <a:extLst>
              <a:ext uri="{FF2B5EF4-FFF2-40B4-BE49-F238E27FC236}">
                <a16:creationId xmlns:a16="http://schemas.microsoft.com/office/drawing/2014/main" id="{49C85B5F-49BA-29E0-3EB8-FCB2BD05DAAE}"/>
              </a:ext>
            </a:extLst>
          </p:cNvPr>
          <p:cNvSpPr txBox="1"/>
          <p:nvPr/>
        </p:nvSpPr>
        <p:spPr>
          <a:xfrm>
            <a:off x="7157158" y="3907597"/>
            <a:ext cx="570089" cy="230832"/>
          </a:xfrm>
          <a:prstGeom prst="rect">
            <a:avLst/>
          </a:prstGeom>
          <a:noFill/>
        </p:spPr>
        <p:txBody>
          <a:bodyPr wrap="square" rtlCol="0">
            <a:spAutoFit/>
          </a:bodyPr>
          <a:lstStyle/>
          <a:p>
            <a:pPr algn="ctr"/>
            <a:r>
              <a:rPr lang="en-US" sz="900" dirty="0"/>
              <a:t>135679</a:t>
            </a:r>
          </a:p>
        </p:txBody>
      </p:sp>
      <p:sp>
        <p:nvSpPr>
          <p:cNvPr id="68" name="TextBox 67">
            <a:extLst>
              <a:ext uri="{FF2B5EF4-FFF2-40B4-BE49-F238E27FC236}">
                <a16:creationId xmlns:a16="http://schemas.microsoft.com/office/drawing/2014/main" id="{3B9BA176-8957-9B97-6AA7-C5B594C5537F}"/>
              </a:ext>
            </a:extLst>
          </p:cNvPr>
          <p:cNvSpPr txBox="1"/>
          <p:nvPr/>
        </p:nvSpPr>
        <p:spPr>
          <a:xfrm>
            <a:off x="6152446" y="4408541"/>
            <a:ext cx="570089" cy="230832"/>
          </a:xfrm>
          <a:prstGeom prst="rect">
            <a:avLst/>
          </a:prstGeom>
          <a:noFill/>
        </p:spPr>
        <p:txBody>
          <a:bodyPr wrap="square" rtlCol="0">
            <a:spAutoFit/>
          </a:bodyPr>
          <a:lstStyle/>
          <a:p>
            <a:pPr algn="ctr"/>
            <a:r>
              <a:rPr lang="en-US" sz="900" dirty="0"/>
              <a:t>1457</a:t>
            </a:r>
          </a:p>
        </p:txBody>
      </p:sp>
      <p:sp>
        <p:nvSpPr>
          <p:cNvPr id="69" name="TextBox 68">
            <a:extLst>
              <a:ext uri="{FF2B5EF4-FFF2-40B4-BE49-F238E27FC236}">
                <a16:creationId xmlns:a16="http://schemas.microsoft.com/office/drawing/2014/main" id="{2D07A952-0C69-3C28-12D8-D590385AEC76}"/>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234578</a:t>
            </a:r>
          </a:p>
        </p:txBody>
      </p:sp>
      <p:sp>
        <p:nvSpPr>
          <p:cNvPr id="70" name="TextBox 69">
            <a:extLst>
              <a:ext uri="{FF2B5EF4-FFF2-40B4-BE49-F238E27FC236}">
                <a16:creationId xmlns:a16="http://schemas.microsoft.com/office/drawing/2014/main" id="{109AAB11-F5E6-68D9-1388-61FF82A93978}"/>
              </a:ext>
            </a:extLst>
          </p:cNvPr>
          <p:cNvSpPr txBox="1"/>
          <p:nvPr/>
        </p:nvSpPr>
        <p:spPr>
          <a:xfrm>
            <a:off x="7157158" y="4408541"/>
            <a:ext cx="570089" cy="230832"/>
          </a:xfrm>
          <a:prstGeom prst="rect">
            <a:avLst/>
          </a:prstGeom>
          <a:noFill/>
        </p:spPr>
        <p:txBody>
          <a:bodyPr wrap="square" rtlCol="0">
            <a:spAutoFit/>
          </a:bodyPr>
          <a:lstStyle/>
          <a:p>
            <a:pPr algn="ctr"/>
            <a:r>
              <a:rPr lang="en-US" sz="900" dirty="0"/>
              <a:t>13457</a:t>
            </a:r>
          </a:p>
        </p:txBody>
      </p:sp>
      <p:sp>
        <p:nvSpPr>
          <p:cNvPr id="71" name="TextBox 70">
            <a:extLst>
              <a:ext uri="{FF2B5EF4-FFF2-40B4-BE49-F238E27FC236}">
                <a16:creationId xmlns:a16="http://schemas.microsoft.com/office/drawing/2014/main" id="{64024B5C-3FF2-A081-143F-B1E0B1C2F2E1}"/>
              </a:ext>
            </a:extLst>
          </p:cNvPr>
          <p:cNvSpPr txBox="1"/>
          <p:nvPr/>
        </p:nvSpPr>
        <p:spPr>
          <a:xfrm>
            <a:off x="6152446" y="4909484"/>
            <a:ext cx="570089" cy="230832"/>
          </a:xfrm>
          <a:prstGeom prst="rect">
            <a:avLst/>
          </a:prstGeom>
          <a:noFill/>
        </p:spPr>
        <p:txBody>
          <a:bodyPr wrap="square" rtlCol="0">
            <a:spAutoFit/>
          </a:bodyPr>
          <a:lstStyle/>
          <a:p>
            <a:pPr algn="ctr"/>
            <a:r>
              <a:rPr lang="en-US" sz="900" dirty="0"/>
              <a:t>14579</a:t>
            </a:r>
          </a:p>
        </p:txBody>
      </p:sp>
      <p:sp>
        <p:nvSpPr>
          <p:cNvPr id="72" name="TextBox 71">
            <a:extLst>
              <a:ext uri="{FF2B5EF4-FFF2-40B4-BE49-F238E27FC236}">
                <a16:creationId xmlns:a16="http://schemas.microsoft.com/office/drawing/2014/main" id="{D34F4197-EFED-4895-B9AA-04D443E571F8}"/>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234578</a:t>
            </a:r>
          </a:p>
        </p:txBody>
      </p:sp>
      <p:sp>
        <p:nvSpPr>
          <p:cNvPr id="73" name="TextBox 72">
            <a:extLst>
              <a:ext uri="{FF2B5EF4-FFF2-40B4-BE49-F238E27FC236}">
                <a16:creationId xmlns:a16="http://schemas.microsoft.com/office/drawing/2014/main" id="{AE2E14C2-3E4A-8639-A1DF-C8D48E8D57FA}"/>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134579</a:t>
            </a:r>
          </a:p>
        </p:txBody>
      </p:sp>
      <p:sp>
        <p:nvSpPr>
          <p:cNvPr id="74" name="TextBox 73">
            <a:extLst>
              <a:ext uri="{FF2B5EF4-FFF2-40B4-BE49-F238E27FC236}">
                <a16:creationId xmlns:a16="http://schemas.microsoft.com/office/drawing/2014/main" id="{4AA8C8FB-E3CF-C79D-6FC3-C1CAA60F1E92}"/>
              </a:ext>
            </a:extLst>
          </p:cNvPr>
          <p:cNvSpPr txBox="1"/>
          <p:nvPr/>
        </p:nvSpPr>
        <p:spPr>
          <a:xfrm>
            <a:off x="4645378" y="4909484"/>
            <a:ext cx="570089" cy="230832"/>
          </a:xfrm>
          <a:prstGeom prst="rect">
            <a:avLst/>
          </a:prstGeom>
          <a:noFill/>
        </p:spPr>
        <p:txBody>
          <a:bodyPr wrap="square" rtlCol="0">
            <a:spAutoFit/>
          </a:bodyPr>
          <a:lstStyle/>
          <a:p>
            <a:pPr algn="ctr"/>
            <a:r>
              <a:rPr lang="en-US" sz="900" dirty="0"/>
              <a:t>14579</a:t>
            </a:r>
          </a:p>
        </p:txBody>
      </p:sp>
      <p:sp>
        <p:nvSpPr>
          <p:cNvPr id="75" name="TextBox 74">
            <a:extLst>
              <a:ext uri="{FF2B5EF4-FFF2-40B4-BE49-F238E27FC236}">
                <a16:creationId xmlns:a16="http://schemas.microsoft.com/office/drawing/2014/main" id="{7128A3F9-7A39-F1B8-44E7-E405B988F3DC}"/>
              </a:ext>
            </a:extLst>
          </p:cNvPr>
          <p:cNvSpPr txBox="1"/>
          <p:nvPr/>
        </p:nvSpPr>
        <p:spPr>
          <a:xfrm>
            <a:off x="5147734" y="4909484"/>
            <a:ext cx="570089" cy="230832"/>
          </a:xfrm>
          <a:prstGeom prst="rect">
            <a:avLst/>
          </a:prstGeom>
          <a:noFill/>
        </p:spPr>
        <p:txBody>
          <a:bodyPr wrap="square" rtlCol="0">
            <a:spAutoFit/>
          </a:bodyPr>
          <a:lstStyle/>
          <a:p>
            <a:pPr algn="ctr"/>
            <a:r>
              <a:rPr lang="en-US" sz="900" dirty="0"/>
              <a:t>14589</a:t>
            </a:r>
          </a:p>
        </p:txBody>
      </p:sp>
      <p:sp>
        <p:nvSpPr>
          <p:cNvPr id="76" name="TextBox 75">
            <a:extLst>
              <a:ext uri="{FF2B5EF4-FFF2-40B4-BE49-F238E27FC236}">
                <a16:creationId xmlns:a16="http://schemas.microsoft.com/office/drawing/2014/main" id="{68250198-4925-7418-854D-00B82B790AB0}"/>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345789</a:t>
            </a:r>
          </a:p>
        </p:txBody>
      </p:sp>
      <p:sp>
        <p:nvSpPr>
          <p:cNvPr id="77" name="TextBox 76">
            <a:extLst>
              <a:ext uri="{FF2B5EF4-FFF2-40B4-BE49-F238E27FC236}">
                <a16:creationId xmlns:a16="http://schemas.microsoft.com/office/drawing/2014/main" id="{6BBE1430-5774-FF07-EC03-0891BFF86F27}"/>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A876E0C7-E714-41E7-2F9A-2F9D7AF3E482}"/>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CF26ABC2-CCBD-DD40-7108-5D1285C4EBF9}"/>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D7872530-7518-F487-371F-0E65C1B001BE}"/>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773737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28E94-C097-5B84-190B-8BC3B5ED1D0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3C6B4D4-4CC0-293A-EFEA-C14EA16D0FBC}"/>
              </a:ext>
            </a:extLst>
          </p:cNvPr>
          <p:cNvSpPr>
            <a:spLocks noGrp="1"/>
          </p:cNvSpPr>
          <p:nvPr>
            <p:ph sz="half" idx="1"/>
          </p:nvPr>
        </p:nvSpPr>
        <p:spPr/>
        <p:txBody>
          <a:bodyPr/>
          <a:lstStyle/>
          <a:p>
            <a:r>
              <a:rPr lang="en-US" dirty="0"/>
              <a:t>In the top left block, 4 is in Row 2.</a:t>
            </a:r>
          </a:p>
        </p:txBody>
      </p:sp>
      <p:pic>
        <p:nvPicPr>
          <p:cNvPr id="4" name="Picture 3" descr="A grid of sudoku puzzle&#10;&#10;Description automatically generated">
            <a:extLst>
              <a:ext uri="{FF2B5EF4-FFF2-40B4-BE49-F238E27FC236}">
                <a16:creationId xmlns:a16="http://schemas.microsoft.com/office/drawing/2014/main" id="{47E76D31-F70B-E303-884A-E907F32B974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9A27DE7-959F-0ED3-0B01-16C255D5398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F6898DF-AB82-D27E-E6B7-A397DDDEFA7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2D463FF-15E3-378A-945C-AB8B2D77E75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DF8F0D0-8D8B-011C-E0DC-11B757C3A2E4}"/>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8" name="TextBox 7">
            <a:extLst>
              <a:ext uri="{FF2B5EF4-FFF2-40B4-BE49-F238E27FC236}">
                <a16:creationId xmlns:a16="http://schemas.microsoft.com/office/drawing/2014/main" id="{FBEF0C39-B5A8-D990-80B5-6CB3A1ADC25E}"/>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13" name="TextBox 12">
            <a:extLst>
              <a:ext uri="{FF2B5EF4-FFF2-40B4-BE49-F238E27FC236}">
                <a16:creationId xmlns:a16="http://schemas.microsoft.com/office/drawing/2014/main" id="{E0C5FC4D-D815-2B57-E015-933AD21123BA}"/>
              </a:ext>
            </a:extLst>
          </p:cNvPr>
          <p:cNvSpPr txBox="1"/>
          <p:nvPr/>
        </p:nvSpPr>
        <p:spPr>
          <a:xfrm>
            <a:off x="5650090" y="1903821"/>
            <a:ext cx="570089" cy="230832"/>
          </a:xfrm>
          <a:prstGeom prst="rect">
            <a:avLst/>
          </a:prstGeom>
          <a:noFill/>
        </p:spPr>
        <p:txBody>
          <a:bodyPr wrap="square" rtlCol="0">
            <a:spAutoFit/>
          </a:bodyPr>
          <a:lstStyle/>
          <a:p>
            <a:pPr algn="ctr"/>
            <a:r>
              <a:rPr lang="en-US" sz="900" dirty="0"/>
              <a:t>28</a:t>
            </a:r>
          </a:p>
        </p:txBody>
      </p:sp>
      <p:sp>
        <p:nvSpPr>
          <p:cNvPr id="14" name="TextBox 13">
            <a:extLst>
              <a:ext uri="{FF2B5EF4-FFF2-40B4-BE49-F238E27FC236}">
                <a16:creationId xmlns:a16="http://schemas.microsoft.com/office/drawing/2014/main" id="{B600DF33-9F83-4D4B-212F-13C652FE6549}"/>
              </a:ext>
            </a:extLst>
          </p:cNvPr>
          <p:cNvSpPr txBox="1"/>
          <p:nvPr/>
        </p:nvSpPr>
        <p:spPr>
          <a:xfrm>
            <a:off x="6152446" y="1903821"/>
            <a:ext cx="570089" cy="230832"/>
          </a:xfrm>
          <a:prstGeom prst="rect">
            <a:avLst/>
          </a:prstGeom>
          <a:noFill/>
        </p:spPr>
        <p:txBody>
          <a:bodyPr wrap="square" rtlCol="0">
            <a:spAutoFit/>
          </a:bodyPr>
          <a:lstStyle/>
          <a:p>
            <a:pPr algn="ctr"/>
            <a:r>
              <a:rPr lang="en-US" sz="900" dirty="0"/>
              <a:t>15</a:t>
            </a:r>
          </a:p>
        </p:txBody>
      </p:sp>
      <p:sp>
        <p:nvSpPr>
          <p:cNvPr id="15" name="TextBox 14">
            <a:extLst>
              <a:ext uri="{FF2B5EF4-FFF2-40B4-BE49-F238E27FC236}">
                <a16:creationId xmlns:a16="http://schemas.microsoft.com/office/drawing/2014/main" id="{5F745C31-951C-F9EF-7C3C-29FAE637B5F5}"/>
              </a:ext>
            </a:extLst>
          </p:cNvPr>
          <p:cNvSpPr txBox="1"/>
          <p:nvPr/>
        </p:nvSpPr>
        <p:spPr>
          <a:xfrm>
            <a:off x="6654802" y="1903821"/>
            <a:ext cx="570089" cy="230832"/>
          </a:xfrm>
          <a:prstGeom prst="rect">
            <a:avLst/>
          </a:prstGeom>
          <a:noFill/>
        </p:spPr>
        <p:txBody>
          <a:bodyPr wrap="square" rtlCol="0">
            <a:spAutoFit/>
          </a:bodyPr>
          <a:lstStyle/>
          <a:p>
            <a:pPr algn="ctr"/>
            <a:r>
              <a:rPr lang="en-US" sz="900" dirty="0"/>
              <a:t>46</a:t>
            </a:r>
          </a:p>
        </p:txBody>
      </p:sp>
      <p:sp>
        <p:nvSpPr>
          <p:cNvPr id="16" name="TextBox 15">
            <a:extLst>
              <a:ext uri="{FF2B5EF4-FFF2-40B4-BE49-F238E27FC236}">
                <a16:creationId xmlns:a16="http://schemas.microsoft.com/office/drawing/2014/main" id="{6383BF95-3657-59EC-A6EA-68BF53D35F03}"/>
              </a:ext>
            </a:extLst>
          </p:cNvPr>
          <p:cNvSpPr txBox="1"/>
          <p:nvPr/>
        </p:nvSpPr>
        <p:spPr>
          <a:xfrm>
            <a:off x="4645378" y="2404765"/>
            <a:ext cx="570089" cy="230832"/>
          </a:xfrm>
          <a:prstGeom prst="rect">
            <a:avLst/>
          </a:prstGeom>
          <a:noFill/>
        </p:spPr>
        <p:txBody>
          <a:bodyPr wrap="square" rtlCol="0">
            <a:spAutoFit/>
          </a:bodyPr>
          <a:lstStyle/>
          <a:p>
            <a:pPr algn="ctr"/>
            <a:r>
              <a:rPr lang="en-US" sz="900" dirty="0"/>
              <a:t>34</a:t>
            </a:r>
          </a:p>
        </p:txBody>
      </p:sp>
      <p:sp>
        <p:nvSpPr>
          <p:cNvPr id="17" name="TextBox 16">
            <a:extLst>
              <a:ext uri="{FF2B5EF4-FFF2-40B4-BE49-F238E27FC236}">
                <a16:creationId xmlns:a16="http://schemas.microsoft.com/office/drawing/2014/main" id="{01381765-6D28-1795-37C8-14493B2476B3}"/>
              </a:ext>
            </a:extLst>
          </p:cNvPr>
          <p:cNvSpPr txBox="1"/>
          <p:nvPr/>
        </p:nvSpPr>
        <p:spPr>
          <a:xfrm>
            <a:off x="5147734" y="2404765"/>
            <a:ext cx="570089" cy="230832"/>
          </a:xfrm>
          <a:prstGeom prst="rect">
            <a:avLst/>
          </a:prstGeom>
          <a:noFill/>
        </p:spPr>
        <p:txBody>
          <a:bodyPr wrap="square" rtlCol="0">
            <a:spAutoFit/>
          </a:bodyPr>
          <a:lstStyle/>
          <a:p>
            <a:pPr algn="ctr"/>
            <a:r>
              <a:rPr lang="en-US" sz="900" dirty="0"/>
              <a:t>43</a:t>
            </a:r>
          </a:p>
        </p:txBody>
      </p:sp>
      <p:sp>
        <p:nvSpPr>
          <p:cNvPr id="25" name="TextBox 24">
            <a:extLst>
              <a:ext uri="{FF2B5EF4-FFF2-40B4-BE49-F238E27FC236}">
                <a16:creationId xmlns:a16="http://schemas.microsoft.com/office/drawing/2014/main" id="{A4491115-4FE0-1E8F-CC6F-BB3AEFCE96C8}"/>
              </a:ext>
            </a:extLst>
          </p:cNvPr>
          <p:cNvSpPr txBox="1"/>
          <p:nvPr/>
        </p:nvSpPr>
        <p:spPr>
          <a:xfrm>
            <a:off x="4143022" y="3907597"/>
            <a:ext cx="570089" cy="230832"/>
          </a:xfrm>
          <a:prstGeom prst="rect">
            <a:avLst/>
          </a:prstGeom>
          <a:noFill/>
        </p:spPr>
        <p:txBody>
          <a:bodyPr wrap="square" rtlCol="0">
            <a:spAutoFit/>
          </a:bodyPr>
          <a:lstStyle/>
          <a:p>
            <a:pPr algn="ctr"/>
            <a:r>
              <a:rPr lang="en-US" sz="900" dirty="0"/>
              <a:t>37</a:t>
            </a:r>
          </a:p>
        </p:txBody>
      </p:sp>
      <p:sp>
        <p:nvSpPr>
          <p:cNvPr id="26" name="TextBox 25">
            <a:extLst>
              <a:ext uri="{FF2B5EF4-FFF2-40B4-BE49-F238E27FC236}">
                <a16:creationId xmlns:a16="http://schemas.microsoft.com/office/drawing/2014/main" id="{08E7C2F0-E0E8-0858-0E99-119055348C28}"/>
              </a:ext>
            </a:extLst>
          </p:cNvPr>
          <p:cNvSpPr txBox="1"/>
          <p:nvPr/>
        </p:nvSpPr>
        <p:spPr>
          <a:xfrm>
            <a:off x="4645378" y="390759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90D000CD-02A4-4B2A-3618-92FB075F50CD}"/>
              </a:ext>
            </a:extLst>
          </p:cNvPr>
          <p:cNvSpPr txBox="1"/>
          <p:nvPr/>
        </p:nvSpPr>
        <p:spPr>
          <a:xfrm>
            <a:off x="5147734" y="3907597"/>
            <a:ext cx="570089" cy="230832"/>
          </a:xfrm>
          <a:prstGeom prst="rect">
            <a:avLst/>
          </a:prstGeom>
          <a:noFill/>
        </p:spPr>
        <p:txBody>
          <a:bodyPr wrap="square" rtlCol="0">
            <a:spAutoFit/>
          </a:bodyPr>
          <a:lstStyle/>
          <a:p>
            <a:pPr algn="ctr"/>
            <a:r>
              <a:rPr lang="en-US" sz="900" dirty="0"/>
              <a:t>28</a:t>
            </a:r>
          </a:p>
        </p:txBody>
      </p:sp>
      <p:sp>
        <p:nvSpPr>
          <p:cNvPr id="28" name="TextBox 27">
            <a:extLst>
              <a:ext uri="{FF2B5EF4-FFF2-40B4-BE49-F238E27FC236}">
                <a16:creationId xmlns:a16="http://schemas.microsoft.com/office/drawing/2014/main" id="{7C139A5E-5D0D-D8A4-8CCA-08FC0FDFE56C}"/>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08EE80A7-83B8-586C-64B3-F685C9CCEC9F}"/>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3C6F861C-9A07-2F99-C6DD-186EA2D708EB}"/>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695B0E02-5961-D790-C019-B8971D45C75F}"/>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FA8EA2CE-70EB-DF9D-AA00-D9EFB038BC13}"/>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315BDB7E-75C9-2E1F-1237-026B83929577}"/>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3199D6E4-10C7-549F-919E-D6A95E74EE56}"/>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70FCA897-C28A-C8EC-73F1-E28DEC4CDE71}"/>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455A1BE8-4701-C92D-84D1-2AA8502783D4}"/>
              </a:ext>
            </a:extLst>
          </p:cNvPr>
          <p:cNvSpPr txBox="1"/>
          <p:nvPr/>
        </p:nvSpPr>
        <p:spPr>
          <a:xfrm>
            <a:off x="3640666" y="3406653"/>
            <a:ext cx="570089" cy="230832"/>
          </a:xfrm>
          <a:prstGeom prst="rect">
            <a:avLst/>
          </a:prstGeom>
          <a:noFill/>
        </p:spPr>
        <p:txBody>
          <a:bodyPr wrap="square" rtlCol="0">
            <a:spAutoFit/>
          </a:bodyPr>
          <a:lstStyle/>
          <a:p>
            <a:pPr algn="ctr"/>
            <a:r>
              <a:rPr lang="en-US" sz="900" dirty="0"/>
              <a:t>279</a:t>
            </a:r>
          </a:p>
        </p:txBody>
      </p:sp>
      <p:sp>
        <p:nvSpPr>
          <p:cNvPr id="23" name="TextBox 22">
            <a:extLst>
              <a:ext uri="{FF2B5EF4-FFF2-40B4-BE49-F238E27FC236}">
                <a16:creationId xmlns:a16="http://schemas.microsoft.com/office/drawing/2014/main" id="{7401471B-BE6F-ED2F-D309-B99BF6FA8FC1}"/>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83C05F9D-A4D0-4511-2A69-12C63735932D}"/>
              </a:ext>
            </a:extLst>
          </p:cNvPr>
          <p:cNvSpPr txBox="1"/>
          <p:nvPr/>
        </p:nvSpPr>
        <p:spPr>
          <a:xfrm>
            <a:off x="4645378" y="3406653"/>
            <a:ext cx="570089" cy="230832"/>
          </a:xfrm>
          <a:prstGeom prst="rect">
            <a:avLst/>
          </a:prstGeom>
          <a:noFill/>
        </p:spPr>
        <p:txBody>
          <a:bodyPr wrap="square" rtlCol="0">
            <a:spAutoFit/>
          </a:bodyPr>
          <a:lstStyle/>
          <a:p>
            <a:pPr algn="ctr"/>
            <a:r>
              <a:rPr lang="en-US" sz="900" dirty="0"/>
              <a:t>579</a:t>
            </a:r>
          </a:p>
        </p:txBody>
      </p:sp>
      <p:sp>
        <p:nvSpPr>
          <p:cNvPr id="34" name="TextBox 33">
            <a:extLst>
              <a:ext uri="{FF2B5EF4-FFF2-40B4-BE49-F238E27FC236}">
                <a16:creationId xmlns:a16="http://schemas.microsoft.com/office/drawing/2014/main" id="{726B25D1-0DFA-62D8-DE02-ADD1211E3217}"/>
              </a:ext>
            </a:extLst>
          </p:cNvPr>
          <p:cNvSpPr txBox="1"/>
          <p:nvPr/>
        </p:nvSpPr>
        <p:spPr>
          <a:xfrm>
            <a:off x="5147734" y="3406653"/>
            <a:ext cx="570089" cy="230832"/>
          </a:xfrm>
          <a:prstGeom prst="rect">
            <a:avLst/>
          </a:prstGeom>
          <a:noFill/>
        </p:spPr>
        <p:txBody>
          <a:bodyPr wrap="square" rtlCol="0">
            <a:spAutoFit/>
          </a:bodyPr>
          <a:lstStyle/>
          <a:p>
            <a:pPr algn="ctr"/>
            <a:r>
              <a:rPr lang="en-US" sz="900" dirty="0"/>
              <a:t>59</a:t>
            </a:r>
          </a:p>
        </p:txBody>
      </p:sp>
      <p:sp>
        <p:nvSpPr>
          <p:cNvPr id="35" name="TextBox 34">
            <a:extLst>
              <a:ext uri="{FF2B5EF4-FFF2-40B4-BE49-F238E27FC236}">
                <a16:creationId xmlns:a16="http://schemas.microsoft.com/office/drawing/2014/main" id="{3B384A58-FC23-B883-9BAF-4CFAF4F36EE2}"/>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2479</a:t>
            </a:r>
          </a:p>
        </p:txBody>
      </p:sp>
      <p:sp>
        <p:nvSpPr>
          <p:cNvPr id="36" name="TextBox 35">
            <a:extLst>
              <a:ext uri="{FF2B5EF4-FFF2-40B4-BE49-F238E27FC236}">
                <a16:creationId xmlns:a16="http://schemas.microsoft.com/office/drawing/2014/main" id="{49F8682A-7D85-36CB-F1C5-F5A589FBC646}"/>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37" name="TextBox 36">
            <a:extLst>
              <a:ext uri="{FF2B5EF4-FFF2-40B4-BE49-F238E27FC236}">
                <a16:creationId xmlns:a16="http://schemas.microsoft.com/office/drawing/2014/main" id="{5C693F4D-F0E5-11B3-9150-ACB9202C12F3}"/>
              </a:ext>
            </a:extLst>
          </p:cNvPr>
          <p:cNvSpPr txBox="1"/>
          <p:nvPr/>
        </p:nvSpPr>
        <p:spPr>
          <a:xfrm>
            <a:off x="7157158" y="2404765"/>
            <a:ext cx="570089" cy="230832"/>
          </a:xfrm>
          <a:prstGeom prst="rect">
            <a:avLst/>
          </a:prstGeom>
          <a:noFill/>
        </p:spPr>
        <p:txBody>
          <a:bodyPr wrap="square" rtlCol="0">
            <a:spAutoFit/>
          </a:bodyPr>
          <a:lstStyle/>
          <a:p>
            <a:pPr algn="ctr"/>
            <a:r>
              <a:rPr lang="en-US" sz="900" dirty="0"/>
              <a:t>679</a:t>
            </a:r>
          </a:p>
        </p:txBody>
      </p:sp>
      <p:sp>
        <p:nvSpPr>
          <p:cNvPr id="38" name="TextBox 37">
            <a:extLst>
              <a:ext uri="{FF2B5EF4-FFF2-40B4-BE49-F238E27FC236}">
                <a16:creationId xmlns:a16="http://schemas.microsoft.com/office/drawing/2014/main" id="{2590701C-A09A-28D9-7E12-A1D4003EC176}"/>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4579</a:t>
            </a:r>
          </a:p>
        </p:txBody>
      </p:sp>
      <p:sp>
        <p:nvSpPr>
          <p:cNvPr id="39" name="TextBox 38">
            <a:extLst>
              <a:ext uri="{FF2B5EF4-FFF2-40B4-BE49-F238E27FC236}">
                <a16:creationId xmlns:a16="http://schemas.microsoft.com/office/drawing/2014/main" id="{926F926B-48C0-3829-F780-F7E783464BD7}"/>
              </a:ext>
            </a:extLst>
          </p:cNvPr>
          <p:cNvSpPr txBox="1"/>
          <p:nvPr/>
        </p:nvSpPr>
        <p:spPr>
          <a:xfrm>
            <a:off x="6654802" y="2905709"/>
            <a:ext cx="570089" cy="230832"/>
          </a:xfrm>
          <a:prstGeom prst="rect">
            <a:avLst/>
          </a:prstGeom>
          <a:noFill/>
        </p:spPr>
        <p:txBody>
          <a:bodyPr wrap="square" rtlCol="0">
            <a:spAutoFit/>
          </a:bodyPr>
          <a:lstStyle/>
          <a:p>
            <a:pPr algn="ctr"/>
            <a:r>
              <a:rPr lang="en-US" sz="900" dirty="0"/>
              <a:t>457</a:t>
            </a:r>
          </a:p>
        </p:txBody>
      </p:sp>
      <p:sp>
        <p:nvSpPr>
          <p:cNvPr id="40" name="TextBox 39">
            <a:extLst>
              <a:ext uri="{FF2B5EF4-FFF2-40B4-BE49-F238E27FC236}">
                <a16:creationId xmlns:a16="http://schemas.microsoft.com/office/drawing/2014/main" id="{84D68B67-DD15-7A08-D8A7-0A65C260AC25}"/>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4579</a:t>
            </a:r>
          </a:p>
        </p:txBody>
      </p:sp>
      <p:sp>
        <p:nvSpPr>
          <p:cNvPr id="41" name="TextBox 40">
            <a:extLst>
              <a:ext uri="{FF2B5EF4-FFF2-40B4-BE49-F238E27FC236}">
                <a16:creationId xmlns:a16="http://schemas.microsoft.com/office/drawing/2014/main" id="{267C6A79-ED3A-866A-C5D2-8DB2B8E3D6EC}"/>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5DB7F872-AFD3-77E7-AB29-34F22C75CF11}"/>
              </a:ext>
            </a:extLst>
          </p:cNvPr>
          <p:cNvSpPr txBox="1"/>
          <p:nvPr/>
        </p:nvSpPr>
        <p:spPr>
          <a:xfrm>
            <a:off x="3138310" y="2404765"/>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A3B692AE-C0F8-A6D7-A656-FF8EC10B0DCA}"/>
              </a:ext>
            </a:extLst>
          </p:cNvPr>
          <p:cNvSpPr txBox="1"/>
          <p:nvPr/>
        </p:nvSpPr>
        <p:spPr>
          <a:xfrm>
            <a:off x="5147734" y="2905709"/>
            <a:ext cx="570089" cy="230832"/>
          </a:xfrm>
          <a:prstGeom prst="rect">
            <a:avLst/>
          </a:prstGeom>
          <a:noFill/>
        </p:spPr>
        <p:txBody>
          <a:bodyPr wrap="square" rtlCol="0">
            <a:spAutoFit/>
          </a:bodyPr>
          <a:lstStyle/>
          <a:p>
            <a:pPr algn="ctr"/>
            <a:r>
              <a:rPr lang="en-US" sz="900" dirty="0"/>
              <a:t>259</a:t>
            </a:r>
          </a:p>
        </p:txBody>
      </p:sp>
      <p:sp>
        <p:nvSpPr>
          <p:cNvPr id="44" name="TextBox 43">
            <a:extLst>
              <a:ext uri="{FF2B5EF4-FFF2-40B4-BE49-F238E27FC236}">
                <a16:creationId xmlns:a16="http://schemas.microsoft.com/office/drawing/2014/main" id="{FEC70659-567B-5717-7B23-CEDACF07FD0B}"/>
              </a:ext>
            </a:extLst>
          </p:cNvPr>
          <p:cNvSpPr txBox="1"/>
          <p:nvPr/>
        </p:nvSpPr>
        <p:spPr>
          <a:xfrm>
            <a:off x="5650090" y="2905709"/>
            <a:ext cx="570089" cy="230832"/>
          </a:xfrm>
          <a:prstGeom prst="rect">
            <a:avLst/>
          </a:prstGeom>
          <a:noFill/>
        </p:spPr>
        <p:txBody>
          <a:bodyPr wrap="square" rtlCol="0">
            <a:spAutoFit/>
          </a:bodyPr>
          <a:lstStyle/>
          <a:p>
            <a:pPr algn="ctr"/>
            <a:r>
              <a:rPr lang="en-US" sz="900" dirty="0"/>
              <a:t>2579</a:t>
            </a:r>
          </a:p>
        </p:txBody>
      </p:sp>
      <p:sp>
        <p:nvSpPr>
          <p:cNvPr id="45" name="TextBox 44">
            <a:extLst>
              <a:ext uri="{FF2B5EF4-FFF2-40B4-BE49-F238E27FC236}">
                <a16:creationId xmlns:a16="http://schemas.microsoft.com/office/drawing/2014/main" id="{A51B3955-F200-1AA3-D904-68C2794B141C}"/>
              </a:ext>
            </a:extLst>
          </p:cNvPr>
          <p:cNvSpPr txBox="1"/>
          <p:nvPr/>
        </p:nvSpPr>
        <p:spPr>
          <a:xfrm>
            <a:off x="5147734" y="901933"/>
            <a:ext cx="570089" cy="230832"/>
          </a:xfrm>
          <a:prstGeom prst="rect">
            <a:avLst/>
          </a:prstGeom>
          <a:noFill/>
        </p:spPr>
        <p:txBody>
          <a:bodyPr wrap="square" rtlCol="0">
            <a:spAutoFit/>
          </a:bodyPr>
          <a:lstStyle/>
          <a:p>
            <a:pPr algn="ctr"/>
            <a:r>
              <a:rPr lang="en-US" sz="900" dirty="0"/>
              <a:t>14568</a:t>
            </a:r>
          </a:p>
        </p:txBody>
      </p:sp>
      <p:sp>
        <p:nvSpPr>
          <p:cNvPr id="46" name="TextBox 45">
            <a:extLst>
              <a:ext uri="{FF2B5EF4-FFF2-40B4-BE49-F238E27FC236}">
                <a16:creationId xmlns:a16="http://schemas.microsoft.com/office/drawing/2014/main" id="{9E2117AE-7178-C8EB-20C6-D236C346B43A}"/>
              </a:ext>
            </a:extLst>
          </p:cNvPr>
          <p:cNvSpPr txBox="1"/>
          <p:nvPr/>
        </p:nvSpPr>
        <p:spPr>
          <a:xfrm>
            <a:off x="5650090" y="901933"/>
            <a:ext cx="570089" cy="230832"/>
          </a:xfrm>
          <a:prstGeom prst="rect">
            <a:avLst/>
          </a:prstGeom>
          <a:noFill/>
        </p:spPr>
        <p:txBody>
          <a:bodyPr wrap="square" rtlCol="0">
            <a:spAutoFit/>
          </a:bodyPr>
          <a:lstStyle/>
          <a:p>
            <a:pPr algn="ctr"/>
            <a:r>
              <a:rPr lang="en-US" sz="900" dirty="0"/>
              <a:t>458</a:t>
            </a:r>
          </a:p>
        </p:txBody>
      </p:sp>
      <p:sp>
        <p:nvSpPr>
          <p:cNvPr id="47" name="TextBox 46">
            <a:extLst>
              <a:ext uri="{FF2B5EF4-FFF2-40B4-BE49-F238E27FC236}">
                <a16:creationId xmlns:a16="http://schemas.microsoft.com/office/drawing/2014/main" id="{B88A551E-4A06-0C35-0D32-E1B121BD362D}"/>
              </a:ext>
            </a:extLst>
          </p:cNvPr>
          <p:cNvSpPr txBox="1"/>
          <p:nvPr/>
        </p:nvSpPr>
        <p:spPr>
          <a:xfrm>
            <a:off x="6152446" y="901933"/>
            <a:ext cx="570089" cy="230832"/>
          </a:xfrm>
          <a:prstGeom prst="rect">
            <a:avLst/>
          </a:prstGeom>
          <a:noFill/>
        </p:spPr>
        <p:txBody>
          <a:bodyPr wrap="square" rtlCol="0">
            <a:spAutoFit/>
          </a:bodyPr>
          <a:lstStyle/>
          <a:p>
            <a:pPr algn="ctr"/>
            <a:r>
              <a:rPr lang="en-US" sz="900" dirty="0"/>
              <a:t>1567</a:t>
            </a:r>
          </a:p>
        </p:txBody>
      </p:sp>
      <p:sp>
        <p:nvSpPr>
          <p:cNvPr id="48" name="TextBox 47">
            <a:extLst>
              <a:ext uri="{FF2B5EF4-FFF2-40B4-BE49-F238E27FC236}">
                <a16:creationId xmlns:a16="http://schemas.microsoft.com/office/drawing/2014/main" id="{D4C1DD9C-6BAB-7EDE-BDD0-E9D63238F004}"/>
              </a:ext>
            </a:extLst>
          </p:cNvPr>
          <p:cNvSpPr txBox="1"/>
          <p:nvPr/>
        </p:nvSpPr>
        <p:spPr>
          <a:xfrm>
            <a:off x="7157158" y="901933"/>
            <a:ext cx="570089" cy="230832"/>
          </a:xfrm>
          <a:prstGeom prst="rect">
            <a:avLst/>
          </a:prstGeom>
          <a:noFill/>
        </p:spPr>
        <p:txBody>
          <a:bodyPr wrap="square" rtlCol="0">
            <a:spAutoFit/>
          </a:bodyPr>
          <a:lstStyle/>
          <a:p>
            <a:pPr algn="ctr"/>
            <a:r>
              <a:rPr lang="en-US" sz="900" dirty="0"/>
              <a:t>1567</a:t>
            </a:r>
          </a:p>
        </p:txBody>
      </p:sp>
      <p:sp>
        <p:nvSpPr>
          <p:cNvPr id="49" name="TextBox 48">
            <a:extLst>
              <a:ext uri="{FF2B5EF4-FFF2-40B4-BE49-F238E27FC236}">
                <a16:creationId xmlns:a16="http://schemas.microsoft.com/office/drawing/2014/main" id="{D7E4ED56-1B98-D98F-4DF6-4544765236B6}"/>
              </a:ext>
            </a:extLst>
          </p:cNvPr>
          <p:cNvSpPr txBox="1"/>
          <p:nvPr/>
        </p:nvSpPr>
        <p:spPr>
          <a:xfrm>
            <a:off x="7157158" y="1903821"/>
            <a:ext cx="570089" cy="230832"/>
          </a:xfrm>
          <a:prstGeom prst="rect">
            <a:avLst/>
          </a:prstGeom>
          <a:noFill/>
        </p:spPr>
        <p:txBody>
          <a:bodyPr wrap="square" rtlCol="0">
            <a:spAutoFit/>
          </a:bodyPr>
          <a:lstStyle/>
          <a:p>
            <a:pPr algn="ctr"/>
            <a:r>
              <a:rPr lang="en-US" sz="900" dirty="0"/>
              <a:t>13456</a:t>
            </a:r>
          </a:p>
        </p:txBody>
      </p:sp>
      <p:sp>
        <p:nvSpPr>
          <p:cNvPr id="50" name="TextBox 49">
            <a:extLst>
              <a:ext uri="{FF2B5EF4-FFF2-40B4-BE49-F238E27FC236}">
                <a16:creationId xmlns:a16="http://schemas.microsoft.com/office/drawing/2014/main" id="{78618F22-FF97-9B40-8D3E-69F0B0651AE9}"/>
              </a:ext>
            </a:extLst>
          </p:cNvPr>
          <p:cNvSpPr txBox="1"/>
          <p:nvPr/>
        </p:nvSpPr>
        <p:spPr>
          <a:xfrm>
            <a:off x="3640666" y="1402877"/>
            <a:ext cx="570089" cy="230832"/>
          </a:xfrm>
          <a:prstGeom prst="rect">
            <a:avLst/>
          </a:prstGeom>
          <a:noFill/>
        </p:spPr>
        <p:txBody>
          <a:bodyPr wrap="square" rtlCol="0">
            <a:spAutoFit/>
          </a:bodyPr>
          <a:lstStyle/>
          <a:p>
            <a:pPr algn="ctr"/>
            <a:r>
              <a:rPr lang="en-US" sz="900" dirty="0"/>
              <a:t>179</a:t>
            </a:r>
          </a:p>
        </p:txBody>
      </p:sp>
      <p:sp>
        <p:nvSpPr>
          <p:cNvPr id="51" name="TextBox 50">
            <a:extLst>
              <a:ext uri="{FF2B5EF4-FFF2-40B4-BE49-F238E27FC236}">
                <a16:creationId xmlns:a16="http://schemas.microsoft.com/office/drawing/2014/main" id="{AB45C87E-5785-3553-FD2A-895B4F38F56B}"/>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4567</a:t>
            </a:r>
          </a:p>
        </p:txBody>
      </p:sp>
      <p:sp>
        <p:nvSpPr>
          <p:cNvPr id="52" name="TextBox 51">
            <a:extLst>
              <a:ext uri="{FF2B5EF4-FFF2-40B4-BE49-F238E27FC236}">
                <a16:creationId xmlns:a16="http://schemas.microsoft.com/office/drawing/2014/main" id="{77B62BCC-7B60-18EA-F9A0-1E9713C84B28}"/>
              </a:ext>
            </a:extLst>
          </p:cNvPr>
          <p:cNvSpPr txBox="1"/>
          <p:nvPr/>
        </p:nvSpPr>
        <p:spPr>
          <a:xfrm>
            <a:off x="4645378" y="1402877"/>
            <a:ext cx="570089" cy="230832"/>
          </a:xfrm>
          <a:prstGeom prst="rect">
            <a:avLst/>
          </a:prstGeom>
          <a:noFill/>
        </p:spPr>
        <p:txBody>
          <a:bodyPr wrap="square" rtlCol="0">
            <a:spAutoFit/>
          </a:bodyPr>
          <a:lstStyle/>
          <a:p>
            <a:pPr algn="ctr"/>
            <a:r>
              <a:rPr lang="en-US" sz="900" dirty="0"/>
              <a:t>13569</a:t>
            </a:r>
          </a:p>
        </p:txBody>
      </p:sp>
      <p:sp>
        <p:nvSpPr>
          <p:cNvPr id="53" name="TextBox 52">
            <a:extLst>
              <a:ext uri="{FF2B5EF4-FFF2-40B4-BE49-F238E27FC236}">
                <a16:creationId xmlns:a16="http://schemas.microsoft.com/office/drawing/2014/main" id="{D98BCC9E-8CF0-42E2-5C87-CCA491E8C812}"/>
              </a:ext>
            </a:extLst>
          </p:cNvPr>
          <p:cNvSpPr txBox="1"/>
          <p:nvPr/>
        </p:nvSpPr>
        <p:spPr>
          <a:xfrm>
            <a:off x="5147734" y="1402877"/>
            <a:ext cx="570089" cy="230832"/>
          </a:xfrm>
          <a:prstGeom prst="rect">
            <a:avLst/>
          </a:prstGeom>
          <a:noFill/>
        </p:spPr>
        <p:txBody>
          <a:bodyPr wrap="square" rtlCol="0">
            <a:spAutoFit/>
          </a:bodyPr>
          <a:lstStyle/>
          <a:p>
            <a:pPr algn="ctr"/>
            <a:r>
              <a:rPr lang="en-US" sz="900" dirty="0"/>
              <a:t>13569</a:t>
            </a:r>
          </a:p>
        </p:txBody>
      </p:sp>
      <p:sp>
        <p:nvSpPr>
          <p:cNvPr id="54" name="TextBox 53">
            <a:extLst>
              <a:ext uri="{FF2B5EF4-FFF2-40B4-BE49-F238E27FC236}">
                <a16:creationId xmlns:a16="http://schemas.microsoft.com/office/drawing/2014/main" id="{CC2505E8-2A65-ED79-2202-22917DE60274}"/>
              </a:ext>
            </a:extLst>
          </p:cNvPr>
          <p:cNvSpPr txBox="1"/>
          <p:nvPr/>
        </p:nvSpPr>
        <p:spPr>
          <a:xfrm>
            <a:off x="3138310" y="1402877"/>
            <a:ext cx="570089" cy="230832"/>
          </a:xfrm>
          <a:prstGeom prst="rect">
            <a:avLst/>
          </a:prstGeom>
          <a:noFill/>
        </p:spPr>
        <p:txBody>
          <a:bodyPr wrap="square" rtlCol="0">
            <a:spAutoFit/>
          </a:bodyPr>
          <a:lstStyle/>
          <a:p>
            <a:pPr algn="ctr"/>
            <a:r>
              <a:rPr lang="en-US" sz="900" dirty="0"/>
              <a:t>14579</a:t>
            </a:r>
          </a:p>
        </p:txBody>
      </p:sp>
      <p:sp>
        <p:nvSpPr>
          <p:cNvPr id="55" name="TextBox 54">
            <a:extLst>
              <a:ext uri="{FF2B5EF4-FFF2-40B4-BE49-F238E27FC236}">
                <a16:creationId xmlns:a16="http://schemas.microsoft.com/office/drawing/2014/main" id="{CCFDFE56-636E-E9D8-BCEB-ABA04C35A61E}"/>
              </a:ext>
            </a:extLst>
          </p:cNvPr>
          <p:cNvSpPr txBox="1"/>
          <p:nvPr/>
        </p:nvSpPr>
        <p:spPr>
          <a:xfrm>
            <a:off x="3640666" y="1903821"/>
            <a:ext cx="570089" cy="230832"/>
          </a:xfrm>
          <a:prstGeom prst="rect">
            <a:avLst/>
          </a:prstGeom>
          <a:noFill/>
        </p:spPr>
        <p:txBody>
          <a:bodyPr wrap="square" rtlCol="0">
            <a:spAutoFit/>
          </a:bodyPr>
          <a:lstStyle/>
          <a:p>
            <a:pPr algn="ctr"/>
            <a:r>
              <a:rPr lang="en-US" sz="900" dirty="0"/>
              <a:t>189</a:t>
            </a:r>
          </a:p>
        </p:txBody>
      </p:sp>
      <p:sp>
        <p:nvSpPr>
          <p:cNvPr id="56" name="TextBox 55">
            <a:extLst>
              <a:ext uri="{FF2B5EF4-FFF2-40B4-BE49-F238E27FC236}">
                <a16:creationId xmlns:a16="http://schemas.microsoft.com/office/drawing/2014/main" id="{754A0407-C622-B544-5562-F00BD27CAD79}"/>
              </a:ext>
            </a:extLst>
          </p:cNvPr>
          <p:cNvSpPr txBox="1"/>
          <p:nvPr/>
        </p:nvSpPr>
        <p:spPr>
          <a:xfrm>
            <a:off x="4143022" y="1903821"/>
            <a:ext cx="570089" cy="230832"/>
          </a:xfrm>
          <a:prstGeom prst="rect">
            <a:avLst/>
          </a:prstGeom>
          <a:noFill/>
        </p:spPr>
        <p:txBody>
          <a:bodyPr wrap="square" rtlCol="0">
            <a:spAutoFit/>
          </a:bodyPr>
          <a:lstStyle/>
          <a:p>
            <a:pPr algn="ctr"/>
            <a:r>
              <a:rPr lang="en-US" sz="900" dirty="0"/>
              <a:t>568</a:t>
            </a:r>
          </a:p>
        </p:txBody>
      </p:sp>
      <p:sp>
        <p:nvSpPr>
          <p:cNvPr id="57" name="TextBox 56">
            <a:extLst>
              <a:ext uri="{FF2B5EF4-FFF2-40B4-BE49-F238E27FC236}">
                <a16:creationId xmlns:a16="http://schemas.microsoft.com/office/drawing/2014/main" id="{4EB879F1-A4A6-12F3-3367-0AC9E5BC7C25}"/>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123569</a:t>
            </a:r>
          </a:p>
        </p:txBody>
      </p:sp>
      <p:sp>
        <p:nvSpPr>
          <p:cNvPr id="58" name="TextBox 57">
            <a:extLst>
              <a:ext uri="{FF2B5EF4-FFF2-40B4-BE49-F238E27FC236}">
                <a16:creationId xmlns:a16="http://schemas.microsoft.com/office/drawing/2014/main" id="{BF3CC237-60FB-AC8A-0B1B-21F4059CC745}"/>
              </a:ext>
            </a:extLst>
          </p:cNvPr>
          <p:cNvSpPr txBox="1"/>
          <p:nvPr/>
        </p:nvSpPr>
        <p:spPr>
          <a:xfrm>
            <a:off x="3138310" y="1903821"/>
            <a:ext cx="570089" cy="230832"/>
          </a:xfrm>
          <a:prstGeom prst="rect">
            <a:avLst/>
          </a:prstGeom>
          <a:noFill/>
        </p:spPr>
        <p:txBody>
          <a:bodyPr wrap="square" rtlCol="0">
            <a:spAutoFit/>
          </a:bodyPr>
          <a:lstStyle/>
          <a:p>
            <a:pPr algn="ctr"/>
            <a:r>
              <a:rPr lang="en-US" sz="900" dirty="0"/>
              <a:t>1589</a:t>
            </a:r>
          </a:p>
        </p:txBody>
      </p:sp>
      <p:sp>
        <p:nvSpPr>
          <p:cNvPr id="59" name="TextBox 58">
            <a:extLst>
              <a:ext uri="{FF2B5EF4-FFF2-40B4-BE49-F238E27FC236}">
                <a16:creationId xmlns:a16="http://schemas.microsoft.com/office/drawing/2014/main" id="{07E75FBB-3917-3025-A70D-2110FF0AACF0}"/>
              </a:ext>
            </a:extLst>
          </p:cNvPr>
          <p:cNvSpPr txBox="1"/>
          <p:nvPr/>
        </p:nvSpPr>
        <p:spPr>
          <a:xfrm>
            <a:off x="3138310" y="3907597"/>
            <a:ext cx="570089" cy="230832"/>
          </a:xfrm>
          <a:prstGeom prst="rect">
            <a:avLst/>
          </a:prstGeom>
          <a:noFill/>
        </p:spPr>
        <p:txBody>
          <a:bodyPr wrap="square" rtlCol="0">
            <a:spAutoFit/>
          </a:bodyPr>
          <a:lstStyle/>
          <a:p>
            <a:pPr algn="ctr"/>
            <a:r>
              <a:rPr lang="en-US" sz="900" dirty="0"/>
              <a:t>1578</a:t>
            </a:r>
          </a:p>
        </p:txBody>
      </p:sp>
      <p:sp>
        <p:nvSpPr>
          <p:cNvPr id="60" name="TextBox 59">
            <a:extLst>
              <a:ext uri="{FF2B5EF4-FFF2-40B4-BE49-F238E27FC236}">
                <a16:creationId xmlns:a16="http://schemas.microsoft.com/office/drawing/2014/main" id="{4AD0029A-ACBB-B629-CF91-06959E95B5F9}"/>
              </a:ext>
            </a:extLst>
          </p:cNvPr>
          <p:cNvSpPr txBox="1"/>
          <p:nvPr/>
        </p:nvSpPr>
        <p:spPr>
          <a:xfrm>
            <a:off x="3640666" y="4408541"/>
            <a:ext cx="570089" cy="230832"/>
          </a:xfrm>
          <a:prstGeom prst="rect">
            <a:avLst/>
          </a:prstGeom>
          <a:noFill/>
        </p:spPr>
        <p:txBody>
          <a:bodyPr wrap="square" rtlCol="0">
            <a:spAutoFit/>
          </a:bodyPr>
          <a:lstStyle/>
          <a:p>
            <a:pPr algn="ctr"/>
            <a:r>
              <a:rPr lang="en-US" sz="900" dirty="0"/>
              <a:t>1278</a:t>
            </a:r>
          </a:p>
        </p:txBody>
      </p:sp>
      <p:sp>
        <p:nvSpPr>
          <p:cNvPr id="61" name="TextBox 60">
            <a:extLst>
              <a:ext uri="{FF2B5EF4-FFF2-40B4-BE49-F238E27FC236}">
                <a16:creationId xmlns:a16="http://schemas.microsoft.com/office/drawing/2014/main" id="{7F1B4552-FED6-AB62-7D9D-5DE370FD8357}"/>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12578</a:t>
            </a:r>
          </a:p>
        </p:txBody>
      </p:sp>
      <p:sp>
        <p:nvSpPr>
          <p:cNvPr id="62" name="TextBox 61">
            <a:extLst>
              <a:ext uri="{FF2B5EF4-FFF2-40B4-BE49-F238E27FC236}">
                <a16:creationId xmlns:a16="http://schemas.microsoft.com/office/drawing/2014/main" id="{18CABF9F-CDD7-E797-9249-F90F71778001}"/>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3578</a:t>
            </a:r>
          </a:p>
        </p:txBody>
      </p:sp>
      <p:sp>
        <p:nvSpPr>
          <p:cNvPr id="63" name="TextBox 62">
            <a:extLst>
              <a:ext uri="{FF2B5EF4-FFF2-40B4-BE49-F238E27FC236}">
                <a16:creationId xmlns:a16="http://schemas.microsoft.com/office/drawing/2014/main" id="{789FBE84-3303-033F-8EAE-D2AB0D804E84}"/>
              </a:ext>
            </a:extLst>
          </p:cNvPr>
          <p:cNvSpPr txBox="1"/>
          <p:nvPr/>
        </p:nvSpPr>
        <p:spPr>
          <a:xfrm>
            <a:off x="3138310" y="4909484"/>
            <a:ext cx="570089" cy="230832"/>
          </a:xfrm>
          <a:prstGeom prst="rect">
            <a:avLst/>
          </a:prstGeom>
          <a:noFill/>
        </p:spPr>
        <p:txBody>
          <a:bodyPr wrap="square" rtlCol="0">
            <a:spAutoFit/>
          </a:bodyPr>
          <a:lstStyle/>
          <a:p>
            <a:pPr algn="ctr"/>
            <a:r>
              <a:rPr lang="en-US" sz="900" dirty="0"/>
              <a:t>12578</a:t>
            </a:r>
          </a:p>
        </p:txBody>
      </p:sp>
      <p:sp>
        <p:nvSpPr>
          <p:cNvPr id="64" name="TextBox 63">
            <a:extLst>
              <a:ext uri="{FF2B5EF4-FFF2-40B4-BE49-F238E27FC236}">
                <a16:creationId xmlns:a16="http://schemas.microsoft.com/office/drawing/2014/main" id="{8306F52B-9FCD-1AA7-F9EE-C1F2AF74924F}"/>
              </a:ext>
            </a:extLst>
          </p:cNvPr>
          <p:cNvSpPr txBox="1"/>
          <p:nvPr/>
        </p:nvSpPr>
        <p:spPr>
          <a:xfrm>
            <a:off x="5650090" y="3907597"/>
            <a:ext cx="570089" cy="230832"/>
          </a:xfrm>
          <a:prstGeom prst="rect">
            <a:avLst/>
          </a:prstGeom>
          <a:noFill/>
        </p:spPr>
        <p:txBody>
          <a:bodyPr wrap="square" rtlCol="0">
            <a:spAutoFit/>
          </a:bodyPr>
          <a:lstStyle/>
          <a:p>
            <a:pPr algn="ctr"/>
            <a:r>
              <a:rPr lang="en-US" sz="900" dirty="0"/>
              <a:t>35789</a:t>
            </a:r>
          </a:p>
        </p:txBody>
      </p:sp>
      <p:sp>
        <p:nvSpPr>
          <p:cNvPr id="65" name="TextBox 64">
            <a:extLst>
              <a:ext uri="{FF2B5EF4-FFF2-40B4-BE49-F238E27FC236}">
                <a16:creationId xmlns:a16="http://schemas.microsoft.com/office/drawing/2014/main" id="{B981E678-96A8-FBDE-395E-A6006DCBA6FF}"/>
              </a:ext>
            </a:extLst>
          </p:cNvPr>
          <p:cNvSpPr txBox="1"/>
          <p:nvPr/>
        </p:nvSpPr>
        <p:spPr>
          <a:xfrm>
            <a:off x="6152446" y="3907597"/>
            <a:ext cx="570089" cy="230832"/>
          </a:xfrm>
          <a:prstGeom prst="rect">
            <a:avLst/>
          </a:prstGeom>
          <a:noFill/>
        </p:spPr>
        <p:txBody>
          <a:bodyPr wrap="square" rtlCol="0">
            <a:spAutoFit/>
          </a:bodyPr>
          <a:lstStyle/>
          <a:p>
            <a:pPr algn="ctr"/>
            <a:r>
              <a:rPr lang="en-US" sz="900" dirty="0"/>
              <a:t>15679</a:t>
            </a:r>
          </a:p>
        </p:txBody>
      </p:sp>
      <p:sp>
        <p:nvSpPr>
          <p:cNvPr id="66" name="TextBox 65">
            <a:extLst>
              <a:ext uri="{FF2B5EF4-FFF2-40B4-BE49-F238E27FC236}">
                <a16:creationId xmlns:a16="http://schemas.microsoft.com/office/drawing/2014/main" id="{6B4514A7-FB35-823E-78AC-FCB51930075E}"/>
              </a:ext>
            </a:extLst>
          </p:cNvPr>
          <p:cNvSpPr txBox="1"/>
          <p:nvPr/>
        </p:nvSpPr>
        <p:spPr>
          <a:xfrm>
            <a:off x="6654802" y="3907597"/>
            <a:ext cx="570089" cy="230832"/>
          </a:xfrm>
          <a:prstGeom prst="rect">
            <a:avLst/>
          </a:prstGeom>
          <a:noFill/>
        </p:spPr>
        <p:txBody>
          <a:bodyPr wrap="square" rtlCol="0">
            <a:spAutoFit/>
          </a:bodyPr>
          <a:lstStyle/>
          <a:p>
            <a:pPr algn="ctr"/>
            <a:r>
              <a:rPr lang="en-US" sz="900" dirty="0"/>
              <a:t>35678</a:t>
            </a:r>
          </a:p>
        </p:txBody>
      </p:sp>
      <p:sp>
        <p:nvSpPr>
          <p:cNvPr id="67" name="TextBox 66">
            <a:extLst>
              <a:ext uri="{FF2B5EF4-FFF2-40B4-BE49-F238E27FC236}">
                <a16:creationId xmlns:a16="http://schemas.microsoft.com/office/drawing/2014/main" id="{FB763ECF-1399-D717-8E58-6005A46686BE}"/>
              </a:ext>
            </a:extLst>
          </p:cNvPr>
          <p:cNvSpPr txBox="1"/>
          <p:nvPr/>
        </p:nvSpPr>
        <p:spPr>
          <a:xfrm>
            <a:off x="7157158" y="3907597"/>
            <a:ext cx="570089" cy="230832"/>
          </a:xfrm>
          <a:prstGeom prst="rect">
            <a:avLst/>
          </a:prstGeom>
          <a:noFill/>
        </p:spPr>
        <p:txBody>
          <a:bodyPr wrap="square" rtlCol="0">
            <a:spAutoFit/>
          </a:bodyPr>
          <a:lstStyle/>
          <a:p>
            <a:pPr algn="ctr"/>
            <a:r>
              <a:rPr lang="en-US" sz="900" dirty="0"/>
              <a:t>135679</a:t>
            </a:r>
          </a:p>
        </p:txBody>
      </p:sp>
      <p:sp>
        <p:nvSpPr>
          <p:cNvPr id="68" name="TextBox 67">
            <a:extLst>
              <a:ext uri="{FF2B5EF4-FFF2-40B4-BE49-F238E27FC236}">
                <a16:creationId xmlns:a16="http://schemas.microsoft.com/office/drawing/2014/main" id="{2B865D00-B85A-E535-7693-90E3F1A5B569}"/>
              </a:ext>
            </a:extLst>
          </p:cNvPr>
          <p:cNvSpPr txBox="1"/>
          <p:nvPr/>
        </p:nvSpPr>
        <p:spPr>
          <a:xfrm>
            <a:off x="6152446" y="4408541"/>
            <a:ext cx="570089" cy="230832"/>
          </a:xfrm>
          <a:prstGeom prst="rect">
            <a:avLst/>
          </a:prstGeom>
          <a:noFill/>
        </p:spPr>
        <p:txBody>
          <a:bodyPr wrap="square" rtlCol="0">
            <a:spAutoFit/>
          </a:bodyPr>
          <a:lstStyle/>
          <a:p>
            <a:pPr algn="ctr"/>
            <a:r>
              <a:rPr lang="en-US" sz="900" dirty="0"/>
              <a:t>1457</a:t>
            </a:r>
          </a:p>
        </p:txBody>
      </p:sp>
      <p:sp>
        <p:nvSpPr>
          <p:cNvPr id="69" name="TextBox 68">
            <a:extLst>
              <a:ext uri="{FF2B5EF4-FFF2-40B4-BE49-F238E27FC236}">
                <a16:creationId xmlns:a16="http://schemas.microsoft.com/office/drawing/2014/main" id="{5A2CA189-0A9B-32A3-1E8A-D7DF30AE1F7E}"/>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234578</a:t>
            </a:r>
          </a:p>
        </p:txBody>
      </p:sp>
      <p:sp>
        <p:nvSpPr>
          <p:cNvPr id="70" name="TextBox 69">
            <a:extLst>
              <a:ext uri="{FF2B5EF4-FFF2-40B4-BE49-F238E27FC236}">
                <a16:creationId xmlns:a16="http://schemas.microsoft.com/office/drawing/2014/main" id="{CFAD0B11-201D-05D7-0D9E-372C43492C35}"/>
              </a:ext>
            </a:extLst>
          </p:cNvPr>
          <p:cNvSpPr txBox="1"/>
          <p:nvPr/>
        </p:nvSpPr>
        <p:spPr>
          <a:xfrm>
            <a:off x="7157158" y="4408541"/>
            <a:ext cx="570089" cy="230832"/>
          </a:xfrm>
          <a:prstGeom prst="rect">
            <a:avLst/>
          </a:prstGeom>
          <a:noFill/>
        </p:spPr>
        <p:txBody>
          <a:bodyPr wrap="square" rtlCol="0">
            <a:spAutoFit/>
          </a:bodyPr>
          <a:lstStyle/>
          <a:p>
            <a:pPr algn="ctr"/>
            <a:r>
              <a:rPr lang="en-US" sz="900" dirty="0"/>
              <a:t>13457</a:t>
            </a:r>
          </a:p>
        </p:txBody>
      </p:sp>
      <p:sp>
        <p:nvSpPr>
          <p:cNvPr id="71" name="TextBox 70">
            <a:extLst>
              <a:ext uri="{FF2B5EF4-FFF2-40B4-BE49-F238E27FC236}">
                <a16:creationId xmlns:a16="http://schemas.microsoft.com/office/drawing/2014/main" id="{71063816-3A5F-EF9F-BDF8-97604247E579}"/>
              </a:ext>
            </a:extLst>
          </p:cNvPr>
          <p:cNvSpPr txBox="1"/>
          <p:nvPr/>
        </p:nvSpPr>
        <p:spPr>
          <a:xfrm>
            <a:off x="6152446" y="4909484"/>
            <a:ext cx="570089" cy="230832"/>
          </a:xfrm>
          <a:prstGeom prst="rect">
            <a:avLst/>
          </a:prstGeom>
          <a:noFill/>
        </p:spPr>
        <p:txBody>
          <a:bodyPr wrap="square" rtlCol="0">
            <a:spAutoFit/>
          </a:bodyPr>
          <a:lstStyle/>
          <a:p>
            <a:pPr algn="ctr"/>
            <a:r>
              <a:rPr lang="en-US" sz="900" dirty="0"/>
              <a:t>14579</a:t>
            </a:r>
          </a:p>
        </p:txBody>
      </p:sp>
      <p:sp>
        <p:nvSpPr>
          <p:cNvPr id="72" name="TextBox 71">
            <a:extLst>
              <a:ext uri="{FF2B5EF4-FFF2-40B4-BE49-F238E27FC236}">
                <a16:creationId xmlns:a16="http://schemas.microsoft.com/office/drawing/2014/main" id="{B7639D41-64C7-54F9-D19A-E6428EC99F49}"/>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234578</a:t>
            </a:r>
          </a:p>
        </p:txBody>
      </p:sp>
      <p:sp>
        <p:nvSpPr>
          <p:cNvPr id="73" name="TextBox 72">
            <a:extLst>
              <a:ext uri="{FF2B5EF4-FFF2-40B4-BE49-F238E27FC236}">
                <a16:creationId xmlns:a16="http://schemas.microsoft.com/office/drawing/2014/main" id="{99E242E0-B13F-8AA8-095A-188BD9C1AE3E}"/>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134579</a:t>
            </a:r>
          </a:p>
        </p:txBody>
      </p:sp>
      <p:sp>
        <p:nvSpPr>
          <p:cNvPr id="74" name="TextBox 73">
            <a:extLst>
              <a:ext uri="{FF2B5EF4-FFF2-40B4-BE49-F238E27FC236}">
                <a16:creationId xmlns:a16="http://schemas.microsoft.com/office/drawing/2014/main" id="{19183565-AA35-BEF1-B16D-F0AB9F9B6F94}"/>
              </a:ext>
            </a:extLst>
          </p:cNvPr>
          <p:cNvSpPr txBox="1"/>
          <p:nvPr/>
        </p:nvSpPr>
        <p:spPr>
          <a:xfrm>
            <a:off x="4645378" y="4909484"/>
            <a:ext cx="570089" cy="230832"/>
          </a:xfrm>
          <a:prstGeom prst="rect">
            <a:avLst/>
          </a:prstGeom>
          <a:noFill/>
        </p:spPr>
        <p:txBody>
          <a:bodyPr wrap="square" rtlCol="0">
            <a:spAutoFit/>
          </a:bodyPr>
          <a:lstStyle/>
          <a:p>
            <a:pPr algn="ctr"/>
            <a:r>
              <a:rPr lang="en-US" sz="900" dirty="0"/>
              <a:t>14579</a:t>
            </a:r>
          </a:p>
        </p:txBody>
      </p:sp>
      <p:sp>
        <p:nvSpPr>
          <p:cNvPr id="75" name="TextBox 74">
            <a:extLst>
              <a:ext uri="{FF2B5EF4-FFF2-40B4-BE49-F238E27FC236}">
                <a16:creationId xmlns:a16="http://schemas.microsoft.com/office/drawing/2014/main" id="{6FB8B47E-B6DB-2513-AA84-6C1DABC49535}"/>
              </a:ext>
            </a:extLst>
          </p:cNvPr>
          <p:cNvSpPr txBox="1"/>
          <p:nvPr/>
        </p:nvSpPr>
        <p:spPr>
          <a:xfrm>
            <a:off x="5147734" y="4909484"/>
            <a:ext cx="570089" cy="230832"/>
          </a:xfrm>
          <a:prstGeom prst="rect">
            <a:avLst/>
          </a:prstGeom>
          <a:noFill/>
        </p:spPr>
        <p:txBody>
          <a:bodyPr wrap="square" rtlCol="0">
            <a:spAutoFit/>
          </a:bodyPr>
          <a:lstStyle/>
          <a:p>
            <a:pPr algn="ctr"/>
            <a:r>
              <a:rPr lang="en-US" sz="900" dirty="0"/>
              <a:t>14589</a:t>
            </a:r>
          </a:p>
        </p:txBody>
      </p:sp>
      <p:sp>
        <p:nvSpPr>
          <p:cNvPr id="76" name="TextBox 75">
            <a:extLst>
              <a:ext uri="{FF2B5EF4-FFF2-40B4-BE49-F238E27FC236}">
                <a16:creationId xmlns:a16="http://schemas.microsoft.com/office/drawing/2014/main" id="{9C8AF860-FC23-EF04-15B1-8078C5056B59}"/>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345789</a:t>
            </a:r>
          </a:p>
        </p:txBody>
      </p:sp>
      <p:sp>
        <p:nvSpPr>
          <p:cNvPr id="77" name="TextBox 76">
            <a:extLst>
              <a:ext uri="{FF2B5EF4-FFF2-40B4-BE49-F238E27FC236}">
                <a16:creationId xmlns:a16="http://schemas.microsoft.com/office/drawing/2014/main" id="{600553D7-6A10-5EB6-5A20-C9FE8E3954D2}"/>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50EB8AF2-3AEF-A84E-DED8-9BFE33BCC85D}"/>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CC097547-3DE6-0BBF-BF36-BEF8E81DCF71}"/>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774CD45D-EAAB-2A26-18F4-C9340970931B}"/>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386134F3-BE26-D52E-4DBD-3E40DB0375FF}"/>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F098AEFB-D4B8-AA27-FEFC-3A87A28D5762}"/>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3299679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822E9-8F22-A33B-ED07-7353696949D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27456E-07EE-C650-D5AF-03FD7E658A1E}"/>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4F7C276-8545-C4ED-D41B-55D466C860D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E06553E-B8DB-3AFC-3F39-DFC019094B4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668D7C5-1562-88CC-E76E-FA41CD5A90D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7D8A8DB-C8F8-814F-1910-FDE3452B453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1CC445A-E60B-1FFE-A762-7AC779763FF3}"/>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8" name="TextBox 7">
            <a:extLst>
              <a:ext uri="{FF2B5EF4-FFF2-40B4-BE49-F238E27FC236}">
                <a16:creationId xmlns:a16="http://schemas.microsoft.com/office/drawing/2014/main" id="{F9A85A1F-DFC8-E91B-92E9-D8FE9B01EA86}"/>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13" name="TextBox 12">
            <a:extLst>
              <a:ext uri="{FF2B5EF4-FFF2-40B4-BE49-F238E27FC236}">
                <a16:creationId xmlns:a16="http://schemas.microsoft.com/office/drawing/2014/main" id="{094EF8BC-6B65-4730-0207-07C383D024DE}"/>
              </a:ext>
            </a:extLst>
          </p:cNvPr>
          <p:cNvSpPr txBox="1"/>
          <p:nvPr/>
        </p:nvSpPr>
        <p:spPr>
          <a:xfrm>
            <a:off x="5650090" y="1903821"/>
            <a:ext cx="570089" cy="230832"/>
          </a:xfrm>
          <a:prstGeom prst="rect">
            <a:avLst/>
          </a:prstGeom>
          <a:noFill/>
        </p:spPr>
        <p:txBody>
          <a:bodyPr wrap="square" rtlCol="0">
            <a:spAutoFit/>
          </a:bodyPr>
          <a:lstStyle/>
          <a:p>
            <a:pPr algn="ctr"/>
            <a:r>
              <a:rPr lang="en-US" sz="900" dirty="0"/>
              <a:t>28</a:t>
            </a:r>
          </a:p>
        </p:txBody>
      </p:sp>
      <p:sp>
        <p:nvSpPr>
          <p:cNvPr id="14" name="TextBox 13">
            <a:extLst>
              <a:ext uri="{FF2B5EF4-FFF2-40B4-BE49-F238E27FC236}">
                <a16:creationId xmlns:a16="http://schemas.microsoft.com/office/drawing/2014/main" id="{F4F63AF8-0756-8F6E-6E80-4C98FF152DCF}"/>
              </a:ext>
            </a:extLst>
          </p:cNvPr>
          <p:cNvSpPr txBox="1"/>
          <p:nvPr/>
        </p:nvSpPr>
        <p:spPr>
          <a:xfrm>
            <a:off x="6152446" y="1903821"/>
            <a:ext cx="570089" cy="230832"/>
          </a:xfrm>
          <a:prstGeom prst="rect">
            <a:avLst/>
          </a:prstGeom>
          <a:noFill/>
        </p:spPr>
        <p:txBody>
          <a:bodyPr wrap="square" rtlCol="0">
            <a:spAutoFit/>
          </a:bodyPr>
          <a:lstStyle/>
          <a:p>
            <a:pPr algn="ctr"/>
            <a:r>
              <a:rPr lang="en-US" sz="900" dirty="0"/>
              <a:t>15</a:t>
            </a:r>
          </a:p>
        </p:txBody>
      </p:sp>
      <p:sp>
        <p:nvSpPr>
          <p:cNvPr id="15" name="TextBox 14">
            <a:extLst>
              <a:ext uri="{FF2B5EF4-FFF2-40B4-BE49-F238E27FC236}">
                <a16:creationId xmlns:a16="http://schemas.microsoft.com/office/drawing/2014/main" id="{1EEC8AB9-78D1-924F-563B-954BE762E9B1}"/>
              </a:ext>
            </a:extLst>
          </p:cNvPr>
          <p:cNvSpPr txBox="1"/>
          <p:nvPr/>
        </p:nvSpPr>
        <p:spPr>
          <a:xfrm>
            <a:off x="6654802" y="1903821"/>
            <a:ext cx="570089" cy="230832"/>
          </a:xfrm>
          <a:prstGeom prst="rect">
            <a:avLst/>
          </a:prstGeom>
          <a:noFill/>
        </p:spPr>
        <p:txBody>
          <a:bodyPr wrap="square" rtlCol="0">
            <a:spAutoFit/>
          </a:bodyPr>
          <a:lstStyle/>
          <a:p>
            <a:pPr algn="ctr"/>
            <a:r>
              <a:rPr lang="en-US" sz="900" dirty="0"/>
              <a:t>46</a:t>
            </a:r>
          </a:p>
        </p:txBody>
      </p:sp>
      <p:sp>
        <p:nvSpPr>
          <p:cNvPr id="16" name="TextBox 15">
            <a:extLst>
              <a:ext uri="{FF2B5EF4-FFF2-40B4-BE49-F238E27FC236}">
                <a16:creationId xmlns:a16="http://schemas.microsoft.com/office/drawing/2014/main" id="{353BBB60-D6E2-FA98-FC36-AAEAD9CDFE74}"/>
              </a:ext>
            </a:extLst>
          </p:cNvPr>
          <p:cNvSpPr txBox="1"/>
          <p:nvPr/>
        </p:nvSpPr>
        <p:spPr>
          <a:xfrm>
            <a:off x="4645378" y="2404765"/>
            <a:ext cx="570089" cy="230832"/>
          </a:xfrm>
          <a:prstGeom prst="rect">
            <a:avLst/>
          </a:prstGeom>
          <a:noFill/>
        </p:spPr>
        <p:txBody>
          <a:bodyPr wrap="square" rtlCol="0">
            <a:spAutoFit/>
          </a:bodyPr>
          <a:lstStyle/>
          <a:p>
            <a:pPr algn="ctr"/>
            <a:r>
              <a:rPr lang="en-US" sz="900" dirty="0"/>
              <a:t>34</a:t>
            </a:r>
          </a:p>
        </p:txBody>
      </p:sp>
      <p:sp>
        <p:nvSpPr>
          <p:cNvPr id="17" name="TextBox 16">
            <a:extLst>
              <a:ext uri="{FF2B5EF4-FFF2-40B4-BE49-F238E27FC236}">
                <a16:creationId xmlns:a16="http://schemas.microsoft.com/office/drawing/2014/main" id="{58C5A8BA-E1C9-F475-1EAE-1E302628437C}"/>
              </a:ext>
            </a:extLst>
          </p:cNvPr>
          <p:cNvSpPr txBox="1"/>
          <p:nvPr/>
        </p:nvSpPr>
        <p:spPr>
          <a:xfrm>
            <a:off x="5147734" y="2404765"/>
            <a:ext cx="570089" cy="230832"/>
          </a:xfrm>
          <a:prstGeom prst="rect">
            <a:avLst/>
          </a:prstGeom>
          <a:noFill/>
        </p:spPr>
        <p:txBody>
          <a:bodyPr wrap="square" rtlCol="0">
            <a:spAutoFit/>
          </a:bodyPr>
          <a:lstStyle/>
          <a:p>
            <a:pPr algn="ctr"/>
            <a:r>
              <a:rPr lang="en-US" sz="900" dirty="0"/>
              <a:t>43</a:t>
            </a:r>
          </a:p>
        </p:txBody>
      </p:sp>
      <p:sp>
        <p:nvSpPr>
          <p:cNvPr id="25" name="TextBox 24">
            <a:extLst>
              <a:ext uri="{FF2B5EF4-FFF2-40B4-BE49-F238E27FC236}">
                <a16:creationId xmlns:a16="http://schemas.microsoft.com/office/drawing/2014/main" id="{CB44A734-2BCA-E09D-63CB-9F19386A7496}"/>
              </a:ext>
            </a:extLst>
          </p:cNvPr>
          <p:cNvSpPr txBox="1"/>
          <p:nvPr/>
        </p:nvSpPr>
        <p:spPr>
          <a:xfrm>
            <a:off x="4143022" y="3907597"/>
            <a:ext cx="570089" cy="230832"/>
          </a:xfrm>
          <a:prstGeom prst="rect">
            <a:avLst/>
          </a:prstGeom>
          <a:noFill/>
        </p:spPr>
        <p:txBody>
          <a:bodyPr wrap="square" rtlCol="0">
            <a:spAutoFit/>
          </a:bodyPr>
          <a:lstStyle/>
          <a:p>
            <a:pPr algn="ctr"/>
            <a:r>
              <a:rPr lang="en-US" sz="900" dirty="0"/>
              <a:t>37</a:t>
            </a:r>
          </a:p>
        </p:txBody>
      </p:sp>
      <p:sp>
        <p:nvSpPr>
          <p:cNvPr id="26" name="TextBox 25">
            <a:extLst>
              <a:ext uri="{FF2B5EF4-FFF2-40B4-BE49-F238E27FC236}">
                <a16:creationId xmlns:a16="http://schemas.microsoft.com/office/drawing/2014/main" id="{248D75B0-3EFD-0849-BFE6-1C2EC29C3867}"/>
              </a:ext>
            </a:extLst>
          </p:cNvPr>
          <p:cNvSpPr txBox="1"/>
          <p:nvPr/>
        </p:nvSpPr>
        <p:spPr>
          <a:xfrm>
            <a:off x="4645378" y="390759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82E7FCF4-544C-91D6-97B0-7693E90DD877}"/>
              </a:ext>
            </a:extLst>
          </p:cNvPr>
          <p:cNvSpPr txBox="1"/>
          <p:nvPr/>
        </p:nvSpPr>
        <p:spPr>
          <a:xfrm>
            <a:off x="5147734" y="3907597"/>
            <a:ext cx="570089" cy="230832"/>
          </a:xfrm>
          <a:prstGeom prst="rect">
            <a:avLst/>
          </a:prstGeom>
          <a:noFill/>
        </p:spPr>
        <p:txBody>
          <a:bodyPr wrap="square" rtlCol="0">
            <a:spAutoFit/>
          </a:bodyPr>
          <a:lstStyle/>
          <a:p>
            <a:pPr algn="ctr"/>
            <a:r>
              <a:rPr lang="en-US" sz="900" dirty="0"/>
              <a:t>28</a:t>
            </a:r>
          </a:p>
        </p:txBody>
      </p:sp>
      <p:sp>
        <p:nvSpPr>
          <p:cNvPr id="28" name="TextBox 27">
            <a:extLst>
              <a:ext uri="{FF2B5EF4-FFF2-40B4-BE49-F238E27FC236}">
                <a16:creationId xmlns:a16="http://schemas.microsoft.com/office/drawing/2014/main" id="{2A848599-1141-5F42-5812-B08473E2CAF6}"/>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60EC2FC0-15A6-7DCC-79A9-C13CCB1762C6}"/>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D92411D5-74E3-852B-7455-96F6F77490C9}"/>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DB5D837B-0280-02E4-9EBE-B49A5D21367B}"/>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A7ED51D-4B1E-A184-43F6-F0331D12659B}"/>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DE68666E-7550-2D0B-7D83-47EB4A814550}"/>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EB5203D8-3FA4-C217-7BE2-8CC0E6539236}"/>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6E4CC50A-904F-3E2F-8057-76EE0DCC6825}"/>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DD8F1931-B506-3C6D-D089-BA2ACDFAD63C}"/>
              </a:ext>
            </a:extLst>
          </p:cNvPr>
          <p:cNvSpPr txBox="1"/>
          <p:nvPr/>
        </p:nvSpPr>
        <p:spPr>
          <a:xfrm>
            <a:off x="3640666" y="3406653"/>
            <a:ext cx="570089" cy="230832"/>
          </a:xfrm>
          <a:prstGeom prst="rect">
            <a:avLst/>
          </a:prstGeom>
          <a:noFill/>
        </p:spPr>
        <p:txBody>
          <a:bodyPr wrap="square" rtlCol="0">
            <a:spAutoFit/>
          </a:bodyPr>
          <a:lstStyle/>
          <a:p>
            <a:pPr algn="ctr"/>
            <a:r>
              <a:rPr lang="en-US" sz="900" dirty="0"/>
              <a:t>279</a:t>
            </a:r>
          </a:p>
        </p:txBody>
      </p:sp>
      <p:sp>
        <p:nvSpPr>
          <p:cNvPr id="23" name="TextBox 22">
            <a:extLst>
              <a:ext uri="{FF2B5EF4-FFF2-40B4-BE49-F238E27FC236}">
                <a16:creationId xmlns:a16="http://schemas.microsoft.com/office/drawing/2014/main" id="{2EAFAB9B-4561-F7C5-CB4B-E58DBB9EE847}"/>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257912A8-B89D-65E1-E3BA-7BD88CF77EF2}"/>
              </a:ext>
            </a:extLst>
          </p:cNvPr>
          <p:cNvSpPr txBox="1"/>
          <p:nvPr/>
        </p:nvSpPr>
        <p:spPr>
          <a:xfrm>
            <a:off x="4645378" y="3406653"/>
            <a:ext cx="570089" cy="230832"/>
          </a:xfrm>
          <a:prstGeom prst="rect">
            <a:avLst/>
          </a:prstGeom>
          <a:noFill/>
        </p:spPr>
        <p:txBody>
          <a:bodyPr wrap="square" rtlCol="0">
            <a:spAutoFit/>
          </a:bodyPr>
          <a:lstStyle/>
          <a:p>
            <a:pPr algn="ctr"/>
            <a:r>
              <a:rPr lang="en-US" sz="900" dirty="0"/>
              <a:t>579</a:t>
            </a:r>
          </a:p>
        </p:txBody>
      </p:sp>
      <p:sp>
        <p:nvSpPr>
          <p:cNvPr id="34" name="TextBox 33">
            <a:extLst>
              <a:ext uri="{FF2B5EF4-FFF2-40B4-BE49-F238E27FC236}">
                <a16:creationId xmlns:a16="http://schemas.microsoft.com/office/drawing/2014/main" id="{A20BE38C-6904-2E0D-922E-E88D3200B930}"/>
              </a:ext>
            </a:extLst>
          </p:cNvPr>
          <p:cNvSpPr txBox="1"/>
          <p:nvPr/>
        </p:nvSpPr>
        <p:spPr>
          <a:xfrm>
            <a:off x="5147734" y="3406653"/>
            <a:ext cx="570089" cy="230832"/>
          </a:xfrm>
          <a:prstGeom prst="rect">
            <a:avLst/>
          </a:prstGeom>
          <a:noFill/>
        </p:spPr>
        <p:txBody>
          <a:bodyPr wrap="square" rtlCol="0">
            <a:spAutoFit/>
          </a:bodyPr>
          <a:lstStyle/>
          <a:p>
            <a:pPr algn="ctr"/>
            <a:r>
              <a:rPr lang="en-US" sz="900" dirty="0"/>
              <a:t>59</a:t>
            </a:r>
          </a:p>
        </p:txBody>
      </p:sp>
      <p:sp>
        <p:nvSpPr>
          <p:cNvPr id="35" name="TextBox 34">
            <a:extLst>
              <a:ext uri="{FF2B5EF4-FFF2-40B4-BE49-F238E27FC236}">
                <a16:creationId xmlns:a16="http://schemas.microsoft.com/office/drawing/2014/main" id="{A1464776-2D7E-DB1D-2CD6-BAA90B946708}"/>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2479</a:t>
            </a:r>
          </a:p>
        </p:txBody>
      </p:sp>
      <p:sp>
        <p:nvSpPr>
          <p:cNvPr id="37" name="TextBox 36">
            <a:extLst>
              <a:ext uri="{FF2B5EF4-FFF2-40B4-BE49-F238E27FC236}">
                <a16:creationId xmlns:a16="http://schemas.microsoft.com/office/drawing/2014/main" id="{E484E9B5-6B6A-9202-6C80-D4B40265A447}"/>
              </a:ext>
            </a:extLst>
          </p:cNvPr>
          <p:cNvSpPr txBox="1"/>
          <p:nvPr/>
        </p:nvSpPr>
        <p:spPr>
          <a:xfrm>
            <a:off x="7157158" y="2404765"/>
            <a:ext cx="570089" cy="230832"/>
          </a:xfrm>
          <a:prstGeom prst="rect">
            <a:avLst/>
          </a:prstGeom>
          <a:noFill/>
        </p:spPr>
        <p:txBody>
          <a:bodyPr wrap="square" rtlCol="0">
            <a:spAutoFit/>
          </a:bodyPr>
          <a:lstStyle/>
          <a:p>
            <a:pPr algn="ctr"/>
            <a:r>
              <a:rPr lang="en-US" sz="900" dirty="0"/>
              <a:t>679</a:t>
            </a:r>
          </a:p>
        </p:txBody>
      </p:sp>
      <p:sp>
        <p:nvSpPr>
          <p:cNvPr id="38" name="TextBox 37">
            <a:extLst>
              <a:ext uri="{FF2B5EF4-FFF2-40B4-BE49-F238E27FC236}">
                <a16:creationId xmlns:a16="http://schemas.microsoft.com/office/drawing/2014/main" id="{779E0864-D268-3EC0-B752-65A2CE614767}"/>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4579</a:t>
            </a:r>
          </a:p>
        </p:txBody>
      </p:sp>
      <p:sp>
        <p:nvSpPr>
          <p:cNvPr id="39" name="TextBox 38">
            <a:extLst>
              <a:ext uri="{FF2B5EF4-FFF2-40B4-BE49-F238E27FC236}">
                <a16:creationId xmlns:a16="http://schemas.microsoft.com/office/drawing/2014/main" id="{A8098D3D-C00F-1A8A-65F7-ABF8340D237E}"/>
              </a:ext>
            </a:extLst>
          </p:cNvPr>
          <p:cNvSpPr txBox="1"/>
          <p:nvPr/>
        </p:nvSpPr>
        <p:spPr>
          <a:xfrm>
            <a:off x="6654802" y="2905709"/>
            <a:ext cx="570089" cy="230832"/>
          </a:xfrm>
          <a:prstGeom prst="rect">
            <a:avLst/>
          </a:prstGeom>
          <a:noFill/>
        </p:spPr>
        <p:txBody>
          <a:bodyPr wrap="square" rtlCol="0">
            <a:spAutoFit/>
          </a:bodyPr>
          <a:lstStyle/>
          <a:p>
            <a:pPr algn="ctr"/>
            <a:r>
              <a:rPr lang="en-US" sz="900" dirty="0"/>
              <a:t>45</a:t>
            </a:r>
          </a:p>
        </p:txBody>
      </p:sp>
      <p:sp>
        <p:nvSpPr>
          <p:cNvPr id="40" name="TextBox 39">
            <a:extLst>
              <a:ext uri="{FF2B5EF4-FFF2-40B4-BE49-F238E27FC236}">
                <a16:creationId xmlns:a16="http://schemas.microsoft.com/office/drawing/2014/main" id="{13336EE1-A7CC-2450-E90D-CEC86ACD30DE}"/>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4579</a:t>
            </a:r>
          </a:p>
        </p:txBody>
      </p:sp>
      <p:sp>
        <p:nvSpPr>
          <p:cNvPr id="41" name="TextBox 40">
            <a:extLst>
              <a:ext uri="{FF2B5EF4-FFF2-40B4-BE49-F238E27FC236}">
                <a16:creationId xmlns:a16="http://schemas.microsoft.com/office/drawing/2014/main" id="{C159C4D9-27C9-F9CA-3262-906A83FDE346}"/>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B646C4B3-7788-CFFA-73ED-09D48B33BA9A}"/>
              </a:ext>
            </a:extLst>
          </p:cNvPr>
          <p:cNvSpPr txBox="1"/>
          <p:nvPr/>
        </p:nvSpPr>
        <p:spPr>
          <a:xfrm>
            <a:off x="3138310" y="2404765"/>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9787AFBF-D2B9-617C-057C-4C675E742507}"/>
              </a:ext>
            </a:extLst>
          </p:cNvPr>
          <p:cNvSpPr txBox="1"/>
          <p:nvPr/>
        </p:nvSpPr>
        <p:spPr>
          <a:xfrm>
            <a:off x="5147734" y="2905709"/>
            <a:ext cx="570089" cy="230832"/>
          </a:xfrm>
          <a:prstGeom prst="rect">
            <a:avLst/>
          </a:prstGeom>
          <a:noFill/>
        </p:spPr>
        <p:txBody>
          <a:bodyPr wrap="square" rtlCol="0">
            <a:spAutoFit/>
          </a:bodyPr>
          <a:lstStyle/>
          <a:p>
            <a:pPr algn="ctr"/>
            <a:r>
              <a:rPr lang="en-US" sz="900" dirty="0"/>
              <a:t>259</a:t>
            </a:r>
          </a:p>
        </p:txBody>
      </p:sp>
      <p:sp>
        <p:nvSpPr>
          <p:cNvPr id="44" name="TextBox 43">
            <a:extLst>
              <a:ext uri="{FF2B5EF4-FFF2-40B4-BE49-F238E27FC236}">
                <a16:creationId xmlns:a16="http://schemas.microsoft.com/office/drawing/2014/main" id="{392EE871-A1DE-8632-7ECA-64BFC06F6042}"/>
              </a:ext>
            </a:extLst>
          </p:cNvPr>
          <p:cNvSpPr txBox="1"/>
          <p:nvPr/>
        </p:nvSpPr>
        <p:spPr>
          <a:xfrm>
            <a:off x="5650090" y="2905709"/>
            <a:ext cx="570089" cy="230832"/>
          </a:xfrm>
          <a:prstGeom prst="rect">
            <a:avLst/>
          </a:prstGeom>
          <a:noFill/>
        </p:spPr>
        <p:txBody>
          <a:bodyPr wrap="square" rtlCol="0">
            <a:spAutoFit/>
          </a:bodyPr>
          <a:lstStyle/>
          <a:p>
            <a:pPr algn="ctr"/>
            <a:r>
              <a:rPr lang="en-US" sz="900" dirty="0"/>
              <a:t>257</a:t>
            </a:r>
          </a:p>
        </p:txBody>
      </p:sp>
      <p:sp>
        <p:nvSpPr>
          <p:cNvPr id="45" name="TextBox 44">
            <a:extLst>
              <a:ext uri="{FF2B5EF4-FFF2-40B4-BE49-F238E27FC236}">
                <a16:creationId xmlns:a16="http://schemas.microsoft.com/office/drawing/2014/main" id="{055AF9B1-5174-EAC2-34D2-EF7A507D2166}"/>
              </a:ext>
            </a:extLst>
          </p:cNvPr>
          <p:cNvSpPr txBox="1"/>
          <p:nvPr/>
        </p:nvSpPr>
        <p:spPr>
          <a:xfrm>
            <a:off x="5147734" y="901933"/>
            <a:ext cx="570089" cy="230832"/>
          </a:xfrm>
          <a:prstGeom prst="rect">
            <a:avLst/>
          </a:prstGeom>
          <a:noFill/>
        </p:spPr>
        <p:txBody>
          <a:bodyPr wrap="square" rtlCol="0">
            <a:spAutoFit/>
          </a:bodyPr>
          <a:lstStyle/>
          <a:p>
            <a:pPr algn="ctr"/>
            <a:r>
              <a:rPr lang="en-US" sz="900" dirty="0"/>
              <a:t>14568</a:t>
            </a:r>
          </a:p>
        </p:txBody>
      </p:sp>
      <p:sp>
        <p:nvSpPr>
          <p:cNvPr id="46" name="TextBox 45">
            <a:extLst>
              <a:ext uri="{FF2B5EF4-FFF2-40B4-BE49-F238E27FC236}">
                <a16:creationId xmlns:a16="http://schemas.microsoft.com/office/drawing/2014/main" id="{272B1A71-5915-28C2-A7C4-8538D4BC50A4}"/>
              </a:ext>
            </a:extLst>
          </p:cNvPr>
          <p:cNvSpPr txBox="1"/>
          <p:nvPr/>
        </p:nvSpPr>
        <p:spPr>
          <a:xfrm>
            <a:off x="5650090" y="901933"/>
            <a:ext cx="570089" cy="230832"/>
          </a:xfrm>
          <a:prstGeom prst="rect">
            <a:avLst/>
          </a:prstGeom>
          <a:noFill/>
        </p:spPr>
        <p:txBody>
          <a:bodyPr wrap="square" rtlCol="0">
            <a:spAutoFit/>
          </a:bodyPr>
          <a:lstStyle/>
          <a:p>
            <a:pPr algn="ctr"/>
            <a:r>
              <a:rPr lang="en-US" sz="900" dirty="0"/>
              <a:t>458</a:t>
            </a:r>
          </a:p>
        </p:txBody>
      </p:sp>
      <p:sp>
        <p:nvSpPr>
          <p:cNvPr id="47" name="TextBox 46">
            <a:extLst>
              <a:ext uri="{FF2B5EF4-FFF2-40B4-BE49-F238E27FC236}">
                <a16:creationId xmlns:a16="http://schemas.microsoft.com/office/drawing/2014/main" id="{1BC0DCA9-7BC7-61BD-A105-00D0CE8BC92B}"/>
              </a:ext>
            </a:extLst>
          </p:cNvPr>
          <p:cNvSpPr txBox="1"/>
          <p:nvPr/>
        </p:nvSpPr>
        <p:spPr>
          <a:xfrm>
            <a:off x="6152446" y="901933"/>
            <a:ext cx="570089" cy="230832"/>
          </a:xfrm>
          <a:prstGeom prst="rect">
            <a:avLst/>
          </a:prstGeom>
          <a:noFill/>
        </p:spPr>
        <p:txBody>
          <a:bodyPr wrap="square" rtlCol="0">
            <a:spAutoFit/>
          </a:bodyPr>
          <a:lstStyle/>
          <a:p>
            <a:pPr algn="ctr"/>
            <a:r>
              <a:rPr lang="en-US" sz="900" dirty="0"/>
              <a:t>156</a:t>
            </a:r>
          </a:p>
        </p:txBody>
      </p:sp>
      <p:sp>
        <p:nvSpPr>
          <p:cNvPr id="48" name="TextBox 47">
            <a:extLst>
              <a:ext uri="{FF2B5EF4-FFF2-40B4-BE49-F238E27FC236}">
                <a16:creationId xmlns:a16="http://schemas.microsoft.com/office/drawing/2014/main" id="{C9A83937-70A7-61C3-5FF0-5CADF75DBCC3}"/>
              </a:ext>
            </a:extLst>
          </p:cNvPr>
          <p:cNvSpPr txBox="1"/>
          <p:nvPr/>
        </p:nvSpPr>
        <p:spPr>
          <a:xfrm>
            <a:off x="7157158" y="901933"/>
            <a:ext cx="570089" cy="230832"/>
          </a:xfrm>
          <a:prstGeom prst="rect">
            <a:avLst/>
          </a:prstGeom>
          <a:noFill/>
        </p:spPr>
        <p:txBody>
          <a:bodyPr wrap="square" rtlCol="0">
            <a:spAutoFit/>
          </a:bodyPr>
          <a:lstStyle/>
          <a:p>
            <a:pPr algn="ctr"/>
            <a:r>
              <a:rPr lang="en-US" sz="900" dirty="0"/>
              <a:t>156</a:t>
            </a:r>
          </a:p>
        </p:txBody>
      </p:sp>
      <p:sp>
        <p:nvSpPr>
          <p:cNvPr id="49" name="TextBox 48">
            <a:extLst>
              <a:ext uri="{FF2B5EF4-FFF2-40B4-BE49-F238E27FC236}">
                <a16:creationId xmlns:a16="http://schemas.microsoft.com/office/drawing/2014/main" id="{FEC1479E-4B4B-6BDB-DEE4-2B0AE54F98A9}"/>
              </a:ext>
            </a:extLst>
          </p:cNvPr>
          <p:cNvSpPr txBox="1"/>
          <p:nvPr/>
        </p:nvSpPr>
        <p:spPr>
          <a:xfrm>
            <a:off x="7157158" y="1903821"/>
            <a:ext cx="570089" cy="230832"/>
          </a:xfrm>
          <a:prstGeom prst="rect">
            <a:avLst/>
          </a:prstGeom>
          <a:noFill/>
        </p:spPr>
        <p:txBody>
          <a:bodyPr wrap="square" rtlCol="0">
            <a:spAutoFit/>
          </a:bodyPr>
          <a:lstStyle/>
          <a:p>
            <a:pPr algn="ctr"/>
            <a:r>
              <a:rPr lang="en-US" sz="900" dirty="0"/>
              <a:t>13456</a:t>
            </a:r>
          </a:p>
        </p:txBody>
      </p:sp>
      <p:sp>
        <p:nvSpPr>
          <p:cNvPr id="51" name="TextBox 50">
            <a:extLst>
              <a:ext uri="{FF2B5EF4-FFF2-40B4-BE49-F238E27FC236}">
                <a16:creationId xmlns:a16="http://schemas.microsoft.com/office/drawing/2014/main" id="{41B92938-AF30-4EB2-5D31-09807F9D3FAE}"/>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a:t>
            </a:r>
          </a:p>
        </p:txBody>
      </p:sp>
      <p:sp>
        <p:nvSpPr>
          <p:cNvPr id="52" name="TextBox 51">
            <a:extLst>
              <a:ext uri="{FF2B5EF4-FFF2-40B4-BE49-F238E27FC236}">
                <a16:creationId xmlns:a16="http://schemas.microsoft.com/office/drawing/2014/main" id="{88B11820-895E-CE0D-689E-2D23AFA71F06}"/>
              </a:ext>
            </a:extLst>
          </p:cNvPr>
          <p:cNvSpPr txBox="1"/>
          <p:nvPr/>
        </p:nvSpPr>
        <p:spPr>
          <a:xfrm>
            <a:off x="4645378" y="1402877"/>
            <a:ext cx="570089" cy="230832"/>
          </a:xfrm>
          <a:prstGeom prst="rect">
            <a:avLst/>
          </a:prstGeom>
          <a:noFill/>
        </p:spPr>
        <p:txBody>
          <a:bodyPr wrap="square" rtlCol="0">
            <a:spAutoFit/>
          </a:bodyPr>
          <a:lstStyle/>
          <a:p>
            <a:pPr algn="ctr"/>
            <a:r>
              <a:rPr lang="en-US" sz="900" dirty="0"/>
              <a:t>1356</a:t>
            </a:r>
          </a:p>
        </p:txBody>
      </p:sp>
      <p:sp>
        <p:nvSpPr>
          <p:cNvPr id="53" name="TextBox 52">
            <a:extLst>
              <a:ext uri="{FF2B5EF4-FFF2-40B4-BE49-F238E27FC236}">
                <a16:creationId xmlns:a16="http://schemas.microsoft.com/office/drawing/2014/main" id="{4C08EAF8-6C2F-DFD0-0F45-2C3C34F4A390}"/>
              </a:ext>
            </a:extLst>
          </p:cNvPr>
          <p:cNvSpPr txBox="1"/>
          <p:nvPr/>
        </p:nvSpPr>
        <p:spPr>
          <a:xfrm>
            <a:off x="5147734" y="1402877"/>
            <a:ext cx="570089" cy="230832"/>
          </a:xfrm>
          <a:prstGeom prst="rect">
            <a:avLst/>
          </a:prstGeom>
          <a:noFill/>
        </p:spPr>
        <p:txBody>
          <a:bodyPr wrap="square" rtlCol="0">
            <a:spAutoFit/>
          </a:bodyPr>
          <a:lstStyle/>
          <a:p>
            <a:pPr algn="ctr"/>
            <a:r>
              <a:rPr lang="en-US" sz="900" dirty="0"/>
              <a:t>1356</a:t>
            </a:r>
          </a:p>
        </p:txBody>
      </p:sp>
      <p:sp>
        <p:nvSpPr>
          <p:cNvPr id="54" name="TextBox 53">
            <a:extLst>
              <a:ext uri="{FF2B5EF4-FFF2-40B4-BE49-F238E27FC236}">
                <a16:creationId xmlns:a16="http://schemas.microsoft.com/office/drawing/2014/main" id="{3BBFBD44-7C5F-3CDD-B658-AA871A88EA9F}"/>
              </a:ext>
            </a:extLst>
          </p:cNvPr>
          <p:cNvSpPr txBox="1"/>
          <p:nvPr/>
        </p:nvSpPr>
        <p:spPr>
          <a:xfrm>
            <a:off x="3138310" y="1402877"/>
            <a:ext cx="570089" cy="230832"/>
          </a:xfrm>
          <a:prstGeom prst="rect">
            <a:avLst/>
          </a:prstGeom>
          <a:noFill/>
        </p:spPr>
        <p:txBody>
          <a:bodyPr wrap="square" rtlCol="0">
            <a:spAutoFit/>
          </a:bodyPr>
          <a:lstStyle/>
          <a:p>
            <a:pPr algn="ctr"/>
            <a:r>
              <a:rPr lang="en-US" sz="900" dirty="0"/>
              <a:t>145</a:t>
            </a:r>
          </a:p>
        </p:txBody>
      </p:sp>
      <p:sp>
        <p:nvSpPr>
          <p:cNvPr id="55" name="TextBox 54">
            <a:extLst>
              <a:ext uri="{FF2B5EF4-FFF2-40B4-BE49-F238E27FC236}">
                <a16:creationId xmlns:a16="http://schemas.microsoft.com/office/drawing/2014/main" id="{2691C0B9-83A1-052A-D437-12430A9360A1}"/>
              </a:ext>
            </a:extLst>
          </p:cNvPr>
          <p:cNvSpPr txBox="1"/>
          <p:nvPr/>
        </p:nvSpPr>
        <p:spPr>
          <a:xfrm>
            <a:off x="3640666" y="1903821"/>
            <a:ext cx="570089" cy="230832"/>
          </a:xfrm>
          <a:prstGeom prst="rect">
            <a:avLst/>
          </a:prstGeom>
          <a:noFill/>
        </p:spPr>
        <p:txBody>
          <a:bodyPr wrap="square" rtlCol="0">
            <a:spAutoFit/>
          </a:bodyPr>
          <a:lstStyle/>
          <a:p>
            <a:pPr algn="ctr"/>
            <a:r>
              <a:rPr lang="en-US" sz="900" dirty="0"/>
              <a:t>189</a:t>
            </a:r>
          </a:p>
        </p:txBody>
      </p:sp>
      <p:sp>
        <p:nvSpPr>
          <p:cNvPr id="56" name="TextBox 55">
            <a:extLst>
              <a:ext uri="{FF2B5EF4-FFF2-40B4-BE49-F238E27FC236}">
                <a16:creationId xmlns:a16="http://schemas.microsoft.com/office/drawing/2014/main" id="{F519DCEA-C653-47ED-0AAE-9F5066FA018B}"/>
              </a:ext>
            </a:extLst>
          </p:cNvPr>
          <p:cNvSpPr txBox="1"/>
          <p:nvPr/>
        </p:nvSpPr>
        <p:spPr>
          <a:xfrm>
            <a:off x="4143022" y="1903821"/>
            <a:ext cx="570089" cy="230832"/>
          </a:xfrm>
          <a:prstGeom prst="rect">
            <a:avLst/>
          </a:prstGeom>
          <a:noFill/>
        </p:spPr>
        <p:txBody>
          <a:bodyPr wrap="square" rtlCol="0">
            <a:spAutoFit/>
          </a:bodyPr>
          <a:lstStyle/>
          <a:p>
            <a:pPr algn="ctr"/>
            <a:r>
              <a:rPr lang="en-US" sz="900" dirty="0"/>
              <a:t>568</a:t>
            </a:r>
          </a:p>
        </p:txBody>
      </p:sp>
      <p:sp>
        <p:nvSpPr>
          <p:cNvPr id="57" name="TextBox 56">
            <a:extLst>
              <a:ext uri="{FF2B5EF4-FFF2-40B4-BE49-F238E27FC236}">
                <a16:creationId xmlns:a16="http://schemas.microsoft.com/office/drawing/2014/main" id="{E2E6EC6E-3CE8-538A-8A46-ABBD0668F767}"/>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12356</a:t>
            </a:r>
          </a:p>
        </p:txBody>
      </p:sp>
      <p:sp>
        <p:nvSpPr>
          <p:cNvPr id="58" name="TextBox 57">
            <a:extLst>
              <a:ext uri="{FF2B5EF4-FFF2-40B4-BE49-F238E27FC236}">
                <a16:creationId xmlns:a16="http://schemas.microsoft.com/office/drawing/2014/main" id="{033FACD9-DFFC-03ED-053A-263D0ECA919C}"/>
              </a:ext>
            </a:extLst>
          </p:cNvPr>
          <p:cNvSpPr txBox="1"/>
          <p:nvPr/>
        </p:nvSpPr>
        <p:spPr>
          <a:xfrm>
            <a:off x="3138310" y="1903821"/>
            <a:ext cx="570089" cy="230832"/>
          </a:xfrm>
          <a:prstGeom prst="rect">
            <a:avLst/>
          </a:prstGeom>
          <a:noFill/>
        </p:spPr>
        <p:txBody>
          <a:bodyPr wrap="square" rtlCol="0">
            <a:spAutoFit/>
          </a:bodyPr>
          <a:lstStyle/>
          <a:p>
            <a:pPr algn="ctr"/>
            <a:r>
              <a:rPr lang="en-US" sz="900" dirty="0"/>
              <a:t>1589</a:t>
            </a:r>
          </a:p>
        </p:txBody>
      </p:sp>
      <p:sp>
        <p:nvSpPr>
          <p:cNvPr id="59" name="TextBox 58">
            <a:extLst>
              <a:ext uri="{FF2B5EF4-FFF2-40B4-BE49-F238E27FC236}">
                <a16:creationId xmlns:a16="http://schemas.microsoft.com/office/drawing/2014/main" id="{42073304-AD34-0228-9DCE-14BBEDAB1ED0}"/>
              </a:ext>
            </a:extLst>
          </p:cNvPr>
          <p:cNvSpPr txBox="1"/>
          <p:nvPr/>
        </p:nvSpPr>
        <p:spPr>
          <a:xfrm>
            <a:off x="3138310" y="3907597"/>
            <a:ext cx="570089" cy="230832"/>
          </a:xfrm>
          <a:prstGeom prst="rect">
            <a:avLst/>
          </a:prstGeom>
          <a:noFill/>
        </p:spPr>
        <p:txBody>
          <a:bodyPr wrap="square" rtlCol="0">
            <a:spAutoFit/>
          </a:bodyPr>
          <a:lstStyle/>
          <a:p>
            <a:pPr algn="ctr"/>
            <a:r>
              <a:rPr lang="en-US" sz="900" dirty="0"/>
              <a:t>1578</a:t>
            </a:r>
          </a:p>
        </p:txBody>
      </p:sp>
      <p:sp>
        <p:nvSpPr>
          <p:cNvPr id="60" name="TextBox 59">
            <a:extLst>
              <a:ext uri="{FF2B5EF4-FFF2-40B4-BE49-F238E27FC236}">
                <a16:creationId xmlns:a16="http://schemas.microsoft.com/office/drawing/2014/main" id="{BD995D02-AAA1-75B3-A83D-1BDE1272D06E}"/>
              </a:ext>
            </a:extLst>
          </p:cNvPr>
          <p:cNvSpPr txBox="1"/>
          <p:nvPr/>
        </p:nvSpPr>
        <p:spPr>
          <a:xfrm>
            <a:off x="3640666" y="4408541"/>
            <a:ext cx="570089" cy="230832"/>
          </a:xfrm>
          <a:prstGeom prst="rect">
            <a:avLst/>
          </a:prstGeom>
          <a:noFill/>
        </p:spPr>
        <p:txBody>
          <a:bodyPr wrap="square" rtlCol="0">
            <a:spAutoFit/>
          </a:bodyPr>
          <a:lstStyle/>
          <a:p>
            <a:pPr algn="ctr"/>
            <a:r>
              <a:rPr lang="en-US" sz="900" dirty="0"/>
              <a:t>1278</a:t>
            </a:r>
          </a:p>
        </p:txBody>
      </p:sp>
      <p:sp>
        <p:nvSpPr>
          <p:cNvPr id="61" name="TextBox 60">
            <a:extLst>
              <a:ext uri="{FF2B5EF4-FFF2-40B4-BE49-F238E27FC236}">
                <a16:creationId xmlns:a16="http://schemas.microsoft.com/office/drawing/2014/main" id="{ED2C7E21-027B-18B8-F5EA-14DFD1CBB34B}"/>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12578</a:t>
            </a:r>
          </a:p>
        </p:txBody>
      </p:sp>
      <p:sp>
        <p:nvSpPr>
          <p:cNvPr id="62" name="TextBox 61">
            <a:extLst>
              <a:ext uri="{FF2B5EF4-FFF2-40B4-BE49-F238E27FC236}">
                <a16:creationId xmlns:a16="http://schemas.microsoft.com/office/drawing/2014/main" id="{1A533BDC-BD76-C8D4-3F9B-F291F5677BD1}"/>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3578</a:t>
            </a:r>
          </a:p>
        </p:txBody>
      </p:sp>
      <p:sp>
        <p:nvSpPr>
          <p:cNvPr id="63" name="TextBox 62">
            <a:extLst>
              <a:ext uri="{FF2B5EF4-FFF2-40B4-BE49-F238E27FC236}">
                <a16:creationId xmlns:a16="http://schemas.microsoft.com/office/drawing/2014/main" id="{C21164C8-9741-EF8B-E9A5-16C41CF8C606}"/>
              </a:ext>
            </a:extLst>
          </p:cNvPr>
          <p:cNvSpPr txBox="1"/>
          <p:nvPr/>
        </p:nvSpPr>
        <p:spPr>
          <a:xfrm>
            <a:off x="3138310" y="4909484"/>
            <a:ext cx="570089" cy="230832"/>
          </a:xfrm>
          <a:prstGeom prst="rect">
            <a:avLst/>
          </a:prstGeom>
          <a:noFill/>
        </p:spPr>
        <p:txBody>
          <a:bodyPr wrap="square" rtlCol="0">
            <a:spAutoFit/>
          </a:bodyPr>
          <a:lstStyle/>
          <a:p>
            <a:pPr algn="ctr"/>
            <a:r>
              <a:rPr lang="en-US" sz="900" dirty="0"/>
              <a:t>12578</a:t>
            </a:r>
          </a:p>
        </p:txBody>
      </p:sp>
      <p:sp>
        <p:nvSpPr>
          <p:cNvPr id="64" name="TextBox 63">
            <a:extLst>
              <a:ext uri="{FF2B5EF4-FFF2-40B4-BE49-F238E27FC236}">
                <a16:creationId xmlns:a16="http://schemas.microsoft.com/office/drawing/2014/main" id="{6E53CF30-BB66-9091-D423-9BCC8BD8FA5C}"/>
              </a:ext>
            </a:extLst>
          </p:cNvPr>
          <p:cNvSpPr txBox="1"/>
          <p:nvPr/>
        </p:nvSpPr>
        <p:spPr>
          <a:xfrm>
            <a:off x="5650090" y="3907597"/>
            <a:ext cx="570089" cy="230832"/>
          </a:xfrm>
          <a:prstGeom prst="rect">
            <a:avLst/>
          </a:prstGeom>
          <a:noFill/>
        </p:spPr>
        <p:txBody>
          <a:bodyPr wrap="square" rtlCol="0">
            <a:spAutoFit/>
          </a:bodyPr>
          <a:lstStyle/>
          <a:p>
            <a:pPr algn="ctr"/>
            <a:r>
              <a:rPr lang="en-US" sz="900" dirty="0"/>
              <a:t>3578</a:t>
            </a:r>
          </a:p>
        </p:txBody>
      </p:sp>
      <p:sp>
        <p:nvSpPr>
          <p:cNvPr id="65" name="TextBox 64">
            <a:extLst>
              <a:ext uri="{FF2B5EF4-FFF2-40B4-BE49-F238E27FC236}">
                <a16:creationId xmlns:a16="http://schemas.microsoft.com/office/drawing/2014/main" id="{39975166-0E2D-761A-6606-0722D2F0510C}"/>
              </a:ext>
            </a:extLst>
          </p:cNvPr>
          <p:cNvSpPr txBox="1"/>
          <p:nvPr/>
        </p:nvSpPr>
        <p:spPr>
          <a:xfrm>
            <a:off x="6152446" y="3907597"/>
            <a:ext cx="570089" cy="230832"/>
          </a:xfrm>
          <a:prstGeom prst="rect">
            <a:avLst/>
          </a:prstGeom>
          <a:noFill/>
        </p:spPr>
        <p:txBody>
          <a:bodyPr wrap="square" rtlCol="0">
            <a:spAutoFit/>
          </a:bodyPr>
          <a:lstStyle/>
          <a:p>
            <a:pPr algn="ctr"/>
            <a:r>
              <a:rPr lang="en-US" sz="900" dirty="0"/>
              <a:t>15679</a:t>
            </a:r>
          </a:p>
        </p:txBody>
      </p:sp>
      <p:sp>
        <p:nvSpPr>
          <p:cNvPr id="66" name="TextBox 65">
            <a:extLst>
              <a:ext uri="{FF2B5EF4-FFF2-40B4-BE49-F238E27FC236}">
                <a16:creationId xmlns:a16="http://schemas.microsoft.com/office/drawing/2014/main" id="{0DC0BA18-A9A4-E67F-85A0-B79F297BEABF}"/>
              </a:ext>
            </a:extLst>
          </p:cNvPr>
          <p:cNvSpPr txBox="1"/>
          <p:nvPr/>
        </p:nvSpPr>
        <p:spPr>
          <a:xfrm>
            <a:off x="6654802" y="3907597"/>
            <a:ext cx="570089" cy="230832"/>
          </a:xfrm>
          <a:prstGeom prst="rect">
            <a:avLst/>
          </a:prstGeom>
          <a:noFill/>
        </p:spPr>
        <p:txBody>
          <a:bodyPr wrap="square" rtlCol="0">
            <a:spAutoFit/>
          </a:bodyPr>
          <a:lstStyle/>
          <a:p>
            <a:pPr algn="ctr"/>
            <a:r>
              <a:rPr lang="en-US" sz="900" dirty="0"/>
              <a:t>3568</a:t>
            </a:r>
          </a:p>
        </p:txBody>
      </p:sp>
      <p:sp>
        <p:nvSpPr>
          <p:cNvPr id="67" name="TextBox 66">
            <a:extLst>
              <a:ext uri="{FF2B5EF4-FFF2-40B4-BE49-F238E27FC236}">
                <a16:creationId xmlns:a16="http://schemas.microsoft.com/office/drawing/2014/main" id="{FC0CED47-EDEA-6FD5-0A3D-039ACF910487}"/>
              </a:ext>
            </a:extLst>
          </p:cNvPr>
          <p:cNvSpPr txBox="1"/>
          <p:nvPr/>
        </p:nvSpPr>
        <p:spPr>
          <a:xfrm>
            <a:off x="7157158" y="3907597"/>
            <a:ext cx="570089" cy="230832"/>
          </a:xfrm>
          <a:prstGeom prst="rect">
            <a:avLst/>
          </a:prstGeom>
          <a:noFill/>
        </p:spPr>
        <p:txBody>
          <a:bodyPr wrap="square" rtlCol="0">
            <a:spAutoFit/>
          </a:bodyPr>
          <a:lstStyle/>
          <a:p>
            <a:pPr algn="ctr"/>
            <a:r>
              <a:rPr lang="en-US" sz="900" dirty="0"/>
              <a:t>135679</a:t>
            </a:r>
          </a:p>
        </p:txBody>
      </p:sp>
      <p:sp>
        <p:nvSpPr>
          <p:cNvPr id="68" name="TextBox 67">
            <a:extLst>
              <a:ext uri="{FF2B5EF4-FFF2-40B4-BE49-F238E27FC236}">
                <a16:creationId xmlns:a16="http://schemas.microsoft.com/office/drawing/2014/main" id="{8D1E947A-1F6A-F16D-C337-50A21C60AA0C}"/>
              </a:ext>
            </a:extLst>
          </p:cNvPr>
          <p:cNvSpPr txBox="1"/>
          <p:nvPr/>
        </p:nvSpPr>
        <p:spPr>
          <a:xfrm>
            <a:off x="6152446" y="4408541"/>
            <a:ext cx="570089" cy="230832"/>
          </a:xfrm>
          <a:prstGeom prst="rect">
            <a:avLst/>
          </a:prstGeom>
          <a:noFill/>
        </p:spPr>
        <p:txBody>
          <a:bodyPr wrap="square" rtlCol="0">
            <a:spAutoFit/>
          </a:bodyPr>
          <a:lstStyle/>
          <a:p>
            <a:pPr algn="ctr"/>
            <a:r>
              <a:rPr lang="en-US" sz="900" dirty="0"/>
              <a:t>1457</a:t>
            </a:r>
          </a:p>
        </p:txBody>
      </p:sp>
      <p:sp>
        <p:nvSpPr>
          <p:cNvPr id="69" name="TextBox 68">
            <a:extLst>
              <a:ext uri="{FF2B5EF4-FFF2-40B4-BE49-F238E27FC236}">
                <a16:creationId xmlns:a16="http://schemas.microsoft.com/office/drawing/2014/main" id="{5DE9EDDC-F748-EA41-41CC-C1E2F752CB71}"/>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23458</a:t>
            </a:r>
          </a:p>
        </p:txBody>
      </p:sp>
      <p:sp>
        <p:nvSpPr>
          <p:cNvPr id="70" name="TextBox 69">
            <a:extLst>
              <a:ext uri="{FF2B5EF4-FFF2-40B4-BE49-F238E27FC236}">
                <a16:creationId xmlns:a16="http://schemas.microsoft.com/office/drawing/2014/main" id="{2B3AC6DD-D865-CAF7-30CA-8D94F4CEA12A}"/>
              </a:ext>
            </a:extLst>
          </p:cNvPr>
          <p:cNvSpPr txBox="1"/>
          <p:nvPr/>
        </p:nvSpPr>
        <p:spPr>
          <a:xfrm>
            <a:off x="7157158" y="4408541"/>
            <a:ext cx="570089" cy="230832"/>
          </a:xfrm>
          <a:prstGeom prst="rect">
            <a:avLst/>
          </a:prstGeom>
          <a:noFill/>
        </p:spPr>
        <p:txBody>
          <a:bodyPr wrap="square" rtlCol="0">
            <a:spAutoFit/>
          </a:bodyPr>
          <a:lstStyle/>
          <a:p>
            <a:pPr algn="ctr"/>
            <a:r>
              <a:rPr lang="en-US" sz="900" dirty="0"/>
              <a:t>13457</a:t>
            </a:r>
          </a:p>
        </p:txBody>
      </p:sp>
      <p:sp>
        <p:nvSpPr>
          <p:cNvPr id="71" name="TextBox 70">
            <a:extLst>
              <a:ext uri="{FF2B5EF4-FFF2-40B4-BE49-F238E27FC236}">
                <a16:creationId xmlns:a16="http://schemas.microsoft.com/office/drawing/2014/main" id="{2B827C60-491E-E148-3261-68AC6A018A93}"/>
              </a:ext>
            </a:extLst>
          </p:cNvPr>
          <p:cNvSpPr txBox="1"/>
          <p:nvPr/>
        </p:nvSpPr>
        <p:spPr>
          <a:xfrm>
            <a:off x="6152446" y="4909484"/>
            <a:ext cx="570089" cy="230832"/>
          </a:xfrm>
          <a:prstGeom prst="rect">
            <a:avLst/>
          </a:prstGeom>
          <a:noFill/>
        </p:spPr>
        <p:txBody>
          <a:bodyPr wrap="square" rtlCol="0">
            <a:spAutoFit/>
          </a:bodyPr>
          <a:lstStyle/>
          <a:p>
            <a:pPr algn="ctr"/>
            <a:r>
              <a:rPr lang="en-US" sz="900" dirty="0"/>
              <a:t>14579</a:t>
            </a:r>
          </a:p>
        </p:txBody>
      </p:sp>
      <p:sp>
        <p:nvSpPr>
          <p:cNvPr id="72" name="TextBox 71">
            <a:extLst>
              <a:ext uri="{FF2B5EF4-FFF2-40B4-BE49-F238E27FC236}">
                <a16:creationId xmlns:a16="http://schemas.microsoft.com/office/drawing/2014/main" id="{C8691DCD-B268-5871-9DD5-C7B8CB67B65A}"/>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23458</a:t>
            </a:r>
          </a:p>
        </p:txBody>
      </p:sp>
      <p:sp>
        <p:nvSpPr>
          <p:cNvPr id="73" name="TextBox 72">
            <a:extLst>
              <a:ext uri="{FF2B5EF4-FFF2-40B4-BE49-F238E27FC236}">
                <a16:creationId xmlns:a16="http://schemas.microsoft.com/office/drawing/2014/main" id="{97A89B6C-E9AC-14BC-87B0-C68C498E0CE5}"/>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134579</a:t>
            </a:r>
          </a:p>
        </p:txBody>
      </p:sp>
      <p:sp>
        <p:nvSpPr>
          <p:cNvPr id="74" name="TextBox 73">
            <a:extLst>
              <a:ext uri="{FF2B5EF4-FFF2-40B4-BE49-F238E27FC236}">
                <a16:creationId xmlns:a16="http://schemas.microsoft.com/office/drawing/2014/main" id="{5D4BF3F8-CE0A-428B-32DD-FD659ABF9187}"/>
              </a:ext>
            </a:extLst>
          </p:cNvPr>
          <p:cNvSpPr txBox="1"/>
          <p:nvPr/>
        </p:nvSpPr>
        <p:spPr>
          <a:xfrm>
            <a:off x="4645378" y="4909484"/>
            <a:ext cx="570089" cy="230832"/>
          </a:xfrm>
          <a:prstGeom prst="rect">
            <a:avLst/>
          </a:prstGeom>
          <a:noFill/>
        </p:spPr>
        <p:txBody>
          <a:bodyPr wrap="square" rtlCol="0">
            <a:spAutoFit/>
          </a:bodyPr>
          <a:lstStyle/>
          <a:p>
            <a:pPr algn="ctr"/>
            <a:r>
              <a:rPr lang="en-US" sz="900" dirty="0"/>
              <a:t>14579</a:t>
            </a:r>
          </a:p>
        </p:txBody>
      </p:sp>
      <p:sp>
        <p:nvSpPr>
          <p:cNvPr id="75" name="TextBox 74">
            <a:extLst>
              <a:ext uri="{FF2B5EF4-FFF2-40B4-BE49-F238E27FC236}">
                <a16:creationId xmlns:a16="http://schemas.microsoft.com/office/drawing/2014/main" id="{3DD6D018-6D2B-BF72-D60F-504FDF7A0A70}"/>
              </a:ext>
            </a:extLst>
          </p:cNvPr>
          <p:cNvSpPr txBox="1"/>
          <p:nvPr/>
        </p:nvSpPr>
        <p:spPr>
          <a:xfrm>
            <a:off x="5147734" y="4909484"/>
            <a:ext cx="570089" cy="230832"/>
          </a:xfrm>
          <a:prstGeom prst="rect">
            <a:avLst/>
          </a:prstGeom>
          <a:noFill/>
        </p:spPr>
        <p:txBody>
          <a:bodyPr wrap="square" rtlCol="0">
            <a:spAutoFit/>
          </a:bodyPr>
          <a:lstStyle/>
          <a:p>
            <a:pPr algn="ctr"/>
            <a:r>
              <a:rPr lang="en-US" sz="900" dirty="0"/>
              <a:t>14589</a:t>
            </a:r>
          </a:p>
        </p:txBody>
      </p:sp>
      <p:sp>
        <p:nvSpPr>
          <p:cNvPr id="76" name="TextBox 75">
            <a:extLst>
              <a:ext uri="{FF2B5EF4-FFF2-40B4-BE49-F238E27FC236}">
                <a16:creationId xmlns:a16="http://schemas.microsoft.com/office/drawing/2014/main" id="{BEC0C2A7-B7EB-601B-2098-B1A249F930D9}"/>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34578</a:t>
            </a:r>
          </a:p>
        </p:txBody>
      </p:sp>
      <p:sp>
        <p:nvSpPr>
          <p:cNvPr id="77" name="TextBox 76">
            <a:extLst>
              <a:ext uri="{FF2B5EF4-FFF2-40B4-BE49-F238E27FC236}">
                <a16:creationId xmlns:a16="http://schemas.microsoft.com/office/drawing/2014/main" id="{8A6367B2-1777-E4F9-97C8-B606467FF3B4}"/>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CDDEF0B9-E4EE-9C6A-74B0-836A9EE92913}"/>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FCA0AD21-D66E-FF21-C228-386A4E5B51D2}"/>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1FDC131C-CF8F-79A5-5368-D8023546ECEF}"/>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ECFA0462-D964-65F2-7631-8882E1FAC227}"/>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639DBA60-E0CB-3F02-FF61-C6D683A66619}"/>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EBB0D794-0160-5B11-BF8C-03FA858501D0}"/>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2" name="TextBox 11">
            <a:extLst>
              <a:ext uri="{FF2B5EF4-FFF2-40B4-BE49-F238E27FC236}">
                <a16:creationId xmlns:a16="http://schemas.microsoft.com/office/drawing/2014/main" id="{721EA80C-453E-A9D6-CE2B-98F81B678C16}"/>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8235396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844F0-7915-9C50-0AE5-A9AB9012441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ABD487-EA70-383F-054D-939553C01F4B}"/>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59914EF-37B6-3675-AC62-03FF7944A72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AAEC777-5AE4-EAE8-F240-99E30381379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42C24DE-ACBF-B724-BBBE-9499005E79E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3E2C223-757B-3653-6575-C6B53700336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7559B79-4587-4F91-C282-F5E4C4E28DAB}"/>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8" name="TextBox 7">
            <a:extLst>
              <a:ext uri="{FF2B5EF4-FFF2-40B4-BE49-F238E27FC236}">
                <a16:creationId xmlns:a16="http://schemas.microsoft.com/office/drawing/2014/main" id="{C20519AF-8631-FC9F-E4F9-C49B03B288F0}"/>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16" name="TextBox 15">
            <a:extLst>
              <a:ext uri="{FF2B5EF4-FFF2-40B4-BE49-F238E27FC236}">
                <a16:creationId xmlns:a16="http://schemas.microsoft.com/office/drawing/2014/main" id="{45FC5975-BE0A-A02F-78BC-B64E1E6B6E88}"/>
              </a:ext>
            </a:extLst>
          </p:cNvPr>
          <p:cNvSpPr txBox="1"/>
          <p:nvPr/>
        </p:nvSpPr>
        <p:spPr>
          <a:xfrm>
            <a:off x="4645378" y="2404765"/>
            <a:ext cx="570089" cy="230832"/>
          </a:xfrm>
          <a:prstGeom prst="rect">
            <a:avLst/>
          </a:prstGeom>
          <a:noFill/>
        </p:spPr>
        <p:txBody>
          <a:bodyPr wrap="square" rtlCol="0">
            <a:spAutoFit/>
          </a:bodyPr>
          <a:lstStyle/>
          <a:p>
            <a:pPr algn="ctr"/>
            <a:r>
              <a:rPr lang="en-US" sz="900" dirty="0"/>
              <a:t>34</a:t>
            </a:r>
          </a:p>
        </p:txBody>
      </p:sp>
      <p:sp>
        <p:nvSpPr>
          <p:cNvPr id="17" name="TextBox 16">
            <a:extLst>
              <a:ext uri="{FF2B5EF4-FFF2-40B4-BE49-F238E27FC236}">
                <a16:creationId xmlns:a16="http://schemas.microsoft.com/office/drawing/2014/main" id="{30FA75BE-D8CC-CFA1-9C09-85D64E5FA173}"/>
              </a:ext>
            </a:extLst>
          </p:cNvPr>
          <p:cNvSpPr txBox="1"/>
          <p:nvPr/>
        </p:nvSpPr>
        <p:spPr>
          <a:xfrm>
            <a:off x="5147734" y="2404765"/>
            <a:ext cx="570089" cy="230832"/>
          </a:xfrm>
          <a:prstGeom prst="rect">
            <a:avLst/>
          </a:prstGeom>
          <a:noFill/>
        </p:spPr>
        <p:txBody>
          <a:bodyPr wrap="square" rtlCol="0">
            <a:spAutoFit/>
          </a:bodyPr>
          <a:lstStyle/>
          <a:p>
            <a:pPr algn="ctr"/>
            <a:r>
              <a:rPr lang="en-US" sz="900" dirty="0"/>
              <a:t>43</a:t>
            </a:r>
          </a:p>
        </p:txBody>
      </p:sp>
      <p:sp>
        <p:nvSpPr>
          <p:cNvPr id="25" name="TextBox 24">
            <a:extLst>
              <a:ext uri="{FF2B5EF4-FFF2-40B4-BE49-F238E27FC236}">
                <a16:creationId xmlns:a16="http://schemas.microsoft.com/office/drawing/2014/main" id="{3C50479B-0672-1AD8-6486-EB4A5AE61B74}"/>
              </a:ext>
            </a:extLst>
          </p:cNvPr>
          <p:cNvSpPr txBox="1"/>
          <p:nvPr/>
        </p:nvSpPr>
        <p:spPr>
          <a:xfrm>
            <a:off x="4143022" y="3907597"/>
            <a:ext cx="570089" cy="230832"/>
          </a:xfrm>
          <a:prstGeom prst="rect">
            <a:avLst/>
          </a:prstGeom>
          <a:noFill/>
        </p:spPr>
        <p:txBody>
          <a:bodyPr wrap="square" rtlCol="0">
            <a:spAutoFit/>
          </a:bodyPr>
          <a:lstStyle/>
          <a:p>
            <a:pPr algn="ctr"/>
            <a:r>
              <a:rPr lang="en-US" sz="900" dirty="0"/>
              <a:t>37</a:t>
            </a:r>
          </a:p>
        </p:txBody>
      </p:sp>
      <p:sp>
        <p:nvSpPr>
          <p:cNvPr id="26" name="TextBox 25">
            <a:extLst>
              <a:ext uri="{FF2B5EF4-FFF2-40B4-BE49-F238E27FC236}">
                <a16:creationId xmlns:a16="http://schemas.microsoft.com/office/drawing/2014/main" id="{57A8B909-3F48-4D9C-1E5D-6E410CABC1E7}"/>
              </a:ext>
            </a:extLst>
          </p:cNvPr>
          <p:cNvSpPr txBox="1"/>
          <p:nvPr/>
        </p:nvSpPr>
        <p:spPr>
          <a:xfrm>
            <a:off x="4645378" y="390759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7DF8DA7F-05A9-DD09-B4D0-007D85E014D2}"/>
              </a:ext>
            </a:extLst>
          </p:cNvPr>
          <p:cNvSpPr txBox="1"/>
          <p:nvPr/>
        </p:nvSpPr>
        <p:spPr>
          <a:xfrm>
            <a:off x="5147734" y="3907597"/>
            <a:ext cx="570089" cy="230832"/>
          </a:xfrm>
          <a:prstGeom prst="rect">
            <a:avLst/>
          </a:prstGeom>
          <a:noFill/>
        </p:spPr>
        <p:txBody>
          <a:bodyPr wrap="square" rtlCol="0">
            <a:spAutoFit/>
          </a:bodyPr>
          <a:lstStyle/>
          <a:p>
            <a:pPr algn="ctr"/>
            <a:r>
              <a:rPr lang="en-US" sz="900" dirty="0"/>
              <a:t>28</a:t>
            </a:r>
          </a:p>
        </p:txBody>
      </p:sp>
      <p:sp>
        <p:nvSpPr>
          <p:cNvPr id="28" name="TextBox 27">
            <a:extLst>
              <a:ext uri="{FF2B5EF4-FFF2-40B4-BE49-F238E27FC236}">
                <a16:creationId xmlns:a16="http://schemas.microsoft.com/office/drawing/2014/main" id="{66274DE1-439B-47C1-DF1E-75BD2CEA869A}"/>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C5BAFCB2-CCB0-AB23-CE2A-02BDEAA95BE7}"/>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1323C624-C35D-20F5-8D17-DFAAF79A7E45}"/>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1CB2F8AB-1FFE-95CD-60E7-1B670D9861BD}"/>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ACA4BC44-5C59-2A7A-DFDE-B0B81F618373}"/>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E4C084D7-0F9C-33AF-DF9E-727751A86DE8}"/>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99002CEC-6A1A-6FAB-631F-920C52C2FF93}"/>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36F0306D-BF80-1545-88C9-8B0591B1C346}"/>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B035ED00-E0D5-3AC2-3C4E-C216E5A5FD5B}"/>
              </a:ext>
            </a:extLst>
          </p:cNvPr>
          <p:cNvSpPr txBox="1"/>
          <p:nvPr/>
        </p:nvSpPr>
        <p:spPr>
          <a:xfrm>
            <a:off x="3640666" y="3406653"/>
            <a:ext cx="570089" cy="230832"/>
          </a:xfrm>
          <a:prstGeom prst="rect">
            <a:avLst/>
          </a:prstGeom>
          <a:noFill/>
        </p:spPr>
        <p:txBody>
          <a:bodyPr wrap="square" rtlCol="0">
            <a:spAutoFit/>
          </a:bodyPr>
          <a:lstStyle/>
          <a:p>
            <a:pPr algn="ctr"/>
            <a:r>
              <a:rPr lang="en-US" sz="900" dirty="0"/>
              <a:t>279</a:t>
            </a:r>
          </a:p>
        </p:txBody>
      </p:sp>
      <p:sp>
        <p:nvSpPr>
          <p:cNvPr id="23" name="TextBox 22">
            <a:extLst>
              <a:ext uri="{FF2B5EF4-FFF2-40B4-BE49-F238E27FC236}">
                <a16:creationId xmlns:a16="http://schemas.microsoft.com/office/drawing/2014/main" id="{23BD969C-B6BC-40CC-3C2A-F35CA7397607}"/>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A8D3EE29-FC4E-DEBB-8955-534006B344CE}"/>
              </a:ext>
            </a:extLst>
          </p:cNvPr>
          <p:cNvSpPr txBox="1"/>
          <p:nvPr/>
        </p:nvSpPr>
        <p:spPr>
          <a:xfrm>
            <a:off x="4645378" y="3406653"/>
            <a:ext cx="570089" cy="230832"/>
          </a:xfrm>
          <a:prstGeom prst="rect">
            <a:avLst/>
          </a:prstGeom>
          <a:noFill/>
        </p:spPr>
        <p:txBody>
          <a:bodyPr wrap="square" rtlCol="0">
            <a:spAutoFit/>
          </a:bodyPr>
          <a:lstStyle/>
          <a:p>
            <a:pPr algn="ctr"/>
            <a:r>
              <a:rPr lang="en-US" sz="900" dirty="0"/>
              <a:t>579</a:t>
            </a:r>
          </a:p>
        </p:txBody>
      </p:sp>
      <p:sp>
        <p:nvSpPr>
          <p:cNvPr id="34" name="TextBox 33">
            <a:extLst>
              <a:ext uri="{FF2B5EF4-FFF2-40B4-BE49-F238E27FC236}">
                <a16:creationId xmlns:a16="http://schemas.microsoft.com/office/drawing/2014/main" id="{1295325B-4421-99C2-E665-9C2BE9228E08}"/>
              </a:ext>
            </a:extLst>
          </p:cNvPr>
          <p:cNvSpPr txBox="1"/>
          <p:nvPr/>
        </p:nvSpPr>
        <p:spPr>
          <a:xfrm>
            <a:off x="5147734" y="3406653"/>
            <a:ext cx="570089" cy="230832"/>
          </a:xfrm>
          <a:prstGeom prst="rect">
            <a:avLst/>
          </a:prstGeom>
          <a:noFill/>
        </p:spPr>
        <p:txBody>
          <a:bodyPr wrap="square" rtlCol="0">
            <a:spAutoFit/>
          </a:bodyPr>
          <a:lstStyle/>
          <a:p>
            <a:pPr algn="ctr"/>
            <a:r>
              <a:rPr lang="en-US" sz="900" dirty="0"/>
              <a:t>59</a:t>
            </a:r>
          </a:p>
        </p:txBody>
      </p:sp>
      <p:sp>
        <p:nvSpPr>
          <p:cNvPr id="35" name="TextBox 34">
            <a:extLst>
              <a:ext uri="{FF2B5EF4-FFF2-40B4-BE49-F238E27FC236}">
                <a16:creationId xmlns:a16="http://schemas.microsoft.com/office/drawing/2014/main" id="{B68CBC3D-370E-62F3-922A-BBC088CF6DC1}"/>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2479</a:t>
            </a:r>
          </a:p>
        </p:txBody>
      </p:sp>
      <p:sp>
        <p:nvSpPr>
          <p:cNvPr id="37" name="TextBox 36">
            <a:extLst>
              <a:ext uri="{FF2B5EF4-FFF2-40B4-BE49-F238E27FC236}">
                <a16:creationId xmlns:a16="http://schemas.microsoft.com/office/drawing/2014/main" id="{1CC776C8-F9B5-01A9-362A-934EA51B47D5}"/>
              </a:ext>
            </a:extLst>
          </p:cNvPr>
          <p:cNvSpPr txBox="1"/>
          <p:nvPr/>
        </p:nvSpPr>
        <p:spPr>
          <a:xfrm>
            <a:off x="7157158" y="2404765"/>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924830BC-E824-40BF-6B47-B56F27659D00}"/>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4579</a:t>
            </a:r>
          </a:p>
        </p:txBody>
      </p:sp>
      <p:sp>
        <p:nvSpPr>
          <p:cNvPr id="39" name="TextBox 38">
            <a:extLst>
              <a:ext uri="{FF2B5EF4-FFF2-40B4-BE49-F238E27FC236}">
                <a16:creationId xmlns:a16="http://schemas.microsoft.com/office/drawing/2014/main" id="{3D942FE2-6C82-43B1-3B95-ABF278E0D120}"/>
              </a:ext>
            </a:extLst>
          </p:cNvPr>
          <p:cNvSpPr txBox="1"/>
          <p:nvPr/>
        </p:nvSpPr>
        <p:spPr>
          <a:xfrm>
            <a:off x="6654802" y="2905709"/>
            <a:ext cx="570089" cy="230832"/>
          </a:xfrm>
          <a:prstGeom prst="rect">
            <a:avLst/>
          </a:prstGeom>
          <a:noFill/>
        </p:spPr>
        <p:txBody>
          <a:bodyPr wrap="square" rtlCol="0">
            <a:spAutoFit/>
          </a:bodyPr>
          <a:lstStyle/>
          <a:p>
            <a:pPr algn="ctr"/>
            <a:r>
              <a:rPr lang="en-US" sz="900" dirty="0"/>
              <a:t>45</a:t>
            </a:r>
          </a:p>
        </p:txBody>
      </p:sp>
      <p:sp>
        <p:nvSpPr>
          <p:cNvPr id="40" name="TextBox 39">
            <a:extLst>
              <a:ext uri="{FF2B5EF4-FFF2-40B4-BE49-F238E27FC236}">
                <a16:creationId xmlns:a16="http://schemas.microsoft.com/office/drawing/2014/main" id="{92E9A079-326F-43DD-3084-7F49D3124A96}"/>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4579</a:t>
            </a:r>
          </a:p>
        </p:txBody>
      </p:sp>
      <p:sp>
        <p:nvSpPr>
          <p:cNvPr id="41" name="TextBox 40">
            <a:extLst>
              <a:ext uri="{FF2B5EF4-FFF2-40B4-BE49-F238E27FC236}">
                <a16:creationId xmlns:a16="http://schemas.microsoft.com/office/drawing/2014/main" id="{1794A5DA-8401-E9C8-761B-9500413B41C5}"/>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EDEA6BCC-5847-D616-007C-11733F2C1774}"/>
              </a:ext>
            </a:extLst>
          </p:cNvPr>
          <p:cNvSpPr txBox="1"/>
          <p:nvPr/>
        </p:nvSpPr>
        <p:spPr>
          <a:xfrm>
            <a:off x="3138310" y="2404765"/>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D09EB571-BF1D-03CD-83C3-51AD6D7601D8}"/>
              </a:ext>
            </a:extLst>
          </p:cNvPr>
          <p:cNvSpPr txBox="1"/>
          <p:nvPr/>
        </p:nvSpPr>
        <p:spPr>
          <a:xfrm>
            <a:off x="5147734" y="2905709"/>
            <a:ext cx="570089" cy="230832"/>
          </a:xfrm>
          <a:prstGeom prst="rect">
            <a:avLst/>
          </a:prstGeom>
          <a:noFill/>
        </p:spPr>
        <p:txBody>
          <a:bodyPr wrap="square" rtlCol="0">
            <a:spAutoFit/>
          </a:bodyPr>
          <a:lstStyle/>
          <a:p>
            <a:pPr algn="ctr"/>
            <a:r>
              <a:rPr lang="en-US" sz="900" dirty="0"/>
              <a:t>259</a:t>
            </a:r>
          </a:p>
        </p:txBody>
      </p:sp>
      <p:sp>
        <p:nvSpPr>
          <p:cNvPr id="44" name="TextBox 43">
            <a:extLst>
              <a:ext uri="{FF2B5EF4-FFF2-40B4-BE49-F238E27FC236}">
                <a16:creationId xmlns:a16="http://schemas.microsoft.com/office/drawing/2014/main" id="{16C77CC3-1D7F-6964-536E-F6C48618C045}"/>
              </a:ext>
            </a:extLst>
          </p:cNvPr>
          <p:cNvSpPr txBox="1"/>
          <p:nvPr/>
        </p:nvSpPr>
        <p:spPr>
          <a:xfrm>
            <a:off x="5650090" y="2905709"/>
            <a:ext cx="570089" cy="230832"/>
          </a:xfrm>
          <a:prstGeom prst="rect">
            <a:avLst/>
          </a:prstGeom>
          <a:noFill/>
        </p:spPr>
        <p:txBody>
          <a:bodyPr wrap="square" rtlCol="0">
            <a:spAutoFit/>
          </a:bodyPr>
          <a:lstStyle/>
          <a:p>
            <a:pPr algn="ctr"/>
            <a:r>
              <a:rPr lang="en-US" sz="900" dirty="0"/>
              <a:t>257</a:t>
            </a:r>
          </a:p>
        </p:txBody>
      </p:sp>
      <p:sp>
        <p:nvSpPr>
          <p:cNvPr id="45" name="TextBox 44">
            <a:extLst>
              <a:ext uri="{FF2B5EF4-FFF2-40B4-BE49-F238E27FC236}">
                <a16:creationId xmlns:a16="http://schemas.microsoft.com/office/drawing/2014/main" id="{78ADC4F4-0F14-4DB9-FEDC-F5693DAB6943}"/>
              </a:ext>
            </a:extLst>
          </p:cNvPr>
          <p:cNvSpPr txBox="1"/>
          <p:nvPr/>
        </p:nvSpPr>
        <p:spPr>
          <a:xfrm>
            <a:off x="5147734" y="901933"/>
            <a:ext cx="570089" cy="230832"/>
          </a:xfrm>
          <a:prstGeom prst="rect">
            <a:avLst/>
          </a:prstGeom>
          <a:noFill/>
        </p:spPr>
        <p:txBody>
          <a:bodyPr wrap="square" rtlCol="0">
            <a:spAutoFit/>
          </a:bodyPr>
          <a:lstStyle/>
          <a:p>
            <a:pPr algn="ctr"/>
            <a:r>
              <a:rPr lang="en-US" sz="900" dirty="0"/>
              <a:t>14568</a:t>
            </a:r>
          </a:p>
        </p:txBody>
      </p:sp>
      <p:sp>
        <p:nvSpPr>
          <p:cNvPr id="46" name="TextBox 45">
            <a:extLst>
              <a:ext uri="{FF2B5EF4-FFF2-40B4-BE49-F238E27FC236}">
                <a16:creationId xmlns:a16="http://schemas.microsoft.com/office/drawing/2014/main" id="{4B17B020-3449-41EB-5984-22005E2604C3}"/>
              </a:ext>
            </a:extLst>
          </p:cNvPr>
          <p:cNvSpPr txBox="1"/>
          <p:nvPr/>
        </p:nvSpPr>
        <p:spPr>
          <a:xfrm>
            <a:off x="5650090" y="901933"/>
            <a:ext cx="570089" cy="230832"/>
          </a:xfrm>
          <a:prstGeom prst="rect">
            <a:avLst/>
          </a:prstGeom>
          <a:noFill/>
        </p:spPr>
        <p:txBody>
          <a:bodyPr wrap="square" rtlCol="0">
            <a:spAutoFit/>
          </a:bodyPr>
          <a:lstStyle/>
          <a:p>
            <a:pPr algn="ctr"/>
            <a:r>
              <a:rPr lang="en-US" sz="900" dirty="0"/>
              <a:t>458</a:t>
            </a:r>
          </a:p>
        </p:txBody>
      </p:sp>
      <p:sp>
        <p:nvSpPr>
          <p:cNvPr id="47" name="TextBox 46">
            <a:extLst>
              <a:ext uri="{FF2B5EF4-FFF2-40B4-BE49-F238E27FC236}">
                <a16:creationId xmlns:a16="http://schemas.microsoft.com/office/drawing/2014/main" id="{42D852E5-96AE-2E8C-FD3B-E7135E5C3703}"/>
              </a:ext>
            </a:extLst>
          </p:cNvPr>
          <p:cNvSpPr txBox="1"/>
          <p:nvPr/>
        </p:nvSpPr>
        <p:spPr>
          <a:xfrm>
            <a:off x="6152446" y="901933"/>
            <a:ext cx="570089" cy="230832"/>
          </a:xfrm>
          <a:prstGeom prst="rect">
            <a:avLst/>
          </a:prstGeom>
          <a:noFill/>
        </p:spPr>
        <p:txBody>
          <a:bodyPr wrap="square" rtlCol="0">
            <a:spAutoFit/>
          </a:bodyPr>
          <a:lstStyle/>
          <a:p>
            <a:pPr algn="ctr"/>
            <a:r>
              <a:rPr lang="en-US" sz="900" dirty="0"/>
              <a:t>156</a:t>
            </a:r>
          </a:p>
        </p:txBody>
      </p:sp>
      <p:sp>
        <p:nvSpPr>
          <p:cNvPr id="48" name="TextBox 47">
            <a:extLst>
              <a:ext uri="{FF2B5EF4-FFF2-40B4-BE49-F238E27FC236}">
                <a16:creationId xmlns:a16="http://schemas.microsoft.com/office/drawing/2014/main" id="{C9FF43CB-7709-8701-FA8B-BEED96341F82}"/>
              </a:ext>
            </a:extLst>
          </p:cNvPr>
          <p:cNvSpPr txBox="1"/>
          <p:nvPr/>
        </p:nvSpPr>
        <p:spPr>
          <a:xfrm>
            <a:off x="7157158" y="901933"/>
            <a:ext cx="570089" cy="230832"/>
          </a:xfrm>
          <a:prstGeom prst="rect">
            <a:avLst/>
          </a:prstGeom>
          <a:noFill/>
        </p:spPr>
        <p:txBody>
          <a:bodyPr wrap="square" rtlCol="0">
            <a:spAutoFit/>
          </a:bodyPr>
          <a:lstStyle/>
          <a:p>
            <a:pPr algn="ctr"/>
            <a:r>
              <a:rPr lang="en-US" sz="900" dirty="0"/>
              <a:t>156</a:t>
            </a:r>
          </a:p>
        </p:txBody>
      </p:sp>
      <p:sp>
        <p:nvSpPr>
          <p:cNvPr id="49" name="TextBox 48">
            <a:extLst>
              <a:ext uri="{FF2B5EF4-FFF2-40B4-BE49-F238E27FC236}">
                <a16:creationId xmlns:a16="http://schemas.microsoft.com/office/drawing/2014/main" id="{6108DFCC-853F-0CFE-4AC5-3BC059D01E46}"/>
              </a:ext>
            </a:extLst>
          </p:cNvPr>
          <p:cNvSpPr txBox="1"/>
          <p:nvPr/>
        </p:nvSpPr>
        <p:spPr>
          <a:xfrm>
            <a:off x="7157158" y="1903821"/>
            <a:ext cx="570089" cy="230832"/>
          </a:xfrm>
          <a:prstGeom prst="rect">
            <a:avLst/>
          </a:prstGeom>
          <a:noFill/>
        </p:spPr>
        <p:txBody>
          <a:bodyPr wrap="square" rtlCol="0">
            <a:spAutoFit/>
          </a:bodyPr>
          <a:lstStyle/>
          <a:p>
            <a:pPr algn="ctr"/>
            <a:r>
              <a:rPr lang="en-US" sz="900" dirty="0"/>
              <a:t>13456</a:t>
            </a:r>
          </a:p>
        </p:txBody>
      </p:sp>
      <p:sp>
        <p:nvSpPr>
          <p:cNvPr id="51" name="TextBox 50">
            <a:extLst>
              <a:ext uri="{FF2B5EF4-FFF2-40B4-BE49-F238E27FC236}">
                <a16:creationId xmlns:a16="http://schemas.microsoft.com/office/drawing/2014/main" id="{D5B0895A-6E67-1F03-4982-9D7158D89918}"/>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a:t>
            </a:r>
          </a:p>
        </p:txBody>
      </p:sp>
      <p:sp>
        <p:nvSpPr>
          <p:cNvPr id="52" name="TextBox 51">
            <a:extLst>
              <a:ext uri="{FF2B5EF4-FFF2-40B4-BE49-F238E27FC236}">
                <a16:creationId xmlns:a16="http://schemas.microsoft.com/office/drawing/2014/main" id="{B6A5C521-1EB6-DD05-101E-286A5F9620ED}"/>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a:t>
            </a:r>
          </a:p>
        </p:txBody>
      </p:sp>
      <p:sp>
        <p:nvSpPr>
          <p:cNvPr id="53" name="TextBox 52">
            <a:extLst>
              <a:ext uri="{FF2B5EF4-FFF2-40B4-BE49-F238E27FC236}">
                <a16:creationId xmlns:a16="http://schemas.microsoft.com/office/drawing/2014/main" id="{F9D6A466-AC93-82BF-8427-6BFA6D6883EB}"/>
              </a:ext>
            </a:extLst>
          </p:cNvPr>
          <p:cNvSpPr txBox="1"/>
          <p:nvPr/>
        </p:nvSpPr>
        <p:spPr>
          <a:xfrm>
            <a:off x="5147734" y="1402877"/>
            <a:ext cx="570089" cy="230832"/>
          </a:xfrm>
          <a:prstGeom prst="rect">
            <a:avLst/>
          </a:prstGeom>
          <a:noFill/>
        </p:spPr>
        <p:txBody>
          <a:bodyPr wrap="square" rtlCol="0">
            <a:spAutoFit/>
          </a:bodyPr>
          <a:lstStyle/>
          <a:p>
            <a:pPr algn="ctr"/>
            <a:r>
              <a:rPr lang="en-US" sz="900" dirty="0"/>
              <a:t>356</a:t>
            </a:r>
          </a:p>
        </p:txBody>
      </p:sp>
      <p:sp>
        <p:nvSpPr>
          <p:cNvPr id="54" name="TextBox 53">
            <a:extLst>
              <a:ext uri="{FF2B5EF4-FFF2-40B4-BE49-F238E27FC236}">
                <a16:creationId xmlns:a16="http://schemas.microsoft.com/office/drawing/2014/main" id="{2B772DA2-0775-3351-6AEE-10ED800FC1F2}"/>
              </a:ext>
            </a:extLst>
          </p:cNvPr>
          <p:cNvSpPr txBox="1"/>
          <p:nvPr/>
        </p:nvSpPr>
        <p:spPr>
          <a:xfrm>
            <a:off x="3138310" y="1402877"/>
            <a:ext cx="570089" cy="230832"/>
          </a:xfrm>
          <a:prstGeom prst="rect">
            <a:avLst/>
          </a:prstGeom>
          <a:noFill/>
        </p:spPr>
        <p:txBody>
          <a:bodyPr wrap="square" rtlCol="0">
            <a:spAutoFit/>
          </a:bodyPr>
          <a:lstStyle/>
          <a:p>
            <a:pPr algn="ctr"/>
            <a:r>
              <a:rPr lang="en-US" sz="900" dirty="0"/>
              <a:t>45</a:t>
            </a:r>
          </a:p>
        </p:txBody>
      </p:sp>
      <p:sp>
        <p:nvSpPr>
          <p:cNvPr id="55" name="TextBox 54">
            <a:extLst>
              <a:ext uri="{FF2B5EF4-FFF2-40B4-BE49-F238E27FC236}">
                <a16:creationId xmlns:a16="http://schemas.microsoft.com/office/drawing/2014/main" id="{50826549-000D-B4F5-FD3C-17421F01E2B4}"/>
              </a:ext>
            </a:extLst>
          </p:cNvPr>
          <p:cNvSpPr txBox="1"/>
          <p:nvPr/>
        </p:nvSpPr>
        <p:spPr>
          <a:xfrm>
            <a:off x="3640666" y="1903821"/>
            <a:ext cx="570089" cy="230832"/>
          </a:xfrm>
          <a:prstGeom prst="rect">
            <a:avLst/>
          </a:prstGeom>
          <a:noFill/>
        </p:spPr>
        <p:txBody>
          <a:bodyPr wrap="square" rtlCol="0">
            <a:spAutoFit/>
          </a:bodyPr>
          <a:lstStyle/>
          <a:p>
            <a:pPr algn="ctr"/>
            <a:r>
              <a:rPr lang="en-US" sz="900" dirty="0"/>
              <a:t>89</a:t>
            </a:r>
          </a:p>
        </p:txBody>
      </p:sp>
      <p:sp>
        <p:nvSpPr>
          <p:cNvPr id="56" name="TextBox 55">
            <a:extLst>
              <a:ext uri="{FF2B5EF4-FFF2-40B4-BE49-F238E27FC236}">
                <a16:creationId xmlns:a16="http://schemas.microsoft.com/office/drawing/2014/main" id="{7F6F760F-CEF7-253B-89ED-6788EC24F79D}"/>
              </a:ext>
            </a:extLst>
          </p:cNvPr>
          <p:cNvSpPr txBox="1"/>
          <p:nvPr/>
        </p:nvSpPr>
        <p:spPr>
          <a:xfrm>
            <a:off x="4143022" y="1903821"/>
            <a:ext cx="570089" cy="230832"/>
          </a:xfrm>
          <a:prstGeom prst="rect">
            <a:avLst/>
          </a:prstGeom>
          <a:noFill/>
        </p:spPr>
        <p:txBody>
          <a:bodyPr wrap="square" rtlCol="0">
            <a:spAutoFit/>
          </a:bodyPr>
          <a:lstStyle/>
          <a:p>
            <a:pPr algn="ctr"/>
            <a:r>
              <a:rPr lang="en-US" sz="900" dirty="0"/>
              <a:t>568</a:t>
            </a:r>
          </a:p>
        </p:txBody>
      </p:sp>
      <p:sp>
        <p:nvSpPr>
          <p:cNvPr id="57" name="TextBox 56">
            <a:extLst>
              <a:ext uri="{FF2B5EF4-FFF2-40B4-BE49-F238E27FC236}">
                <a16:creationId xmlns:a16="http://schemas.microsoft.com/office/drawing/2014/main" id="{C791983B-B991-EC79-68C8-FB88AB759B36}"/>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12356</a:t>
            </a:r>
          </a:p>
        </p:txBody>
      </p:sp>
      <p:sp>
        <p:nvSpPr>
          <p:cNvPr id="58" name="TextBox 57">
            <a:extLst>
              <a:ext uri="{FF2B5EF4-FFF2-40B4-BE49-F238E27FC236}">
                <a16:creationId xmlns:a16="http://schemas.microsoft.com/office/drawing/2014/main" id="{EDB1EF6B-56C8-5A3B-DBC3-FE664A220DE6}"/>
              </a:ext>
            </a:extLst>
          </p:cNvPr>
          <p:cNvSpPr txBox="1"/>
          <p:nvPr/>
        </p:nvSpPr>
        <p:spPr>
          <a:xfrm>
            <a:off x="3138310" y="1903821"/>
            <a:ext cx="570089" cy="230832"/>
          </a:xfrm>
          <a:prstGeom prst="rect">
            <a:avLst/>
          </a:prstGeom>
          <a:noFill/>
        </p:spPr>
        <p:txBody>
          <a:bodyPr wrap="square" rtlCol="0">
            <a:spAutoFit/>
          </a:bodyPr>
          <a:lstStyle/>
          <a:p>
            <a:pPr algn="ctr"/>
            <a:r>
              <a:rPr lang="en-US" sz="900" dirty="0"/>
              <a:t>589</a:t>
            </a:r>
          </a:p>
        </p:txBody>
      </p:sp>
      <p:sp>
        <p:nvSpPr>
          <p:cNvPr id="59" name="TextBox 58">
            <a:extLst>
              <a:ext uri="{FF2B5EF4-FFF2-40B4-BE49-F238E27FC236}">
                <a16:creationId xmlns:a16="http://schemas.microsoft.com/office/drawing/2014/main" id="{819837A4-0206-6642-8E6E-48837D72AE4A}"/>
              </a:ext>
            </a:extLst>
          </p:cNvPr>
          <p:cNvSpPr txBox="1"/>
          <p:nvPr/>
        </p:nvSpPr>
        <p:spPr>
          <a:xfrm>
            <a:off x="3138310" y="3907597"/>
            <a:ext cx="570089" cy="230832"/>
          </a:xfrm>
          <a:prstGeom prst="rect">
            <a:avLst/>
          </a:prstGeom>
          <a:noFill/>
        </p:spPr>
        <p:txBody>
          <a:bodyPr wrap="square" rtlCol="0">
            <a:spAutoFit/>
          </a:bodyPr>
          <a:lstStyle/>
          <a:p>
            <a:pPr algn="ctr"/>
            <a:r>
              <a:rPr lang="en-US" sz="900" dirty="0"/>
              <a:t>1578</a:t>
            </a:r>
          </a:p>
        </p:txBody>
      </p:sp>
      <p:sp>
        <p:nvSpPr>
          <p:cNvPr id="60" name="TextBox 59">
            <a:extLst>
              <a:ext uri="{FF2B5EF4-FFF2-40B4-BE49-F238E27FC236}">
                <a16:creationId xmlns:a16="http://schemas.microsoft.com/office/drawing/2014/main" id="{3878BFB4-E79F-0062-94F9-58369E430756}"/>
              </a:ext>
            </a:extLst>
          </p:cNvPr>
          <p:cNvSpPr txBox="1"/>
          <p:nvPr/>
        </p:nvSpPr>
        <p:spPr>
          <a:xfrm>
            <a:off x="3640666" y="4408541"/>
            <a:ext cx="570089" cy="230832"/>
          </a:xfrm>
          <a:prstGeom prst="rect">
            <a:avLst/>
          </a:prstGeom>
          <a:noFill/>
        </p:spPr>
        <p:txBody>
          <a:bodyPr wrap="square" rtlCol="0">
            <a:spAutoFit/>
          </a:bodyPr>
          <a:lstStyle/>
          <a:p>
            <a:pPr algn="ctr"/>
            <a:r>
              <a:rPr lang="en-US" sz="900" dirty="0"/>
              <a:t>278</a:t>
            </a:r>
          </a:p>
        </p:txBody>
      </p:sp>
      <p:sp>
        <p:nvSpPr>
          <p:cNvPr id="61" name="TextBox 60">
            <a:extLst>
              <a:ext uri="{FF2B5EF4-FFF2-40B4-BE49-F238E27FC236}">
                <a16:creationId xmlns:a16="http://schemas.microsoft.com/office/drawing/2014/main" id="{5BEAB9C8-A334-B6B8-DA40-6475E1A0D51F}"/>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12578</a:t>
            </a:r>
          </a:p>
        </p:txBody>
      </p:sp>
      <p:sp>
        <p:nvSpPr>
          <p:cNvPr id="62" name="TextBox 61">
            <a:extLst>
              <a:ext uri="{FF2B5EF4-FFF2-40B4-BE49-F238E27FC236}">
                <a16:creationId xmlns:a16="http://schemas.microsoft.com/office/drawing/2014/main" id="{C87F8302-2DEE-4F37-ADA0-7599332A396E}"/>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3578</a:t>
            </a:r>
          </a:p>
        </p:txBody>
      </p:sp>
      <p:sp>
        <p:nvSpPr>
          <p:cNvPr id="63" name="TextBox 62">
            <a:extLst>
              <a:ext uri="{FF2B5EF4-FFF2-40B4-BE49-F238E27FC236}">
                <a16:creationId xmlns:a16="http://schemas.microsoft.com/office/drawing/2014/main" id="{88155FFA-A533-C4F7-2476-7ABBE30F39C4}"/>
              </a:ext>
            </a:extLst>
          </p:cNvPr>
          <p:cNvSpPr txBox="1"/>
          <p:nvPr/>
        </p:nvSpPr>
        <p:spPr>
          <a:xfrm>
            <a:off x="3138310" y="4909484"/>
            <a:ext cx="570089" cy="230832"/>
          </a:xfrm>
          <a:prstGeom prst="rect">
            <a:avLst/>
          </a:prstGeom>
          <a:noFill/>
        </p:spPr>
        <p:txBody>
          <a:bodyPr wrap="square" rtlCol="0">
            <a:spAutoFit/>
          </a:bodyPr>
          <a:lstStyle/>
          <a:p>
            <a:pPr algn="ctr"/>
            <a:r>
              <a:rPr lang="en-US" sz="900" dirty="0"/>
              <a:t>12578</a:t>
            </a:r>
          </a:p>
        </p:txBody>
      </p:sp>
      <p:sp>
        <p:nvSpPr>
          <p:cNvPr id="64" name="TextBox 63">
            <a:extLst>
              <a:ext uri="{FF2B5EF4-FFF2-40B4-BE49-F238E27FC236}">
                <a16:creationId xmlns:a16="http://schemas.microsoft.com/office/drawing/2014/main" id="{67775E49-3EEF-4E4C-A7B9-B4C6F2020AA6}"/>
              </a:ext>
            </a:extLst>
          </p:cNvPr>
          <p:cNvSpPr txBox="1"/>
          <p:nvPr/>
        </p:nvSpPr>
        <p:spPr>
          <a:xfrm>
            <a:off x="5650090" y="3907597"/>
            <a:ext cx="570089" cy="230832"/>
          </a:xfrm>
          <a:prstGeom prst="rect">
            <a:avLst/>
          </a:prstGeom>
          <a:noFill/>
        </p:spPr>
        <p:txBody>
          <a:bodyPr wrap="square" rtlCol="0">
            <a:spAutoFit/>
          </a:bodyPr>
          <a:lstStyle/>
          <a:p>
            <a:pPr algn="ctr"/>
            <a:r>
              <a:rPr lang="en-US" sz="900" dirty="0"/>
              <a:t>3578</a:t>
            </a:r>
          </a:p>
        </p:txBody>
      </p:sp>
      <p:sp>
        <p:nvSpPr>
          <p:cNvPr id="65" name="TextBox 64">
            <a:extLst>
              <a:ext uri="{FF2B5EF4-FFF2-40B4-BE49-F238E27FC236}">
                <a16:creationId xmlns:a16="http://schemas.microsoft.com/office/drawing/2014/main" id="{F3911EB7-B47F-9C19-52BA-02711E55F716}"/>
              </a:ext>
            </a:extLst>
          </p:cNvPr>
          <p:cNvSpPr txBox="1"/>
          <p:nvPr/>
        </p:nvSpPr>
        <p:spPr>
          <a:xfrm>
            <a:off x="6152446" y="3907597"/>
            <a:ext cx="570089" cy="230832"/>
          </a:xfrm>
          <a:prstGeom prst="rect">
            <a:avLst/>
          </a:prstGeom>
          <a:noFill/>
        </p:spPr>
        <p:txBody>
          <a:bodyPr wrap="square" rtlCol="0">
            <a:spAutoFit/>
          </a:bodyPr>
          <a:lstStyle/>
          <a:p>
            <a:pPr algn="ctr"/>
            <a:r>
              <a:rPr lang="en-US" sz="900" dirty="0"/>
              <a:t>15679</a:t>
            </a:r>
          </a:p>
        </p:txBody>
      </p:sp>
      <p:sp>
        <p:nvSpPr>
          <p:cNvPr id="66" name="TextBox 65">
            <a:extLst>
              <a:ext uri="{FF2B5EF4-FFF2-40B4-BE49-F238E27FC236}">
                <a16:creationId xmlns:a16="http://schemas.microsoft.com/office/drawing/2014/main" id="{2B76C0E9-84F2-AA3F-BBE1-3554472CFC8D}"/>
              </a:ext>
            </a:extLst>
          </p:cNvPr>
          <p:cNvSpPr txBox="1"/>
          <p:nvPr/>
        </p:nvSpPr>
        <p:spPr>
          <a:xfrm>
            <a:off x="6654802" y="3907597"/>
            <a:ext cx="570089" cy="230832"/>
          </a:xfrm>
          <a:prstGeom prst="rect">
            <a:avLst/>
          </a:prstGeom>
          <a:noFill/>
        </p:spPr>
        <p:txBody>
          <a:bodyPr wrap="square" rtlCol="0">
            <a:spAutoFit/>
          </a:bodyPr>
          <a:lstStyle/>
          <a:p>
            <a:pPr algn="ctr"/>
            <a:r>
              <a:rPr lang="en-US" sz="900" dirty="0"/>
              <a:t>358</a:t>
            </a:r>
          </a:p>
        </p:txBody>
      </p:sp>
      <p:sp>
        <p:nvSpPr>
          <p:cNvPr id="67" name="TextBox 66">
            <a:extLst>
              <a:ext uri="{FF2B5EF4-FFF2-40B4-BE49-F238E27FC236}">
                <a16:creationId xmlns:a16="http://schemas.microsoft.com/office/drawing/2014/main" id="{332F5DB0-2C66-8286-4CB8-3C9E33FB5113}"/>
              </a:ext>
            </a:extLst>
          </p:cNvPr>
          <p:cNvSpPr txBox="1"/>
          <p:nvPr/>
        </p:nvSpPr>
        <p:spPr>
          <a:xfrm>
            <a:off x="7157158" y="3907597"/>
            <a:ext cx="570089" cy="230832"/>
          </a:xfrm>
          <a:prstGeom prst="rect">
            <a:avLst/>
          </a:prstGeom>
          <a:noFill/>
        </p:spPr>
        <p:txBody>
          <a:bodyPr wrap="square" rtlCol="0">
            <a:spAutoFit/>
          </a:bodyPr>
          <a:lstStyle/>
          <a:p>
            <a:pPr algn="ctr"/>
            <a:r>
              <a:rPr lang="en-US" sz="900" dirty="0"/>
              <a:t>135679</a:t>
            </a:r>
          </a:p>
        </p:txBody>
      </p:sp>
      <p:sp>
        <p:nvSpPr>
          <p:cNvPr id="68" name="TextBox 67">
            <a:extLst>
              <a:ext uri="{FF2B5EF4-FFF2-40B4-BE49-F238E27FC236}">
                <a16:creationId xmlns:a16="http://schemas.microsoft.com/office/drawing/2014/main" id="{E3AE9E6F-E396-2AEA-C5FA-03ECDB6E9159}"/>
              </a:ext>
            </a:extLst>
          </p:cNvPr>
          <p:cNvSpPr txBox="1"/>
          <p:nvPr/>
        </p:nvSpPr>
        <p:spPr>
          <a:xfrm>
            <a:off x="6152446" y="4408541"/>
            <a:ext cx="570089" cy="230832"/>
          </a:xfrm>
          <a:prstGeom prst="rect">
            <a:avLst/>
          </a:prstGeom>
          <a:noFill/>
        </p:spPr>
        <p:txBody>
          <a:bodyPr wrap="square" rtlCol="0">
            <a:spAutoFit/>
          </a:bodyPr>
          <a:lstStyle/>
          <a:p>
            <a:pPr algn="ctr"/>
            <a:r>
              <a:rPr lang="en-US" sz="900" dirty="0"/>
              <a:t>1457</a:t>
            </a:r>
          </a:p>
        </p:txBody>
      </p:sp>
      <p:sp>
        <p:nvSpPr>
          <p:cNvPr id="69" name="TextBox 68">
            <a:extLst>
              <a:ext uri="{FF2B5EF4-FFF2-40B4-BE49-F238E27FC236}">
                <a16:creationId xmlns:a16="http://schemas.microsoft.com/office/drawing/2014/main" id="{357ECE25-DE1D-2A27-BCE4-5EBE77080BFA}"/>
              </a:ext>
            </a:extLst>
          </p:cNvPr>
          <p:cNvSpPr txBox="1"/>
          <p:nvPr/>
        </p:nvSpPr>
        <p:spPr>
          <a:xfrm>
            <a:off x="6654802" y="4408541"/>
            <a:ext cx="570089" cy="230832"/>
          </a:xfrm>
          <a:prstGeom prst="rect">
            <a:avLst/>
          </a:prstGeom>
          <a:noFill/>
        </p:spPr>
        <p:txBody>
          <a:bodyPr wrap="square" rtlCol="0">
            <a:spAutoFit/>
          </a:bodyPr>
          <a:lstStyle/>
          <a:p>
            <a:pPr algn="ctr"/>
            <a:r>
              <a:rPr lang="en-US" sz="900" dirty="0"/>
              <a:t>23458</a:t>
            </a:r>
          </a:p>
        </p:txBody>
      </p:sp>
      <p:sp>
        <p:nvSpPr>
          <p:cNvPr id="70" name="TextBox 69">
            <a:extLst>
              <a:ext uri="{FF2B5EF4-FFF2-40B4-BE49-F238E27FC236}">
                <a16:creationId xmlns:a16="http://schemas.microsoft.com/office/drawing/2014/main" id="{FF041B3E-7C01-E805-EA7D-921AF5E0E547}"/>
              </a:ext>
            </a:extLst>
          </p:cNvPr>
          <p:cNvSpPr txBox="1"/>
          <p:nvPr/>
        </p:nvSpPr>
        <p:spPr>
          <a:xfrm>
            <a:off x="7157158" y="4408541"/>
            <a:ext cx="570089" cy="230832"/>
          </a:xfrm>
          <a:prstGeom prst="rect">
            <a:avLst/>
          </a:prstGeom>
          <a:noFill/>
        </p:spPr>
        <p:txBody>
          <a:bodyPr wrap="square" rtlCol="0">
            <a:spAutoFit/>
          </a:bodyPr>
          <a:lstStyle/>
          <a:p>
            <a:pPr algn="ctr"/>
            <a:r>
              <a:rPr lang="en-US" sz="900" dirty="0"/>
              <a:t>13457</a:t>
            </a:r>
          </a:p>
        </p:txBody>
      </p:sp>
      <p:sp>
        <p:nvSpPr>
          <p:cNvPr id="71" name="TextBox 70">
            <a:extLst>
              <a:ext uri="{FF2B5EF4-FFF2-40B4-BE49-F238E27FC236}">
                <a16:creationId xmlns:a16="http://schemas.microsoft.com/office/drawing/2014/main" id="{63309390-6F6A-C501-26EA-FD23AD07E28C}"/>
              </a:ext>
            </a:extLst>
          </p:cNvPr>
          <p:cNvSpPr txBox="1"/>
          <p:nvPr/>
        </p:nvSpPr>
        <p:spPr>
          <a:xfrm>
            <a:off x="6152446" y="4909484"/>
            <a:ext cx="570089" cy="230832"/>
          </a:xfrm>
          <a:prstGeom prst="rect">
            <a:avLst/>
          </a:prstGeom>
          <a:noFill/>
        </p:spPr>
        <p:txBody>
          <a:bodyPr wrap="square" rtlCol="0">
            <a:spAutoFit/>
          </a:bodyPr>
          <a:lstStyle/>
          <a:p>
            <a:pPr algn="ctr"/>
            <a:r>
              <a:rPr lang="en-US" sz="900" dirty="0"/>
              <a:t>14579</a:t>
            </a:r>
          </a:p>
        </p:txBody>
      </p:sp>
      <p:sp>
        <p:nvSpPr>
          <p:cNvPr id="72" name="TextBox 71">
            <a:extLst>
              <a:ext uri="{FF2B5EF4-FFF2-40B4-BE49-F238E27FC236}">
                <a16:creationId xmlns:a16="http://schemas.microsoft.com/office/drawing/2014/main" id="{59011A62-9DFC-7819-427B-2A7C6C3C0C74}"/>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23458</a:t>
            </a:r>
          </a:p>
        </p:txBody>
      </p:sp>
      <p:sp>
        <p:nvSpPr>
          <p:cNvPr id="73" name="TextBox 72">
            <a:extLst>
              <a:ext uri="{FF2B5EF4-FFF2-40B4-BE49-F238E27FC236}">
                <a16:creationId xmlns:a16="http://schemas.microsoft.com/office/drawing/2014/main" id="{BAB8797F-084C-ECA2-C90A-D518724BEC84}"/>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134579</a:t>
            </a:r>
          </a:p>
        </p:txBody>
      </p:sp>
      <p:sp>
        <p:nvSpPr>
          <p:cNvPr id="74" name="TextBox 73">
            <a:extLst>
              <a:ext uri="{FF2B5EF4-FFF2-40B4-BE49-F238E27FC236}">
                <a16:creationId xmlns:a16="http://schemas.microsoft.com/office/drawing/2014/main" id="{137F0E86-379E-23DA-DE2E-DFC2E2663865}"/>
              </a:ext>
            </a:extLst>
          </p:cNvPr>
          <p:cNvSpPr txBox="1"/>
          <p:nvPr/>
        </p:nvSpPr>
        <p:spPr>
          <a:xfrm>
            <a:off x="4645378" y="4909484"/>
            <a:ext cx="570089" cy="230832"/>
          </a:xfrm>
          <a:prstGeom prst="rect">
            <a:avLst/>
          </a:prstGeom>
          <a:noFill/>
        </p:spPr>
        <p:txBody>
          <a:bodyPr wrap="square" rtlCol="0">
            <a:spAutoFit/>
          </a:bodyPr>
          <a:lstStyle/>
          <a:p>
            <a:pPr algn="ctr"/>
            <a:r>
              <a:rPr lang="en-US" sz="900" dirty="0"/>
              <a:t>14579</a:t>
            </a:r>
          </a:p>
        </p:txBody>
      </p:sp>
      <p:sp>
        <p:nvSpPr>
          <p:cNvPr id="75" name="TextBox 74">
            <a:extLst>
              <a:ext uri="{FF2B5EF4-FFF2-40B4-BE49-F238E27FC236}">
                <a16:creationId xmlns:a16="http://schemas.microsoft.com/office/drawing/2014/main" id="{3793A684-66E7-B8FF-0919-B3864BE6EF22}"/>
              </a:ext>
            </a:extLst>
          </p:cNvPr>
          <p:cNvSpPr txBox="1"/>
          <p:nvPr/>
        </p:nvSpPr>
        <p:spPr>
          <a:xfrm>
            <a:off x="5147734" y="4909484"/>
            <a:ext cx="570089" cy="230832"/>
          </a:xfrm>
          <a:prstGeom prst="rect">
            <a:avLst/>
          </a:prstGeom>
          <a:noFill/>
        </p:spPr>
        <p:txBody>
          <a:bodyPr wrap="square" rtlCol="0">
            <a:spAutoFit/>
          </a:bodyPr>
          <a:lstStyle/>
          <a:p>
            <a:pPr algn="ctr"/>
            <a:r>
              <a:rPr lang="en-US" sz="900" dirty="0"/>
              <a:t>14589</a:t>
            </a:r>
          </a:p>
        </p:txBody>
      </p:sp>
      <p:sp>
        <p:nvSpPr>
          <p:cNvPr id="76" name="TextBox 75">
            <a:extLst>
              <a:ext uri="{FF2B5EF4-FFF2-40B4-BE49-F238E27FC236}">
                <a16:creationId xmlns:a16="http://schemas.microsoft.com/office/drawing/2014/main" id="{0AE8DF0D-AE12-4D43-F013-E00DF4E84FA1}"/>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34578</a:t>
            </a:r>
          </a:p>
        </p:txBody>
      </p:sp>
      <p:sp>
        <p:nvSpPr>
          <p:cNvPr id="77" name="TextBox 76">
            <a:extLst>
              <a:ext uri="{FF2B5EF4-FFF2-40B4-BE49-F238E27FC236}">
                <a16:creationId xmlns:a16="http://schemas.microsoft.com/office/drawing/2014/main" id="{35108690-7B09-E8DF-C00A-DB45B7C995EA}"/>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0CC3C74E-B60A-6FB4-699B-B2D1168A26B1}"/>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DEF0CA6E-9123-1403-C55C-DF84515BBB6F}"/>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90AF7319-E8E6-6D62-6B8D-92A424A35670}"/>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2A5C06C5-28EC-FA1D-35E8-C9CA350480E8}"/>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A7F71F59-52CE-8CE2-963C-C6EA6D3A240F}"/>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A751F2AF-5ECD-64AD-A1D1-AC577E2C905F}"/>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2" name="TextBox 11">
            <a:extLst>
              <a:ext uri="{FF2B5EF4-FFF2-40B4-BE49-F238E27FC236}">
                <a16:creationId xmlns:a16="http://schemas.microsoft.com/office/drawing/2014/main" id="{BD56D628-7336-0093-8879-A46137D50367}"/>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36" name="TextBox 35">
            <a:extLst>
              <a:ext uri="{FF2B5EF4-FFF2-40B4-BE49-F238E27FC236}">
                <a16:creationId xmlns:a16="http://schemas.microsoft.com/office/drawing/2014/main" id="{7243A64A-87C2-6DC2-63CE-21241B0AF186}"/>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093120CA-1C30-9E00-7C1F-ADD8DC5E2F19}"/>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0E972628-B356-73BC-0C6D-C1D35A917E54}"/>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4185576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BF335-334F-E382-162B-1553F3311E0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F1DDA9-6F85-D6FB-D5CC-903F76040EF6}"/>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4003A2E-D4A4-071A-8FC9-EE90D97589C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FED2148-E6B8-9373-1489-19F4827FC49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F934602-6E93-41CE-FD07-32B9774F821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0F50DD1-5B5E-5180-349C-863D796951F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2D79D5D-28F4-7360-3C72-A5F5692B148E}"/>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8" name="TextBox 7">
            <a:extLst>
              <a:ext uri="{FF2B5EF4-FFF2-40B4-BE49-F238E27FC236}">
                <a16:creationId xmlns:a16="http://schemas.microsoft.com/office/drawing/2014/main" id="{4675B37F-C80C-8DE3-1F0F-ED16258780F6}"/>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16" name="TextBox 15">
            <a:extLst>
              <a:ext uri="{FF2B5EF4-FFF2-40B4-BE49-F238E27FC236}">
                <a16:creationId xmlns:a16="http://schemas.microsoft.com/office/drawing/2014/main" id="{05AFD74C-54B7-3FB3-493A-3A1EC6AC3CEA}"/>
              </a:ext>
            </a:extLst>
          </p:cNvPr>
          <p:cNvSpPr txBox="1"/>
          <p:nvPr/>
        </p:nvSpPr>
        <p:spPr>
          <a:xfrm>
            <a:off x="4645378" y="2404765"/>
            <a:ext cx="570089" cy="230832"/>
          </a:xfrm>
          <a:prstGeom prst="rect">
            <a:avLst/>
          </a:prstGeom>
          <a:noFill/>
        </p:spPr>
        <p:txBody>
          <a:bodyPr wrap="square" rtlCol="0">
            <a:spAutoFit/>
          </a:bodyPr>
          <a:lstStyle/>
          <a:p>
            <a:pPr algn="ctr"/>
            <a:r>
              <a:rPr lang="en-US" sz="900" dirty="0"/>
              <a:t>34</a:t>
            </a:r>
          </a:p>
        </p:txBody>
      </p:sp>
      <p:sp>
        <p:nvSpPr>
          <p:cNvPr id="17" name="TextBox 16">
            <a:extLst>
              <a:ext uri="{FF2B5EF4-FFF2-40B4-BE49-F238E27FC236}">
                <a16:creationId xmlns:a16="http://schemas.microsoft.com/office/drawing/2014/main" id="{242BE327-0E61-7266-24A6-666E28E83CE9}"/>
              </a:ext>
            </a:extLst>
          </p:cNvPr>
          <p:cNvSpPr txBox="1"/>
          <p:nvPr/>
        </p:nvSpPr>
        <p:spPr>
          <a:xfrm>
            <a:off x="5147734" y="2404765"/>
            <a:ext cx="570089" cy="230832"/>
          </a:xfrm>
          <a:prstGeom prst="rect">
            <a:avLst/>
          </a:prstGeom>
          <a:noFill/>
        </p:spPr>
        <p:txBody>
          <a:bodyPr wrap="square" rtlCol="0">
            <a:spAutoFit/>
          </a:bodyPr>
          <a:lstStyle/>
          <a:p>
            <a:pPr algn="ctr"/>
            <a:r>
              <a:rPr lang="en-US" sz="900" dirty="0"/>
              <a:t>43</a:t>
            </a:r>
          </a:p>
        </p:txBody>
      </p:sp>
      <p:sp>
        <p:nvSpPr>
          <p:cNvPr id="25" name="TextBox 24">
            <a:extLst>
              <a:ext uri="{FF2B5EF4-FFF2-40B4-BE49-F238E27FC236}">
                <a16:creationId xmlns:a16="http://schemas.microsoft.com/office/drawing/2014/main" id="{4CEFD70B-B414-E356-C8A8-88C120BFF883}"/>
              </a:ext>
            </a:extLst>
          </p:cNvPr>
          <p:cNvSpPr txBox="1"/>
          <p:nvPr/>
        </p:nvSpPr>
        <p:spPr>
          <a:xfrm>
            <a:off x="4143022" y="3907597"/>
            <a:ext cx="570089" cy="230832"/>
          </a:xfrm>
          <a:prstGeom prst="rect">
            <a:avLst/>
          </a:prstGeom>
          <a:noFill/>
        </p:spPr>
        <p:txBody>
          <a:bodyPr wrap="square" rtlCol="0">
            <a:spAutoFit/>
          </a:bodyPr>
          <a:lstStyle/>
          <a:p>
            <a:pPr algn="ctr"/>
            <a:r>
              <a:rPr lang="en-US" sz="900" dirty="0"/>
              <a:t>37</a:t>
            </a:r>
          </a:p>
        </p:txBody>
      </p:sp>
      <p:sp>
        <p:nvSpPr>
          <p:cNvPr id="26" name="TextBox 25">
            <a:extLst>
              <a:ext uri="{FF2B5EF4-FFF2-40B4-BE49-F238E27FC236}">
                <a16:creationId xmlns:a16="http://schemas.microsoft.com/office/drawing/2014/main" id="{ACE61949-BEAD-4A3E-5AB1-C35743E29D89}"/>
              </a:ext>
            </a:extLst>
          </p:cNvPr>
          <p:cNvSpPr txBox="1"/>
          <p:nvPr/>
        </p:nvSpPr>
        <p:spPr>
          <a:xfrm>
            <a:off x="4645378" y="390759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804455E0-B917-445E-20B4-7354D44A3694}"/>
              </a:ext>
            </a:extLst>
          </p:cNvPr>
          <p:cNvSpPr txBox="1"/>
          <p:nvPr/>
        </p:nvSpPr>
        <p:spPr>
          <a:xfrm>
            <a:off x="5147734" y="3907597"/>
            <a:ext cx="570089" cy="230832"/>
          </a:xfrm>
          <a:prstGeom prst="rect">
            <a:avLst/>
          </a:prstGeom>
          <a:noFill/>
        </p:spPr>
        <p:txBody>
          <a:bodyPr wrap="square" rtlCol="0">
            <a:spAutoFit/>
          </a:bodyPr>
          <a:lstStyle/>
          <a:p>
            <a:pPr algn="ctr"/>
            <a:r>
              <a:rPr lang="en-US" sz="900" dirty="0"/>
              <a:t>28</a:t>
            </a:r>
          </a:p>
        </p:txBody>
      </p:sp>
      <p:sp>
        <p:nvSpPr>
          <p:cNvPr id="28" name="TextBox 27">
            <a:extLst>
              <a:ext uri="{FF2B5EF4-FFF2-40B4-BE49-F238E27FC236}">
                <a16:creationId xmlns:a16="http://schemas.microsoft.com/office/drawing/2014/main" id="{F3A08D44-D7FC-664A-1EA2-E26A914CE2F7}"/>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30E1E268-1D10-8FF0-3904-0DB9DFB6A7A2}"/>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4765E6E2-5759-DA5C-A662-2E7EC542FD62}"/>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1A9B008A-B8D8-7F95-C5B5-7838D89B92C8}"/>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51F9CFCF-F6D5-E767-244A-7C195087A35D}"/>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994827C7-064D-9FF2-72B6-19C7BF016740}"/>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72CED471-6572-2C31-87C8-23EEF3F21123}"/>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A6DEB875-0901-A960-1769-E4E7E17FF943}"/>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5319038F-FD4B-F58B-B267-434EC97174B4}"/>
              </a:ext>
            </a:extLst>
          </p:cNvPr>
          <p:cNvSpPr txBox="1"/>
          <p:nvPr/>
        </p:nvSpPr>
        <p:spPr>
          <a:xfrm>
            <a:off x="3640666" y="3406653"/>
            <a:ext cx="570089" cy="230832"/>
          </a:xfrm>
          <a:prstGeom prst="rect">
            <a:avLst/>
          </a:prstGeom>
          <a:noFill/>
        </p:spPr>
        <p:txBody>
          <a:bodyPr wrap="square" rtlCol="0">
            <a:spAutoFit/>
          </a:bodyPr>
          <a:lstStyle/>
          <a:p>
            <a:pPr algn="ctr"/>
            <a:r>
              <a:rPr lang="en-US" sz="900" dirty="0"/>
              <a:t>279</a:t>
            </a:r>
          </a:p>
        </p:txBody>
      </p:sp>
      <p:sp>
        <p:nvSpPr>
          <p:cNvPr id="23" name="TextBox 22">
            <a:extLst>
              <a:ext uri="{FF2B5EF4-FFF2-40B4-BE49-F238E27FC236}">
                <a16:creationId xmlns:a16="http://schemas.microsoft.com/office/drawing/2014/main" id="{965F56FF-7B96-72E8-8611-0DA280A63EA3}"/>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324DEBF2-A6DD-764F-F06F-2367D517EAE3}"/>
              </a:ext>
            </a:extLst>
          </p:cNvPr>
          <p:cNvSpPr txBox="1"/>
          <p:nvPr/>
        </p:nvSpPr>
        <p:spPr>
          <a:xfrm>
            <a:off x="4645378" y="3406653"/>
            <a:ext cx="570089" cy="230832"/>
          </a:xfrm>
          <a:prstGeom prst="rect">
            <a:avLst/>
          </a:prstGeom>
          <a:noFill/>
        </p:spPr>
        <p:txBody>
          <a:bodyPr wrap="square" rtlCol="0">
            <a:spAutoFit/>
          </a:bodyPr>
          <a:lstStyle/>
          <a:p>
            <a:pPr algn="ctr"/>
            <a:r>
              <a:rPr lang="en-US" sz="900" dirty="0"/>
              <a:t>579</a:t>
            </a:r>
          </a:p>
        </p:txBody>
      </p:sp>
      <p:sp>
        <p:nvSpPr>
          <p:cNvPr id="34" name="TextBox 33">
            <a:extLst>
              <a:ext uri="{FF2B5EF4-FFF2-40B4-BE49-F238E27FC236}">
                <a16:creationId xmlns:a16="http://schemas.microsoft.com/office/drawing/2014/main" id="{E4705D3D-320D-0A01-44D2-0A7A3F799505}"/>
              </a:ext>
            </a:extLst>
          </p:cNvPr>
          <p:cNvSpPr txBox="1"/>
          <p:nvPr/>
        </p:nvSpPr>
        <p:spPr>
          <a:xfrm>
            <a:off x="5147734" y="3406653"/>
            <a:ext cx="570089" cy="230832"/>
          </a:xfrm>
          <a:prstGeom prst="rect">
            <a:avLst/>
          </a:prstGeom>
          <a:noFill/>
        </p:spPr>
        <p:txBody>
          <a:bodyPr wrap="square" rtlCol="0">
            <a:spAutoFit/>
          </a:bodyPr>
          <a:lstStyle/>
          <a:p>
            <a:pPr algn="ctr"/>
            <a:r>
              <a:rPr lang="en-US" sz="900" dirty="0"/>
              <a:t>59</a:t>
            </a:r>
          </a:p>
        </p:txBody>
      </p:sp>
      <p:sp>
        <p:nvSpPr>
          <p:cNvPr id="35" name="TextBox 34">
            <a:extLst>
              <a:ext uri="{FF2B5EF4-FFF2-40B4-BE49-F238E27FC236}">
                <a16:creationId xmlns:a16="http://schemas.microsoft.com/office/drawing/2014/main" id="{F75BA55A-2E7A-7C96-03E8-AA9F24719BA3}"/>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2479</a:t>
            </a:r>
          </a:p>
        </p:txBody>
      </p:sp>
      <p:sp>
        <p:nvSpPr>
          <p:cNvPr id="37" name="TextBox 36">
            <a:extLst>
              <a:ext uri="{FF2B5EF4-FFF2-40B4-BE49-F238E27FC236}">
                <a16:creationId xmlns:a16="http://schemas.microsoft.com/office/drawing/2014/main" id="{E69B460C-6428-4B7F-B322-4DED4AA931FF}"/>
              </a:ext>
            </a:extLst>
          </p:cNvPr>
          <p:cNvSpPr txBox="1"/>
          <p:nvPr/>
        </p:nvSpPr>
        <p:spPr>
          <a:xfrm>
            <a:off x="7157158" y="2404765"/>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99A66DEB-39A1-3CED-7464-E7CF19289E92}"/>
              </a:ext>
            </a:extLst>
          </p:cNvPr>
          <p:cNvSpPr txBox="1"/>
          <p:nvPr/>
        </p:nvSpPr>
        <p:spPr>
          <a:xfrm>
            <a:off x="6152446" y="2905709"/>
            <a:ext cx="570089" cy="230832"/>
          </a:xfrm>
          <a:prstGeom prst="rect">
            <a:avLst/>
          </a:prstGeom>
          <a:noFill/>
        </p:spPr>
        <p:txBody>
          <a:bodyPr wrap="square" rtlCol="0">
            <a:spAutoFit/>
          </a:bodyPr>
          <a:lstStyle/>
          <a:p>
            <a:pPr algn="ctr"/>
            <a:r>
              <a:rPr lang="en-US" sz="900" dirty="0"/>
              <a:t>4579</a:t>
            </a:r>
          </a:p>
        </p:txBody>
      </p:sp>
      <p:sp>
        <p:nvSpPr>
          <p:cNvPr id="40" name="TextBox 39">
            <a:extLst>
              <a:ext uri="{FF2B5EF4-FFF2-40B4-BE49-F238E27FC236}">
                <a16:creationId xmlns:a16="http://schemas.microsoft.com/office/drawing/2014/main" id="{5F58A4B2-9FB5-E180-46F9-8048E26BDED9}"/>
              </a:ext>
            </a:extLst>
          </p:cNvPr>
          <p:cNvSpPr txBox="1"/>
          <p:nvPr/>
        </p:nvSpPr>
        <p:spPr>
          <a:xfrm>
            <a:off x="7157158" y="2905709"/>
            <a:ext cx="570089" cy="230832"/>
          </a:xfrm>
          <a:prstGeom prst="rect">
            <a:avLst/>
          </a:prstGeom>
          <a:noFill/>
        </p:spPr>
        <p:txBody>
          <a:bodyPr wrap="square" rtlCol="0">
            <a:spAutoFit/>
          </a:bodyPr>
          <a:lstStyle/>
          <a:p>
            <a:pPr algn="ctr"/>
            <a:r>
              <a:rPr lang="en-US" sz="900" dirty="0"/>
              <a:t>4579</a:t>
            </a:r>
          </a:p>
        </p:txBody>
      </p:sp>
      <p:sp>
        <p:nvSpPr>
          <p:cNvPr id="41" name="TextBox 40">
            <a:extLst>
              <a:ext uri="{FF2B5EF4-FFF2-40B4-BE49-F238E27FC236}">
                <a16:creationId xmlns:a16="http://schemas.microsoft.com/office/drawing/2014/main" id="{BF01F1F2-5159-AB2F-46A1-58989D726A09}"/>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B375938C-BF9F-1F5F-FD8E-7F7C0F8BC32B}"/>
              </a:ext>
            </a:extLst>
          </p:cNvPr>
          <p:cNvSpPr txBox="1"/>
          <p:nvPr/>
        </p:nvSpPr>
        <p:spPr>
          <a:xfrm>
            <a:off x="3138310" y="2404765"/>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9FD36B1E-118D-D57B-4897-0855ED40FF18}"/>
              </a:ext>
            </a:extLst>
          </p:cNvPr>
          <p:cNvSpPr txBox="1"/>
          <p:nvPr/>
        </p:nvSpPr>
        <p:spPr>
          <a:xfrm>
            <a:off x="5147734" y="2905709"/>
            <a:ext cx="570089" cy="230832"/>
          </a:xfrm>
          <a:prstGeom prst="rect">
            <a:avLst/>
          </a:prstGeom>
          <a:noFill/>
        </p:spPr>
        <p:txBody>
          <a:bodyPr wrap="square" rtlCol="0">
            <a:spAutoFit/>
          </a:bodyPr>
          <a:lstStyle/>
          <a:p>
            <a:pPr algn="ctr"/>
            <a:r>
              <a:rPr lang="en-US" sz="900" dirty="0"/>
              <a:t>259</a:t>
            </a:r>
          </a:p>
        </p:txBody>
      </p:sp>
      <p:sp>
        <p:nvSpPr>
          <p:cNvPr id="44" name="TextBox 43">
            <a:extLst>
              <a:ext uri="{FF2B5EF4-FFF2-40B4-BE49-F238E27FC236}">
                <a16:creationId xmlns:a16="http://schemas.microsoft.com/office/drawing/2014/main" id="{E56B688A-FCB2-CEF8-C66A-A66A5A2BC740}"/>
              </a:ext>
            </a:extLst>
          </p:cNvPr>
          <p:cNvSpPr txBox="1"/>
          <p:nvPr/>
        </p:nvSpPr>
        <p:spPr>
          <a:xfrm>
            <a:off x="5650090" y="2905709"/>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47FC6791-19D2-CDC7-2BF2-5DED6545B1F3}"/>
              </a:ext>
            </a:extLst>
          </p:cNvPr>
          <p:cNvSpPr txBox="1"/>
          <p:nvPr/>
        </p:nvSpPr>
        <p:spPr>
          <a:xfrm>
            <a:off x="5147734" y="901933"/>
            <a:ext cx="570089" cy="230832"/>
          </a:xfrm>
          <a:prstGeom prst="rect">
            <a:avLst/>
          </a:prstGeom>
          <a:noFill/>
        </p:spPr>
        <p:txBody>
          <a:bodyPr wrap="square" rtlCol="0">
            <a:spAutoFit/>
          </a:bodyPr>
          <a:lstStyle/>
          <a:p>
            <a:pPr algn="ctr"/>
            <a:r>
              <a:rPr lang="en-US" sz="900" dirty="0"/>
              <a:t>14568</a:t>
            </a:r>
          </a:p>
        </p:txBody>
      </p:sp>
      <p:sp>
        <p:nvSpPr>
          <p:cNvPr id="46" name="TextBox 45">
            <a:extLst>
              <a:ext uri="{FF2B5EF4-FFF2-40B4-BE49-F238E27FC236}">
                <a16:creationId xmlns:a16="http://schemas.microsoft.com/office/drawing/2014/main" id="{2540EA21-B104-30CC-1058-5867062018A8}"/>
              </a:ext>
            </a:extLst>
          </p:cNvPr>
          <p:cNvSpPr txBox="1"/>
          <p:nvPr/>
        </p:nvSpPr>
        <p:spPr>
          <a:xfrm>
            <a:off x="5650090" y="901933"/>
            <a:ext cx="570089" cy="230832"/>
          </a:xfrm>
          <a:prstGeom prst="rect">
            <a:avLst/>
          </a:prstGeom>
          <a:noFill/>
        </p:spPr>
        <p:txBody>
          <a:bodyPr wrap="square" rtlCol="0">
            <a:spAutoFit/>
          </a:bodyPr>
          <a:lstStyle/>
          <a:p>
            <a:pPr algn="ctr"/>
            <a:r>
              <a:rPr lang="en-US" sz="900" dirty="0"/>
              <a:t>458</a:t>
            </a:r>
          </a:p>
        </p:txBody>
      </p:sp>
      <p:sp>
        <p:nvSpPr>
          <p:cNvPr id="47" name="TextBox 46">
            <a:extLst>
              <a:ext uri="{FF2B5EF4-FFF2-40B4-BE49-F238E27FC236}">
                <a16:creationId xmlns:a16="http://schemas.microsoft.com/office/drawing/2014/main" id="{A6BBE0BF-40FA-AC6F-8F22-F0AC737E0CFB}"/>
              </a:ext>
            </a:extLst>
          </p:cNvPr>
          <p:cNvSpPr txBox="1"/>
          <p:nvPr/>
        </p:nvSpPr>
        <p:spPr>
          <a:xfrm>
            <a:off x="6152446" y="901933"/>
            <a:ext cx="570089" cy="230832"/>
          </a:xfrm>
          <a:prstGeom prst="rect">
            <a:avLst/>
          </a:prstGeom>
          <a:noFill/>
        </p:spPr>
        <p:txBody>
          <a:bodyPr wrap="square" rtlCol="0">
            <a:spAutoFit/>
          </a:bodyPr>
          <a:lstStyle/>
          <a:p>
            <a:pPr algn="ctr"/>
            <a:r>
              <a:rPr lang="en-US" sz="900" dirty="0"/>
              <a:t>56</a:t>
            </a:r>
          </a:p>
        </p:txBody>
      </p:sp>
      <p:sp>
        <p:nvSpPr>
          <p:cNvPr id="48" name="TextBox 47">
            <a:extLst>
              <a:ext uri="{FF2B5EF4-FFF2-40B4-BE49-F238E27FC236}">
                <a16:creationId xmlns:a16="http://schemas.microsoft.com/office/drawing/2014/main" id="{ABCB7EDA-0F7C-2CF5-85C8-457516A8539F}"/>
              </a:ext>
            </a:extLst>
          </p:cNvPr>
          <p:cNvSpPr txBox="1"/>
          <p:nvPr/>
        </p:nvSpPr>
        <p:spPr>
          <a:xfrm>
            <a:off x="7157158" y="901933"/>
            <a:ext cx="570089" cy="230832"/>
          </a:xfrm>
          <a:prstGeom prst="rect">
            <a:avLst/>
          </a:prstGeom>
          <a:noFill/>
        </p:spPr>
        <p:txBody>
          <a:bodyPr wrap="square" rtlCol="0">
            <a:spAutoFit/>
          </a:bodyPr>
          <a:lstStyle/>
          <a:p>
            <a:pPr algn="ctr"/>
            <a:r>
              <a:rPr lang="en-US" sz="900" dirty="0"/>
              <a:t>65</a:t>
            </a:r>
          </a:p>
        </p:txBody>
      </p:sp>
      <p:sp>
        <p:nvSpPr>
          <p:cNvPr id="49" name="TextBox 48">
            <a:extLst>
              <a:ext uri="{FF2B5EF4-FFF2-40B4-BE49-F238E27FC236}">
                <a16:creationId xmlns:a16="http://schemas.microsoft.com/office/drawing/2014/main" id="{D9A57B93-47FD-83AB-47B4-EE735CA617CB}"/>
              </a:ext>
            </a:extLst>
          </p:cNvPr>
          <p:cNvSpPr txBox="1"/>
          <p:nvPr/>
        </p:nvSpPr>
        <p:spPr>
          <a:xfrm>
            <a:off x="7157158" y="1903821"/>
            <a:ext cx="570089" cy="230832"/>
          </a:xfrm>
          <a:prstGeom prst="rect">
            <a:avLst/>
          </a:prstGeom>
          <a:noFill/>
        </p:spPr>
        <p:txBody>
          <a:bodyPr wrap="square" rtlCol="0">
            <a:spAutoFit/>
          </a:bodyPr>
          <a:lstStyle/>
          <a:p>
            <a:pPr algn="ctr"/>
            <a:r>
              <a:rPr lang="en-US" sz="900" dirty="0"/>
              <a:t>356</a:t>
            </a:r>
          </a:p>
        </p:txBody>
      </p:sp>
      <p:sp>
        <p:nvSpPr>
          <p:cNvPr id="51" name="TextBox 50">
            <a:extLst>
              <a:ext uri="{FF2B5EF4-FFF2-40B4-BE49-F238E27FC236}">
                <a16:creationId xmlns:a16="http://schemas.microsoft.com/office/drawing/2014/main" id="{DD50FA2C-85B9-E78D-33A9-99A2EE13744E}"/>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a:t>
            </a:r>
          </a:p>
        </p:txBody>
      </p:sp>
      <p:sp>
        <p:nvSpPr>
          <p:cNvPr id="52" name="TextBox 51">
            <a:extLst>
              <a:ext uri="{FF2B5EF4-FFF2-40B4-BE49-F238E27FC236}">
                <a16:creationId xmlns:a16="http://schemas.microsoft.com/office/drawing/2014/main" id="{ED7E09B5-92F7-382F-90A8-BFE6F33EAF56}"/>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a:t>
            </a:r>
          </a:p>
        </p:txBody>
      </p:sp>
      <p:sp>
        <p:nvSpPr>
          <p:cNvPr id="53" name="TextBox 52">
            <a:extLst>
              <a:ext uri="{FF2B5EF4-FFF2-40B4-BE49-F238E27FC236}">
                <a16:creationId xmlns:a16="http://schemas.microsoft.com/office/drawing/2014/main" id="{9F45859E-9B45-A812-2D18-F1C7A12E908D}"/>
              </a:ext>
            </a:extLst>
          </p:cNvPr>
          <p:cNvSpPr txBox="1"/>
          <p:nvPr/>
        </p:nvSpPr>
        <p:spPr>
          <a:xfrm>
            <a:off x="5147734" y="1402877"/>
            <a:ext cx="570089" cy="230832"/>
          </a:xfrm>
          <a:prstGeom prst="rect">
            <a:avLst/>
          </a:prstGeom>
          <a:noFill/>
        </p:spPr>
        <p:txBody>
          <a:bodyPr wrap="square" rtlCol="0">
            <a:spAutoFit/>
          </a:bodyPr>
          <a:lstStyle/>
          <a:p>
            <a:pPr algn="ctr"/>
            <a:r>
              <a:rPr lang="en-US" sz="900" dirty="0"/>
              <a:t>356</a:t>
            </a:r>
          </a:p>
        </p:txBody>
      </p:sp>
      <p:sp>
        <p:nvSpPr>
          <p:cNvPr id="54" name="TextBox 53">
            <a:extLst>
              <a:ext uri="{FF2B5EF4-FFF2-40B4-BE49-F238E27FC236}">
                <a16:creationId xmlns:a16="http://schemas.microsoft.com/office/drawing/2014/main" id="{204058A6-A92A-BB02-9845-0B32E3212382}"/>
              </a:ext>
            </a:extLst>
          </p:cNvPr>
          <p:cNvSpPr txBox="1"/>
          <p:nvPr/>
        </p:nvSpPr>
        <p:spPr>
          <a:xfrm>
            <a:off x="3138310" y="1402877"/>
            <a:ext cx="570089" cy="230832"/>
          </a:xfrm>
          <a:prstGeom prst="rect">
            <a:avLst/>
          </a:prstGeom>
          <a:noFill/>
        </p:spPr>
        <p:txBody>
          <a:bodyPr wrap="square" rtlCol="0">
            <a:spAutoFit/>
          </a:bodyPr>
          <a:lstStyle/>
          <a:p>
            <a:pPr algn="ctr"/>
            <a:r>
              <a:rPr lang="en-US" sz="900" dirty="0"/>
              <a:t>45</a:t>
            </a:r>
          </a:p>
        </p:txBody>
      </p:sp>
      <p:sp>
        <p:nvSpPr>
          <p:cNvPr id="55" name="TextBox 54">
            <a:extLst>
              <a:ext uri="{FF2B5EF4-FFF2-40B4-BE49-F238E27FC236}">
                <a16:creationId xmlns:a16="http://schemas.microsoft.com/office/drawing/2014/main" id="{6DE7F60A-5DE7-8BB4-21B0-7D68E5587FA1}"/>
              </a:ext>
            </a:extLst>
          </p:cNvPr>
          <p:cNvSpPr txBox="1"/>
          <p:nvPr/>
        </p:nvSpPr>
        <p:spPr>
          <a:xfrm>
            <a:off x="3640666" y="1903821"/>
            <a:ext cx="570089" cy="230832"/>
          </a:xfrm>
          <a:prstGeom prst="rect">
            <a:avLst/>
          </a:prstGeom>
          <a:noFill/>
        </p:spPr>
        <p:txBody>
          <a:bodyPr wrap="square" rtlCol="0">
            <a:spAutoFit/>
          </a:bodyPr>
          <a:lstStyle/>
          <a:p>
            <a:pPr algn="ctr"/>
            <a:r>
              <a:rPr lang="en-US" sz="900" dirty="0"/>
              <a:t>89</a:t>
            </a:r>
          </a:p>
        </p:txBody>
      </p:sp>
      <p:sp>
        <p:nvSpPr>
          <p:cNvPr id="56" name="TextBox 55">
            <a:extLst>
              <a:ext uri="{FF2B5EF4-FFF2-40B4-BE49-F238E27FC236}">
                <a16:creationId xmlns:a16="http://schemas.microsoft.com/office/drawing/2014/main" id="{DCE6796A-71B5-DBD1-A9B4-A19CC9B58BAA}"/>
              </a:ext>
            </a:extLst>
          </p:cNvPr>
          <p:cNvSpPr txBox="1"/>
          <p:nvPr/>
        </p:nvSpPr>
        <p:spPr>
          <a:xfrm>
            <a:off x="4143022" y="1903821"/>
            <a:ext cx="570089" cy="230832"/>
          </a:xfrm>
          <a:prstGeom prst="rect">
            <a:avLst/>
          </a:prstGeom>
          <a:noFill/>
        </p:spPr>
        <p:txBody>
          <a:bodyPr wrap="square" rtlCol="0">
            <a:spAutoFit/>
          </a:bodyPr>
          <a:lstStyle/>
          <a:p>
            <a:pPr algn="ctr"/>
            <a:r>
              <a:rPr lang="en-US" sz="900" dirty="0"/>
              <a:t>568</a:t>
            </a:r>
          </a:p>
        </p:txBody>
      </p:sp>
      <p:sp>
        <p:nvSpPr>
          <p:cNvPr id="57" name="TextBox 56">
            <a:extLst>
              <a:ext uri="{FF2B5EF4-FFF2-40B4-BE49-F238E27FC236}">
                <a16:creationId xmlns:a16="http://schemas.microsoft.com/office/drawing/2014/main" id="{97C51579-4E1D-CDAD-9A66-9C96D85710CB}"/>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58" name="TextBox 57">
            <a:extLst>
              <a:ext uri="{FF2B5EF4-FFF2-40B4-BE49-F238E27FC236}">
                <a16:creationId xmlns:a16="http://schemas.microsoft.com/office/drawing/2014/main" id="{7F909933-32C4-BE65-272F-477B70CC5EE5}"/>
              </a:ext>
            </a:extLst>
          </p:cNvPr>
          <p:cNvSpPr txBox="1"/>
          <p:nvPr/>
        </p:nvSpPr>
        <p:spPr>
          <a:xfrm>
            <a:off x="3138310" y="1903821"/>
            <a:ext cx="570089" cy="230832"/>
          </a:xfrm>
          <a:prstGeom prst="rect">
            <a:avLst/>
          </a:prstGeom>
          <a:noFill/>
        </p:spPr>
        <p:txBody>
          <a:bodyPr wrap="square" rtlCol="0">
            <a:spAutoFit/>
          </a:bodyPr>
          <a:lstStyle/>
          <a:p>
            <a:pPr algn="ctr"/>
            <a:r>
              <a:rPr lang="en-US" sz="900" dirty="0"/>
              <a:t>589</a:t>
            </a:r>
          </a:p>
        </p:txBody>
      </p:sp>
      <p:sp>
        <p:nvSpPr>
          <p:cNvPr id="59" name="TextBox 58">
            <a:extLst>
              <a:ext uri="{FF2B5EF4-FFF2-40B4-BE49-F238E27FC236}">
                <a16:creationId xmlns:a16="http://schemas.microsoft.com/office/drawing/2014/main" id="{1F4C05E5-5D35-B44A-D05B-08F2A167AAD5}"/>
              </a:ext>
            </a:extLst>
          </p:cNvPr>
          <p:cNvSpPr txBox="1"/>
          <p:nvPr/>
        </p:nvSpPr>
        <p:spPr>
          <a:xfrm>
            <a:off x="3138310" y="3907597"/>
            <a:ext cx="570089" cy="230832"/>
          </a:xfrm>
          <a:prstGeom prst="rect">
            <a:avLst/>
          </a:prstGeom>
          <a:noFill/>
        </p:spPr>
        <p:txBody>
          <a:bodyPr wrap="square" rtlCol="0">
            <a:spAutoFit/>
          </a:bodyPr>
          <a:lstStyle/>
          <a:p>
            <a:pPr algn="ctr"/>
            <a:r>
              <a:rPr lang="en-US" sz="900" dirty="0"/>
              <a:t>1578</a:t>
            </a:r>
          </a:p>
        </p:txBody>
      </p:sp>
      <p:sp>
        <p:nvSpPr>
          <p:cNvPr id="60" name="TextBox 59">
            <a:extLst>
              <a:ext uri="{FF2B5EF4-FFF2-40B4-BE49-F238E27FC236}">
                <a16:creationId xmlns:a16="http://schemas.microsoft.com/office/drawing/2014/main" id="{76CDC62D-8734-F914-7D72-5DB1B673E863}"/>
              </a:ext>
            </a:extLst>
          </p:cNvPr>
          <p:cNvSpPr txBox="1"/>
          <p:nvPr/>
        </p:nvSpPr>
        <p:spPr>
          <a:xfrm>
            <a:off x="3640666" y="4408541"/>
            <a:ext cx="570089" cy="230832"/>
          </a:xfrm>
          <a:prstGeom prst="rect">
            <a:avLst/>
          </a:prstGeom>
          <a:noFill/>
        </p:spPr>
        <p:txBody>
          <a:bodyPr wrap="square" rtlCol="0">
            <a:spAutoFit/>
          </a:bodyPr>
          <a:lstStyle/>
          <a:p>
            <a:pPr algn="ctr"/>
            <a:r>
              <a:rPr lang="en-US" sz="900" dirty="0"/>
              <a:t>278</a:t>
            </a:r>
          </a:p>
        </p:txBody>
      </p:sp>
      <p:sp>
        <p:nvSpPr>
          <p:cNvPr id="61" name="TextBox 60">
            <a:extLst>
              <a:ext uri="{FF2B5EF4-FFF2-40B4-BE49-F238E27FC236}">
                <a16:creationId xmlns:a16="http://schemas.microsoft.com/office/drawing/2014/main" id="{4CA878AC-D787-CFBC-0786-02B697E6BF9E}"/>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12578</a:t>
            </a:r>
          </a:p>
        </p:txBody>
      </p:sp>
      <p:sp>
        <p:nvSpPr>
          <p:cNvPr id="62" name="TextBox 61">
            <a:extLst>
              <a:ext uri="{FF2B5EF4-FFF2-40B4-BE49-F238E27FC236}">
                <a16:creationId xmlns:a16="http://schemas.microsoft.com/office/drawing/2014/main" id="{AA593196-71D3-64FF-C17E-1D30F4DB1805}"/>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3578</a:t>
            </a:r>
          </a:p>
        </p:txBody>
      </p:sp>
      <p:sp>
        <p:nvSpPr>
          <p:cNvPr id="63" name="TextBox 62">
            <a:extLst>
              <a:ext uri="{FF2B5EF4-FFF2-40B4-BE49-F238E27FC236}">
                <a16:creationId xmlns:a16="http://schemas.microsoft.com/office/drawing/2014/main" id="{55636C65-EF08-DC7E-DB03-B6F28F802340}"/>
              </a:ext>
            </a:extLst>
          </p:cNvPr>
          <p:cNvSpPr txBox="1"/>
          <p:nvPr/>
        </p:nvSpPr>
        <p:spPr>
          <a:xfrm>
            <a:off x="3138310" y="4909484"/>
            <a:ext cx="570089" cy="230832"/>
          </a:xfrm>
          <a:prstGeom prst="rect">
            <a:avLst/>
          </a:prstGeom>
          <a:noFill/>
        </p:spPr>
        <p:txBody>
          <a:bodyPr wrap="square" rtlCol="0">
            <a:spAutoFit/>
          </a:bodyPr>
          <a:lstStyle/>
          <a:p>
            <a:pPr algn="ctr"/>
            <a:r>
              <a:rPr lang="en-US" sz="900" dirty="0"/>
              <a:t>12578</a:t>
            </a:r>
          </a:p>
        </p:txBody>
      </p:sp>
      <p:sp>
        <p:nvSpPr>
          <p:cNvPr id="64" name="TextBox 63">
            <a:extLst>
              <a:ext uri="{FF2B5EF4-FFF2-40B4-BE49-F238E27FC236}">
                <a16:creationId xmlns:a16="http://schemas.microsoft.com/office/drawing/2014/main" id="{B6FA593F-72D0-A720-487C-539091DBAB90}"/>
              </a:ext>
            </a:extLst>
          </p:cNvPr>
          <p:cNvSpPr txBox="1"/>
          <p:nvPr/>
        </p:nvSpPr>
        <p:spPr>
          <a:xfrm>
            <a:off x="5650090" y="3907597"/>
            <a:ext cx="570089" cy="230832"/>
          </a:xfrm>
          <a:prstGeom prst="rect">
            <a:avLst/>
          </a:prstGeom>
          <a:noFill/>
        </p:spPr>
        <p:txBody>
          <a:bodyPr wrap="square" rtlCol="0">
            <a:spAutoFit/>
          </a:bodyPr>
          <a:lstStyle/>
          <a:p>
            <a:pPr algn="ctr"/>
            <a:r>
              <a:rPr lang="en-US" sz="900" dirty="0"/>
              <a:t>3578</a:t>
            </a:r>
          </a:p>
        </p:txBody>
      </p:sp>
      <p:sp>
        <p:nvSpPr>
          <p:cNvPr id="65" name="TextBox 64">
            <a:extLst>
              <a:ext uri="{FF2B5EF4-FFF2-40B4-BE49-F238E27FC236}">
                <a16:creationId xmlns:a16="http://schemas.microsoft.com/office/drawing/2014/main" id="{B3EBDCB7-EA2B-5BE0-D423-A8DA5959A2F8}"/>
              </a:ext>
            </a:extLst>
          </p:cNvPr>
          <p:cNvSpPr txBox="1"/>
          <p:nvPr/>
        </p:nvSpPr>
        <p:spPr>
          <a:xfrm>
            <a:off x="6152446" y="3907597"/>
            <a:ext cx="570089" cy="230832"/>
          </a:xfrm>
          <a:prstGeom prst="rect">
            <a:avLst/>
          </a:prstGeom>
          <a:noFill/>
        </p:spPr>
        <p:txBody>
          <a:bodyPr wrap="square" rtlCol="0">
            <a:spAutoFit/>
          </a:bodyPr>
          <a:lstStyle/>
          <a:p>
            <a:pPr algn="ctr"/>
            <a:r>
              <a:rPr lang="en-US" sz="900" dirty="0"/>
              <a:t>5679</a:t>
            </a:r>
          </a:p>
        </p:txBody>
      </p:sp>
      <p:sp>
        <p:nvSpPr>
          <p:cNvPr id="66" name="TextBox 65">
            <a:extLst>
              <a:ext uri="{FF2B5EF4-FFF2-40B4-BE49-F238E27FC236}">
                <a16:creationId xmlns:a16="http://schemas.microsoft.com/office/drawing/2014/main" id="{BC6DBA64-33B4-2633-DD52-3A599A60C3D6}"/>
              </a:ext>
            </a:extLst>
          </p:cNvPr>
          <p:cNvSpPr txBox="1"/>
          <p:nvPr/>
        </p:nvSpPr>
        <p:spPr>
          <a:xfrm>
            <a:off x="6654802" y="3907597"/>
            <a:ext cx="570089" cy="230832"/>
          </a:xfrm>
          <a:prstGeom prst="rect">
            <a:avLst/>
          </a:prstGeom>
          <a:noFill/>
        </p:spPr>
        <p:txBody>
          <a:bodyPr wrap="square" rtlCol="0">
            <a:spAutoFit/>
          </a:bodyPr>
          <a:lstStyle/>
          <a:p>
            <a:pPr algn="ctr"/>
            <a:r>
              <a:rPr lang="en-US" sz="900" dirty="0"/>
              <a:t>358</a:t>
            </a:r>
          </a:p>
        </p:txBody>
      </p:sp>
      <p:sp>
        <p:nvSpPr>
          <p:cNvPr id="67" name="TextBox 66">
            <a:extLst>
              <a:ext uri="{FF2B5EF4-FFF2-40B4-BE49-F238E27FC236}">
                <a16:creationId xmlns:a16="http://schemas.microsoft.com/office/drawing/2014/main" id="{3559CC06-FDFC-8FBB-1C71-1E7F66A0C081}"/>
              </a:ext>
            </a:extLst>
          </p:cNvPr>
          <p:cNvSpPr txBox="1"/>
          <p:nvPr/>
        </p:nvSpPr>
        <p:spPr>
          <a:xfrm>
            <a:off x="7157158" y="3907597"/>
            <a:ext cx="570089" cy="230832"/>
          </a:xfrm>
          <a:prstGeom prst="rect">
            <a:avLst/>
          </a:prstGeom>
          <a:noFill/>
        </p:spPr>
        <p:txBody>
          <a:bodyPr wrap="square" rtlCol="0">
            <a:spAutoFit/>
          </a:bodyPr>
          <a:lstStyle/>
          <a:p>
            <a:pPr algn="ctr"/>
            <a:r>
              <a:rPr lang="en-US" sz="900" dirty="0"/>
              <a:t>135679</a:t>
            </a:r>
          </a:p>
        </p:txBody>
      </p:sp>
      <p:sp>
        <p:nvSpPr>
          <p:cNvPr id="68" name="TextBox 67">
            <a:extLst>
              <a:ext uri="{FF2B5EF4-FFF2-40B4-BE49-F238E27FC236}">
                <a16:creationId xmlns:a16="http://schemas.microsoft.com/office/drawing/2014/main" id="{F0236AA7-7BCE-09B5-232D-1B4424D282F6}"/>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69" name="TextBox 68">
            <a:extLst>
              <a:ext uri="{FF2B5EF4-FFF2-40B4-BE49-F238E27FC236}">
                <a16:creationId xmlns:a16="http://schemas.microsoft.com/office/drawing/2014/main" id="{4BB07CC2-DE80-97DD-03DB-DFC6DFAFE32F}"/>
              </a:ext>
            </a:extLst>
          </p:cNvPr>
          <p:cNvSpPr txBox="1"/>
          <p:nvPr/>
        </p:nvSpPr>
        <p:spPr>
          <a:xfrm>
            <a:off x="6654802" y="4408541"/>
            <a:ext cx="570089" cy="230832"/>
          </a:xfrm>
          <a:prstGeom prst="rect">
            <a:avLst/>
          </a:prstGeom>
          <a:noFill/>
        </p:spPr>
        <p:txBody>
          <a:bodyPr wrap="square" rtlCol="0">
            <a:spAutoFit/>
          </a:bodyPr>
          <a:lstStyle/>
          <a:p>
            <a:pPr algn="ctr"/>
            <a:r>
              <a:rPr lang="en-US" sz="900" dirty="0"/>
              <a:t>2358</a:t>
            </a:r>
          </a:p>
        </p:txBody>
      </p:sp>
      <p:sp>
        <p:nvSpPr>
          <p:cNvPr id="70" name="TextBox 69">
            <a:extLst>
              <a:ext uri="{FF2B5EF4-FFF2-40B4-BE49-F238E27FC236}">
                <a16:creationId xmlns:a16="http://schemas.microsoft.com/office/drawing/2014/main" id="{C8C2A6C4-5E2B-206D-4F91-702E52E1B22A}"/>
              </a:ext>
            </a:extLst>
          </p:cNvPr>
          <p:cNvSpPr txBox="1"/>
          <p:nvPr/>
        </p:nvSpPr>
        <p:spPr>
          <a:xfrm>
            <a:off x="7157158" y="4408541"/>
            <a:ext cx="570089" cy="230832"/>
          </a:xfrm>
          <a:prstGeom prst="rect">
            <a:avLst/>
          </a:prstGeom>
          <a:noFill/>
        </p:spPr>
        <p:txBody>
          <a:bodyPr wrap="square" rtlCol="0">
            <a:spAutoFit/>
          </a:bodyPr>
          <a:lstStyle/>
          <a:p>
            <a:pPr algn="ctr"/>
            <a:r>
              <a:rPr lang="en-US" sz="900" dirty="0"/>
              <a:t>13457</a:t>
            </a:r>
          </a:p>
        </p:txBody>
      </p:sp>
      <p:sp>
        <p:nvSpPr>
          <p:cNvPr id="71" name="TextBox 70">
            <a:extLst>
              <a:ext uri="{FF2B5EF4-FFF2-40B4-BE49-F238E27FC236}">
                <a16:creationId xmlns:a16="http://schemas.microsoft.com/office/drawing/2014/main" id="{4F5F9B7E-CB45-72DF-7675-FDB5750834EB}"/>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4579</a:t>
            </a:r>
          </a:p>
        </p:txBody>
      </p:sp>
      <p:sp>
        <p:nvSpPr>
          <p:cNvPr id="72" name="TextBox 71">
            <a:extLst>
              <a:ext uri="{FF2B5EF4-FFF2-40B4-BE49-F238E27FC236}">
                <a16:creationId xmlns:a16="http://schemas.microsoft.com/office/drawing/2014/main" id="{51E1EB46-2D8F-F67D-2A9C-EF3C563505C3}"/>
              </a:ext>
            </a:extLst>
          </p:cNvPr>
          <p:cNvSpPr txBox="1"/>
          <p:nvPr/>
        </p:nvSpPr>
        <p:spPr>
          <a:xfrm>
            <a:off x="6654802" y="4909484"/>
            <a:ext cx="570089" cy="230832"/>
          </a:xfrm>
          <a:prstGeom prst="rect">
            <a:avLst/>
          </a:prstGeom>
          <a:noFill/>
        </p:spPr>
        <p:txBody>
          <a:bodyPr wrap="square" rtlCol="0">
            <a:spAutoFit/>
          </a:bodyPr>
          <a:lstStyle/>
          <a:p>
            <a:pPr algn="ctr"/>
            <a:r>
              <a:rPr lang="en-US" sz="900" dirty="0"/>
              <a:t>2358</a:t>
            </a:r>
          </a:p>
        </p:txBody>
      </p:sp>
      <p:sp>
        <p:nvSpPr>
          <p:cNvPr id="73" name="TextBox 72">
            <a:extLst>
              <a:ext uri="{FF2B5EF4-FFF2-40B4-BE49-F238E27FC236}">
                <a16:creationId xmlns:a16="http://schemas.microsoft.com/office/drawing/2014/main" id="{863DEDAA-3DD6-E81B-2742-92BD664EA897}"/>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134579</a:t>
            </a:r>
          </a:p>
        </p:txBody>
      </p:sp>
      <p:sp>
        <p:nvSpPr>
          <p:cNvPr id="74" name="TextBox 73">
            <a:extLst>
              <a:ext uri="{FF2B5EF4-FFF2-40B4-BE49-F238E27FC236}">
                <a16:creationId xmlns:a16="http://schemas.microsoft.com/office/drawing/2014/main" id="{5761DCB9-E61B-DEAC-78BB-0048EC03F32A}"/>
              </a:ext>
            </a:extLst>
          </p:cNvPr>
          <p:cNvSpPr txBox="1"/>
          <p:nvPr/>
        </p:nvSpPr>
        <p:spPr>
          <a:xfrm>
            <a:off x="4645378" y="4909484"/>
            <a:ext cx="570089" cy="230832"/>
          </a:xfrm>
          <a:prstGeom prst="rect">
            <a:avLst/>
          </a:prstGeom>
          <a:noFill/>
        </p:spPr>
        <p:txBody>
          <a:bodyPr wrap="square" rtlCol="0">
            <a:spAutoFit/>
          </a:bodyPr>
          <a:lstStyle/>
          <a:p>
            <a:pPr algn="ctr"/>
            <a:r>
              <a:rPr lang="en-US" sz="900" dirty="0"/>
              <a:t>14579</a:t>
            </a:r>
          </a:p>
        </p:txBody>
      </p:sp>
      <p:sp>
        <p:nvSpPr>
          <p:cNvPr id="75" name="TextBox 74">
            <a:extLst>
              <a:ext uri="{FF2B5EF4-FFF2-40B4-BE49-F238E27FC236}">
                <a16:creationId xmlns:a16="http://schemas.microsoft.com/office/drawing/2014/main" id="{093575DD-8089-FA72-F1B9-EFE396E305AC}"/>
              </a:ext>
            </a:extLst>
          </p:cNvPr>
          <p:cNvSpPr txBox="1"/>
          <p:nvPr/>
        </p:nvSpPr>
        <p:spPr>
          <a:xfrm>
            <a:off x="5147734" y="4909484"/>
            <a:ext cx="570089" cy="230832"/>
          </a:xfrm>
          <a:prstGeom prst="rect">
            <a:avLst/>
          </a:prstGeom>
          <a:noFill/>
        </p:spPr>
        <p:txBody>
          <a:bodyPr wrap="square" rtlCol="0">
            <a:spAutoFit/>
          </a:bodyPr>
          <a:lstStyle/>
          <a:p>
            <a:pPr algn="ctr"/>
            <a:r>
              <a:rPr lang="en-US" sz="900" dirty="0"/>
              <a:t>14589</a:t>
            </a:r>
          </a:p>
        </p:txBody>
      </p:sp>
      <p:sp>
        <p:nvSpPr>
          <p:cNvPr id="76" name="TextBox 75">
            <a:extLst>
              <a:ext uri="{FF2B5EF4-FFF2-40B4-BE49-F238E27FC236}">
                <a16:creationId xmlns:a16="http://schemas.microsoft.com/office/drawing/2014/main" id="{4C78B3FB-3235-CF6B-ADBC-65CBE4026CE6}"/>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34578</a:t>
            </a:r>
          </a:p>
        </p:txBody>
      </p:sp>
      <p:sp>
        <p:nvSpPr>
          <p:cNvPr id="77" name="TextBox 76">
            <a:extLst>
              <a:ext uri="{FF2B5EF4-FFF2-40B4-BE49-F238E27FC236}">
                <a16:creationId xmlns:a16="http://schemas.microsoft.com/office/drawing/2014/main" id="{B8BBC1B2-3BD2-5763-7C97-0518DBECA98A}"/>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B98BD312-F7EA-1032-65B8-6264A5D92707}"/>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41963CAF-D20F-783C-1803-36DB9DA087CE}"/>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E8D3D8AC-4CBB-48B8-79BC-44B72BC1A9D7}"/>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A3D7EAAF-2533-52E9-B742-97802CADE4D6}"/>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A6F0D4BF-A2B4-EAA6-7B25-1EDF779CB4E8}"/>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285317A0-4E91-8BE5-44F4-79D82FEDA674}"/>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2" name="TextBox 11">
            <a:extLst>
              <a:ext uri="{FF2B5EF4-FFF2-40B4-BE49-F238E27FC236}">
                <a16:creationId xmlns:a16="http://schemas.microsoft.com/office/drawing/2014/main" id="{5E868698-0968-ACC1-3CD8-9740DA2AF2A9}"/>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36" name="TextBox 35">
            <a:extLst>
              <a:ext uri="{FF2B5EF4-FFF2-40B4-BE49-F238E27FC236}">
                <a16:creationId xmlns:a16="http://schemas.microsoft.com/office/drawing/2014/main" id="{64C9EA47-CF93-F8E3-F066-EBC6851CBCD3}"/>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EF8B9AA1-8A47-2A42-15F8-BC0A1C12506B}"/>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D835CEA2-0321-1443-4E27-90AF8F7ECA30}"/>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13" name="TextBox 12">
            <a:extLst>
              <a:ext uri="{FF2B5EF4-FFF2-40B4-BE49-F238E27FC236}">
                <a16:creationId xmlns:a16="http://schemas.microsoft.com/office/drawing/2014/main" id="{61AE1230-D70D-4992-8708-D5CE8860CDC6}"/>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920973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F5196-7E2B-3C92-7B1D-60CFF38C894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CC1007-E7A1-0A6B-A7A4-10023A64B55D}"/>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875353D-614F-83F7-0B80-3B8DFF500CA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1873055-7C02-8639-5451-D6A250D984F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20AABDE-1D4D-C7BA-9708-2F241104EB8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133A2E6-5C3F-9935-2EC1-72098E5A343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B5305AE-D5E3-544A-2EBE-63B28E9E530E}"/>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8" name="TextBox 7">
            <a:extLst>
              <a:ext uri="{FF2B5EF4-FFF2-40B4-BE49-F238E27FC236}">
                <a16:creationId xmlns:a16="http://schemas.microsoft.com/office/drawing/2014/main" id="{BACB501C-F698-9EC9-E4D6-D9263989D81F}"/>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16" name="TextBox 15">
            <a:extLst>
              <a:ext uri="{FF2B5EF4-FFF2-40B4-BE49-F238E27FC236}">
                <a16:creationId xmlns:a16="http://schemas.microsoft.com/office/drawing/2014/main" id="{9EFC63F4-ACAE-AD08-8036-83A784F38C82}"/>
              </a:ext>
            </a:extLst>
          </p:cNvPr>
          <p:cNvSpPr txBox="1"/>
          <p:nvPr/>
        </p:nvSpPr>
        <p:spPr>
          <a:xfrm>
            <a:off x="4645378" y="2404765"/>
            <a:ext cx="570089" cy="230832"/>
          </a:xfrm>
          <a:prstGeom prst="rect">
            <a:avLst/>
          </a:prstGeom>
          <a:noFill/>
        </p:spPr>
        <p:txBody>
          <a:bodyPr wrap="square" rtlCol="0">
            <a:spAutoFit/>
          </a:bodyPr>
          <a:lstStyle/>
          <a:p>
            <a:pPr algn="ctr"/>
            <a:r>
              <a:rPr lang="en-US" sz="900" dirty="0"/>
              <a:t>34</a:t>
            </a:r>
          </a:p>
        </p:txBody>
      </p:sp>
      <p:sp>
        <p:nvSpPr>
          <p:cNvPr id="17" name="TextBox 16">
            <a:extLst>
              <a:ext uri="{FF2B5EF4-FFF2-40B4-BE49-F238E27FC236}">
                <a16:creationId xmlns:a16="http://schemas.microsoft.com/office/drawing/2014/main" id="{A79C86BC-B11D-6EBF-0DC4-0CD74176A158}"/>
              </a:ext>
            </a:extLst>
          </p:cNvPr>
          <p:cNvSpPr txBox="1"/>
          <p:nvPr/>
        </p:nvSpPr>
        <p:spPr>
          <a:xfrm>
            <a:off x="5147734" y="2404765"/>
            <a:ext cx="570089" cy="230832"/>
          </a:xfrm>
          <a:prstGeom prst="rect">
            <a:avLst/>
          </a:prstGeom>
          <a:noFill/>
        </p:spPr>
        <p:txBody>
          <a:bodyPr wrap="square" rtlCol="0">
            <a:spAutoFit/>
          </a:bodyPr>
          <a:lstStyle/>
          <a:p>
            <a:pPr algn="ctr"/>
            <a:r>
              <a:rPr lang="en-US" sz="900" dirty="0"/>
              <a:t>43</a:t>
            </a:r>
          </a:p>
        </p:txBody>
      </p:sp>
      <p:sp>
        <p:nvSpPr>
          <p:cNvPr id="25" name="TextBox 24">
            <a:extLst>
              <a:ext uri="{FF2B5EF4-FFF2-40B4-BE49-F238E27FC236}">
                <a16:creationId xmlns:a16="http://schemas.microsoft.com/office/drawing/2014/main" id="{0F4C9973-8368-36F9-29BE-6E344CC11C83}"/>
              </a:ext>
            </a:extLst>
          </p:cNvPr>
          <p:cNvSpPr txBox="1"/>
          <p:nvPr/>
        </p:nvSpPr>
        <p:spPr>
          <a:xfrm>
            <a:off x="4143022" y="3907597"/>
            <a:ext cx="570089" cy="230832"/>
          </a:xfrm>
          <a:prstGeom prst="rect">
            <a:avLst/>
          </a:prstGeom>
          <a:noFill/>
        </p:spPr>
        <p:txBody>
          <a:bodyPr wrap="square" rtlCol="0">
            <a:spAutoFit/>
          </a:bodyPr>
          <a:lstStyle/>
          <a:p>
            <a:pPr algn="ctr"/>
            <a:r>
              <a:rPr lang="en-US" sz="900" dirty="0"/>
              <a:t>37</a:t>
            </a:r>
          </a:p>
        </p:txBody>
      </p:sp>
      <p:sp>
        <p:nvSpPr>
          <p:cNvPr id="26" name="TextBox 25">
            <a:extLst>
              <a:ext uri="{FF2B5EF4-FFF2-40B4-BE49-F238E27FC236}">
                <a16:creationId xmlns:a16="http://schemas.microsoft.com/office/drawing/2014/main" id="{46A880C2-5C34-27A2-E09C-4AF4C4D9C747}"/>
              </a:ext>
            </a:extLst>
          </p:cNvPr>
          <p:cNvSpPr txBox="1"/>
          <p:nvPr/>
        </p:nvSpPr>
        <p:spPr>
          <a:xfrm>
            <a:off x="4645378" y="390759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45539D0B-B215-CF73-04DF-B69AE3A643C5}"/>
              </a:ext>
            </a:extLst>
          </p:cNvPr>
          <p:cNvSpPr txBox="1"/>
          <p:nvPr/>
        </p:nvSpPr>
        <p:spPr>
          <a:xfrm>
            <a:off x="5147734" y="3907597"/>
            <a:ext cx="570089" cy="230832"/>
          </a:xfrm>
          <a:prstGeom prst="rect">
            <a:avLst/>
          </a:prstGeom>
          <a:noFill/>
        </p:spPr>
        <p:txBody>
          <a:bodyPr wrap="square" rtlCol="0">
            <a:spAutoFit/>
          </a:bodyPr>
          <a:lstStyle/>
          <a:p>
            <a:pPr algn="ctr"/>
            <a:r>
              <a:rPr lang="en-US" sz="900" dirty="0"/>
              <a:t>28</a:t>
            </a:r>
          </a:p>
        </p:txBody>
      </p:sp>
      <p:sp>
        <p:nvSpPr>
          <p:cNvPr id="28" name="TextBox 27">
            <a:extLst>
              <a:ext uri="{FF2B5EF4-FFF2-40B4-BE49-F238E27FC236}">
                <a16:creationId xmlns:a16="http://schemas.microsoft.com/office/drawing/2014/main" id="{505BD64F-A3A0-288F-0847-94688F9198C8}"/>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666A4139-6D14-D550-F39C-9F1F02E144F3}"/>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6FE440BA-FC14-DECC-0742-117597F2717F}"/>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23666C9A-D111-D680-01C0-6D67E27B3A61}"/>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9B245083-D6B3-C482-5F53-C418DAA5FC19}"/>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78CBC600-C635-424C-6831-02335BA79ABD}"/>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26D022CE-9FDF-237D-5329-B01727B7BA4B}"/>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E31F10D5-A6DE-9D76-051D-9C072BCE242C}"/>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C98F4EC8-AA22-0459-A594-F97B83273FC6}"/>
              </a:ext>
            </a:extLst>
          </p:cNvPr>
          <p:cNvSpPr txBox="1"/>
          <p:nvPr/>
        </p:nvSpPr>
        <p:spPr>
          <a:xfrm>
            <a:off x="3640666" y="3406653"/>
            <a:ext cx="570089" cy="230832"/>
          </a:xfrm>
          <a:prstGeom prst="rect">
            <a:avLst/>
          </a:prstGeom>
          <a:noFill/>
        </p:spPr>
        <p:txBody>
          <a:bodyPr wrap="square" rtlCol="0">
            <a:spAutoFit/>
          </a:bodyPr>
          <a:lstStyle/>
          <a:p>
            <a:pPr algn="ctr"/>
            <a:r>
              <a:rPr lang="en-US" sz="900" dirty="0"/>
              <a:t>279</a:t>
            </a:r>
          </a:p>
        </p:txBody>
      </p:sp>
      <p:sp>
        <p:nvSpPr>
          <p:cNvPr id="23" name="TextBox 22">
            <a:extLst>
              <a:ext uri="{FF2B5EF4-FFF2-40B4-BE49-F238E27FC236}">
                <a16:creationId xmlns:a16="http://schemas.microsoft.com/office/drawing/2014/main" id="{9701EA80-3E9E-8A17-FA68-D8508FC8EFE2}"/>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81348A11-D3E2-8F23-9800-20A24220C3F2}"/>
              </a:ext>
            </a:extLst>
          </p:cNvPr>
          <p:cNvSpPr txBox="1"/>
          <p:nvPr/>
        </p:nvSpPr>
        <p:spPr>
          <a:xfrm>
            <a:off x="4645378" y="3406653"/>
            <a:ext cx="570089" cy="230832"/>
          </a:xfrm>
          <a:prstGeom prst="rect">
            <a:avLst/>
          </a:prstGeom>
          <a:noFill/>
        </p:spPr>
        <p:txBody>
          <a:bodyPr wrap="square" rtlCol="0">
            <a:spAutoFit/>
          </a:bodyPr>
          <a:lstStyle/>
          <a:p>
            <a:pPr algn="ctr"/>
            <a:r>
              <a:rPr lang="en-US" sz="900" dirty="0"/>
              <a:t>579</a:t>
            </a:r>
          </a:p>
        </p:txBody>
      </p:sp>
      <p:sp>
        <p:nvSpPr>
          <p:cNvPr id="34" name="TextBox 33">
            <a:extLst>
              <a:ext uri="{FF2B5EF4-FFF2-40B4-BE49-F238E27FC236}">
                <a16:creationId xmlns:a16="http://schemas.microsoft.com/office/drawing/2014/main" id="{268121CE-FC9C-8222-0C06-AE0734233F49}"/>
              </a:ext>
            </a:extLst>
          </p:cNvPr>
          <p:cNvSpPr txBox="1"/>
          <p:nvPr/>
        </p:nvSpPr>
        <p:spPr>
          <a:xfrm>
            <a:off x="5147734" y="3406653"/>
            <a:ext cx="570089" cy="230832"/>
          </a:xfrm>
          <a:prstGeom prst="rect">
            <a:avLst/>
          </a:prstGeom>
          <a:noFill/>
        </p:spPr>
        <p:txBody>
          <a:bodyPr wrap="square" rtlCol="0">
            <a:spAutoFit/>
          </a:bodyPr>
          <a:lstStyle/>
          <a:p>
            <a:pPr algn="ctr"/>
            <a:r>
              <a:rPr lang="en-US" sz="900" dirty="0"/>
              <a:t>59</a:t>
            </a:r>
          </a:p>
        </p:txBody>
      </p:sp>
      <p:sp>
        <p:nvSpPr>
          <p:cNvPr id="35" name="TextBox 34">
            <a:extLst>
              <a:ext uri="{FF2B5EF4-FFF2-40B4-BE49-F238E27FC236}">
                <a16:creationId xmlns:a16="http://schemas.microsoft.com/office/drawing/2014/main" id="{434B6800-F9F9-DA8C-647E-A96890E9A634}"/>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2479</a:t>
            </a:r>
          </a:p>
        </p:txBody>
      </p:sp>
      <p:sp>
        <p:nvSpPr>
          <p:cNvPr id="37" name="TextBox 36">
            <a:extLst>
              <a:ext uri="{FF2B5EF4-FFF2-40B4-BE49-F238E27FC236}">
                <a16:creationId xmlns:a16="http://schemas.microsoft.com/office/drawing/2014/main" id="{1CD696F6-84CF-D888-CF3C-357BDDD349DD}"/>
              </a:ext>
            </a:extLst>
          </p:cNvPr>
          <p:cNvSpPr txBox="1"/>
          <p:nvPr/>
        </p:nvSpPr>
        <p:spPr>
          <a:xfrm>
            <a:off x="7157158" y="2404765"/>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D3937C69-3B19-7408-2B30-8A128775CE7C}"/>
              </a:ext>
            </a:extLst>
          </p:cNvPr>
          <p:cNvSpPr txBox="1"/>
          <p:nvPr/>
        </p:nvSpPr>
        <p:spPr>
          <a:xfrm>
            <a:off x="6152446" y="2905709"/>
            <a:ext cx="570089" cy="230832"/>
          </a:xfrm>
          <a:prstGeom prst="rect">
            <a:avLst/>
          </a:prstGeom>
          <a:noFill/>
        </p:spPr>
        <p:txBody>
          <a:bodyPr wrap="square" rtlCol="0">
            <a:spAutoFit/>
          </a:bodyPr>
          <a:lstStyle/>
          <a:p>
            <a:pPr algn="ctr"/>
            <a:r>
              <a:rPr lang="en-US" sz="900" dirty="0"/>
              <a:t>479</a:t>
            </a:r>
          </a:p>
        </p:txBody>
      </p:sp>
      <p:sp>
        <p:nvSpPr>
          <p:cNvPr id="40" name="TextBox 39">
            <a:extLst>
              <a:ext uri="{FF2B5EF4-FFF2-40B4-BE49-F238E27FC236}">
                <a16:creationId xmlns:a16="http://schemas.microsoft.com/office/drawing/2014/main" id="{75A5D5B5-EE8D-15D8-F2B0-BB26D5851762}"/>
              </a:ext>
            </a:extLst>
          </p:cNvPr>
          <p:cNvSpPr txBox="1"/>
          <p:nvPr/>
        </p:nvSpPr>
        <p:spPr>
          <a:xfrm>
            <a:off x="7157158" y="2905709"/>
            <a:ext cx="570089" cy="230832"/>
          </a:xfrm>
          <a:prstGeom prst="rect">
            <a:avLst/>
          </a:prstGeom>
          <a:noFill/>
        </p:spPr>
        <p:txBody>
          <a:bodyPr wrap="square" rtlCol="0">
            <a:spAutoFit/>
          </a:bodyPr>
          <a:lstStyle/>
          <a:p>
            <a:pPr algn="ctr"/>
            <a:r>
              <a:rPr lang="en-US" sz="900" dirty="0"/>
              <a:t>479</a:t>
            </a:r>
          </a:p>
        </p:txBody>
      </p:sp>
      <p:sp>
        <p:nvSpPr>
          <p:cNvPr id="41" name="TextBox 40">
            <a:extLst>
              <a:ext uri="{FF2B5EF4-FFF2-40B4-BE49-F238E27FC236}">
                <a16:creationId xmlns:a16="http://schemas.microsoft.com/office/drawing/2014/main" id="{542BAE80-F7DE-DFF1-9155-ECFE658B5DA9}"/>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5F1936CC-9B21-310D-EA2D-8234C8E5B55A}"/>
              </a:ext>
            </a:extLst>
          </p:cNvPr>
          <p:cNvSpPr txBox="1"/>
          <p:nvPr/>
        </p:nvSpPr>
        <p:spPr>
          <a:xfrm>
            <a:off x="3138310" y="2404765"/>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5296BC7B-573F-A811-13C2-0DFA211C1287}"/>
              </a:ext>
            </a:extLst>
          </p:cNvPr>
          <p:cNvSpPr txBox="1"/>
          <p:nvPr/>
        </p:nvSpPr>
        <p:spPr>
          <a:xfrm>
            <a:off x="5147734" y="2905709"/>
            <a:ext cx="570089" cy="230832"/>
          </a:xfrm>
          <a:prstGeom prst="rect">
            <a:avLst/>
          </a:prstGeom>
          <a:noFill/>
        </p:spPr>
        <p:txBody>
          <a:bodyPr wrap="square" rtlCol="0">
            <a:spAutoFit/>
          </a:bodyPr>
          <a:lstStyle/>
          <a:p>
            <a:pPr algn="ctr"/>
            <a:r>
              <a:rPr lang="en-US" sz="900" dirty="0"/>
              <a:t>29</a:t>
            </a:r>
          </a:p>
        </p:txBody>
      </p:sp>
      <p:sp>
        <p:nvSpPr>
          <p:cNvPr id="45" name="TextBox 44">
            <a:extLst>
              <a:ext uri="{FF2B5EF4-FFF2-40B4-BE49-F238E27FC236}">
                <a16:creationId xmlns:a16="http://schemas.microsoft.com/office/drawing/2014/main" id="{A0886211-192A-8A9D-FC85-D95912471D3B}"/>
              </a:ext>
            </a:extLst>
          </p:cNvPr>
          <p:cNvSpPr txBox="1"/>
          <p:nvPr/>
        </p:nvSpPr>
        <p:spPr>
          <a:xfrm>
            <a:off x="5147734" y="901933"/>
            <a:ext cx="570089" cy="230832"/>
          </a:xfrm>
          <a:prstGeom prst="rect">
            <a:avLst/>
          </a:prstGeom>
          <a:noFill/>
        </p:spPr>
        <p:txBody>
          <a:bodyPr wrap="square" rtlCol="0">
            <a:spAutoFit/>
          </a:bodyPr>
          <a:lstStyle/>
          <a:p>
            <a:pPr algn="ctr"/>
            <a:r>
              <a:rPr lang="en-US" sz="900" dirty="0"/>
              <a:t>148</a:t>
            </a:r>
          </a:p>
        </p:txBody>
      </p:sp>
      <p:sp>
        <p:nvSpPr>
          <p:cNvPr id="46" name="TextBox 45">
            <a:extLst>
              <a:ext uri="{FF2B5EF4-FFF2-40B4-BE49-F238E27FC236}">
                <a16:creationId xmlns:a16="http://schemas.microsoft.com/office/drawing/2014/main" id="{A24C1535-7A77-D18F-D802-AF7423DA2360}"/>
              </a:ext>
            </a:extLst>
          </p:cNvPr>
          <p:cNvSpPr txBox="1"/>
          <p:nvPr/>
        </p:nvSpPr>
        <p:spPr>
          <a:xfrm>
            <a:off x="5650090" y="901933"/>
            <a:ext cx="570089" cy="230832"/>
          </a:xfrm>
          <a:prstGeom prst="rect">
            <a:avLst/>
          </a:prstGeom>
          <a:noFill/>
        </p:spPr>
        <p:txBody>
          <a:bodyPr wrap="square" rtlCol="0">
            <a:spAutoFit/>
          </a:bodyPr>
          <a:lstStyle/>
          <a:p>
            <a:pPr algn="ctr"/>
            <a:r>
              <a:rPr lang="en-US" sz="900" dirty="0"/>
              <a:t>48</a:t>
            </a:r>
          </a:p>
        </p:txBody>
      </p:sp>
      <p:sp>
        <p:nvSpPr>
          <p:cNvPr id="47" name="TextBox 46">
            <a:extLst>
              <a:ext uri="{FF2B5EF4-FFF2-40B4-BE49-F238E27FC236}">
                <a16:creationId xmlns:a16="http://schemas.microsoft.com/office/drawing/2014/main" id="{2047433C-BF7E-CC32-B034-99B4188F1E7A}"/>
              </a:ext>
            </a:extLst>
          </p:cNvPr>
          <p:cNvSpPr txBox="1"/>
          <p:nvPr/>
        </p:nvSpPr>
        <p:spPr>
          <a:xfrm>
            <a:off x="6152446" y="901933"/>
            <a:ext cx="570089" cy="230832"/>
          </a:xfrm>
          <a:prstGeom prst="rect">
            <a:avLst/>
          </a:prstGeom>
          <a:noFill/>
        </p:spPr>
        <p:txBody>
          <a:bodyPr wrap="square" rtlCol="0">
            <a:spAutoFit/>
          </a:bodyPr>
          <a:lstStyle/>
          <a:p>
            <a:pPr algn="ctr"/>
            <a:r>
              <a:rPr lang="en-US" sz="900" dirty="0"/>
              <a:t>56</a:t>
            </a:r>
          </a:p>
        </p:txBody>
      </p:sp>
      <p:sp>
        <p:nvSpPr>
          <p:cNvPr id="48" name="TextBox 47">
            <a:extLst>
              <a:ext uri="{FF2B5EF4-FFF2-40B4-BE49-F238E27FC236}">
                <a16:creationId xmlns:a16="http://schemas.microsoft.com/office/drawing/2014/main" id="{BD29C8A5-85B7-C2C1-F77B-FEA097CB4651}"/>
              </a:ext>
            </a:extLst>
          </p:cNvPr>
          <p:cNvSpPr txBox="1"/>
          <p:nvPr/>
        </p:nvSpPr>
        <p:spPr>
          <a:xfrm>
            <a:off x="7157158" y="901933"/>
            <a:ext cx="570089" cy="230832"/>
          </a:xfrm>
          <a:prstGeom prst="rect">
            <a:avLst/>
          </a:prstGeom>
          <a:noFill/>
        </p:spPr>
        <p:txBody>
          <a:bodyPr wrap="square" rtlCol="0">
            <a:spAutoFit/>
          </a:bodyPr>
          <a:lstStyle/>
          <a:p>
            <a:pPr algn="ctr"/>
            <a:r>
              <a:rPr lang="en-US" sz="900" dirty="0"/>
              <a:t>65</a:t>
            </a:r>
          </a:p>
        </p:txBody>
      </p:sp>
      <p:sp>
        <p:nvSpPr>
          <p:cNvPr id="51" name="TextBox 50">
            <a:extLst>
              <a:ext uri="{FF2B5EF4-FFF2-40B4-BE49-F238E27FC236}">
                <a16:creationId xmlns:a16="http://schemas.microsoft.com/office/drawing/2014/main" id="{D5A31C2C-3C34-1E89-92A7-17BFAF2EC294}"/>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a:t>
            </a:r>
          </a:p>
        </p:txBody>
      </p:sp>
      <p:sp>
        <p:nvSpPr>
          <p:cNvPr id="52" name="TextBox 51">
            <a:extLst>
              <a:ext uri="{FF2B5EF4-FFF2-40B4-BE49-F238E27FC236}">
                <a16:creationId xmlns:a16="http://schemas.microsoft.com/office/drawing/2014/main" id="{F54D9C3E-9D49-7F22-ADD2-EFE280D829F9}"/>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a:t>
            </a:r>
          </a:p>
        </p:txBody>
      </p:sp>
      <p:sp>
        <p:nvSpPr>
          <p:cNvPr id="53" name="TextBox 52">
            <a:extLst>
              <a:ext uri="{FF2B5EF4-FFF2-40B4-BE49-F238E27FC236}">
                <a16:creationId xmlns:a16="http://schemas.microsoft.com/office/drawing/2014/main" id="{53503DA9-1C76-7935-1ECC-8CD87B980941}"/>
              </a:ext>
            </a:extLst>
          </p:cNvPr>
          <p:cNvSpPr txBox="1"/>
          <p:nvPr/>
        </p:nvSpPr>
        <p:spPr>
          <a:xfrm>
            <a:off x="5147734" y="1402877"/>
            <a:ext cx="570089" cy="230832"/>
          </a:xfrm>
          <a:prstGeom prst="rect">
            <a:avLst/>
          </a:prstGeom>
          <a:noFill/>
        </p:spPr>
        <p:txBody>
          <a:bodyPr wrap="square" rtlCol="0">
            <a:spAutoFit/>
          </a:bodyPr>
          <a:lstStyle/>
          <a:p>
            <a:pPr algn="ctr"/>
            <a:r>
              <a:rPr lang="en-US" sz="900" dirty="0"/>
              <a:t>356</a:t>
            </a:r>
          </a:p>
        </p:txBody>
      </p:sp>
      <p:sp>
        <p:nvSpPr>
          <p:cNvPr id="54" name="TextBox 53">
            <a:extLst>
              <a:ext uri="{FF2B5EF4-FFF2-40B4-BE49-F238E27FC236}">
                <a16:creationId xmlns:a16="http://schemas.microsoft.com/office/drawing/2014/main" id="{9771602A-5A02-47EA-3275-36F140634905}"/>
              </a:ext>
            </a:extLst>
          </p:cNvPr>
          <p:cNvSpPr txBox="1"/>
          <p:nvPr/>
        </p:nvSpPr>
        <p:spPr>
          <a:xfrm>
            <a:off x="3138310" y="1402877"/>
            <a:ext cx="570089" cy="230832"/>
          </a:xfrm>
          <a:prstGeom prst="rect">
            <a:avLst/>
          </a:prstGeom>
          <a:noFill/>
        </p:spPr>
        <p:txBody>
          <a:bodyPr wrap="square" rtlCol="0">
            <a:spAutoFit/>
          </a:bodyPr>
          <a:lstStyle/>
          <a:p>
            <a:pPr algn="ctr"/>
            <a:r>
              <a:rPr lang="en-US" sz="900" dirty="0"/>
              <a:t>45</a:t>
            </a:r>
          </a:p>
        </p:txBody>
      </p:sp>
      <p:sp>
        <p:nvSpPr>
          <p:cNvPr id="55" name="TextBox 54">
            <a:extLst>
              <a:ext uri="{FF2B5EF4-FFF2-40B4-BE49-F238E27FC236}">
                <a16:creationId xmlns:a16="http://schemas.microsoft.com/office/drawing/2014/main" id="{9CF97D65-1A47-909D-5650-874A8C6D3044}"/>
              </a:ext>
            </a:extLst>
          </p:cNvPr>
          <p:cNvSpPr txBox="1"/>
          <p:nvPr/>
        </p:nvSpPr>
        <p:spPr>
          <a:xfrm>
            <a:off x="3640666" y="1903821"/>
            <a:ext cx="570089" cy="230832"/>
          </a:xfrm>
          <a:prstGeom prst="rect">
            <a:avLst/>
          </a:prstGeom>
          <a:noFill/>
        </p:spPr>
        <p:txBody>
          <a:bodyPr wrap="square" rtlCol="0">
            <a:spAutoFit/>
          </a:bodyPr>
          <a:lstStyle/>
          <a:p>
            <a:pPr algn="ctr"/>
            <a:r>
              <a:rPr lang="en-US" sz="900" dirty="0"/>
              <a:t>89</a:t>
            </a:r>
          </a:p>
        </p:txBody>
      </p:sp>
      <p:sp>
        <p:nvSpPr>
          <p:cNvPr id="56" name="TextBox 55">
            <a:extLst>
              <a:ext uri="{FF2B5EF4-FFF2-40B4-BE49-F238E27FC236}">
                <a16:creationId xmlns:a16="http://schemas.microsoft.com/office/drawing/2014/main" id="{B0DB948C-D82C-1083-7EC1-EC28647D70CF}"/>
              </a:ext>
            </a:extLst>
          </p:cNvPr>
          <p:cNvSpPr txBox="1"/>
          <p:nvPr/>
        </p:nvSpPr>
        <p:spPr>
          <a:xfrm>
            <a:off x="4143022" y="1903821"/>
            <a:ext cx="570089" cy="230832"/>
          </a:xfrm>
          <a:prstGeom prst="rect">
            <a:avLst/>
          </a:prstGeom>
          <a:noFill/>
        </p:spPr>
        <p:txBody>
          <a:bodyPr wrap="square" rtlCol="0">
            <a:spAutoFit/>
          </a:bodyPr>
          <a:lstStyle/>
          <a:p>
            <a:pPr algn="ctr"/>
            <a:r>
              <a:rPr lang="en-US" sz="900" dirty="0"/>
              <a:t>568</a:t>
            </a:r>
          </a:p>
        </p:txBody>
      </p:sp>
      <p:sp>
        <p:nvSpPr>
          <p:cNvPr id="57" name="TextBox 56">
            <a:extLst>
              <a:ext uri="{FF2B5EF4-FFF2-40B4-BE49-F238E27FC236}">
                <a16:creationId xmlns:a16="http://schemas.microsoft.com/office/drawing/2014/main" id="{208A3CAF-4FF5-13DC-A9C8-D77A31709E67}"/>
              </a:ext>
            </a:extLst>
          </p:cNvPr>
          <p:cNvSpPr txBox="1"/>
          <p:nvPr/>
        </p:nvSpPr>
        <p:spPr>
          <a:xfrm>
            <a:off x="4645378" y="1903821"/>
            <a:ext cx="570089" cy="230832"/>
          </a:xfrm>
          <a:prstGeom prst="rect">
            <a:avLst/>
          </a:prstGeom>
          <a:noFill/>
        </p:spPr>
        <p:txBody>
          <a:bodyPr wrap="square" rtlCol="0">
            <a:spAutoFit/>
          </a:bodyPr>
          <a:lstStyle/>
          <a:p>
            <a:pPr algn="ctr"/>
            <a:r>
              <a:rPr lang="en-US" sz="900" dirty="0"/>
              <a:t>356</a:t>
            </a:r>
          </a:p>
        </p:txBody>
      </p:sp>
      <p:sp>
        <p:nvSpPr>
          <p:cNvPr id="58" name="TextBox 57">
            <a:extLst>
              <a:ext uri="{FF2B5EF4-FFF2-40B4-BE49-F238E27FC236}">
                <a16:creationId xmlns:a16="http://schemas.microsoft.com/office/drawing/2014/main" id="{C3A792E7-DCB6-6EA3-90AD-18DB9B1B45B6}"/>
              </a:ext>
            </a:extLst>
          </p:cNvPr>
          <p:cNvSpPr txBox="1"/>
          <p:nvPr/>
        </p:nvSpPr>
        <p:spPr>
          <a:xfrm>
            <a:off x="3138310" y="1903821"/>
            <a:ext cx="570089" cy="230832"/>
          </a:xfrm>
          <a:prstGeom prst="rect">
            <a:avLst/>
          </a:prstGeom>
          <a:noFill/>
        </p:spPr>
        <p:txBody>
          <a:bodyPr wrap="square" rtlCol="0">
            <a:spAutoFit/>
          </a:bodyPr>
          <a:lstStyle/>
          <a:p>
            <a:pPr algn="ctr"/>
            <a:r>
              <a:rPr lang="en-US" sz="900" dirty="0"/>
              <a:t>589</a:t>
            </a:r>
          </a:p>
        </p:txBody>
      </p:sp>
      <p:sp>
        <p:nvSpPr>
          <p:cNvPr id="59" name="TextBox 58">
            <a:extLst>
              <a:ext uri="{FF2B5EF4-FFF2-40B4-BE49-F238E27FC236}">
                <a16:creationId xmlns:a16="http://schemas.microsoft.com/office/drawing/2014/main" id="{429FB094-9506-4C5D-A299-41AA7A3874B5}"/>
              </a:ext>
            </a:extLst>
          </p:cNvPr>
          <p:cNvSpPr txBox="1"/>
          <p:nvPr/>
        </p:nvSpPr>
        <p:spPr>
          <a:xfrm>
            <a:off x="3138310" y="3907597"/>
            <a:ext cx="570089" cy="230832"/>
          </a:xfrm>
          <a:prstGeom prst="rect">
            <a:avLst/>
          </a:prstGeom>
          <a:noFill/>
        </p:spPr>
        <p:txBody>
          <a:bodyPr wrap="square" rtlCol="0">
            <a:spAutoFit/>
          </a:bodyPr>
          <a:lstStyle/>
          <a:p>
            <a:pPr algn="ctr"/>
            <a:r>
              <a:rPr lang="en-US" sz="900" dirty="0"/>
              <a:t>1578</a:t>
            </a:r>
          </a:p>
        </p:txBody>
      </p:sp>
      <p:sp>
        <p:nvSpPr>
          <p:cNvPr id="60" name="TextBox 59">
            <a:extLst>
              <a:ext uri="{FF2B5EF4-FFF2-40B4-BE49-F238E27FC236}">
                <a16:creationId xmlns:a16="http://schemas.microsoft.com/office/drawing/2014/main" id="{3D411D8F-DA87-70FE-97C1-5265DFC82E9E}"/>
              </a:ext>
            </a:extLst>
          </p:cNvPr>
          <p:cNvSpPr txBox="1"/>
          <p:nvPr/>
        </p:nvSpPr>
        <p:spPr>
          <a:xfrm>
            <a:off x="3640666" y="4408541"/>
            <a:ext cx="570089" cy="230832"/>
          </a:xfrm>
          <a:prstGeom prst="rect">
            <a:avLst/>
          </a:prstGeom>
          <a:noFill/>
        </p:spPr>
        <p:txBody>
          <a:bodyPr wrap="square" rtlCol="0">
            <a:spAutoFit/>
          </a:bodyPr>
          <a:lstStyle/>
          <a:p>
            <a:pPr algn="ctr"/>
            <a:r>
              <a:rPr lang="en-US" sz="900" dirty="0"/>
              <a:t>278</a:t>
            </a:r>
          </a:p>
        </p:txBody>
      </p:sp>
      <p:sp>
        <p:nvSpPr>
          <p:cNvPr id="61" name="TextBox 60">
            <a:extLst>
              <a:ext uri="{FF2B5EF4-FFF2-40B4-BE49-F238E27FC236}">
                <a16:creationId xmlns:a16="http://schemas.microsoft.com/office/drawing/2014/main" id="{470E58E3-5F69-B0D7-B991-AFA7FD087463}"/>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12578</a:t>
            </a:r>
          </a:p>
        </p:txBody>
      </p:sp>
      <p:sp>
        <p:nvSpPr>
          <p:cNvPr id="62" name="TextBox 61">
            <a:extLst>
              <a:ext uri="{FF2B5EF4-FFF2-40B4-BE49-F238E27FC236}">
                <a16:creationId xmlns:a16="http://schemas.microsoft.com/office/drawing/2014/main" id="{B4945B10-1115-3EEF-80A3-F7B94F7943CD}"/>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3578</a:t>
            </a:r>
          </a:p>
        </p:txBody>
      </p:sp>
      <p:sp>
        <p:nvSpPr>
          <p:cNvPr id="63" name="TextBox 62">
            <a:extLst>
              <a:ext uri="{FF2B5EF4-FFF2-40B4-BE49-F238E27FC236}">
                <a16:creationId xmlns:a16="http://schemas.microsoft.com/office/drawing/2014/main" id="{9803354E-5CCE-B745-5D32-4F6996F66EB3}"/>
              </a:ext>
            </a:extLst>
          </p:cNvPr>
          <p:cNvSpPr txBox="1"/>
          <p:nvPr/>
        </p:nvSpPr>
        <p:spPr>
          <a:xfrm>
            <a:off x="3138310" y="4909484"/>
            <a:ext cx="570089" cy="230832"/>
          </a:xfrm>
          <a:prstGeom prst="rect">
            <a:avLst/>
          </a:prstGeom>
          <a:noFill/>
        </p:spPr>
        <p:txBody>
          <a:bodyPr wrap="square" rtlCol="0">
            <a:spAutoFit/>
          </a:bodyPr>
          <a:lstStyle/>
          <a:p>
            <a:pPr algn="ctr"/>
            <a:r>
              <a:rPr lang="en-US" sz="900" dirty="0"/>
              <a:t>12578</a:t>
            </a:r>
          </a:p>
        </p:txBody>
      </p:sp>
      <p:sp>
        <p:nvSpPr>
          <p:cNvPr id="64" name="TextBox 63">
            <a:extLst>
              <a:ext uri="{FF2B5EF4-FFF2-40B4-BE49-F238E27FC236}">
                <a16:creationId xmlns:a16="http://schemas.microsoft.com/office/drawing/2014/main" id="{B51BEC33-6F4D-8328-AB5A-48FB60F0775C}"/>
              </a:ext>
            </a:extLst>
          </p:cNvPr>
          <p:cNvSpPr txBox="1"/>
          <p:nvPr/>
        </p:nvSpPr>
        <p:spPr>
          <a:xfrm>
            <a:off x="5650090" y="3907597"/>
            <a:ext cx="570089" cy="230832"/>
          </a:xfrm>
          <a:prstGeom prst="rect">
            <a:avLst/>
          </a:prstGeom>
          <a:noFill/>
        </p:spPr>
        <p:txBody>
          <a:bodyPr wrap="square" rtlCol="0">
            <a:spAutoFit/>
          </a:bodyPr>
          <a:lstStyle/>
          <a:p>
            <a:pPr algn="ctr"/>
            <a:r>
              <a:rPr lang="en-US" sz="900" dirty="0"/>
              <a:t>3578</a:t>
            </a:r>
          </a:p>
        </p:txBody>
      </p:sp>
      <p:sp>
        <p:nvSpPr>
          <p:cNvPr id="65" name="TextBox 64">
            <a:extLst>
              <a:ext uri="{FF2B5EF4-FFF2-40B4-BE49-F238E27FC236}">
                <a16:creationId xmlns:a16="http://schemas.microsoft.com/office/drawing/2014/main" id="{0D7C22CA-50D9-70B1-226F-CCC104B89C9B}"/>
              </a:ext>
            </a:extLst>
          </p:cNvPr>
          <p:cNvSpPr txBox="1"/>
          <p:nvPr/>
        </p:nvSpPr>
        <p:spPr>
          <a:xfrm>
            <a:off x="6152446" y="3907597"/>
            <a:ext cx="570089" cy="230832"/>
          </a:xfrm>
          <a:prstGeom prst="rect">
            <a:avLst/>
          </a:prstGeom>
          <a:noFill/>
        </p:spPr>
        <p:txBody>
          <a:bodyPr wrap="square" rtlCol="0">
            <a:spAutoFit/>
          </a:bodyPr>
          <a:lstStyle/>
          <a:p>
            <a:pPr algn="ctr"/>
            <a:r>
              <a:rPr lang="en-US" sz="900" dirty="0"/>
              <a:t>5679</a:t>
            </a:r>
          </a:p>
        </p:txBody>
      </p:sp>
      <p:sp>
        <p:nvSpPr>
          <p:cNvPr id="66" name="TextBox 65">
            <a:extLst>
              <a:ext uri="{FF2B5EF4-FFF2-40B4-BE49-F238E27FC236}">
                <a16:creationId xmlns:a16="http://schemas.microsoft.com/office/drawing/2014/main" id="{B773E2EE-4883-C9F3-9702-FB9865675E66}"/>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67" name="TextBox 66">
            <a:extLst>
              <a:ext uri="{FF2B5EF4-FFF2-40B4-BE49-F238E27FC236}">
                <a16:creationId xmlns:a16="http://schemas.microsoft.com/office/drawing/2014/main" id="{AAC1188D-0E08-1FC5-4F2D-9EDCFD3A96E5}"/>
              </a:ext>
            </a:extLst>
          </p:cNvPr>
          <p:cNvSpPr txBox="1"/>
          <p:nvPr/>
        </p:nvSpPr>
        <p:spPr>
          <a:xfrm>
            <a:off x="7157158" y="3907597"/>
            <a:ext cx="570089" cy="230832"/>
          </a:xfrm>
          <a:prstGeom prst="rect">
            <a:avLst/>
          </a:prstGeom>
          <a:noFill/>
        </p:spPr>
        <p:txBody>
          <a:bodyPr wrap="square" rtlCol="0">
            <a:spAutoFit/>
          </a:bodyPr>
          <a:lstStyle/>
          <a:p>
            <a:pPr algn="ctr"/>
            <a:r>
              <a:rPr lang="en-US" sz="900" dirty="0"/>
              <a:t>135679</a:t>
            </a:r>
          </a:p>
        </p:txBody>
      </p:sp>
      <p:sp>
        <p:nvSpPr>
          <p:cNvPr id="68" name="TextBox 67">
            <a:extLst>
              <a:ext uri="{FF2B5EF4-FFF2-40B4-BE49-F238E27FC236}">
                <a16:creationId xmlns:a16="http://schemas.microsoft.com/office/drawing/2014/main" id="{303D034C-1E60-FE14-C5DA-3644B68186ED}"/>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69" name="TextBox 68">
            <a:extLst>
              <a:ext uri="{FF2B5EF4-FFF2-40B4-BE49-F238E27FC236}">
                <a16:creationId xmlns:a16="http://schemas.microsoft.com/office/drawing/2014/main" id="{1C077171-E1DF-08FD-E539-7D92D1162AC0}"/>
              </a:ext>
            </a:extLst>
          </p:cNvPr>
          <p:cNvSpPr txBox="1"/>
          <p:nvPr/>
        </p:nvSpPr>
        <p:spPr>
          <a:xfrm>
            <a:off x="6654802" y="4408541"/>
            <a:ext cx="570089" cy="230832"/>
          </a:xfrm>
          <a:prstGeom prst="rect">
            <a:avLst/>
          </a:prstGeom>
          <a:noFill/>
        </p:spPr>
        <p:txBody>
          <a:bodyPr wrap="square" rtlCol="0">
            <a:spAutoFit/>
          </a:bodyPr>
          <a:lstStyle/>
          <a:p>
            <a:pPr algn="ctr"/>
            <a:r>
              <a:rPr lang="en-US" sz="900" dirty="0"/>
              <a:t>238</a:t>
            </a:r>
          </a:p>
        </p:txBody>
      </p:sp>
      <p:sp>
        <p:nvSpPr>
          <p:cNvPr id="70" name="TextBox 69">
            <a:extLst>
              <a:ext uri="{FF2B5EF4-FFF2-40B4-BE49-F238E27FC236}">
                <a16:creationId xmlns:a16="http://schemas.microsoft.com/office/drawing/2014/main" id="{3A8B522C-7E65-FB89-DAC5-BFB74090C189}"/>
              </a:ext>
            </a:extLst>
          </p:cNvPr>
          <p:cNvSpPr txBox="1"/>
          <p:nvPr/>
        </p:nvSpPr>
        <p:spPr>
          <a:xfrm>
            <a:off x="7157158" y="4408541"/>
            <a:ext cx="570089" cy="230832"/>
          </a:xfrm>
          <a:prstGeom prst="rect">
            <a:avLst/>
          </a:prstGeom>
          <a:noFill/>
        </p:spPr>
        <p:txBody>
          <a:bodyPr wrap="square" rtlCol="0">
            <a:spAutoFit/>
          </a:bodyPr>
          <a:lstStyle/>
          <a:p>
            <a:pPr algn="ctr"/>
            <a:r>
              <a:rPr lang="en-US" sz="900" dirty="0"/>
              <a:t>13457</a:t>
            </a:r>
          </a:p>
        </p:txBody>
      </p:sp>
      <p:sp>
        <p:nvSpPr>
          <p:cNvPr id="71" name="TextBox 70">
            <a:extLst>
              <a:ext uri="{FF2B5EF4-FFF2-40B4-BE49-F238E27FC236}">
                <a16:creationId xmlns:a16="http://schemas.microsoft.com/office/drawing/2014/main" id="{744F977B-2740-3B1E-9184-C3DF8D9E7AA6}"/>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4579</a:t>
            </a:r>
          </a:p>
        </p:txBody>
      </p:sp>
      <p:sp>
        <p:nvSpPr>
          <p:cNvPr id="72" name="TextBox 71">
            <a:extLst>
              <a:ext uri="{FF2B5EF4-FFF2-40B4-BE49-F238E27FC236}">
                <a16:creationId xmlns:a16="http://schemas.microsoft.com/office/drawing/2014/main" id="{9267855D-0CBF-1A3E-E394-7DE2B843A85C}"/>
              </a:ext>
            </a:extLst>
          </p:cNvPr>
          <p:cNvSpPr txBox="1"/>
          <p:nvPr/>
        </p:nvSpPr>
        <p:spPr>
          <a:xfrm>
            <a:off x="6654802" y="4909484"/>
            <a:ext cx="570089" cy="230832"/>
          </a:xfrm>
          <a:prstGeom prst="rect">
            <a:avLst/>
          </a:prstGeom>
          <a:noFill/>
        </p:spPr>
        <p:txBody>
          <a:bodyPr wrap="square" rtlCol="0">
            <a:spAutoFit/>
          </a:bodyPr>
          <a:lstStyle/>
          <a:p>
            <a:pPr algn="ctr"/>
            <a:r>
              <a:rPr lang="en-US" sz="900" dirty="0"/>
              <a:t>238</a:t>
            </a:r>
          </a:p>
        </p:txBody>
      </p:sp>
      <p:sp>
        <p:nvSpPr>
          <p:cNvPr id="73" name="TextBox 72">
            <a:extLst>
              <a:ext uri="{FF2B5EF4-FFF2-40B4-BE49-F238E27FC236}">
                <a16:creationId xmlns:a16="http://schemas.microsoft.com/office/drawing/2014/main" id="{B95BD319-41B9-6D95-C8B2-1FEE57A30BF2}"/>
              </a:ext>
            </a:extLst>
          </p:cNvPr>
          <p:cNvSpPr txBox="1"/>
          <p:nvPr/>
        </p:nvSpPr>
        <p:spPr>
          <a:xfrm>
            <a:off x="7157158" y="4909484"/>
            <a:ext cx="570089" cy="230832"/>
          </a:xfrm>
          <a:prstGeom prst="rect">
            <a:avLst/>
          </a:prstGeom>
          <a:noFill/>
        </p:spPr>
        <p:txBody>
          <a:bodyPr wrap="square" rtlCol="0">
            <a:spAutoFit/>
          </a:bodyPr>
          <a:lstStyle/>
          <a:p>
            <a:pPr algn="ctr"/>
            <a:r>
              <a:rPr lang="en-US" sz="900" dirty="0"/>
              <a:t>134579</a:t>
            </a:r>
          </a:p>
        </p:txBody>
      </p:sp>
      <p:sp>
        <p:nvSpPr>
          <p:cNvPr id="74" name="TextBox 73">
            <a:extLst>
              <a:ext uri="{FF2B5EF4-FFF2-40B4-BE49-F238E27FC236}">
                <a16:creationId xmlns:a16="http://schemas.microsoft.com/office/drawing/2014/main" id="{259E4E8B-53FE-BF9B-02CA-BCC1C08C92C5}"/>
              </a:ext>
            </a:extLst>
          </p:cNvPr>
          <p:cNvSpPr txBox="1"/>
          <p:nvPr/>
        </p:nvSpPr>
        <p:spPr>
          <a:xfrm>
            <a:off x="4645378" y="4909484"/>
            <a:ext cx="570089" cy="230832"/>
          </a:xfrm>
          <a:prstGeom prst="rect">
            <a:avLst/>
          </a:prstGeom>
          <a:noFill/>
        </p:spPr>
        <p:txBody>
          <a:bodyPr wrap="square" rtlCol="0">
            <a:spAutoFit/>
          </a:bodyPr>
          <a:lstStyle/>
          <a:p>
            <a:pPr algn="ctr"/>
            <a:r>
              <a:rPr lang="en-US" sz="900" dirty="0"/>
              <a:t>14579</a:t>
            </a:r>
          </a:p>
        </p:txBody>
      </p:sp>
      <p:sp>
        <p:nvSpPr>
          <p:cNvPr id="75" name="TextBox 74">
            <a:extLst>
              <a:ext uri="{FF2B5EF4-FFF2-40B4-BE49-F238E27FC236}">
                <a16:creationId xmlns:a16="http://schemas.microsoft.com/office/drawing/2014/main" id="{9A13A777-6274-5437-50D5-014C0804B7BA}"/>
              </a:ext>
            </a:extLst>
          </p:cNvPr>
          <p:cNvSpPr txBox="1"/>
          <p:nvPr/>
        </p:nvSpPr>
        <p:spPr>
          <a:xfrm>
            <a:off x="5147734" y="4909484"/>
            <a:ext cx="570089" cy="230832"/>
          </a:xfrm>
          <a:prstGeom prst="rect">
            <a:avLst/>
          </a:prstGeom>
          <a:noFill/>
        </p:spPr>
        <p:txBody>
          <a:bodyPr wrap="square" rtlCol="0">
            <a:spAutoFit/>
          </a:bodyPr>
          <a:lstStyle/>
          <a:p>
            <a:pPr algn="ctr"/>
            <a:r>
              <a:rPr lang="en-US" sz="900" dirty="0"/>
              <a:t>14589</a:t>
            </a:r>
          </a:p>
        </p:txBody>
      </p:sp>
      <p:sp>
        <p:nvSpPr>
          <p:cNvPr id="76" name="TextBox 75">
            <a:extLst>
              <a:ext uri="{FF2B5EF4-FFF2-40B4-BE49-F238E27FC236}">
                <a16:creationId xmlns:a16="http://schemas.microsoft.com/office/drawing/2014/main" id="{99569A40-FFD2-749B-0830-0E4B1FD76075}"/>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34578</a:t>
            </a:r>
          </a:p>
        </p:txBody>
      </p:sp>
      <p:sp>
        <p:nvSpPr>
          <p:cNvPr id="77" name="TextBox 76">
            <a:extLst>
              <a:ext uri="{FF2B5EF4-FFF2-40B4-BE49-F238E27FC236}">
                <a16:creationId xmlns:a16="http://schemas.microsoft.com/office/drawing/2014/main" id="{B509572D-F8BC-E044-6917-07AAF1010BAD}"/>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044DCFD4-1F45-16EA-4CD5-0EE77E76503F}"/>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DED83953-2809-1C79-6AE2-259A103803F0}"/>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7C4C3234-C221-0FC0-51BA-3B355C938289}"/>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E1F21BFA-D305-71BF-090D-72D3647828D5}"/>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AB9C75DB-7DBC-14CB-40F6-6B5CFC844AF4}"/>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3F51E6A5-3BF9-45AC-29CB-FBC405DFB38E}"/>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2" name="TextBox 11">
            <a:extLst>
              <a:ext uri="{FF2B5EF4-FFF2-40B4-BE49-F238E27FC236}">
                <a16:creationId xmlns:a16="http://schemas.microsoft.com/office/drawing/2014/main" id="{7DD7F87B-DD03-2280-477A-DFA852B3B31F}"/>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36" name="TextBox 35">
            <a:extLst>
              <a:ext uri="{FF2B5EF4-FFF2-40B4-BE49-F238E27FC236}">
                <a16:creationId xmlns:a16="http://schemas.microsoft.com/office/drawing/2014/main" id="{6F14EC2C-3DB0-4AFB-27E3-518AB3E9B362}"/>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D8AC94AB-79BD-0720-E905-C1ED1B90A483}"/>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3CB01739-0287-CB38-675F-5ED4050938CC}"/>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13" name="TextBox 12">
            <a:extLst>
              <a:ext uri="{FF2B5EF4-FFF2-40B4-BE49-F238E27FC236}">
                <a16:creationId xmlns:a16="http://schemas.microsoft.com/office/drawing/2014/main" id="{AABA2808-592F-EA52-A8AD-CECB1946E427}"/>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AA4D0DE5-40BE-0F3A-B614-DCBDD6067702}"/>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CC7E80A4-24E6-2FAA-0568-4A81E3ECEC33}"/>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7693111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A5A67-1A86-4369-52AB-8BEEADFC023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A841D3-4912-47DE-F7E2-B815FA817D3D}"/>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250AB7E-BDEE-C88D-0472-7FC18C07615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86CA857-3497-A429-37C1-49A452AFF28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5D9383B-588E-81F5-59B5-9CCAB23EA6B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B6F0202-E1C4-D441-8D71-75D34F9F70C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7EBF5A6-9F79-B8DC-D59F-B9327FBADAEA}"/>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8" name="TextBox 7">
            <a:extLst>
              <a:ext uri="{FF2B5EF4-FFF2-40B4-BE49-F238E27FC236}">
                <a16:creationId xmlns:a16="http://schemas.microsoft.com/office/drawing/2014/main" id="{94129866-9A38-FB99-40E4-FAD9CBAD6568}"/>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16" name="TextBox 15">
            <a:extLst>
              <a:ext uri="{FF2B5EF4-FFF2-40B4-BE49-F238E27FC236}">
                <a16:creationId xmlns:a16="http://schemas.microsoft.com/office/drawing/2014/main" id="{A9C8E1CE-4921-713B-FACB-8BE152BF3F0D}"/>
              </a:ext>
            </a:extLst>
          </p:cNvPr>
          <p:cNvSpPr txBox="1"/>
          <p:nvPr/>
        </p:nvSpPr>
        <p:spPr>
          <a:xfrm>
            <a:off x="4645378" y="2404765"/>
            <a:ext cx="570089" cy="230832"/>
          </a:xfrm>
          <a:prstGeom prst="rect">
            <a:avLst/>
          </a:prstGeom>
          <a:noFill/>
        </p:spPr>
        <p:txBody>
          <a:bodyPr wrap="square" rtlCol="0">
            <a:spAutoFit/>
          </a:bodyPr>
          <a:lstStyle/>
          <a:p>
            <a:pPr algn="ctr"/>
            <a:r>
              <a:rPr lang="en-US" sz="900" dirty="0"/>
              <a:t>34</a:t>
            </a:r>
          </a:p>
        </p:txBody>
      </p:sp>
      <p:sp>
        <p:nvSpPr>
          <p:cNvPr id="17" name="TextBox 16">
            <a:extLst>
              <a:ext uri="{FF2B5EF4-FFF2-40B4-BE49-F238E27FC236}">
                <a16:creationId xmlns:a16="http://schemas.microsoft.com/office/drawing/2014/main" id="{8FA33CFC-3E1B-48E8-00EC-DF9D76C97236}"/>
              </a:ext>
            </a:extLst>
          </p:cNvPr>
          <p:cNvSpPr txBox="1"/>
          <p:nvPr/>
        </p:nvSpPr>
        <p:spPr>
          <a:xfrm>
            <a:off x="5147734" y="2404765"/>
            <a:ext cx="570089" cy="230832"/>
          </a:xfrm>
          <a:prstGeom prst="rect">
            <a:avLst/>
          </a:prstGeom>
          <a:noFill/>
        </p:spPr>
        <p:txBody>
          <a:bodyPr wrap="square" rtlCol="0">
            <a:spAutoFit/>
          </a:bodyPr>
          <a:lstStyle/>
          <a:p>
            <a:pPr algn="ctr"/>
            <a:r>
              <a:rPr lang="en-US" sz="900" dirty="0"/>
              <a:t>43</a:t>
            </a:r>
          </a:p>
        </p:txBody>
      </p:sp>
      <p:sp>
        <p:nvSpPr>
          <p:cNvPr id="25" name="TextBox 24">
            <a:extLst>
              <a:ext uri="{FF2B5EF4-FFF2-40B4-BE49-F238E27FC236}">
                <a16:creationId xmlns:a16="http://schemas.microsoft.com/office/drawing/2014/main" id="{E486A782-B477-3044-A72E-3E72A7DF128E}"/>
              </a:ext>
            </a:extLst>
          </p:cNvPr>
          <p:cNvSpPr txBox="1"/>
          <p:nvPr/>
        </p:nvSpPr>
        <p:spPr>
          <a:xfrm>
            <a:off x="4143022" y="3907597"/>
            <a:ext cx="570089" cy="230832"/>
          </a:xfrm>
          <a:prstGeom prst="rect">
            <a:avLst/>
          </a:prstGeom>
          <a:noFill/>
        </p:spPr>
        <p:txBody>
          <a:bodyPr wrap="square" rtlCol="0">
            <a:spAutoFit/>
          </a:bodyPr>
          <a:lstStyle/>
          <a:p>
            <a:pPr algn="ctr"/>
            <a:r>
              <a:rPr lang="en-US" sz="900" dirty="0"/>
              <a:t>37</a:t>
            </a:r>
          </a:p>
        </p:txBody>
      </p:sp>
      <p:sp>
        <p:nvSpPr>
          <p:cNvPr id="26" name="TextBox 25">
            <a:extLst>
              <a:ext uri="{FF2B5EF4-FFF2-40B4-BE49-F238E27FC236}">
                <a16:creationId xmlns:a16="http://schemas.microsoft.com/office/drawing/2014/main" id="{5020CD63-E06F-69FE-7489-426E81C04140}"/>
              </a:ext>
            </a:extLst>
          </p:cNvPr>
          <p:cNvSpPr txBox="1"/>
          <p:nvPr/>
        </p:nvSpPr>
        <p:spPr>
          <a:xfrm>
            <a:off x="4645378" y="390759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8EE5A302-4628-A13F-E67E-BB34FCCF21E7}"/>
              </a:ext>
            </a:extLst>
          </p:cNvPr>
          <p:cNvSpPr txBox="1"/>
          <p:nvPr/>
        </p:nvSpPr>
        <p:spPr>
          <a:xfrm>
            <a:off x="5147734" y="3907597"/>
            <a:ext cx="570089" cy="230832"/>
          </a:xfrm>
          <a:prstGeom prst="rect">
            <a:avLst/>
          </a:prstGeom>
          <a:noFill/>
        </p:spPr>
        <p:txBody>
          <a:bodyPr wrap="square" rtlCol="0">
            <a:spAutoFit/>
          </a:bodyPr>
          <a:lstStyle/>
          <a:p>
            <a:pPr algn="ctr"/>
            <a:r>
              <a:rPr lang="en-US" sz="900" dirty="0"/>
              <a:t>28</a:t>
            </a:r>
          </a:p>
        </p:txBody>
      </p:sp>
      <p:sp>
        <p:nvSpPr>
          <p:cNvPr id="28" name="TextBox 27">
            <a:extLst>
              <a:ext uri="{FF2B5EF4-FFF2-40B4-BE49-F238E27FC236}">
                <a16:creationId xmlns:a16="http://schemas.microsoft.com/office/drawing/2014/main" id="{F1A70852-0BD4-FB57-66D8-E5D17038910E}"/>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2E648ED4-7286-B75A-D94F-EE278D2F3308}"/>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5685F3AD-212B-95C3-DDC6-DF4C93CAB092}"/>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4EE2521C-0C9B-2FF8-A5C6-D0BBF6CDDDC2}"/>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3EA4BFD9-FEA5-C797-7DA2-11F470727DBD}"/>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1E597237-348D-FD3F-9EC4-59564830021F}"/>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BB31354B-EF4F-BE72-B459-33EEE2F04A06}"/>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85871B59-0AA8-F4D3-21F3-0E0BF2034AE5}"/>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E08E54A6-15A2-BC28-D11C-00EBADA87A60}"/>
              </a:ext>
            </a:extLst>
          </p:cNvPr>
          <p:cNvSpPr txBox="1"/>
          <p:nvPr/>
        </p:nvSpPr>
        <p:spPr>
          <a:xfrm>
            <a:off x="3640666" y="3406653"/>
            <a:ext cx="570089" cy="230832"/>
          </a:xfrm>
          <a:prstGeom prst="rect">
            <a:avLst/>
          </a:prstGeom>
          <a:noFill/>
        </p:spPr>
        <p:txBody>
          <a:bodyPr wrap="square" rtlCol="0">
            <a:spAutoFit/>
          </a:bodyPr>
          <a:lstStyle/>
          <a:p>
            <a:pPr algn="ctr"/>
            <a:r>
              <a:rPr lang="en-US" sz="900" dirty="0"/>
              <a:t>279</a:t>
            </a:r>
          </a:p>
        </p:txBody>
      </p:sp>
      <p:sp>
        <p:nvSpPr>
          <p:cNvPr id="23" name="TextBox 22">
            <a:extLst>
              <a:ext uri="{FF2B5EF4-FFF2-40B4-BE49-F238E27FC236}">
                <a16:creationId xmlns:a16="http://schemas.microsoft.com/office/drawing/2014/main" id="{DD4EBA25-6896-6D9B-F130-B4A57789FFE4}"/>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4B1A1FEB-5C1E-9BA8-1650-D48B8A526968}"/>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48B3E9C2-5ECE-C517-0BC6-3E041B33FC99}"/>
              </a:ext>
            </a:extLst>
          </p:cNvPr>
          <p:cNvSpPr txBox="1"/>
          <p:nvPr/>
        </p:nvSpPr>
        <p:spPr>
          <a:xfrm>
            <a:off x="5147734" y="3406653"/>
            <a:ext cx="570089" cy="230832"/>
          </a:xfrm>
          <a:prstGeom prst="rect">
            <a:avLst/>
          </a:prstGeom>
          <a:noFill/>
        </p:spPr>
        <p:txBody>
          <a:bodyPr wrap="square" rtlCol="0">
            <a:spAutoFit/>
          </a:bodyPr>
          <a:lstStyle/>
          <a:p>
            <a:pPr algn="ctr"/>
            <a:r>
              <a:rPr lang="en-US" sz="900" dirty="0"/>
              <a:t>59</a:t>
            </a:r>
          </a:p>
        </p:txBody>
      </p:sp>
      <p:sp>
        <p:nvSpPr>
          <p:cNvPr id="35" name="TextBox 34">
            <a:extLst>
              <a:ext uri="{FF2B5EF4-FFF2-40B4-BE49-F238E27FC236}">
                <a16:creationId xmlns:a16="http://schemas.microsoft.com/office/drawing/2014/main" id="{97F8373F-27E8-5001-BC66-CD8898C1E110}"/>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2479</a:t>
            </a:r>
          </a:p>
        </p:txBody>
      </p:sp>
      <p:sp>
        <p:nvSpPr>
          <p:cNvPr id="37" name="TextBox 36">
            <a:extLst>
              <a:ext uri="{FF2B5EF4-FFF2-40B4-BE49-F238E27FC236}">
                <a16:creationId xmlns:a16="http://schemas.microsoft.com/office/drawing/2014/main" id="{E51893FD-5F9C-266F-3CA4-D903D4313F81}"/>
              </a:ext>
            </a:extLst>
          </p:cNvPr>
          <p:cNvSpPr txBox="1"/>
          <p:nvPr/>
        </p:nvSpPr>
        <p:spPr>
          <a:xfrm>
            <a:off x="7157158" y="2404765"/>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50C21314-3ADB-49A9-1C77-000DBF1EC01C}"/>
              </a:ext>
            </a:extLst>
          </p:cNvPr>
          <p:cNvSpPr txBox="1"/>
          <p:nvPr/>
        </p:nvSpPr>
        <p:spPr>
          <a:xfrm>
            <a:off x="6152446" y="2905709"/>
            <a:ext cx="570089" cy="230832"/>
          </a:xfrm>
          <a:prstGeom prst="rect">
            <a:avLst/>
          </a:prstGeom>
          <a:noFill/>
        </p:spPr>
        <p:txBody>
          <a:bodyPr wrap="square" rtlCol="0">
            <a:spAutoFit/>
          </a:bodyPr>
          <a:lstStyle/>
          <a:p>
            <a:pPr algn="ctr"/>
            <a:r>
              <a:rPr lang="en-US" sz="900" dirty="0"/>
              <a:t>49</a:t>
            </a:r>
          </a:p>
        </p:txBody>
      </p:sp>
      <p:sp>
        <p:nvSpPr>
          <p:cNvPr id="40" name="TextBox 39">
            <a:extLst>
              <a:ext uri="{FF2B5EF4-FFF2-40B4-BE49-F238E27FC236}">
                <a16:creationId xmlns:a16="http://schemas.microsoft.com/office/drawing/2014/main" id="{59D0FFEF-420B-C6D0-07D8-732D3FD67490}"/>
              </a:ext>
            </a:extLst>
          </p:cNvPr>
          <p:cNvSpPr txBox="1"/>
          <p:nvPr/>
        </p:nvSpPr>
        <p:spPr>
          <a:xfrm>
            <a:off x="7157158" y="2905709"/>
            <a:ext cx="570089" cy="230832"/>
          </a:xfrm>
          <a:prstGeom prst="rect">
            <a:avLst/>
          </a:prstGeom>
          <a:noFill/>
        </p:spPr>
        <p:txBody>
          <a:bodyPr wrap="square" rtlCol="0">
            <a:spAutoFit/>
          </a:bodyPr>
          <a:lstStyle/>
          <a:p>
            <a:pPr algn="ctr"/>
            <a:r>
              <a:rPr lang="en-US" sz="900" dirty="0"/>
              <a:t>94</a:t>
            </a:r>
          </a:p>
        </p:txBody>
      </p:sp>
      <p:sp>
        <p:nvSpPr>
          <p:cNvPr id="41" name="TextBox 40">
            <a:extLst>
              <a:ext uri="{FF2B5EF4-FFF2-40B4-BE49-F238E27FC236}">
                <a16:creationId xmlns:a16="http://schemas.microsoft.com/office/drawing/2014/main" id="{92827AB4-6BD3-A314-A4E5-7B9219D44E7E}"/>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E7CB7648-5212-26BC-DA24-3AE96A1239F9}"/>
              </a:ext>
            </a:extLst>
          </p:cNvPr>
          <p:cNvSpPr txBox="1"/>
          <p:nvPr/>
        </p:nvSpPr>
        <p:spPr>
          <a:xfrm>
            <a:off x="3138310" y="2404765"/>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6D1BAEEB-C063-A4E9-14C0-EBEEEDB81EFB}"/>
              </a:ext>
            </a:extLst>
          </p:cNvPr>
          <p:cNvSpPr txBox="1"/>
          <p:nvPr/>
        </p:nvSpPr>
        <p:spPr>
          <a:xfrm>
            <a:off x="5147734" y="2905709"/>
            <a:ext cx="570089" cy="230832"/>
          </a:xfrm>
          <a:prstGeom prst="rect">
            <a:avLst/>
          </a:prstGeom>
          <a:noFill/>
        </p:spPr>
        <p:txBody>
          <a:bodyPr wrap="square" rtlCol="0">
            <a:spAutoFit/>
          </a:bodyPr>
          <a:lstStyle/>
          <a:p>
            <a:pPr algn="ctr"/>
            <a:r>
              <a:rPr lang="en-US" sz="900" dirty="0"/>
              <a:t>29</a:t>
            </a:r>
          </a:p>
        </p:txBody>
      </p:sp>
      <p:sp>
        <p:nvSpPr>
          <p:cNvPr id="45" name="TextBox 44">
            <a:extLst>
              <a:ext uri="{FF2B5EF4-FFF2-40B4-BE49-F238E27FC236}">
                <a16:creationId xmlns:a16="http://schemas.microsoft.com/office/drawing/2014/main" id="{62476A6F-6EE7-FC94-057C-83DDD1968479}"/>
              </a:ext>
            </a:extLst>
          </p:cNvPr>
          <p:cNvSpPr txBox="1"/>
          <p:nvPr/>
        </p:nvSpPr>
        <p:spPr>
          <a:xfrm>
            <a:off x="5147734" y="901933"/>
            <a:ext cx="570089" cy="230832"/>
          </a:xfrm>
          <a:prstGeom prst="rect">
            <a:avLst/>
          </a:prstGeom>
          <a:noFill/>
        </p:spPr>
        <p:txBody>
          <a:bodyPr wrap="square" rtlCol="0">
            <a:spAutoFit/>
          </a:bodyPr>
          <a:lstStyle/>
          <a:p>
            <a:pPr algn="ctr"/>
            <a:r>
              <a:rPr lang="en-US" sz="900" dirty="0"/>
              <a:t>148</a:t>
            </a:r>
          </a:p>
        </p:txBody>
      </p:sp>
      <p:sp>
        <p:nvSpPr>
          <p:cNvPr id="46" name="TextBox 45">
            <a:extLst>
              <a:ext uri="{FF2B5EF4-FFF2-40B4-BE49-F238E27FC236}">
                <a16:creationId xmlns:a16="http://schemas.microsoft.com/office/drawing/2014/main" id="{2F432EC2-D4B3-07FE-2414-11A1CE11F1F1}"/>
              </a:ext>
            </a:extLst>
          </p:cNvPr>
          <p:cNvSpPr txBox="1"/>
          <p:nvPr/>
        </p:nvSpPr>
        <p:spPr>
          <a:xfrm>
            <a:off x="5650090" y="901933"/>
            <a:ext cx="570089" cy="230832"/>
          </a:xfrm>
          <a:prstGeom prst="rect">
            <a:avLst/>
          </a:prstGeom>
          <a:noFill/>
        </p:spPr>
        <p:txBody>
          <a:bodyPr wrap="square" rtlCol="0">
            <a:spAutoFit/>
          </a:bodyPr>
          <a:lstStyle/>
          <a:p>
            <a:pPr algn="ctr"/>
            <a:r>
              <a:rPr lang="en-US" sz="900" dirty="0"/>
              <a:t>48</a:t>
            </a:r>
          </a:p>
        </p:txBody>
      </p:sp>
      <p:sp>
        <p:nvSpPr>
          <p:cNvPr id="47" name="TextBox 46">
            <a:extLst>
              <a:ext uri="{FF2B5EF4-FFF2-40B4-BE49-F238E27FC236}">
                <a16:creationId xmlns:a16="http://schemas.microsoft.com/office/drawing/2014/main" id="{E3352CA5-55FA-162D-4429-2214F8421781}"/>
              </a:ext>
            </a:extLst>
          </p:cNvPr>
          <p:cNvSpPr txBox="1"/>
          <p:nvPr/>
        </p:nvSpPr>
        <p:spPr>
          <a:xfrm>
            <a:off x="6152446" y="901933"/>
            <a:ext cx="570089" cy="230832"/>
          </a:xfrm>
          <a:prstGeom prst="rect">
            <a:avLst/>
          </a:prstGeom>
          <a:noFill/>
        </p:spPr>
        <p:txBody>
          <a:bodyPr wrap="square" rtlCol="0">
            <a:spAutoFit/>
          </a:bodyPr>
          <a:lstStyle/>
          <a:p>
            <a:pPr algn="ctr"/>
            <a:r>
              <a:rPr lang="en-US" sz="900" dirty="0"/>
              <a:t>56</a:t>
            </a:r>
          </a:p>
        </p:txBody>
      </p:sp>
      <p:sp>
        <p:nvSpPr>
          <p:cNvPr id="48" name="TextBox 47">
            <a:extLst>
              <a:ext uri="{FF2B5EF4-FFF2-40B4-BE49-F238E27FC236}">
                <a16:creationId xmlns:a16="http://schemas.microsoft.com/office/drawing/2014/main" id="{74195517-C9C7-83AD-738A-8D98407385B7}"/>
              </a:ext>
            </a:extLst>
          </p:cNvPr>
          <p:cNvSpPr txBox="1"/>
          <p:nvPr/>
        </p:nvSpPr>
        <p:spPr>
          <a:xfrm>
            <a:off x="7157158" y="901933"/>
            <a:ext cx="570089" cy="230832"/>
          </a:xfrm>
          <a:prstGeom prst="rect">
            <a:avLst/>
          </a:prstGeom>
          <a:noFill/>
        </p:spPr>
        <p:txBody>
          <a:bodyPr wrap="square" rtlCol="0">
            <a:spAutoFit/>
          </a:bodyPr>
          <a:lstStyle/>
          <a:p>
            <a:pPr algn="ctr"/>
            <a:r>
              <a:rPr lang="en-US" sz="900" dirty="0"/>
              <a:t>65</a:t>
            </a:r>
          </a:p>
        </p:txBody>
      </p:sp>
      <p:sp>
        <p:nvSpPr>
          <p:cNvPr id="51" name="TextBox 50">
            <a:extLst>
              <a:ext uri="{FF2B5EF4-FFF2-40B4-BE49-F238E27FC236}">
                <a16:creationId xmlns:a16="http://schemas.microsoft.com/office/drawing/2014/main" id="{2191CDE2-AE0F-7152-57D0-8C0B476C2051}"/>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a:t>
            </a:r>
          </a:p>
        </p:txBody>
      </p:sp>
      <p:sp>
        <p:nvSpPr>
          <p:cNvPr id="52" name="TextBox 51">
            <a:extLst>
              <a:ext uri="{FF2B5EF4-FFF2-40B4-BE49-F238E27FC236}">
                <a16:creationId xmlns:a16="http://schemas.microsoft.com/office/drawing/2014/main" id="{075178E7-2129-9B6D-8611-0AFFEB08E957}"/>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a:t>
            </a:r>
          </a:p>
        </p:txBody>
      </p:sp>
      <p:sp>
        <p:nvSpPr>
          <p:cNvPr id="53" name="TextBox 52">
            <a:extLst>
              <a:ext uri="{FF2B5EF4-FFF2-40B4-BE49-F238E27FC236}">
                <a16:creationId xmlns:a16="http://schemas.microsoft.com/office/drawing/2014/main" id="{F635D932-53DD-4D6D-4F06-42311B040282}"/>
              </a:ext>
            </a:extLst>
          </p:cNvPr>
          <p:cNvSpPr txBox="1"/>
          <p:nvPr/>
        </p:nvSpPr>
        <p:spPr>
          <a:xfrm>
            <a:off x="5147734" y="1402877"/>
            <a:ext cx="570089" cy="230832"/>
          </a:xfrm>
          <a:prstGeom prst="rect">
            <a:avLst/>
          </a:prstGeom>
          <a:noFill/>
        </p:spPr>
        <p:txBody>
          <a:bodyPr wrap="square" rtlCol="0">
            <a:spAutoFit/>
          </a:bodyPr>
          <a:lstStyle/>
          <a:p>
            <a:pPr algn="ctr"/>
            <a:r>
              <a:rPr lang="en-US" sz="900" dirty="0"/>
              <a:t>356</a:t>
            </a:r>
          </a:p>
        </p:txBody>
      </p:sp>
      <p:sp>
        <p:nvSpPr>
          <p:cNvPr id="54" name="TextBox 53">
            <a:extLst>
              <a:ext uri="{FF2B5EF4-FFF2-40B4-BE49-F238E27FC236}">
                <a16:creationId xmlns:a16="http://schemas.microsoft.com/office/drawing/2014/main" id="{0EBA481E-E420-0C1A-6346-01131C6FD360}"/>
              </a:ext>
            </a:extLst>
          </p:cNvPr>
          <p:cNvSpPr txBox="1"/>
          <p:nvPr/>
        </p:nvSpPr>
        <p:spPr>
          <a:xfrm>
            <a:off x="3138310" y="1402877"/>
            <a:ext cx="570089" cy="230832"/>
          </a:xfrm>
          <a:prstGeom prst="rect">
            <a:avLst/>
          </a:prstGeom>
          <a:noFill/>
        </p:spPr>
        <p:txBody>
          <a:bodyPr wrap="square" rtlCol="0">
            <a:spAutoFit/>
          </a:bodyPr>
          <a:lstStyle/>
          <a:p>
            <a:pPr algn="ctr"/>
            <a:r>
              <a:rPr lang="en-US" sz="900" dirty="0"/>
              <a:t>45</a:t>
            </a:r>
          </a:p>
        </p:txBody>
      </p:sp>
      <p:sp>
        <p:nvSpPr>
          <p:cNvPr id="55" name="TextBox 54">
            <a:extLst>
              <a:ext uri="{FF2B5EF4-FFF2-40B4-BE49-F238E27FC236}">
                <a16:creationId xmlns:a16="http://schemas.microsoft.com/office/drawing/2014/main" id="{29FE6A6D-A1C8-0DF8-76B8-DF7791E8B613}"/>
              </a:ext>
            </a:extLst>
          </p:cNvPr>
          <p:cNvSpPr txBox="1"/>
          <p:nvPr/>
        </p:nvSpPr>
        <p:spPr>
          <a:xfrm>
            <a:off x="3640666" y="1903821"/>
            <a:ext cx="570089" cy="230832"/>
          </a:xfrm>
          <a:prstGeom prst="rect">
            <a:avLst/>
          </a:prstGeom>
          <a:noFill/>
        </p:spPr>
        <p:txBody>
          <a:bodyPr wrap="square" rtlCol="0">
            <a:spAutoFit/>
          </a:bodyPr>
          <a:lstStyle/>
          <a:p>
            <a:pPr algn="ctr"/>
            <a:r>
              <a:rPr lang="en-US" sz="900" dirty="0"/>
              <a:t>89</a:t>
            </a:r>
          </a:p>
        </p:txBody>
      </p:sp>
      <p:sp>
        <p:nvSpPr>
          <p:cNvPr id="56" name="TextBox 55">
            <a:extLst>
              <a:ext uri="{FF2B5EF4-FFF2-40B4-BE49-F238E27FC236}">
                <a16:creationId xmlns:a16="http://schemas.microsoft.com/office/drawing/2014/main" id="{3638976B-7F01-94D5-A1E8-AC08406524D7}"/>
              </a:ext>
            </a:extLst>
          </p:cNvPr>
          <p:cNvSpPr txBox="1"/>
          <p:nvPr/>
        </p:nvSpPr>
        <p:spPr>
          <a:xfrm>
            <a:off x="4143022" y="1903821"/>
            <a:ext cx="570089" cy="230832"/>
          </a:xfrm>
          <a:prstGeom prst="rect">
            <a:avLst/>
          </a:prstGeom>
          <a:noFill/>
        </p:spPr>
        <p:txBody>
          <a:bodyPr wrap="square" rtlCol="0">
            <a:spAutoFit/>
          </a:bodyPr>
          <a:lstStyle/>
          <a:p>
            <a:pPr algn="ctr"/>
            <a:r>
              <a:rPr lang="en-US" sz="900" dirty="0"/>
              <a:t>568</a:t>
            </a:r>
          </a:p>
        </p:txBody>
      </p:sp>
      <p:sp>
        <p:nvSpPr>
          <p:cNvPr id="57" name="TextBox 56">
            <a:extLst>
              <a:ext uri="{FF2B5EF4-FFF2-40B4-BE49-F238E27FC236}">
                <a16:creationId xmlns:a16="http://schemas.microsoft.com/office/drawing/2014/main" id="{CBB9855B-A38A-4E0D-EC77-6E34B82D718A}"/>
              </a:ext>
            </a:extLst>
          </p:cNvPr>
          <p:cNvSpPr txBox="1"/>
          <p:nvPr/>
        </p:nvSpPr>
        <p:spPr>
          <a:xfrm>
            <a:off x="4645378" y="1903821"/>
            <a:ext cx="570089" cy="230832"/>
          </a:xfrm>
          <a:prstGeom prst="rect">
            <a:avLst/>
          </a:prstGeom>
          <a:noFill/>
        </p:spPr>
        <p:txBody>
          <a:bodyPr wrap="square" rtlCol="0">
            <a:spAutoFit/>
          </a:bodyPr>
          <a:lstStyle/>
          <a:p>
            <a:pPr algn="ctr"/>
            <a:r>
              <a:rPr lang="en-US" sz="900" dirty="0"/>
              <a:t>56</a:t>
            </a:r>
          </a:p>
        </p:txBody>
      </p:sp>
      <p:sp>
        <p:nvSpPr>
          <p:cNvPr id="58" name="TextBox 57">
            <a:extLst>
              <a:ext uri="{FF2B5EF4-FFF2-40B4-BE49-F238E27FC236}">
                <a16:creationId xmlns:a16="http://schemas.microsoft.com/office/drawing/2014/main" id="{952E9417-8643-6B15-F9CB-83C46EFB70BC}"/>
              </a:ext>
            </a:extLst>
          </p:cNvPr>
          <p:cNvSpPr txBox="1"/>
          <p:nvPr/>
        </p:nvSpPr>
        <p:spPr>
          <a:xfrm>
            <a:off x="3138310" y="1903821"/>
            <a:ext cx="570089" cy="230832"/>
          </a:xfrm>
          <a:prstGeom prst="rect">
            <a:avLst/>
          </a:prstGeom>
          <a:noFill/>
        </p:spPr>
        <p:txBody>
          <a:bodyPr wrap="square" rtlCol="0">
            <a:spAutoFit/>
          </a:bodyPr>
          <a:lstStyle/>
          <a:p>
            <a:pPr algn="ctr"/>
            <a:r>
              <a:rPr lang="en-US" sz="900" dirty="0"/>
              <a:t>589</a:t>
            </a:r>
          </a:p>
        </p:txBody>
      </p:sp>
      <p:sp>
        <p:nvSpPr>
          <p:cNvPr id="59" name="TextBox 58">
            <a:extLst>
              <a:ext uri="{FF2B5EF4-FFF2-40B4-BE49-F238E27FC236}">
                <a16:creationId xmlns:a16="http://schemas.microsoft.com/office/drawing/2014/main" id="{5182424F-C7C9-3836-A3E3-34B2CEE76C78}"/>
              </a:ext>
            </a:extLst>
          </p:cNvPr>
          <p:cNvSpPr txBox="1"/>
          <p:nvPr/>
        </p:nvSpPr>
        <p:spPr>
          <a:xfrm>
            <a:off x="3138310" y="3907597"/>
            <a:ext cx="570089" cy="230832"/>
          </a:xfrm>
          <a:prstGeom prst="rect">
            <a:avLst/>
          </a:prstGeom>
          <a:noFill/>
        </p:spPr>
        <p:txBody>
          <a:bodyPr wrap="square" rtlCol="0">
            <a:spAutoFit/>
          </a:bodyPr>
          <a:lstStyle/>
          <a:p>
            <a:pPr algn="ctr"/>
            <a:r>
              <a:rPr lang="en-US" sz="900" dirty="0"/>
              <a:t>1578</a:t>
            </a:r>
          </a:p>
        </p:txBody>
      </p:sp>
      <p:sp>
        <p:nvSpPr>
          <p:cNvPr id="60" name="TextBox 59">
            <a:extLst>
              <a:ext uri="{FF2B5EF4-FFF2-40B4-BE49-F238E27FC236}">
                <a16:creationId xmlns:a16="http://schemas.microsoft.com/office/drawing/2014/main" id="{83F06D98-6072-956D-F896-541CC6B610CC}"/>
              </a:ext>
            </a:extLst>
          </p:cNvPr>
          <p:cNvSpPr txBox="1"/>
          <p:nvPr/>
        </p:nvSpPr>
        <p:spPr>
          <a:xfrm>
            <a:off x="3640666" y="4408541"/>
            <a:ext cx="570089" cy="230832"/>
          </a:xfrm>
          <a:prstGeom prst="rect">
            <a:avLst/>
          </a:prstGeom>
          <a:noFill/>
        </p:spPr>
        <p:txBody>
          <a:bodyPr wrap="square" rtlCol="0">
            <a:spAutoFit/>
          </a:bodyPr>
          <a:lstStyle/>
          <a:p>
            <a:pPr algn="ctr"/>
            <a:r>
              <a:rPr lang="en-US" sz="900" dirty="0"/>
              <a:t>278</a:t>
            </a:r>
          </a:p>
        </p:txBody>
      </p:sp>
      <p:sp>
        <p:nvSpPr>
          <p:cNvPr id="61" name="TextBox 60">
            <a:extLst>
              <a:ext uri="{FF2B5EF4-FFF2-40B4-BE49-F238E27FC236}">
                <a16:creationId xmlns:a16="http://schemas.microsoft.com/office/drawing/2014/main" id="{7D0C1EEE-0CDC-FD3D-1D3C-CC879C3FDE74}"/>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12578</a:t>
            </a:r>
          </a:p>
        </p:txBody>
      </p:sp>
      <p:sp>
        <p:nvSpPr>
          <p:cNvPr id="62" name="TextBox 61">
            <a:extLst>
              <a:ext uri="{FF2B5EF4-FFF2-40B4-BE49-F238E27FC236}">
                <a16:creationId xmlns:a16="http://schemas.microsoft.com/office/drawing/2014/main" id="{EC204FFC-F543-B77B-8DC0-B94AFA566B52}"/>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3578</a:t>
            </a:r>
          </a:p>
        </p:txBody>
      </p:sp>
      <p:sp>
        <p:nvSpPr>
          <p:cNvPr id="63" name="TextBox 62">
            <a:extLst>
              <a:ext uri="{FF2B5EF4-FFF2-40B4-BE49-F238E27FC236}">
                <a16:creationId xmlns:a16="http://schemas.microsoft.com/office/drawing/2014/main" id="{4CD41F4B-9EE2-0179-D49E-EA0F33AA5E5D}"/>
              </a:ext>
            </a:extLst>
          </p:cNvPr>
          <p:cNvSpPr txBox="1"/>
          <p:nvPr/>
        </p:nvSpPr>
        <p:spPr>
          <a:xfrm>
            <a:off x="3138310" y="4909484"/>
            <a:ext cx="570089" cy="230832"/>
          </a:xfrm>
          <a:prstGeom prst="rect">
            <a:avLst/>
          </a:prstGeom>
          <a:noFill/>
        </p:spPr>
        <p:txBody>
          <a:bodyPr wrap="square" rtlCol="0">
            <a:spAutoFit/>
          </a:bodyPr>
          <a:lstStyle/>
          <a:p>
            <a:pPr algn="ctr"/>
            <a:r>
              <a:rPr lang="en-US" sz="900" dirty="0"/>
              <a:t>12578</a:t>
            </a:r>
          </a:p>
        </p:txBody>
      </p:sp>
      <p:sp>
        <p:nvSpPr>
          <p:cNvPr id="64" name="TextBox 63">
            <a:extLst>
              <a:ext uri="{FF2B5EF4-FFF2-40B4-BE49-F238E27FC236}">
                <a16:creationId xmlns:a16="http://schemas.microsoft.com/office/drawing/2014/main" id="{46E5B16E-A3BB-3FFE-67F8-CBAA9C7B1FEB}"/>
              </a:ext>
            </a:extLst>
          </p:cNvPr>
          <p:cNvSpPr txBox="1"/>
          <p:nvPr/>
        </p:nvSpPr>
        <p:spPr>
          <a:xfrm>
            <a:off x="5650090" y="3907597"/>
            <a:ext cx="570089" cy="230832"/>
          </a:xfrm>
          <a:prstGeom prst="rect">
            <a:avLst/>
          </a:prstGeom>
          <a:noFill/>
        </p:spPr>
        <p:txBody>
          <a:bodyPr wrap="square" rtlCol="0">
            <a:spAutoFit/>
          </a:bodyPr>
          <a:lstStyle/>
          <a:p>
            <a:pPr algn="ctr"/>
            <a:r>
              <a:rPr lang="en-US" sz="900" dirty="0"/>
              <a:t>358</a:t>
            </a:r>
          </a:p>
        </p:txBody>
      </p:sp>
      <p:sp>
        <p:nvSpPr>
          <p:cNvPr id="65" name="TextBox 64">
            <a:extLst>
              <a:ext uri="{FF2B5EF4-FFF2-40B4-BE49-F238E27FC236}">
                <a16:creationId xmlns:a16="http://schemas.microsoft.com/office/drawing/2014/main" id="{4AC63538-0EA5-33CC-BFF8-EEB9EA38A4B4}"/>
              </a:ext>
            </a:extLst>
          </p:cNvPr>
          <p:cNvSpPr txBox="1"/>
          <p:nvPr/>
        </p:nvSpPr>
        <p:spPr>
          <a:xfrm>
            <a:off x="6152446" y="3907597"/>
            <a:ext cx="570089" cy="230832"/>
          </a:xfrm>
          <a:prstGeom prst="rect">
            <a:avLst/>
          </a:prstGeom>
          <a:noFill/>
        </p:spPr>
        <p:txBody>
          <a:bodyPr wrap="square" rtlCol="0">
            <a:spAutoFit/>
          </a:bodyPr>
          <a:lstStyle/>
          <a:p>
            <a:pPr algn="ctr"/>
            <a:r>
              <a:rPr lang="en-US" sz="900" dirty="0"/>
              <a:t>5679</a:t>
            </a:r>
          </a:p>
        </p:txBody>
      </p:sp>
      <p:sp>
        <p:nvSpPr>
          <p:cNvPr id="66" name="TextBox 65">
            <a:extLst>
              <a:ext uri="{FF2B5EF4-FFF2-40B4-BE49-F238E27FC236}">
                <a16:creationId xmlns:a16="http://schemas.microsoft.com/office/drawing/2014/main" id="{DC540893-9881-A131-1D21-90846D4A2E1E}"/>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67" name="TextBox 66">
            <a:extLst>
              <a:ext uri="{FF2B5EF4-FFF2-40B4-BE49-F238E27FC236}">
                <a16:creationId xmlns:a16="http://schemas.microsoft.com/office/drawing/2014/main" id="{C96ADDAF-C9CE-D8C8-17B2-BE9414A2D866}"/>
              </a:ext>
            </a:extLst>
          </p:cNvPr>
          <p:cNvSpPr txBox="1"/>
          <p:nvPr/>
        </p:nvSpPr>
        <p:spPr>
          <a:xfrm>
            <a:off x="7157158" y="3907597"/>
            <a:ext cx="570089" cy="230832"/>
          </a:xfrm>
          <a:prstGeom prst="rect">
            <a:avLst/>
          </a:prstGeom>
          <a:noFill/>
        </p:spPr>
        <p:txBody>
          <a:bodyPr wrap="square" rtlCol="0">
            <a:spAutoFit/>
          </a:bodyPr>
          <a:lstStyle/>
          <a:p>
            <a:pPr algn="ctr"/>
            <a:r>
              <a:rPr lang="en-US" sz="900" dirty="0"/>
              <a:t>15679</a:t>
            </a:r>
          </a:p>
        </p:txBody>
      </p:sp>
      <p:sp>
        <p:nvSpPr>
          <p:cNvPr id="68" name="TextBox 67">
            <a:extLst>
              <a:ext uri="{FF2B5EF4-FFF2-40B4-BE49-F238E27FC236}">
                <a16:creationId xmlns:a16="http://schemas.microsoft.com/office/drawing/2014/main" id="{377A5E83-DC83-D9D1-9A89-CA37A40D0340}"/>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69" name="TextBox 68">
            <a:extLst>
              <a:ext uri="{FF2B5EF4-FFF2-40B4-BE49-F238E27FC236}">
                <a16:creationId xmlns:a16="http://schemas.microsoft.com/office/drawing/2014/main" id="{5937D6A3-6DD3-4970-084E-299C7C12125E}"/>
              </a:ext>
            </a:extLst>
          </p:cNvPr>
          <p:cNvSpPr txBox="1"/>
          <p:nvPr/>
        </p:nvSpPr>
        <p:spPr>
          <a:xfrm>
            <a:off x="6654802" y="4408541"/>
            <a:ext cx="570089" cy="230832"/>
          </a:xfrm>
          <a:prstGeom prst="rect">
            <a:avLst/>
          </a:prstGeom>
          <a:noFill/>
        </p:spPr>
        <p:txBody>
          <a:bodyPr wrap="square" rtlCol="0">
            <a:spAutoFit/>
          </a:bodyPr>
          <a:lstStyle/>
          <a:p>
            <a:pPr algn="ctr"/>
            <a:r>
              <a:rPr lang="en-US" sz="900" dirty="0"/>
              <a:t>238</a:t>
            </a:r>
          </a:p>
        </p:txBody>
      </p:sp>
      <p:sp>
        <p:nvSpPr>
          <p:cNvPr id="70" name="TextBox 69">
            <a:extLst>
              <a:ext uri="{FF2B5EF4-FFF2-40B4-BE49-F238E27FC236}">
                <a16:creationId xmlns:a16="http://schemas.microsoft.com/office/drawing/2014/main" id="{97465146-4BB2-A3AD-E6FD-BCB4A695FD23}"/>
              </a:ext>
            </a:extLst>
          </p:cNvPr>
          <p:cNvSpPr txBox="1"/>
          <p:nvPr/>
        </p:nvSpPr>
        <p:spPr>
          <a:xfrm>
            <a:off x="7157158" y="4408541"/>
            <a:ext cx="570089" cy="230832"/>
          </a:xfrm>
          <a:prstGeom prst="rect">
            <a:avLst/>
          </a:prstGeom>
          <a:noFill/>
        </p:spPr>
        <p:txBody>
          <a:bodyPr wrap="square" rtlCol="0">
            <a:spAutoFit/>
          </a:bodyPr>
          <a:lstStyle/>
          <a:p>
            <a:pPr algn="ctr"/>
            <a:r>
              <a:rPr lang="en-US" sz="900" dirty="0"/>
              <a:t>1457</a:t>
            </a:r>
          </a:p>
        </p:txBody>
      </p:sp>
      <p:sp>
        <p:nvSpPr>
          <p:cNvPr id="71" name="TextBox 70">
            <a:extLst>
              <a:ext uri="{FF2B5EF4-FFF2-40B4-BE49-F238E27FC236}">
                <a16:creationId xmlns:a16="http://schemas.microsoft.com/office/drawing/2014/main" id="{2DBE5E1A-C1A4-585E-A665-E6F533B02D97}"/>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4579</a:t>
            </a:r>
          </a:p>
        </p:txBody>
      </p:sp>
      <p:sp>
        <p:nvSpPr>
          <p:cNvPr id="72" name="TextBox 71">
            <a:extLst>
              <a:ext uri="{FF2B5EF4-FFF2-40B4-BE49-F238E27FC236}">
                <a16:creationId xmlns:a16="http://schemas.microsoft.com/office/drawing/2014/main" id="{F929DA73-879F-5803-4256-93CA9502B83C}"/>
              </a:ext>
            </a:extLst>
          </p:cNvPr>
          <p:cNvSpPr txBox="1"/>
          <p:nvPr/>
        </p:nvSpPr>
        <p:spPr>
          <a:xfrm>
            <a:off x="6654802" y="4909484"/>
            <a:ext cx="570089" cy="230832"/>
          </a:xfrm>
          <a:prstGeom prst="rect">
            <a:avLst/>
          </a:prstGeom>
          <a:noFill/>
        </p:spPr>
        <p:txBody>
          <a:bodyPr wrap="square" rtlCol="0">
            <a:spAutoFit/>
          </a:bodyPr>
          <a:lstStyle/>
          <a:p>
            <a:pPr algn="ctr"/>
            <a:r>
              <a:rPr lang="en-US" sz="900" dirty="0"/>
              <a:t>238</a:t>
            </a:r>
          </a:p>
        </p:txBody>
      </p:sp>
      <p:sp>
        <p:nvSpPr>
          <p:cNvPr id="73" name="TextBox 72">
            <a:extLst>
              <a:ext uri="{FF2B5EF4-FFF2-40B4-BE49-F238E27FC236}">
                <a16:creationId xmlns:a16="http://schemas.microsoft.com/office/drawing/2014/main" id="{47E4A8D5-18FD-4BB7-78C5-948962FB1A8C}"/>
              </a:ext>
            </a:extLst>
          </p:cNvPr>
          <p:cNvSpPr txBox="1"/>
          <p:nvPr/>
        </p:nvSpPr>
        <p:spPr>
          <a:xfrm>
            <a:off x="7157158" y="4909484"/>
            <a:ext cx="570089" cy="230832"/>
          </a:xfrm>
          <a:prstGeom prst="rect">
            <a:avLst/>
          </a:prstGeom>
          <a:noFill/>
        </p:spPr>
        <p:txBody>
          <a:bodyPr wrap="square" rtlCol="0">
            <a:spAutoFit/>
          </a:bodyPr>
          <a:lstStyle/>
          <a:p>
            <a:pPr algn="ctr"/>
            <a:r>
              <a:rPr lang="en-US" sz="900" dirty="0"/>
              <a:t>14579</a:t>
            </a:r>
          </a:p>
        </p:txBody>
      </p:sp>
      <p:sp>
        <p:nvSpPr>
          <p:cNvPr id="74" name="TextBox 73">
            <a:extLst>
              <a:ext uri="{FF2B5EF4-FFF2-40B4-BE49-F238E27FC236}">
                <a16:creationId xmlns:a16="http://schemas.microsoft.com/office/drawing/2014/main" id="{8DCA2867-E819-CC55-EE81-DD16B81DF912}"/>
              </a:ext>
            </a:extLst>
          </p:cNvPr>
          <p:cNvSpPr txBox="1"/>
          <p:nvPr/>
        </p:nvSpPr>
        <p:spPr>
          <a:xfrm>
            <a:off x="4645378" y="4909484"/>
            <a:ext cx="570089" cy="230832"/>
          </a:xfrm>
          <a:prstGeom prst="rect">
            <a:avLst/>
          </a:prstGeom>
          <a:noFill/>
        </p:spPr>
        <p:txBody>
          <a:bodyPr wrap="square" rtlCol="0">
            <a:spAutoFit/>
          </a:bodyPr>
          <a:lstStyle/>
          <a:p>
            <a:pPr algn="ctr"/>
            <a:r>
              <a:rPr lang="en-US" sz="900" dirty="0"/>
              <a:t>14579</a:t>
            </a:r>
          </a:p>
        </p:txBody>
      </p:sp>
      <p:sp>
        <p:nvSpPr>
          <p:cNvPr id="75" name="TextBox 74">
            <a:extLst>
              <a:ext uri="{FF2B5EF4-FFF2-40B4-BE49-F238E27FC236}">
                <a16:creationId xmlns:a16="http://schemas.microsoft.com/office/drawing/2014/main" id="{7FC3C430-874F-F047-D856-520615A111DC}"/>
              </a:ext>
            </a:extLst>
          </p:cNvPr>
          <p:cNvSpPr txBox="1"/>
          <p:nvPr/>
        </p:nvSpPr>
        <p:spPr>
          <a:xfrm>
            <a:off x="5147734" y="4909484"/>
            <a:ext cx="570089" cy="230832"/>
          </a:xfrm>
          <a:prstGeom prst="rect">
            <a:avLst/>
          </a:prstGeom>
          <a:noFill/>
        </p:spPr>
        <p:txBody>
          <a:bodyPr wrap="square" rtlCol="0">
            <a:spAutoFit/>
          </a:bodyPr>
          <a:lstStyle/>
          <a:p>
            <a:pPr algn="ctr"/>
            <a:r>
              <a:rPr lang="en-US" sz="900" dirty="0"/>
              <a:t>14589</a:t>
            </a:r>
          </a:p>
        </p:txBody>
      </p:sp>
      <p:sp>
        <p:nvSpPr>
          <p:cNvPr id="76" name="TextBox 75">
            <a:extLst>
              <a:ext uri="{FF2B5EF4-FFF2-40B4-BE49-F238E27FC236}">
                <a16:creationId xmlns:a16="http://schemas.microsoft.com/office/drawing/2014/main" id="{B8B992A5-0C6F-AE53-EB72-861BA570FC5C}"/>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3458</a:t>
            </a:r>
          </a:p>
        </p:txBody>
      </p:sp>
      <p:sp>
        <p:nvSpPr>
          <p:cNvPr id="77" name="TextBox 76">
            <a:extLst>
              <a:ext uri="{FF2B5EF4-FFF2-40B4-BE49-F238E27FC236}">
                <a16:creationId xmlns:a16="http://schemas.microsoft.com/office/drawing/2014/main" id="{5FB78F6B-6EA3-AF81-11FA-D80D90489986}"/>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79F9F5D8-126C-BB91-ED85-95987084F344}"/>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8DB58AA0-70FE-3E78-7C6B-C05DCFE25301}"/>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FB0CC0F0-6C32-C80F-6326-3715D5B01D4E}"/>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F5AA0F85-3286-A09E-A75C-0AAF88A898A9}"/>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5AD5C4FC-A0A0-B23D-C8E6-CB0EDF910E02}"/>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9BFAB3E5-213D-EA5B-CB62-81187EFA09A3}"/>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2" name="TextBox 11">
            <a:extLst>
              <a:ext uri="{FF2B5EF4-FFF2-40B4-BE49-F238E27FC236}">
                <a16:creationId xmlns:a16="http://schemas.microsoft.com/office/drawing/2014/main" id="{2382DC0B-7982-6021-DF89-43EF1D885817}"/>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36" name="TextBox 35">
            <a:extLst>
              <a:ext uri="{FF2B5EF4-FFF2-40B4-BE49-F238E27FC236}">
                <a16:creationId xmlns:a16="http://schemas.microsoft.com/office/drawing/2014/main" id="{3C4D55D9-0B24-696F-5345-E78AFD554A4F}"/>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C5ECAA1C-B258-1751-09A4-2FB91F7F3C9C}"/>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A531A9EF-03AC-B925-0BC2-126F975A8DC3}"/>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13" name="TextBox 12">
            <a:extLst>
              <a:ext uri="{FF2B5EF4-FFF2-40B4-BE49-F238E27FC236}">
                <a16:creationId xmlns:a16="http://schemas.microsoft.com/office/drawing/2014/main" id="{08ECD2C3-5803-54C1-07E0-5D86B281F5FD}"/>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5D43445B-7B17-DE84-0CE7-4F9AFD89AEB1}"/>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565A04A7-CC72-1001-784C-BF67F40C566E}"/>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9574338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321B7-B5F9-BF44-4E15-5FAF1681575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5E49B7-32DE-A8C6-1C9A-415A1A7278B0}"/>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BB10384-B8B9-C5B6-93E5-ACAA4B86C50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1736A31-2D20-FE43-E17B-C07F431F230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A6413BA-4F92-7718-1237-1CAE3BB79DF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74E3F34-5F42-5319-5BF6-AFF7AA8EB29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79017DD-A9A0-BE6A-5B67-2B9CAE0D6121}"/>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8" name="TextBox 7">
            <a:extLst>
              <a:ext uri="{FF2B5EF4-FFF2-40B4-BE49-F238E27FC236}">
                <a16:creationId xmlns:a16="http://schemas.microsoft.com/office/drawing/2014/main" id="{CD2D026A-1BE4-389D-DDBB-DE5FF4B118BB}"/>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16" name="TextBox 15">
            <a:extLst>
              <a:ext uri="{FF2B5EF4-FFF2-40B4-BE49-F238E27FC236}">
                <a16:creationId xmlns:a16="http://schemas.microsoft.com/office/drawing/2014/main" id="{F3CF8022-723C-5AB3-826F-7BA88A2C2E35}"/>
              </a:ext>
            </a:extLst>
          </p:cNvPr>
          <p:cNvSpPr txBox="1"/>
          <p:nvPr/>
        </p:nvSpPr>
        <p:spPr>
          <a:xfrm>
            <a:off x="4645378" y="2404765"/>
            <a:ext cx="570089" cy="230832"/>
          </a:xfrm>
          <a:prstGeom prst="rect">
            <a:avLst/>
          </a:prstGeom>
          <a:noFill/>
        </p:spPr>
        <p:txBody>
          <a:bodyPr wrap="square" rtlCol="0">
            <a:spAutoFit/>
          </a:bodyPr>
          <a:lstStyle/>
          <a:p>
            <a:pPr algn="ctr"/>
            <a:r>
              <a:rPr lang="en-US" sz="900" dirty="0"/>
              <a:t>34</a:t>
            </a:r>
          </a:p>
        </p:txBody>
      </p:sp>
      <p:sp>
        <p:nvSpPr>
          <p:cNvPr id="17" name="TextBox 16">
            <a:extLst>
              <a:ext uri="{FF2B5EF4-FFF2-40B4-BE49-F238E27FC236}">
                <a16:creationId xmlns:a16="http://schemas.microsoft.com/office/drawing/2014/main" id="{46C416F3-F38B-5FF6-9315-98816CBBEE44}"/>
              </a:ext>
            </a:extLst>
          </p:cNvPr>
          <p:cNvSpPr txBox="1"/>
          <p:nvPr/>
        </p:nvSpPr>
        <p:spPr>
          <a:xfrm>
            <a:off x="5147734" y="2404765"/>
            <a:ext cx="570089" cy="230832"/>
          </a:xfrm>
          <a:prstGeom prst="rect">
            <a:avLst/>
          </a:prstGeom>
          <a:noFill/>
        </p:spPr>
        <p:txBody>
          <a:bodyPr wrap="square" rtlCol="0">
            <a:spAutoFit/>
          </a:bodyPr>
          <a:lstStyle/>
          <a:p>
            <a:pPr algn="ctr"/>
            <a:r>
              <a:rPr lang="en-US" sz="900" dirty="0"/>
              <a:t>43</a:t>
            </a:r>
          </a:p>
        </p:txBody>
      </p:sp>
      <p:sp>
        <p:nvSpPr>
          <p:cNvPr id="25" name="TextBox 24">
            <a:extLst>
              <a:ext uri="{FF2B5EF4-FFF2-40B4-BE49-F238E27FC236}">
                <a16:creationId xmlns:a16="http://schemas.microsoft.com/office/drawing/2014/main" id="{FAAD334E-66ED-5734-8747-D1A7D7CFFE9F}"/>
              </a:ext>
            </a:extLst>
          </p:cNvPr>
          <p:cNvSpPr txBox="1"/>
          <p:nvPr/>
        </p:nvSpPr>
        <p:spPr>
          <a:xfrm>
            <a:off x="4143022" y="3907597"/>
            <a:ext cx="570089" cy="230832"/>
          </a:xfrm>
          <a:prstGeom prst="rect">
            <a:avLst/>
          </a:prstGeom>
          <a:noFill/>
        </p:spPr>
        <p:txBody>
          <a:bodyPr wrap="square" rtlCol="0">
            <a:spAutoFit/>
          </a:bodyPr>
          <a:lstStyle/>
          <a:p>
            <a:pPr algn="ctr"/>
            <a:r>
              <a:rPr lang="en-US" sz="900" dirty="0"/>
              <a:t>37</a:t>
            </a:r>
          </a:p>
        </p:txBody>
      </p:sp>
      <p:sp>
        <p:nvSpPr>
          <p:cNvPr id="26" name="TextBox 25">
            <a:extLst>
              <a:ext uri="{FF2B5EF4-FFF2-40B4-BE49-F238E27FC236}">
                <a16:creationId xmlns:a16="http://schemas.microsoft.com/office/drawing/2014/main" id="{EBBCBBCC-D277-4EA9-B717-8D38D81CC59A}"/>
              </a:ext>
            </a:extLst>
          </p:cNvPr>
          <p:cNvSpPr txBox="1"/>
          <p:nvPr/>
        </p:nvSpPr>
        <p:spPr>
          <a:xfrm>
            <a:off x="4645378" y="3907597"/>
            <a:ext cx="570089" cy="230832"/>
          </a:xfrm>
          <a:prstGeom prst="rect">
            <a:avLst/>
          </a:prstGeom>
          <a:noFill/>
        </p:spPr>
        <p:txBody>
          <a:bodyPr wrap="square" rtlCol="0">
            <a:spAutoFit/>
          </a:bodyPr>
          <a:lstStyle/>
          <a:p>
            <a:pPr algn="ctr"/>
            <a:r>
              <a:rPr lang="en-US" sz="900" dirty="0"/>
              <a:t>12</a:t>
            </a:r>
          </a:p>
        </p:txBody>
      </p:sp>
      <p:sp>
        <p:nvSpPr>
          <p:cNvPr id="27" name="TextBox 26">
            <a:extLst>
              <a:ext uri="{FF2B5EF4-FFF2-40B4-BE49-F238E27FC236}">
                <a16:creationId xmlns:a16="http://schemas.microsoft.com/office/drawing/2014/main" id="{DDAA47F0-E1F0-1E9F-8740-89127993ECBE}"/>
              </a:ext>
            </a:extLst>
          </p:cNvPr>
          <p:cNvSpPr txBox="1"/>
          <p:nvPr/>
        </p:nvSpPr>
        <p:spPr>
          <a:xfrm>
            <a:off x="5147734" y="3907597"/>
            <a:ext cx="570089" cy="230832"/>
          </a:xfrm>
          <a:prstGeom prst="rect">
            <a:avLst/>
          </a:prstGeom>
          <a:noFill/>
        </p:spPr>
        <p:txBody>
          <a:bodyPr wrap="square" rtlCol="0">
            <a:spAutoFit/>
          </a:bodyPr>
          <a:lstStyle/>
          <a:p>
            <a:pPr algn="ctr"/>
            <a:r>
              <a:rPr lang="en-US" sz="900" dirty="0"/>
              <a:t>28</a:t>
            </a:r>
          </a:p>
        </p:txBody>
      </p:sp>
      <p:sp>
        <p:nvSpPr>
          <p:cNvPr id="28" name="TextBox 27">
            <a:extLst>
              <a:ext uri="{FF2B5EF4-FFF2-40B4-BE49-F238E27FC236}">
                <a16:creationId xmlns:a16="http://schemas.microsoft.com/office/drawing/2014/main" id="{5EA4886D-6DF3-3C97-BE64-A31A2F0F753D}"/>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FF2F90B4-4EB7-D6DB-7923-8E89F59872EA}"/>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F30F6EEA-7812-02EF-7814-73FD695546BC}"/>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13A9B4A6-39AA-BFBE-C3C9-72116D070E4C}"/>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C55457EE-E869-A8E1-FA77-1114CBED7362}"/>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BF6BDB91-DD71-4130-C475-77F939ADFD3D}"/>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8EDF5904-F01A-4404-DD58-55FBF1EE0D53}"/>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D2788384-6590-CD6E-F7D2-ECD248D5444C}"/>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82176A9A-5184-7691-C7D4-3B81465B8261}"/>
              </a:ext>
            </a:extLst>
          </p:cNvPr>
          <p:cNvSpPr txBox="1"/>
          <p:nvPr/>
        </p:nvSpPr>
        <p:spPr>
          <a:xfrm>
            <a:off x="3640666" y="3406653"/>
            <a:ext cx="570089" cy="230832"/>
          </a:xfrm>
          <a:prstGeom prst="rect">
            <a:avLst/>
          </a:prstGeom>
          <a:noFill/>
        </p:spPr>
        <p:txBody>
          <a:bodyPr wrap="square" rtlCol="0">
            <a:spAutoFit/>
          </a:bodyPr>
          <a:lstStyle/>
          <a:p>
            <a:pPr algn="ctr"/>
            <a:r>
              <a:rPr lang="en-US" sz="900" dirty="0"/>
              <a:t>27</a:t>
            </a:r>
          </a:p>
        </p:txBody>
      </p:sp>
      <p:sp>
        <p:nvSpPr>
          <p:cNvPr id="23" name="TextBox 22">
            <a:extLst>
              <a:ext uri="{FF2B5EF4-FFF2-40B4-BE49-F238E27FC236}">
                <a16:creationId xmlns:a16="http://schemas.microsoft.com/office/drawing/2014/main" id="{019529F2-6CAC-386F-D12A-64A33242D1FF}"/>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C6DA0B29-2DA7-F9AA-F3E5-E72CF9A48CE4}"/>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CB1CED67-DB0E-1BD0-FEF1-A4BBDC0E07D6}"/>
              </a:ext>
            </a:extLst>
          </p:cNvPr>
          <p:cNvSpPr txBox="1"/>
          <p:nvPr/>
        </p:nvSpPr>
        <p:spPr>
          <a:xfrm>
            <a:off x="5147734" y="3406653"/>
            <a:ext cx="570089" cy="230832"/>
          </a:xfrm>
          <a:prstGeom prst="rect">
            <a:avLst/>
          </a:prstGeom>
          <a:noFill/>
        </p:spPr>
        <p:txBody>
          <a:bodyPr wrap="square" rtlCol="0">
            <a:spAutoFit/>
          </a:bodyPr>
          <a:lstStyle/>
          <a:p>
            <a:pPr algn="ctr"/>
            <a:r>
              <a:rPr lang="en-US" sz="900" dirty="0"/>
              <a:t>59</a:t>
            </a:r>
          </a:p>
        </p:txBody>
      </p:sp>
      <p:sp>
        <p:nvSpPr>
          <p:cNvPr id="35" name="TextBox 34">
            <a:extLst>
              <a:ext uri="{FF2B5EF4-FFF2-40B4-BE49-F238E27FC236}">
                <a16:creationId xmlns:a16="http://schemas.microsoft.com/office/drawing/2014/main" id="{8372B79C-F84B-4E3C-3737-0C2370D1F143}"/>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a:t>
            </a:r>
          </a:p>
        </p:txBody>
      </p:sp>
      <p:sp>
        <p:nvSpPr>
          <p:cNvPr id="38" name="TextBox 37">
            <a:extLst>
              <a:ext uri="{FF2B5EF4-FFF2-40B4-BE49-F238E27FC236}">
                <a16:creationId xmlns:a16="http://schemas.microsoft.com/office/drawing/2014/main" id="{6364FF93-FC81-9E19-26E7-B313C98CBFE0}"/>
              </a:ext>
            </a:extLst>
          </p:cNvPr>
          <p:cNvSpPr txBox="1"/>
          <p:nvPr/>
        </p:nvSpPr>
        <p:spPr>
          <a:xfrm>
            <a:off x="6152446" y="2905709"/>
            <a:ext cx="570089" cy="230832"/>
          </a:xfrm>
          <a:prstGeom prst="rect">
            <a:avLst/>
          </a:prstGeom>
          <a:noFill/>
        </p:spPr>
        <p:txBody>
          <a:bodyPr wrap="square" rtlCol="0">
            <a:spAutoFit/>
          </a:bodyPr>
          <a:lstStyle/>
          <a:p>
            <a:pPr algn="ctr"/>
            <a:r>
              <a:rPr lang="en-US" sz="900" dirty="0"/>
              <a:t>49</a:t>
            </a:r>
          </a:p>
        </p:txBody>
      </p:sp>
      <p:sp>
        <p:nvSpPr>
          <p:cNvPr id="40" name="TextBox 39">
            <a:extLst>
              <a:ext uri="{FF2B5EF4-FFF2-40B4-BE49-F238E27FC236}">
                <a16:creationId xmlns:a16="http://schemas.microsoft.com/office/drawing/2014/main" id="{5824C439-FAF8-83BF-509C-248174C789D0}"/>
              </a:ext>
            </a:extLst>
          </p:cNvPr>
          <p:cNvSpPr txBox="1"/>
          <p:nvPr/>
        </p:nvSpPr>
        <p:spPr>
          <a:xfrm>
            <a:off x="7157158" y="2905709"/>
            <a:ext cx="570089" cy="230832"/>
          </a:xfrm>
          <a:prstGeom prst="rect">
            <a:avLst/>
          </a:prstGeom>
          <a:noFill/>
        </p:spPr>
        <p:txBody>
          <a:bodyPr wrap="square" rtlCol="0">
            <a:spAutoFit/>
          </a:bodyPr>
          <a:lstStyle/>
          <a:p>
            <a:pPr algn="ctr"/>
            <a:r>
              <a:rPr lang="en-US" sz="900" dirty="0"/>
              <a:t>94</a:t>
            </a:r>
          </a:p>
        </p:txBody>
      </p:sp>
      <p:sp>
        <p:nvSpPr>
          <p:cNvPr id="41" name="TextBox 40">
            <a:extLst>
              <a:ext uri="{FF2B5EF4-FFF2-40B4-BE49-F238E27FC236}">
                <a16:creationId xmlns:a16="http://schemas.microsoft.com/office/drawing/2014/main" id="{0EC494B9-C0CE-C708-9BF9-99E386C781C3}"/>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009C9C62-47E1-05DB-BDA9-BE10A0F51B32}"/>
              </a:ext>
            </a:extLst>
          </p:cNvPr>
          <p:cNvSpPr txBox="1"/>
          <p:nvPr/>
        </p:nvSpPr>
        <p:spPr>
          <a:xfrm>
            <a:off x="3138310" y="2404765"/>
            <a:ext cx="570089" cy="230832"/>
          </a:xfrm>
          <a:prstGeom prst="rect">
            <a:avLst/>
          </a:prstGeom>
          <a:noFill/>
        </p:spPr>
        <p:txBody>
          <a:bodyPr wrap="square" rtlCol="0">
            <a:spAutoFit/>
          </a:bodyPr>
          <a:lstStyle/>
          <a:p>
            <a:pPr algn="ctr"/>
            <a:r>
              <a:rPr lang="en-US" sz="900" dirty="0"/>
              <a:t>789</a:t>
            </a:r>
          </a:p>
        </p:txBody>
      </p:sp>
      <p:sp>
        <p:nvSpPr>
          <p:cNvPr id="45" name="TextBox 44">
            <a:extLst>
              <a:ext uri="{FF2B5EF4-FFF2-40B4-BE49-F238E27FC236}">
                <a16:creationId xmlns:a16="http://schemas.microsoft.com/office/drawing/2014/main" id="{2F4729D6-9210-CCC1-DE5A-F77463C7D2D7}"/>
              </a:ext>
            </a:extLst>
          </p:cNvPr>
          <p:cNvSpPr txBox="1"/>
          <p:nvPr/>
        </p:nvSpPr>
        <p:spPr>
          <a:xfrm>
            <a:off x="5147734" y="901933"/>
            <a:ext cx="570089" cy="230832"/>
          </a:xfrm>
          <a:prstGeom prst="rect">
            <a:avLst/>
          </a:prstGeom>
          <a:noFill/>
        </p:spPr>
        <p:txBody>
          <a:bodyPr wrap="square" rtlCol="0">
            <a:spAutoFit/>
          </a:bodyPr>
          <a:lstStyle/>
          <a:p>
            <a:pPr algn="ctr"/>
            <a:r>
              <a:rPr lang="en-US" sz="900" dirty="0"/>
              <a:t>148</a:t>
            </a:r>
          </a:p>
        </p:txBody>
      </p:sp>
      <p:sp>
        <p:nvSpPr>
          <p:cNvPr id="46" name="TextBox 45">
            <a:extLst>
              <a:ext uri="{FF2B5EF4-FFF2-40B4-BE49-F238E27FC236}">
                <a16:creationId xmlns:a16="http://schemas.microsoft.com/office/drawing/2014/main" id="{95564132-A50D-921A-640D-B35D9228EA3C}"/>
              </a:ext>
            </a:extLst>
          </p:cNvPr>
          <p:cNvSpPr txBox="1"/>
          <p:nvPr/>
        </p:nvSpPr>
        <p:spPr>
          <a:xfrm>
            <a:off x="5650090" y="901933"/>
            <a:ext cx="570089" cy="230832"/>
          </a:xfrm>
          <a:prstGeom prst="rect">
            <a:avLst/>
          </a:prstGeom>
          <a:noFill/>
        </p:spPr>
        <p:txBody>
          <a:bodyPr wrap="square" rtlCol="0">
            <a:spAutoFit/>
          </a:bodyPr>
          <a:lstStyle/>
          <a:p>
            <a:pPr algn="ctr"/>
            <a:r>
              <a:rPr lang="en-US" sz="900" dirty="0"/>
              <a:t>48</a:t>
            </a:r>
          </a:p>
        </p:txBody>
      </p:sp>
      <p:sp>
        <p:nvSpPr>
          <p:cNvPr id="47" name="TextBox 46">
            <a:extLst>
              <a:ext uri="{FF2B5EF4-FFF2-40B4-BE49-F238E27FC236}">
                <a16:creationId xmlns:a16="http://schemas.microsoft.com/office/drawing/2014/main" id="{394CCEDB-D0E5-9BA1-CE04-C48E75560E83}"/>
              </a:ext>
            </a:extLst>
          </p:cNvPr>
          <p:cNvSpPr txBox="1"/>
          <p:nvPr/>
        </p:nvSpPr>
        <p:spPr>
          <a:xfrm>
            <a:off x="6152446" y="901933"/>
            <a:ext cx="570089" cy="230832"/>
          </a:xfrm>
          <a:prstGeom prst="rect">
            <a:avLst/>
          </a:prstGeom>
          <a:noFill/>
        </p:spPr>
        <p:txBody>
          <a:bodyPr wrap="square" rtlCol="0">
            <a:spAutoFit/>
          </a:bodyPr>
          <a:lstStyle/>
          <a:p>
            <a:pPr algn="ctr"/>
            <a:r>
              <a:rPr lang="en-US" sz="900" dirty="0"/>
              <a:t>56</a:t>
            </a:r>
          </a:p>
        </p:txBody>
      </p:sp>
      <p:sp>
        <p:nvSpPr>
          <p:cNvPr id="48" name="TextBox 47">
            <a:extLst>
              <a:ext uri="{FF2B5EF4-FFF2-40B4-BE49-F238E27FC236}">
                <a16:creationId xmlns:a16="http://schemas.microsoft.com/office/drawing/2014/main" id="{DC98B787-2FDA-D222-BC6F-1E808DBC2757}"/>
              </a:ext>
            </a:extLst>
          </p:cNvPr>
          <p:cNvSpPr txBox="1"/>
          <p:nvPr/>
        </p:nvSpPr>
        <p:spPr>
          <a:xfrm>
            <a:off x="7157158" y="901933"/>
            <a:ext cx="570089" cy="230832"/>
          </a:xfrm>
          <a:prstGeom prst="rect">
            <a:avLst/>
          </a:prstGeom>
          <a:noFill/>
        </p:spPr>
        <p:txBody>
          <a:bodyPr wrap="square" rtlCol="0">
            <a:spAutoFit/>
          </a:bodyPr>
          <a:lstStyle/>
          <a:p>
            <a:pPr algn="ctr"/>
            <a:r>
              <a:rPr lang="en-US" sz="900" dirty="0"/>
              <a:t>65</a:t>
            </a:r>
          </a:p>
        </p:txBody>
      </p:sp>
      <p:sp>
        <p:nvSpPr>
          <p:cNvPr id="51" name="TextBox 50">
            <a:extLst>
              <a:ext uri="{FF2B5EF4-FFF2-40B4-BE49-F238E27FC236}">
                <a16:creationId xmlns:a16="http://schemas.microsoft.com/office/drawing/2014/main" id="{D3F9D8CB-B6CF-10C3-6700-A2EA417D2D3B}"/>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a:t>
            </a:r>
          </a:p>
        </p:txBody>
      </p:sp>
      <p:sp>
        <p:nvSpPr>
          <p:cNvPr id="52" name="TextBox 51">
            <a:extLst>
              <a:ext uri="{FF2B5EF4-FFF2-40B4-BE49-F238E27FC236}">
                <a16:creationId xmlns:a16="http://schemas.microsoft.com/office/drawing/2014/main" id="{408A2737-06F5-91CA-2353-A21EE635F466}"/>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a:t>
            </a:r>
          </a:p>
        </p:txBody>
      </p:sp>
      <p:sp>
        <p:nvSpPr>
          <p:cNvPr id="53" name="TextBox 52">
            <a:extLst>
              <a:ext uri="{FF2B5EF4-FFF2-40B4-BE49-F238E27FC236}">
                <a16:creationId xmlns:a16="http://schemas.microsoft.com/office/drawing/2014/main" id="{9846F6D2-5D14-689E-E017-3D2DBDEDB07B}"/>
              </a:ext>
            </a:extLst>
          </p:cNvPr>
          <p:cNvSpPr txBox="1"/>
          <p:nvPr/>
        </p:nvSpPr>
        <p:spPr>
          <a:xfrm>
            <a:off x="5147734" y="1402877"/>
            <a:ext cx="570089" cy="230832"/>
          </a:xfrm>
          <a:prstGeom prst="rect">
            <a:avLst/>
          </a:prstGeom>
          <a:noFill/>
        </p:spPr>
        <p:txBody>
          <a:bodyPr wrap="square" rtlCol="0">
            <a:spAutoFit/>
          </a:bodyPr>
          <a:lstStyle/>
          <a:p>
            <a:pPr algn="ctr"/>
            <a:r>
              <a:rPr lang="en-US" sz="900" dirty="0"/>
              <a:t>356</a:t>
            </a:r>
          </a:p>
        </p:txBody>
      </p:sp>
      <p:sp>
        <p:nvSpPr>
          <p:cNvPr id="54" name="TextBox 53">
            <a:extLst>
              <a:ext uri="{FF2B5EF4-FFF2-40B4-BE49-F238E27FC236}">
                <a16:creationId xmlns:a16="http://schemas.microsoft.com/office/drawing/2014/main" id="{D6B0B2B9-D031-60C1-F0C2-1EAAF616765A}"/>
              </a:ext>
            </a:extLst>
          </p:cNvPr>
          <p:cNvSpPr txBox="1"/>
          <p:nvPr/>
        </p:nvSpPr>
        <p:spPr>
          <a:xfrm>
            <a:off x="3138310" y="1402877"/>
            <a:ext cx="570089" cy="230832"/>
          </a:xfrm>
          <a:prstGeom prst="rect">
            <a:avLst/>
          </a:prstGeom>
          <a:noFill/>
        </p:spPr>
        <p:txBody>
          <a:bodyPr wrap="square" rtlCol="0">
            <a:spAutoFit/>
          </a:bodyPr>
          <a:lstStyle/>
          <a:p>
            <a:pPr algn="ctr"/>
            <a:r>
              <a:rPr lang="en-US" sz="900" dirty="0"/>
              <a:t>45</a:t>
            </a:r>
          </a:p>
        </p:txBody>
      </p:sp>
      <p:sp>
        <p:nvSpPr>
          <p:cNvPr id="55" name="TextBox 54">
            <a:extLst>
              <a:ext uri="{FF2B5EF4-FFF2-40B4-BE49-F238E27FC236}">
                <a16:creationId xmlns:a16="http://schemas.microsoft.com/office/drawing/2014/main" id="{AB778D08-A407-3382-9DB8-4D0F27B16457}"/>
              </a:ext>
            </a:extLst>
          </p:cNvPr>
          <p:cNvSpPr txBox="1"/>
          <p:nvPr/>
        </p:nvSpPr>
        <p:spPr>
          <a:xfrm>
            <a:off x="3640666" y="1903821"/>
            <a:ext cx="570089" cy="230832"/>
          </a:xfrm>
          <a:prstGeom prst="rect">
            <a:avLst/>
          </a:prstGeom>
          <a:noFill/>
        </p:spPr>
        <p:txBody>
          <a:bodyPr wrap="square" rtlCol="0">
            <a:spAutoFit/>
          </a:bodyPr>
          <a:lstStyle/>
          <a:p>
            <a:pPr algn="ctr"/>
            <a:r>
              <a:rPr lang="en-US" sz="900" dirty="0"/>
              <a:t>89</a:t>
            </a:r>
          </a:p>
        </p:txBody>
      </p:sp>
      <p:sp>
        <p:nvSpPr>
          <p:cNvPr id="56" name="TextBox 55">
            <a:extLst>
              <a:ext uri="{FF2B5EF4-FFF2-40B4-BE49-F238E27FC236}">
                <a16:creationId xmlns:a16="http://schemas.microsoft.com/office/drawing/2014/main" id="{D6DF4F07-5C33-F0AE-FA15-14F81FFFE0A2}"/>
              </a:ext>
            </a:extLst>
          </p:cNvPr>
          <p:cNvSpPr txBox="1"/>
          <p:nvPr/>
        </p:nvSpPr>
        <p:spPr>
          <a:xfrm>
            <a:off x="4143022" y="1903821"/>
            <a:ext cx="570089" cy="230832"/>
          </a:xfrm>
          <a:prstGeom prst="rect">
            <a:avLst/>
          </a:prstGeom>
          <a:noFill/>
        </p:spPr>
        <p:txBody>
          <a:bodyPr wrap="square" rtlCol="0">
            <a:spAutoFit/>
          </a:bodyPr>
          <a:lstStyle/>
          <a:p>
            <a:pPr algn="ctr"/>
            <a:r>
              <a:rPr lang="en-US" sz="900" dirty="0"/>
              <a:t>568</a:t>
            </a:r>
          </a:p>
        </p:txBody>
      </p:sp>
      <p:sp>
        <p:nvSpPr>
          <p:cNvPr id="57" name="TextBox 56">
            <a:extLst>
              <a:ext uri="{FF2B5EF4-FFF2-40B4-BE49-F238E27FC236}">
                <a16:creationId xmlns:a16="http://schemas.microsoft.com/office/drawing/2014/main" id="{71C675CE-2A21-D59D-9FC2-D577F4F0D43B}"/>
              </a:ext>
            </a:extLst>
          </p:cNvPr>
          <p:cNvSpPr txBox="1"/>
          <p:nvPr/>
        </p:nvSpPr>
        <p:spPr>
          <a:xfrm>
            <a:off x="4645378" y="1903821"/>
            <a:ext cx="570089" cy="230832"/>
          </a:xfrm>
          <a:prstGeom prst="rect">
            <a:avLst/>
          </a:prstGeom>
          <a:noFill/>
        </p:spPr>
        <p:txBody>
          <a:bodyPr wrap="square" rtlCol="0">
            <a:spAutoFit/>
          </a:bodyPr>
          <a:lstStyle/>
          <a:p>
            <a:pPr algn="ctr"/>
            <a:r>
              <a:rPr lang="en-US" sz="900" dirty="0"/>
              <a:t>56</a:t>
            </a:r>
          </a:p>
        </p:txBody>
      </p:sp>
      <p:sp>
        <p:nvSpPr>
          <p:cNvPr id="58" name="TextBox 57">
            <a:extLst>
              <a:ext uri="{FF2B5EF4-FFF2-40B4-BE49-F238E27FC236}">
                <a16:creationId xmlns:a16="http://schemas.microsoft.com/office/drawing/2014/main" id="{32B39596-817D-49BF-0612-1B1D403F955E}"/>
              </a:ext>
            </a:extLst>
          </p:cNvPr>
          <p:cNvSpPr txBox="1"/>
          <p:nvPr/>
        </p:nvSpPr>
        <p:spPr>
          <a:xfrm>
            <a:off x="3138310" y="1903821"/>
            <a:ext cx="570089" cy="230832"/>
          </a:xfrm>
          <a:prstGeom prst="rect">
            <a:avLst/>
          </a:prstGeom>
          <a:noFill/>
        </p:spPr>
        <p:txBody>
          <a:bodyPr wrap="square" rtlCol="0">
            <a:spAutoFit/>
          </a:bodyPr>
          <a:lstStyle/>
          <a:p>
            <a:pPr algn="ctr"/>
            <a:r>
              <a:rPr lang="en-US" sz="900" dirty="0"/>
              <a:t>589</a:t>
            </a:r>
          </a:p>
        </p:txBody>
      </p:sp>
      <p:sp>
        <p:nvSpPr>
          <p:cNvPr id="59" name="TextBox 58">
            <a:extLst>
              <a:ext uri="{FF2B5EF4-FFF2-40B4-BE49-F238E27FC236}">
                <a16:creationId xmlns:a16="http://schemas.microsoft.com/office/drawing/2014/main" id="{7D1BF446-AE6A-8B7A-79F1-078934BE78E7}"/>
              </a:ext>
            </a:extLst>
          </p:cNvPr>
          <p:cNvSpPr txBox="1"/>
          <p:nvPr/>
        </p:nvSpPr>
        <p:spPr>
          <a:xfrm>
            <a:off x="3138310" y="3907597"/>
            <a:ext cx="570089" cy="230832"/>
          </a:xfrm>
          <a:prstGeom prst="rect">
            <a:avLst/>
          </a:prstGeom>
          <a:noFill/>
        </p:spPr>
        <p:txBody>
          <a:bodyPr wrap="square" rtlCol="0">
            <a:spAutoFit/>
          </a:bodyPr>
          <a:lstStyle/>
          <a:p>
            <a:pPr algn="ctr"/>
            <a:r>
              <a:rPr lang="en-US" sz="900" dirty="0"/>
              <a:t>1578</a:t>
            </a:r>
          </a:p>
        </p:txBody>
      </p:sp>
      <p:sp>
        <p:nvSpPr>
          <p:cNvPr id="60" name="TextBox 59">
            <a:extLst>
              <a:ext uri="{FF2B5EF4-FFF2-40B4-BE49-F238E27FC236}">
                <a16:creationId xmlns:a16="http://schemas.microsoft.com/office/drawing/2014/main" id="{F8088F47-6EBE-A8BA-4730-057A13E9CB05}"/>
              </a:ext>
            </a:extLst>
          </p:cNvPr>
          <p:cNvSpPr txBox="1"/>
          <p:nvPr/>
        </p:nvSpPr>
        <p:spPr>
          <a:xfrm>
            <a:off x="3640666" y="4408541"/>
            <a:ext cx="570089" cy="230832"/>
          </a:xfrm>
          <a:prstGeom prst="rect">
            <a:avLst/>
          </a:prstGeom>
          <a:noFill/>
        </p:spPr>
        <p:txBody>
          <a:bodyPr wrap="square" rtlCol="0">
            <a:spAutoFit/>
          </a:bodyPr>
          <a:lstStyle/>
          <a:p>
            <a:pPr algn="ctr"/>
            <a:r>
              <a:rPr lang="en-US" sz="900" dirty="0"/>
              <a:t>278</a:t>
            </a:r>
          </a:p>
        </p:txBody>
      </p:sp>
      <p:sp>
        <p:nvSpPr>
          <p:cNvPr id="61" name="TextBox 60">
            <a:extLst>
              <a:ext uri="{FF2B5EF4-FFF2-40B4-BE49-F238E27FC236}">
                <a16:creationId xmlns:a16="http://schemas.microsoft.com/office/drawing/2014/main" id="{940E0CAC-1566-47FB-321B-C6C3C0EC9261}"/>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12578</a:t>
            </a:r>
          </a:p>
        </p:txBody>
      </p:sp>
      <p:sp>
        <p:nvSpPr>
          <p:cNvPr id="62" name="TextBox 61">
            <a:extLst>
              <a:ext uri="{FF2B5EF4-FFF2-40B4-BE49-F238E27FC236}">
                <a16:creationId xmlns:a16="http://schemas.microsoft.com/office/drawing/2014/main" id="{D3D75EF5-302A-A82E-7887-2433FBC5417E}"/>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3578</a:t>
            </a:r>
          </a:p>
        </p:txBody>
      </p:sp>
      <p:sp>
        <p:nvSpPr>
          <p:cNvPr id="63" name="TextBox 62">
            <a:extLst>
              <a:ext uri="{FF2B5EF4-FFF2-40B4-BE49-F238E27FC236}">
                <a16:creationId xmlns:a16="http://schemas.microsoft.com/office/drawing/2014/main" id="{39233FE7-1025-1369-5BFB-4D6831BAB7E8}"/>
              </a:ext>
            </a:extLst>
          </p:cNvPr>
          <p:cNvSpPr txBox="1"/>
          <p:nvPr/>
        </p:nvSpPr>
        <p:spPr>
          <a:xfrm>
            <a:off x="3138310" y="4909484"/>
            <a:ext cx="570089" cy="230832"/>
          </a:xfrm>
          <a:prstGeom prst="rect">
            <a:avLst/>
          </a:prstGeom>
          <a:noFill/>
        </p:spPr>
        <p:txBody>
          <a:bodyPr wrap="square" rtlCol="0">
            <a:spAutoFit/>
          </a:bodyPr>
          <a:lstStyle/>
          <a:p>
            <a:pPr algn="ctr"/>
            <a:r>
              <a:rPr lang="en-US" sz="900" dirty="0"/>
              <a:t>12578</a:t>
            </a:r>
          </a:p>
        </p:txBody>
      </p:sp>
      <p:sp>
        <p:nvSpPr>
          <p:cNvPr id="64" name="TextBox 63">
            <a:extLst>
              <a:ext uri="{FF2B5EF4-FFF2-40B4-BE49-F238E27FC236}">
                <a16:creationId xmlns:a16="http://schemas.microsoft.com/office/drawing/2014/main" id="{E734A3F8-A8E6-E568-F202-093309F78406}"/>
              </a:ext>
            </a:extLst>
          </p:cNvPr>
          <p:cNvSpPr txBox="1"/>
          <p:nvPr/>
        </p:nvSpPr>
        <p:spPr>
          <a:xfrm>
            <a:off x="5650090" y="3907597"/>
            <a:ext cx="570089" cy="230832"/>
          </a:xfrm>
          <a:prstGeom prst="rect">
            <a:avLst/>
          </a:prstGeom>
          <a:noFill/>
        </p:spPr>
        <p:txBody>
          <a:bodyPr wrap="square" rtlCol="0">
            <a:spAutoFit/>
          </a:bodyPr>
          <a:lstStyle/>
          <a:p>
            <a:pPr algn="ctr"/>
            <a:r>
              <a:rPr lang="en-US" sz="900" dirty="0"/>
              <a:t>358</a:t>
            </a:r>
          </a:p>
        </p:txBody>
      </p:sp>
      <p:sp>
        <p:nvSpPr>
          <p:cNvPr id="65" name="TextBox 64">
            <a:extLst>
              <a:ext uri="{FF2B5EF4-FFF2-40B4-BE49-F238E27FC236}">
                <a16:creationId xmlns:a16="http://schemas.microsoft.com/office/drawing/2014/main" id="{30DC7BED-B983-55CF-F91E-456FD0359869}"/>
              </a:ext>
            </a:extLst>
          </p:cNvPr>
          <p:cNvSpPr txBox="1"/>
          <p:nvPr/>
        </p:nvSpPr>
        <p:spPr>
          <a:xfrm>
            <a:off x="6152446" y="3907597"/>
            <a:ext cx="570089" cy="230832"/>
          </a:xfrm>
          <a:prstGeom prst="rect">
            <a:avLst/>
          </a:prstGeom>
          <a:noFill/>
        </p:spPr>
        <p:txBody>
          <a:bodyPr wrap="square" rtlCol="0">
            <a:spAutoFit/>
          </a:bodyPr>
          <a:lstStyle/>
          <a:p>
            <a:pPr algn="ctr"/>
            <a:r>
              <a:rPr lang="en-US" sz="900" dirty="0"/>
              <a:t>5679</a:t>
            </a:r>
          </a:p>
        </p:txBody>
      </p:sp>
      <p:sp>
        <p:nvSpPr>
          <p:cNvPr id="66" name="TextBox 65">
            <a:extLst>
              <a:ext uri="{FF2B5EF4-FFF2-40B4-BE49-F238E27FC236}">
                <a16:creationId xmlns:a16="http://schemas.microsoft.com/office/drawing/2014/main" id="{F35C398F-F597-28AB-0ACA-6281DD7A522A}"/>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67" name="TextBox 66">
            <a:extLst>
              <a:ext uri="{FF2B5EF4-FFF2-40B4-BE49-F238E27FC236}">
                <a16:creationId xmlns:a16="http://schemas.microsoft.com/office/drawing/2014/main" id="{C631B05F-956D-E3E5-F17B-4A5A8927D35A}"/>
              </a:ext>
            </a:extLst>
          </p:cNvPr>
          <p:cNvSpPr txBox="1"/>
          <p:nvPr/>
        </p:nvSpPr>
        <p:spPr>
          <a:xfrm>
            <a:off x="7157158" y="3907597"/>
            <a:ext cx="570089" cy="230832"/>
          </a:xfrm>
          <a:prstGeom prst="rect">
            <a:avLst/>
          </a:prstGeom>
          <a:noFill/>
        </p:spPr>
        <p:txBody>
          <a:bodyPr wrap="square" rtlCol="0">
            <a:spAutoFit/>
          </a:bodyPr>
          <a:lstStyle/>
          <a:p>
            <a:pPr algn="ctr"/>
            <a:r>
              <a:rPr lang="en-US" sz="900" dirty="0"/>
              <a:t>15679</a:t>
            </a:r>
          </a:p>
        </p:txBody>
      </p:sp>
      <p:sp>
        <p:nvSpPr>
          <p:cNvPr id="68" name="TextBox 67">
            <a:extLst>
              <a:ext uri="{FF2B5EF4-FFF2-40B4-BE49-F238E27FC236}">
                <a16:creationId xmlns:a16="http://schemas.microsoft.com/office/drawing/2014/main" id="{5457FE84-991B-2AC5-5628-151A4E5C8ABE}"/>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69" name="TextBox 68">
            <a:extLst>
              <a:ext uri="{FF2B5EF4-FFF2-40B4-BE49-F238E27FC236}">
                <a16:creationId xmlns:a16="http://schemas.microsoft.com/office/drawing/2014/main" id="{1A84A49A-7780-4B40-4906-9E7088F3E44C}"/>
              </a:ext>
            </a:extLst>
          </p:cNvPr>
          <p:cNvSpPr txBox="1"/>
          <p:nvPr/>
        </p:nvSpPr>
        <p:spPr>
          <a:xfrm>
            <a:off x="6654802" y="4408541"/>
            <a:ext cx="570089" cy="230832"/>
          </a:xfrm>
          <a:prstGeom prst="rect">
            <a:avLst/>
          </a:prstGeom>
          <a:noFill/>
        </p:spPr>
        <p:txBody>
          <a:bodyPr wrap="square" rtlCol="0">
            <a:spAutoFit/>
          </a:bodyPr>
          <a:lstStyle/>
          <a:p>
            <a:pPr algn="ctr"/>
            <a:r>
              <a:rPr lang="en-US" sz="900" dirty="0"/>
              <a:t>238</a:t>
            </a:r>
          </a:p>
        </p:txBody>
      </p:sp>
      <p:sp>
        <p:nvSpPr>
          <p:cNvPr id="70" name="TextBox 69">
            <a:extLst>
              <a:ext uri="{FF2B5EF4-FFF2-40B4-BE49-F238E27FC236}">
                <a16:creationId xmlns:a16="http://schemas.microsoft.com/office/drawing/2014/main" id="{6C1D919A-43EF-4F11-5E50-36ED048EDD57}"/>
              </a:ext>
            </a:extLst>
          </p:cNvPr>
          <p:cNvSpPr txBox="1"/>
          <p:nvPr/>
        </p:nvSpPr>
        <p:spPr>
          <a:xfrm>
            <a:off x="7157158" y="4408541"/>
            <a:ext cx="570089" cy="230832"/>
          </a:xfrm>
          <a:prstGeom prst="rect">
            <a:avLst/>
          </a:prstGeom>
          <a:noFill/>
        </p:spPr>
        <p:txBody>
          <a:bodyPr wrap="square" rtlCol="0">
            <a:spAutoFit/>
          </a:bodyPr>
          <a:lstStyle/>
          <a:p>
            <a:pPr algn="ctr"/>
            <a:r>
              <a:rPr lang="en-US" sz="900" dirty="0"/>
              <a:t>1457</a:t>
            </a:r>
          </a:p>
        </p:txBody>
      </p:sp>
      <p:sp>
        <p:nvSpPr>
          <p:cNvPr id="71" name="TextBox 70">
            <a:extLst>
              <a:ext uri="{FF2B5EF4-FFF2-40B4-BE49-F238E27FC236}">
                <a16:creationId xmlns:a16="http://schemas.microsoft.com/office/drawing/2014/main" id="{F20EEB8B-D513-650C-3C48-8C29C7E30E14}"/>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4579</a:t>
            </a:r>
          </a:p>
        </p:txBody>
      </p:sp>
      <p:sp>
        <p:nvSpPr>
          <p:cNvPr id="72" name="TextBox 71">
            <a:extLst>
              <a:ext uri="{FF2B5EF4-FFF2-40B4-BE49-F238E27FC236}">
                <a16:creationId xmlns:a16="http://schemas.microsoft.com/office/drawing/2014/main" id="{4D8DB322-4CDA-1CAE-1E38-47A46642ED65}"/>
              </a:ext>
            </a:extLst>
          </p:cNvPr>
          <p:cNvSpPr txBox="1"/>
          <p:nvPr/>
        </p:nvSpPr>
        <p:spPr>
          <a:xfrm>
            <a:off x="6654802" y="4909484"/>
            <a:ext cx="570089" cy="230832"/>
          </a:xfrm>
          <a:prstGeom prst="rect">
            <a:avLst/>
          </a:prstGeom>
          <a:noFill/>
        </p:spPr>
        <p:txBody>
          <a:bodyPr wrap="square" rtlCol="0">
            <a:spAutoFit/>
          </a:bodyPr>
          <a:lstStyle/>
          <a:p>
            <a:pPr algn="ctr"/>
            <a:r>
              <a:rPr lang="en-US" sz="900" dirty="0"/>
              <a:t>238</a:t>
            </a:r>
          </a:p>
        </p:txBody>
      </p:sp>
      <p:sp>
        <p:nvSpPr>
          <p:cNvPr id="73" name="TextBox 72">
            <a:extLst>
              <a:ext uri="{FF2B5EF4-FFF2-40B4-BE49-F238E27FC236}">
                <a16:creationId xmlns:a16="http://schemas.microsoft.com/office/drawing/2014/main" id="{CC495065-5A38-A0BC-5D65-723E92D4418F}"/>
              </a:ext>
            </a:extLst>
          </p:cNvPr>
          <p:cNvSpPr txBox="1"/>
          <p:nvPr/>
        </p:nvSpPr>
        <p:spPr>
          <a:xfrm>
            <a:off x="7157158" y="4909484"/>
            <a:ext cx="570089" cy="230832"/>
          </a:xfrm>
          <a:prstGeom prst="rect">
            <a:avLst/>
          </a:prstGeom>
          <a:noFill/>
        </p:spPr>
        <p:txBody>
          <a:bodyPr wrap="square" rtlCol="0">
            <a:spAutoFit/>
          </a:bodyPr>
          <a:lstStyle/>
          <a:p>
            <a:pPr algn="ctr"/>
            <a:r>
              <a:rPr lang="en-US" sz="900" dirty="0"/>
              <a:t>14579</a:t>
            </a:r>
          </a:p>
        </p:txBody>
      </p:sp>
      <p:sp>
        <p:nvSpPr>
          <p:cNvPr id="74" name="TextBox 73">
            <a:extLst>
              <a:ext uri="{FF2B5EF4-FFF2-40B4-BE49-F238E27FC236}">
                <a16:creationId xmlns:a16="http://schemas.microsoft.com/office/drawing/2014/main" id="{BCFE36F6-71F4-2F56-C476-47AB1B07F2A9}"/>
              </a:ext>
            </a:extLst>
          </p:cNvPr>
          <p:cNvSpPr txBox="1"/>
          <p:nvPr/>
        </p:nvSpPr>
        <p:spPr>
          <a:xfrm>
            <a:off x="4645378" y="4909484"/>
            <a:ext cx="570089" cy="230832"/>
          </a:xfrm>
          <a:prstGeom prst="rect">
            <a:avLst/>
          </a:prstGeom>
          <a:noFill/>
        </p:spPr>
        <p:txBody>
          <a:bodyPr wrap="square" rtlCol="0">
            <a:spAutoFit/>
          </a:bodyPr>
          <a:lstStyle/>
          <a:p>
            <a:pPr algn="ctr"/>
            <a:r>
              <a:rPr lang="en-US" sz="900" dirty="0"/>
              <a:t>14579</a:t>
            </a:r>
          </a:p>
        </p:txBody>
      </p:sp>
      <p:sp>
        <p:nvSpPr>
          <p:cNvPr id="75" name="TextBox 74">
            <a:extLst>
              <a:ext uri="{FF2B5EF4-FFF2-40B4-BE49-F238E27FC236}">
                <a16:creationId xmlns:a16="http://schemas.microsoft.com/office/drawing/2014/main" id="{6E07861D-0370-ECD8-5CE5-DD79B9265115}"/>
              </a:ext>
            </a:extLst>
          </p:cNvPr>
          <p:cNvSpPr txBox="1"/>
          <p:nvPr/>
        </p:nvSpPr>
        <p:spPr>
          <a:xfrm>
            <a:off x="5147734" y="4909484"/>
            <a:ext cx="570089" cy="230832"/>
          </a:xfrm>
          <a:prstGeom prst="rect">
            <a:avLst/>
          </a:prstGeom>
          <a:noFill/>
        </p:spPr>
        <p:txBody>
          <a:bodyPr wrap="square" rtlCol="0">
            <a:spAutoFit/>
          </a:bodyPr>
          <a:lstStyle/>
          <a:p>
            <a:pPr algn="ctr"/>
            <a:r>
              <a:rPr lang="en-US" sz="900" dirty="0"/>
              <a:t>14589</a:t>
            </a:r>
          </a:p>
        </p:txBody>
      </p:sp>
      <p:sp>
        <p:nvSpPr>
          <p:cNvPr id="76" name="TextBox 75">
            <a:extLst>
              <a:ext uri="{FF2B5EF4-FFF2-40B4-BE49-F238E27FC236}">
                <a16:creationId xmlns:a16="http://schemas.microsoft.com/office/drawing/2014/main" id="{09D49609-D7A1-2AB8-D68B-995C00585934}"/>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3458</a:t>
            </a:r>
          </a:p>
        </p:txBody>
      </p:sp>
      <p:sp>
        <p:nvSpPr>
          <p:cNvPr id="77" name="TextBox 76">
            <a:extLst>
              <a:ext uri="{FF2B5EF4-FFF2-40B4-BE49-F238E27FC236}">
                <a16:creationId xmlns:a16="http://schemas.microsoft.com/office/drawing/2014/main" id="{C5603FA4-6A89-B57A-D5A3-D3F2858F556A}"/>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0F7A1925-9DF3-F00A-E9D7-BCA7B1470C81}"/>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9997528D-EA9E-1EE5-DC22-91873030ABDB}"/>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8D5AB6B4-6B00-4CF2-B957-54A9D34C4591}"/>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4EAB25C0-E1F8-7644-4D1F-C40878E54651}"/>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2FD57C2F-8BD2-E877-FDC5-F4B6ADFB447D}"/>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8F5D7504-891D-D8AA-C718-DFF3C589B19F}"/>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2" name="TextBox 11">
            <a:extLst>
              <a:ext uri="{FF2B5EF4-FFF2-40B4-BE49-F238E27FC236}">
                <a16:creationId xmlns:a16="http://schemas.microsoft.com/office/drawing/2014/main" id="{5A5C7F10-9BB0-D2B9-4402-770D5C00FBA2}"/>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36" name="TextBox 35">
            <a:extLst>
              <a:ext uri="{FF2B5EF4-FFF2-40B4-BE49-F238E27FC236}">
                <a16:creationId xmlns:a16="http://schemas.microsoft.com/office/drawing/2014/main" id="{FBEE8580-5EE5-7BAA-4955-C2C1678278D6}"/>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69AA342B-25E3-9EB5-29B0-94437630B806}"/>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C4F4762B-7D5E-FD75-B3EA-3E223DE45BA3}"/>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13" name="TextBox 12">
            <a:extLst>
              <a:ext uri="{FF2B5EF4-FFF2-40B4-BE49-F238E27FC236}">
                <a16:creationId xmlns:a16="http://schemas.microsoft.com/office/drawing/2014/main" id="{3B67B394-2172-6974-AEE2-D94E7C6FAD98}"/>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AA158384-EDC5-31D5-B553-D8D97BA3743F}"/>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318F895C-D167-CCEF-A47D-8DAFA08EB807}"/>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70083018-AF65-167D-1F3D-1013C5E0904C}"/>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4" name="TextBox 43">
            <a:extLst>
              <a:ext uri="{FF2B5EF4-FFF2-40B4-BE49-F238E27FC236}">
                <a16:creationId xmlns:a16="http://schemas.microsoft.com/office/drawing/2014/main" id="{2CE8299E-4AE7-414C-FC3D-B8C34655A4FB}"/>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9726818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6945-E7F2-BBC8-DA7D-009C8721B96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E8A61E-C537-22A5-DE79-7F93BC474D10}"/>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E31C99C-FC50-5AFA-B023-8C9C649E343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65E6680-143C-B50A-3FC6-03173B24E53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7D8BB09-7029-8A2C-85BC-CE9658EA487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B9E8D5A-2BF3-6BCF-E843-B50ABFE8E9A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FAC65A2-D91A-1C97-4C95-F33D8E8D8B43}"/>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8" name="TextBox 7">
            <a:extLst>
              <a:ext uri="{FF2B5EF4-FFF2-40B4-BE49-F238E27FC236}">
                <a16:creationId xmlns:a16="http://schemas.microsoft.com/office/drawing/2014/main" id="{EE4002A9-0128-275E-9A27-A3F52FD84ED7}"/>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16" name="TextBox 15">
            <a:extLst>
              <a:ext uri="{FF2B5EF4-FFF2-40B4-BE49-F238E27FC236}">
                <a16:creationId xmlns:a16="http://schemas.microsoft.com/office/drawing/2014/main" id="{99B623C3-75FD-8FAF-2C4D-EEC171EA48E9}"/>
              </a:ext>
            </a:extLst>
          </p:cNvPr>
          <p:cNvSpPr txBox="1"/>
          <p:nvPr/>
        </p:nvSpPr>
        <p:spPr>
          <a:xfrm>
            <a:off x="4645378" y="2404765"/>
            <a:ext cx="570089" cy="230832"/>
          </a:xfrm>
          <a:prstGeom prst="rect">
            <a:avLst/>
          </a:prstGeom>
          <a:noFill/>
        </p:spPr>
        <p:txBody>
          <a:bodyPr wrap="square" rtlCol="0">
            <a:spAutoFit/>
          </a:bodyPr>
          <a:lstStyle/>
          <a:p>
            <a:pPr algn="ctr"/>
            <a:r>
              <a:rPr lang="en-US" sz="900" dirty="0"/>
              <a:t>34</a:t>
            </a:r>
          </a:p>
        </p:txBody>
      </p:sp>
      <p:sp>
        <p:nvSpPr>
          <p:cNvPr id="17" name="TextBox 16">
            <a:extLst>
              <a:ext uri="{FF2B5EF4-FFF2-40B4-BE49-F238E27FC236}">
                <a16:creationId xmlns:a16="http://schemas.microsoft.com/office/drawing/2014/main" id="{4CB1EC03-44AE-C9F0-6C68-06DFAF45CD5E}"/>
              </a:ext>
            </a:extLst>
          </p:cNvPr>
          <p:cNvSpPr txBox="1"/>
          <p:nvPr/>
        </p:nvSpPr>
        <p:spPr>
          <a:xfrm>
            <a:off x="5147734" y="2404765"/>
            <a:ext cx="570089" cy="230832"/>
          </a:xfrm>
          <a:prstGeom prst="rect">
            <a:avLst/>
          </a:prstGeom>
          <a:noFill/>
        </p:spPr>
        <p:txBody>
          <a:bodyPr wrap="square" rtlCol="0">
            <a:spAutoFit/>
          </a:bodyPr>
          <a:lstStyle/>
          <a:p>
            <a:pPr algn="ctr"/>
            <a:r>
              <a:rPr lang="en-US" sz="900" dirty="0"/>
              <a:t>43</a:t>
            </a:r>
          </a:p>
        </p:txBody>
      </p:sp>
      <p:sp>
        <p:nvSpPr>
          <p:cNvPr id="28" name="TextBox 27">
            <a:extLst>
              <a:ext uri="{FF2B5EF4-FFF2-40B4-BE49-F238E27FC236}">
                <a16:creationId xmlns:a16="http://schemas.microsoft.com/office/drawing/2014/main" id="{7323E1F3-76A4-0CDF-ABAC-66A775BAE5E1}"/>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096D3E01-077E-9F5B-618A-85903C05CA48}"/>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8453375C-A109-2F78-E9AC-FCDAAEBF20C6}"/>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10936E0C-6B0E-4614-2725-79082AB9577E}"/>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5E16F574-FCDA-9034-8473-B40472E9588D}"/>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A561E6D3-98C6-7023-41BA-AD1E735E438A}"/>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4B0A38E9-B459-3931-4DF5-9844D6E1A107}"/>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B92BC82D-9812-3FBD-69DB-F47086720EB8}"/>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7FAF14CE-FD3B-5826-F528-2E28516DD88C}"/>
              </a:ext>
            </a:extLst>
          </p:cNvPr>
          <p:cNvSpPr txBox="1"/>
          <p:nvPr/>
        </p:nvSpPr>
        <p:spPr>
          <a:xfrm>
            <a:off x="3640666" y="3406653"/>
            <a:ext cx="570089" cy="230832"/>
          </a:xfrm>
          <a:prstGeom prst="rect">
            <a:avLst/>
          </a:prstGeom>
          <a:noFill/>
        </p:spPr>
        <p:txBody>
          <a:bodyPr wrap="square" rtlCol="0">
            <a:spAutoFit/>
          </a:bodyPr>
          <a:lstStyle/>
          <a:p>
            <a:pPr algn="ctr"/>
            <a:r>
              <a:rPr lang="en-US" sz="900" dirty="0"/>
              <a:t>27</a:t>
            </a:r>
          </a:p>
        </p:txBody>
      </p:sp>
      <p:sp>
        <p:nvSpPr>
          <p:cNvPr id="23" name="TextBox 22">
            <a:extLst>
              <a:ext uri="{FF2B5EF4-FFF2-40B4-BE49-F238E27FC236}">
                <a16:creationId xmlns:a16="http://schemas.microsoft.com/office/drawing/2014/main" id="{B5052B07-0A3F-AF11-DF40-B47345AAFBCB}"/>
              </a:ext>
            </a:extLst>
          </p:cNvPr>
          <p:cNvSpPr txBox="1"/>
          <p:nvPr/>
        </p:nvSpPr>
        <p:spPr>
          <a:xfrm>
            <a:off x="4143022" y="3406653"/>
            <a:ext cx="570089" cy="230832"/>
          </a:xfrm>
          <a:prstGeom prst="rect">
            <a:avLst/>
          </a:prstGeom>
          <a:noFill/>
        </p:spPr>
        <p:txBody>
          <a:bodyPr wrap="square" rtlCol="0">
            <a:spAutoFit/>
          </a:bodyPr>
          <a:lstStyle/>
          <a:p>
            <a:pPr algn="ctr"/>
            <a:r>
              <a:rPr lang="en-US" sz="900" dirty="0"/>
              <a:t>47</a:t>
            </a:r>
          </a:p>
        </p:txBody>
      </p:sp>
      <p:sp>
        <p:nvSpPr>
          <p:cNvPr id="24" name="TextBox 23">
            <a:extLst>
              <a:ext uri="{FF2B5EF4-FFF2-40B4-BE49-F238E27FC236}">
                <a16:creationId xmlns:a16="http://schemas.microsoft.com/office/drawing/2014/main" id="{20C6B092-4FC3-2EA2-38EA-88A592606A17}"/>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BCE71233-9DB2-4788-7BE7-C84B08AAA369}"/>
              </a:ext>
            </a:extLst>
          </p:cNvPr>
          <p:cNvSpPr txBox="1"/>
          <p:nvPr/>
        </p:nvSpPr>
        <p:spPr>
          <a:xfrm>
            <a:off x="5147734" y="3406653"/>
            <a:ext cx="570089" cy="230832"/>
          </a:xfrm>
          <a:prstGeom prst="rect">
            <a:avLst/>
          </a:prstGeom>
          <a:noFill/>
        </p:spPr>
        <p:txBody>
          <a:bodyPr wrap="square" rtlCol="0">
            <a:spAutoFit/>
          </a:bodyPr>
          <a:lstStyle/>
          <a:p>
            <a:pPr algn="ctr"/>
            <a:r>
              <a:rPr lang="en-US" sz="900" dirty="0"/>
              <a:t>59</a:t>
            </a:r>
          </a:p>
        </p:txBody>
      </p:sp>
      <p:sp>
        <p:nvSpPr>
          <p:cNvPr id="35" name="TextBox 34">
            <a:extLst>
              <a:ext uri="{FF2B5EF4-FFF2-40B4-BE49-F238E27FC236}">
                <a16:creationId xmlns:a16="http://schemas.microsoft.com/office/drawing/2014/main" id="{C1B1C1B6-F3F2-C639-1CDC-A4E5C005B859}"/>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a:t>
            </a:r>
          </a:p>
        </p:txBody>
      </p:sp>
      <p:sp>
        <p:nvSpPr>
          <p:cNvPr id="38" name="TextBox 37">
            <a:extLst>
              <a:ext uri="{FF2B5EF4-FFF2-40B4-BE49-F238E27FC236}">
                <a16:creationId xmlns:a16="http://schemas.microsoft.com/office/drawing/2014/main" id="{0863CF0C-6934-8F03-3CBC-8B6100E628DC}"/>
              </a:ext>
            </a:extLst>
          </p:cNvPr>
          <p:cNvSpPr txBox="1"/>
          <p:nvPr/>
        </p:nvSpPr>
        <p:spPr>
          <a:xfrm>
            <a:off x="6152446" y="2905709"/>
            <a:ext cx="570089" cy="230832"/>
          </a:xfrm>
          <a:prstGeom prst="rect">
            <a:avLst/>
          </a:prstGeom>
          <a:noFill/>
        </p:spPr>
        <p:txBody>
          <a:bodyPr wrap="square" rtlCol="0">
            <a:spAutoFit/>
          </a:bodyPr>
          <a:lstStyle/>
          <a:p>
            <a:pPr algn="ctr"/>
            <a:r>
              <a:rPr lang="en-US" sz="900" dirty="0"/>
              <a:t>49</a:t>
            </a:r>
          </a:p>
        </p:txBody>
      </p:sp>
      <p:sp>
        <p:nvSpPr>
          <p:cNvPr id="40" name="TextBox 39">
            <a:extLst>
              <a:ext uri="{FF2B5EF4-FFF2-40B4-BE49-F238E27FC236}">
                <a16:creationId xmlns:a16="http://schemas.microsoft.com/office/drawing/2014/main" id="{F90A13C6-4308-2C4C-A22B-4D09CEDE881D}"/>
              </a:ext>
            </a:extLst>
          </p:cNvPr>
          <p:cNvSpPr txBox="1"/>
          <p:nvPr/>
        </p:nvSpPr>
        <p:spPr>
          <a:xfrm>
            <a:off x="7157158" y="2905709"/>
            <a:ext cx="570089" cy="230832"/>
          </a:xfrm>
          <a:prstGeom prst="rect">
            <a:avLst/>
          </a:prstGeom>
          <a:noFill/>
        </p:spPr>
        <p:txBody>
          <a:bodyPr wrap="square" rtlCol="0">
            <a:spAutoFit/>
          </a:bodyPr>
          <a:lstStyle/>
          <a:p>
            <a:pPr algn="ctr"/>
            <a:r>
              <a:rPr lang="en-US" sz="900" dirty="0"/>
              <a:t>94</a:t>
            </a:r>
          </a:p>
        </p:txBody>
      </p:sp>
      <p:sp>
        <p:nvSpPr>
          <p:cNvPr id="42" name="TextBox 41">
            <a:extLst>
              <a:ext uri="{FF2B5EF4-FFF2-40B4-BE49-F238E27FC236}">
                <a16:creationId xmlns:a16="http://schemas.microsoft.com/office/drawing/2014/main" id="{F3B95A26-19D1-E77D-2E96-7D951FA80DAC}"/>
              </a:ext>
            </a:extLst>
          </p:cNvPr>
          <p:cNvSpPr txBox="1"/>
          <p:nvPr/>
        </p:nvSpPr>
        <p:spPr>
          <a:xfrm>
            <a:off x="3138310" y="2404765"/>
            <a:ext cx="570089" cy="230832"/>
          </a:xfrm>
          <a:prstGeom prst="rect">
            <a:avLst/>
          </a:prstGeom>
          <a:noFill/>
        </p:spPr>
        <p:txBody>
          <a:bodyPr wrap="square" rtlCol="0">
            <a:spAutoFit/>
          </a:bodyPr>
          <a:lstStyle/>
          <a:p>
            <a:pPr algn="ctr"/>
            <a:r>
              <a:rPr lang="en-US" sz="900" dirty="0"/>
              <a:t>89</a:t>
            </a:r>
          </a:p>
        </p:txBody>
      </p:sp>
      <p:sp>
        <p:nvSpPr>
          <p:cNvPr id="45" name="TextBox 44">
            <a:extLst>
              <a:ext uri="{FF2B5EF4-FFF2-40B4-BE49-F238E27FC236}">
                <a16:creationId xmlns:a16="http://schemas.microsoft.com/office/drawing/2014/main" id="{51F1119E-7FD5-0652-E730-6DC1A49741EA}"/>
              </a:ext>
            </a:extLst>
          </p:cNvPr>
          <p:cNvSpPr txBox="1"/>
          <p:nvPr/>
        </p:nvSpPr>
        <p:spPr>
          <a:xfrm>
            <a:off x="5147734" y="901933"/>
            <a:ext cx="570089" cy="230832"/>
          </a:xfrm>
          <a:prstGeom prst="rect">
            <a:avLst/>
          </a:prstGeom>
          <a:noFill/>
        </p:spPr>
        <p:txBody>
          <a:bodyPr wrap="square" rtlCol="0">
            <a:spAutoFit/>
          </a:bodyPr>
          <a:lstStyle/>
          <a:p>
            <a:pPr algn="ctr"/>
            <a:r>
              <a:rPr lang="en-US" sz="900" dirty="0"/>
              <a:t>148</a:t>
            </a:r>
          </a:p>
        </p:txBody>
      </p:sp>
      <p:sp>
        <p:nvSpPr>
          <p:cNvPr id="46" name="TextBox 45">
            <a:extLst>
              <a:ext uri="{FF2B5EF4-FFF2-40B4-BE49-F238E27FC236}">
                <a16:creationId xmlns:a16="http://schemas.microsoft.com/office/drawing/2014/main" id="{B942D784-07D9-0A84-FF7D-BF6C7D35DB17}"/>
              </a:ext>
            </a:extLst>
          </p:cNvPr>
          <p:cNvSpPr txBox="1"/>
          <p:nvPr/>
        </p:nvSpPr>
        <p:spPr>
          <a:xfrm>
            <a:off x="5650090" y="901933"/>
            <a:ext cx="570089" cy="230832"/>
          </a:xfrm>
          <a:prstGeom prst="rect">
            <a:avLst/>
          </a:prstGeom>
          <a:noFill/>
        </p:spPr>
        <p:txBody>
          <a:bodyPr wrap="square" rtlCol="0">
            <a:spAutoFit/>
          </a:bodyPr>
          <a:lstStyle/>
          <a:p>
            <a:pPr algn="ctr"/>
            <a:r>
              <a:rPr lang="en-US" sz="900" dirty="0"/>
              <a:t>48</a:t>
            </a:r>
          </a:p>
        </p:txBody>
      </p:sp>
      <p:sp>
        <p:nvSpPr>
          <p:cNvPr id="47" name="TextBox 46">
            <a:extLst>
              <a:ext uri="{FF2B5EF4-FFF2-40B4-BE49-F238E27FC236}">
                <a16:creationId xmlns:a16="http://schemas.microsoft.com/office/drawing/2014/main" id="{BE1C7090-0978-3A76-45C1-7A4E6D6BB268}"/>
              </a:ext>
            </a:extLst>
          </p:cNvPr>
          <p:cNvSpPr txBox="1"/>
          <p:nvPr/>
        </p:nvSpPr>
        <p:spPr>
          <a:xfrm>
            <a:off x="6152446" y="901933"/>
            <a:ext cx="570089" cy="230832"/>
          </a:xfrm>
          <a:prstGeom prst="rect">
            <a:avLst/>
          </a:prstGeom>
          <a:noFill/>
        </p:spPr>
        <p:txBody>
          <a:bodyPr wrap="square" rtlCol="0">
            <a:spAutoFit/>
          </a:bodyPr>
          <a:lstStyle/>
          <a:p>
            <a:pPr algn="ctr"/>
            <a:r>
              <a:rPr lang="en-US" sz="900" dirty="0"/>
              <a:t>56</a:t>
            </a:r>
          </a:p>
        </p:txBody>
      </p:sp>
      <p:sp>
        <p:nvSpPr>
          <p:cNvPr id="48" name="TextBox 47">
            <a:extLst>
              <a:ext uri="{FF2B5EF4-FFF2-40B4-BE49-F238E27FC236}">
                <a16:creationId xmlns:a16="http://schemas.microsoft.com/office/drawing/2014/main" id="{840AE6E3-553B-AA4E-E9B4-DE52A8FB25A1}"/>
              </a:ext>
            </a:extLst>
          </p:cNvPr>
          <p:cNvSpPr txBox="1"/>
          <p:nvPr/>
        </p:nvSpPr>
        <p:spPr>
          <a:xfrm>
            <a:off x="7157158" y="901933"/>
            <a:ext cx="570089" cy="230832"/>
          </a:xfrm>
          <a:prstGeom prst="rect">
            <a:avLst/>
          </a:prstGeom>
          <a:noFill/>
        </p:spPr>
        <p:txBody>
          <a:bodyPr wrap="square" rtlCol="0">
            <a:spAutoFit/>
          </a:bodyPr>
          <a:lstStyle/>
          <a:p>
            <a:pPr algn="ctr"/>
            <a:r>
              <a:rPr lang="en-US" sz="900" dirty="0"/>
              <a:t>65</a:t>
            </a:r>
          </a:p>
        </p:txBody>
      </p:sp>
      <p:sp>
        <p:nvSpPr>
          <p:cNvPr id="51" name="TextBox 50">
            <a:extLst>
              <a:ext uri="{FF2B5EF4-FFF2-40B4-BE49-F238E27FC236}">
                <a16:creationId xmlns:a16="http://schemas.microsoft.com/office/drawing/2014/main" id="{7FD82EAB-462E-F26D-DA1D-BDDD2D8EA9CF}"/>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a:t>
            </a:r>
          </a:p>
        </p:txBody>
      </p:sp>
      <p:sp>
        <p:nvSpPr>
          <p:cNvPr id="52" name="TextBox 51">
            <a:extLst>
              <a:ext uri="{FF2B5EF4-FFF2-40B4-BE49-F238E27FC236}">
                <a16:creationId xmlns:a16="http://schemas.microsoft.com/office/drawing/2014/main" id="{20489A6F-50C0-C353-0D23-3BA450E64A89}"/>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a:t>
            </a:r>
          </a:p>
        </p:txBody>
      </p:sp>
      <p:sp>
        <p:nvSpPr>
          <p:cNvPr id="53" name="TextBox 52">
            <a:extLst>
              <a:ext uri="{FF2B5EF4-FFF2-40B4-BE49-F238E27FC236}">
                <a16:creationId xmlns:a16="http://schemas.microsoft.com/office/drawing/2014/main" id="{C0D438E0-ABB9-3739-1E78-76703ED66E5C}"/>
              </a:ext>
            </a:extLst>
          </p:cNvPr>
          <p:cNvSpPr txBox="1"/>
          <p:nvPr/>
        </p:nvSpPr>
        <p:spPr>
          <a:xfrm>
            <a:off x="5147734" y="1402877"/>
            <a:ext cx="570089" cy="230832"/>
          </a:xfrm>
          <a:prstGeom prst="rect">
            <a:avLst/>
          </a:prstGeom>
          <a:noFill/>
        </p:spPr>
        <p:txBody>
          <a:bodyPr wrap="square" rtlCol="0">
            <a:spAutoFit/>
          </a:bodyPr>
          <a:lstStyle/>
          <a:p>
            <a:pPr algn="ctr"/>
            <a:r>
              <a:rPr lang="en-US" sz="900" dirty="0"/>
              <a:t>356</a:t>
            </a:r>
          </a:p>
        </p:txBody>
      </p:sp>
      <p:sp>
        <p:nvSpPr>
          <p:cNvPr id="54" name="TextBox 53">
            <a:extLst>
              <a:ext uri="{FF2B5EF4-FFF2-40B4-BE49-F238E27FC236}">
                <a16:creationId xmlns:a16="http://schemas.microsoft.com/office/drawing/2014/main" id="{B3AEA7F9-2E9D-F11E-6C30-2EBF725188AA}"/>
              </a:ext>
            </a:extLst>
          </p:cNvPr>
          <p:cNvSpPr txBox="1"/>
          <p:nvPr/>
        </p:nvSpPr>
        <p:spPr>
          <a:xfrm>
            <a:off x="3138310" y="1402877"/>
            <a:ext cx="570089" cy="230832"/>
          </a:xfrm>
          <a:prstGeom prst="rect">
            <a:avLst/>
          </a:prstGeom>
          <a:noFill/>
        </p:spPr>
        <p:txBody>
          <a:bodyPr wrap="square" rtlCol="0">
            <a:spAutoFit/>
          </a:bodyPr>
          <a:lstStyle/>
          <a:p>
            <a:pPr algn="ctr"/>
            <a:r>
              <a:rPr lang="en-US" sz="900" dirty="0"/>
              <a:t>45</a:t>
            </a:r>
          </a:p>
        </p:txBody>
      </p:sp>
      <p:sp>
        <p:nvSpPr>
          <p:cNvPr id="55" name="TextBox 54">
            <a:extLst>
              <a:ext uri="{FF2B5EF4-FFF2-40B4-BE49-F238E27FC236}">
                <a16:creationId xmlns:a16="http://schemas.microsoft.com/office/drawing/2014/main" id="{707F587C-9ED6-C925-EF04-8460C344B83A}"/>
              </a:ext>
            </a:extLst>
          </p:cNvPr>
          <p:cNvSpPr txBox="1"/>
          <p:nvPr/>
        </p:nvSpPr>
        <p:spPr>
          <a:xfrm>
            <a:off x="3640666" y="1903821"/>
            <a:ext cx="570089" cy="230832"/>
          </a:xfrm>
          <a:prstGeom prst="rect">
            <a:avLst/>
          </a:prstGeom>
          <a:noFill/>
        </p:spPr>
        <p:txBody>
          <a:bodyPr wrap="square" rtlCol="0">
            <a:spAutoFit/>
          </a:bodyPr>
          <a:lstStyle/>
          <a:p>
            <a:pPr algn="ctr"/>
            <a:r>
              <a:rPr lang="en-US" sz="900" dirty="0"/>
              <a:t>89</a:t>
            </a:r>
          </a:p>
        </p:txBody>
      </p:sp>
      <p:sp>
        <p:nvSpPr>
          <p:cNvPr id="56" name="TextBox 55">
            <a:extLst>
              <a:ext uri="{FF2B5EF4-FFF2-40B4-BE49-F238E27FC236}">
                <a16:creationId xmlns:a16="http://schemas.microsoft.com/office/drawing/2014/main" id="{CF44ED02-98A3-BD84-CF04-F69382BEF554}"/>
              </a:ext>
            </a:extLst>
          </p:cNvPr>
          <p:cNvSpPr txBox="1"/>
          <p:nvPr/>
        </p:nvSpPr>
        <p:spPr>
          <a:xfrm>
            <a:off x="4143022" y="1903821"/>
            <a:ext cx="570089" cy="230832"/>
          </a:xfrm>
          <a:prstGeom prst="rect">
            <a:avLst/>
          </a:prstGeom>
          <a:noFill/>
        </p:spPr>
        <p:txBody>
          <a:bodyPr wrap="square" rtlCol="0">
            <a:spAutoFit/>
          </a:bodyPr>
          <a:lstStyle/>
          <a:p>
            <a:pPr algn="ctr"/>
            <a:r>
              <a:rPr lang="en-US" sz="900" dirty="0"/>
              <a:t>568</a:t>
            </a:r>
          </a:p>
        </p:txBody>
      </p:sp>
      <p:sp>
        <p:nvSpPr>
          <p:cNvPr id="57" name="TextBox 56">
            <a:extLst>
              <a:ext uri="{FF2B5EF4-FFF2-40B4-BE49-F238E27FC236}">
                <a16:creationId xmlns:a16="http://schemas.microsoft.com/office/drawing/2014/main" id="{04FC1F3C-DDBB-D3B5-5295-F0E4C11A9B13}"/>
              </a:ext>
            </a:extLst>
          </p:cNvPr>
          <p:cNvSpPr txBox="1"/>
          <p:nvPr/>
        </p:nvSpPr>
        <p:spPr>
          <a:xfrm>
            <a:off x="4645378" y="1903821"/>
            <a:ext cx="570089" cy="230832"/>
          </a:xfrm>
          <a:prstGeom prst="rect">
            <a:avLst/>
          </a:prstGeom>
          <a:noFill/>
        </p:spPr>
        <p:txBody>
          <a:bodyPr wrap="square" rtlCol="0">
            <a:spAutoFit/>
          </a:bodyPr>
          <a:lstStyle/>
          <a:p>
            <a:pPr algn="ctr"/>
            <a:r>
              <a:rPr lang="en-US" sz="900" dirty="0"/>
              <a:t>56</a:t>
            </a:r>
          </a:p>
        </p:txBody>
      </p:sp>
      <p:sp>
        <p:nvSpPr>
          <p:cNvPr id="58" name="TextBox 57">
            <a:extLst>
              <a:ext uri="{FF2B5EF4-FFF2-40B4-BE49-F238E27FC236}">
                <a16:creationId xmlns:a16="http://schemas.microsoft.com/office/drawing/2014/main" id="{27D48A98-0D7F-DFD5-9973-91A9FC3FB73E}"/>
              </a:ext>
            </a:extLst>
          </p:cNvPr>
          <p:cNvSpPr txBox="1"/>
          <p:nvPr/>
        </p:nvSpPr>
        <p:spPr>
          <a:xfrm>
            <a:off x="3138310" y="1903821"/>
            <a:ext cx="570089" cy="230832"/>
          </a:xfrm>
          <a:prstGeom prst="rect">
            <a:avLst/>
          </a:prstGeom>
          <a:noFill/>
        </p:spPr>
        <p:txBody>
          <a:bodyPr wrap="square" rtlCol="0">
            <a:spAutoFit/>
          </a:bodyPr>
          <a:lstStyle/>
          <a:p>
            <a:pPr algn="ctr"/>
            <a:r>
              <a:rPr lang="en-US" sz="900" dirty="0"/>
              <a:t>589</a:t>
            </a:r>
          </a:p>
        </p:txBody>
      </p:sp>
      <p:sp>
        <p:nvSpPr>
          <p:cNvPr id="59" name="TextBox 58">
            <a:extLst>
              <a:ext uri="{FF2B5EF4-FFF2-40B4-BE49-F238E27FC236}">
                <a16:creationId xmlns:a16="http://schemas.microsoft.com/office/drawing/2014/main" id="{288F5E18-484D-C6AB-9362-7329010213C7}"/>
              </a:ext>
            </a:extLst>
          </p:cNvPr>
          <p:cNvSpPr txBox="1"/>
          <p:nvPr/>
        </p:nvSpPr>
        <p:spPr>
          <a:xfrm>
            <a:off x="3138310" y="3907597"/>
            <a:ext cx="570089" cy="230832"/>
          </a:xfrm>
          <a:prstGeom prst="rect">
            <a:avLst/>
          </a:prstGeom>
          <a:noFill/>
        </p:spPr>
        <p:txBody>
          <a:bodyPr wrap="square" rtlCol="0">
            <a:spAutoFit/>
          </a:bodyPr>
          <a:lstStyle/>
          <a:p>
            <a:pPr algn="ctr"/>
            <a:r>
              <a:rPr lang="en-US" sz="900" dirty="0"/>
              <a:t>1578</a:t>
            </a:r>
          </a:p>
        </p:txBody>
      </p:sp>
      <p:sp>
        <p:nvSpPr>
          <p:cNvPr id="60" name="TextBox 59">
            <a:extLst>
              <a:ext uri="{FF2B5EF4-FFF2-40B4-BE49-F238E27FC236}">
                <a16:creationId xmlns:a16="http://schemas.microsoft.com/office/drawing/2014/main" id="{E28902F1-A5BD-C213-0D38-457348FB678F}"/>
              </a:ext>
            </a:extLst>
          </p:cNvPr>
          <p:cNvSpPr txBox="1"/>
          <p:nvPr/>
        </p:nvSpPr>
        <p:spPr>
          <a:xfrm>
            <a:off x="3640666" y="4408541"/>
            <a:ext cx="570089" cy="230832"/>
          </a:xfrm>
          <a:prstGeom prst="rect">
            <a:avLst/>
          </a:prstGeom>
          <a:noFill/>
        </p:spPr>
        <p:txBody>
          <a:bodyPr wrap="square" rtlCol="0">
            <a:spAutoFit/>
          </a:bodyPr>
          <a:lstStyle/>
          <a:p>
            <a:pPr algn="ctr"/>
            <a:r>
              <a:rPr lang="en-US" sz="900" dirty="0"/>
              <a:t>278</a:t>
            </a:r>
          </a:p>
        </p:txBody>
      </p:sp>
      <p:sp>
        <p:nvSpPr>
          <p:cNvPr id="61" name="TextBox 60">
            <a:extLst>
              <a:ext uri="{FF2B5EF4-FFF2-40B4-BE49-F238E27FC236}">
                <a16:creationId xmlns:a16="http://schemas.microsoft.com/office/drawing/2014/main" id="{58DC86D2-0322-4A38-2D51-5A97A81C81CE}"/>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12578</a:t>
            </a:r>
          </a:p>
        </p:txBody>
      </p:sp>
      <p:sp>
        <p:nvSpPr>
          <p:cNvPr id="62" name="TextBox 61">
            <a:extLst>
              <a:ext uri="{FF2B5EF4-FFF2-40B4-BE49-F238E27FC236}">
                <a16:creationId xmlns:a16="http://schemas.microsoft.com/office/drawing/2014/main" id="{0BFE6A4D-8947-0035-8DC9-DBD8BBF483AB}"/>
              </a:ext>
            </a:extLst>
          </p:cNvPr>
          <p:cNvSpPr txBox="1"/>
          <p:nvPr/>
        </p:nvSpPr>
        <p:spPr>
          <a:xfrm>
            <a:off x="4143022" y="4909484"/>
            <a:ext cx="570089" cy="230832"/>
          </a:xfrm>
          <a:prstGeom prst="rect">
            <a:avLst/>
          </a:prstGeom>
          <a:noFill/>
        </p:spPr>
        <p:txBody>
          <a:bodyPr wrap="square" rtlCol="0">
            <a:spAutoFit/>
          </a:bodyPr>
          <a:lstStyle/>
          <a:p>
            <a:pPr algn="ctr"/>
            <a:r>
              <a:rPr lang="en-US" sz="900" dirty="0"/>
              <a:t>3578</a:t>
            </a:r>
          </a:p>
        </p:txBody>
      </p:sp>
      <p:sp>
        <p:nvSpPr>
          <p:cNvPr id="63" name="TextBox 62">
            <a:extLst>
              <a:ext uri="{FF2B5EF4-FFF2-40B4-BE49-F238E27FC236}">
                <a16:creationId xmlns:a16="http://schemas.microsoft.com/office/drawing/2014/main" id="{4422C530-2F31-BC8E-34BA-63B2681852F6}"/>
              </a:ext>
            </a:extLst>
          </p:cNvPr>
          <p:cNvSpPr txBox="1"/>
          <p:nvPr/>
        </p:nvSpPr>
        <p:spPr>
          <a:xfrm>
            <a:off x="3138310" y="4909484"/>
            <a:ext cx="570089" cy="230832"/>
          </a:xfrm>
          <a:prstGeom prst="rect">
            <a:avLst/>
          </a:prstGeom>
          <a:noFill/>
        </p:spPr>
        <p:txBody>
          <a:bodyPr wrap="square" rtlCol="0">
            <a:spAutoFit/>
          </a:bodyPr>
          <a:lstStyle/>
          <a:p>
            <a:pPr algn="ctr"/>
            <a:r>
              <a:rPr lang="en-US" sz="900" dirty="0"/>
              <a:t>12578</a:t>
            </a:r>
          </a:p>
        </p:txBody>
      </p:sp>
      <p:sp>
        <p:nvSpPr>
          <p:cNvPr id="64" name="TextBox 63">
            <a:extLst>
              <a:ext uri="{FF2B5EF4-FFF2-40B4-BE49-F238E27FC236}">
                <a16:creationId xmlns:a16="http://schemas.microsoft.com/office/drawing/2014/main" id="{70B25C77-AD1F-02BD-6929-78A36DFA17AE}"/>
              </a:ext>
            </a:extLst>
          </p:cNvPr>
          <p:cNvSpPr txBox="1"/>
          <p:nvPr/>
        </p:nvSpPr>
        <p:spPr>
          <a:xfrm>
            <a:off x="5650090" y="3907597"/>
            <a:ext cx="570089" cy="230832"/>
          </a:xfrm>
          <a:prstGeom prst="rect">
            <a:avLst/>
          </a:prstGeom>
          <a:noFill/>
        </p:spPr>
        <p:txBody>
          <a:bodyPr wrap="square" rtlCol="0">
            <a:spAutoFit/>
          </a:bodyPr>
          <a:lstStyle/>
          <a:p>
            <a:pPr algn="ctr"/>
            <a:r>
              <a:rPr lang="en-US" sz="900" dirty="0"/>
              <a:t>358</a:t>
            </a:r>
          </a:p>
        </p:txBody>
      </p:sp>
      <p:sp>
        <p:nvSpPr>
          <p:cNvPr id="65" name="TextBox 64">
            <a:extLst>
              <a:ext uri="{FF2B5EF4-FFF2-40B4-BE49-F238E27FC236}">
                <a16:creationId xmlns:a16="http://schemas.microsoft.com/office/drawing/2014/main" id="{B7C50FAC-4093-3A6B-185C-8C12925CD1B9}"/>
              </a:ext>
            </a:extLst>
          </p:cNvPr>
          <p:cNvSpPr txBox="1"/>
          <p:nvPr/>
        </p:nvSpPr>
        <p:spPr>
          <a:xfrm>
            <a:off x="6152446" y="3907597"/>
            <a:ext cx="570089" cy="230832"/>
          </a:xfrm>
          <a:prstGeom prst="rect">
            <a:avLst/>
          </a:prstGeom>
          <a:noFill/>
        </p:spPr>
        <p:txBody>
          <a:bodyPr wrap="square" rtlCol="0">
            <a:spAutoFit/>
          </a:bodyPr>
          <a:lstStyle/>
          <a:p>
            <a:pPr algn="ctr"/>
            <a:r>
              <a:rPr lang="en-US" sz="900" dirty="0"/>
              <a:t>5679</a:t>
            </a:r>
          </a:p>
        </p:txBody>
      </p:sp>
      <p:sp>
        <p:nvSpPr>
          <p:cNvPr id="66" name="TextBox 65">
            <a:extLst>
              <a:ext uri="{FF2B5EF4-FFF2-40B4-BE49-F238E27FC236}">
                <a16:creationId xmlns:a16="http://schemas.microsoft.com/office/drawing/2014/main" id="{A6D74DC0-E7ED-A33C-1B18-A0764E61A9DA}"/>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67" name="TextBox 66">
            <a:extLst>
              <a:ext uri="{FF2B5EF4-FFF2-40B4-BE49-F238E27FC236}">
                <a16:creationId xmlns:a16="http://schemas.microsoft.com/office/drawing/2014/main" id="{3DC92E73-C865-9DB8-F0D9-E5FA12DB6A77}"/>
              </a:ext>
            </a:extLst>
          </p:cNvPr>
          <p:cNvSpPr txBox="1"/>
          <p:nvPr/>
        </p:nvSpPr>
        <p:spPr>
          <a:xfrm>
            <a:off x="7157158" y="3907597"/>
            <a:ext cx="570089" cy="230832"/>
          </a:xfrm>
          <a:prstGeom prst="rect">
            <a:avLst/>
          </a:prstGeom>
          <a:noFill/>
        </p:spPr>
        <p:txBody>
          <a:bodyPr wrap="square" rtlCol="0">
            <a:spAutoFit/>
          </a:bodyPr>
          <a:lstStyle/>
          <a:p>
            <a:pPr algn="ctr"/>
            <a:r>
              <a:rPr lang="en-US" sz="900" dirty="0"/>
              <a:t>1569</a:t>
            </a:r>
          </a:p>
        </p:txBody>
      </p:sp>
      <p:sp>
        <p:nvSpPr>
          <p:cNvPr id="68" name="TextBox 67">
            <a:extLst>
              <a:ext uri="{FF2B5EF4-FFF2-40B4-BE49-F238E27FC236}">
                <a16:creationId xmlns:a16="http://schemas.microsoft.com/office/drawing/2014/main" id="{6CBD4E87-EC9A-DBF1-6C54-224B741BE5EC}"/>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69" name="TextBox 68">
            <a:extLst>
              <a:ext uri="{FF2B5EF4-FFF2-40B4-BE49-F238E27FC236}">
                <a16:creationId xmlns:a16="http://schemas.microsoft.com/office/drawing/2014/main" id="{0BF39076-D628-B8B5-491A-84D25C015530}"/>
              </a:ext>
            </a:extLst>
          </p:cNvPr>
          <p:cNvSpPr txBox="1"/>
          <p:nvPr/>
        </p:nvSpPr>
        <p:spPr>
          <a:xfrm>
            <a:off x="6654802" y="4408541"/>
            <a:ext cx="570089" cy="230832"/>
          </a:xfrm>
          <a:prstGeom prst="rect">
            <a:avLst/>
          </a:prstGeom>
          <a:noFill/>
        </p:spPr>
        <p:txBody>
          <a:bodyPr wrap="square" rtlCol="0">
            <a:spAutoFit/>
          </a:bodyPr>
          <a:lstStyle/>
          <a:p>
            <a:pPr algn="ctr"/>
            <a:r>
              <a:rPr lang="en-US" sz="900" dirty="0"/>
              <a:t>238</a:t>
            </a:r>
          </a:p>
        </p:txBody>
      </p:sp>
      <p:sp>
        <p:nvSpPr>
          <p:cNvPr id="70" name="TextBox 69">
            <a:extLst>
              <a:ext uri="{FF2B5EF4-FFF2-40B4-BE49-F238E27FC236}">
                <a16:creationId xmlns:a16="http://schemas.microsoft.com/office/drawing/2014/main" id="{5E54A54B-5DFE-DE8A-1DCE-5CB059701196}"/>
              </a:ext>
            </a:extLst>
          </p:cNvPr>
          <p:cNvSpPr txBox="1"/>
          <p:nvPr/>
        </p:nvSpPr>
        <p:spPr>
          <a:xfrm>
            <a:off x="7157158" y="4408541"/>
            <a:ext cx="570089" cy="230832"/>
          </a:xfrm>
          <a:prstGeom prst="rect">
            <a:avLst/>
          </a:prstGeom>
          <a:noFill/>
        </p:spPr>
        <p:txBody>
          <a:bodyPr wrap="square" rtlCol="0">
            <a:spAutoFit/>
          </a:bodyPr>
          <a:lstStyle/>
          <a:p>
            <a:pPr algn="ctr"/>
            <a:r>
              <a:rPr lang="en-US" sz="900" dirty="0"/>
              <a:t>145</a:t>
            </a:r>
          </a:p>
        </p:txBody>
      </p:sp>
      <p:sp>
        <p:nvSpPr>
          <p:cNvPr id="71" name="TextBox 70">
            <a:extLst>
              <a:ext uri="{FF2B5EF4-FFF2-40B4-BE49-F238E27FC236}">
                <a16:creationId xmlns:a16="http://schemas.microsoft.com/office/drawing/2014/main" id="{0C940D39-3F97-627B-2D48-90D804705380}"/>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4579</a:t>
            </a:r>
          </a:p>
        </p:txBody>
      </p:sp>
      <p:sp>
        <p:nvSpPr>
          <p:cNvPr id="72" name="TextBox 71">
            <a:extLst>
              <a:ext uri="{FF2B5EF4-FFF2-40B4-BE49-F238E27FC236}">
                <a16:creationId xmlns:a16="http://schemas.microsoft.com/office/drawing/2014/main" id="{3705887B-F98B-48EB-49AA-44E709C984FC}"/>
              </a:ext>
            </a:extLst>
          </p:cNvPr>
          <p:cNvSpPr txBox="1"/>
          <p:nvPr/>
        </p:nvSpPr>
        <p:spPr>
          <a:xfrm>
            <a:off x="6654802" y="4909484"/>
            <a:ext cx="570089" cy="230832"/>
          </a:xfrm>
          <a:prstGeom prst="rect">
            <a:avLst/>
          </a:prstGeom>
          <a:noFill/>
        </p:spPr>
        <p:txBody>
          <a:bodyPr wrap="square" rtlCol="0">
            <a:spAutoFit/>
          </a:bodyPr>
          <a:lstStyle/>
          <a:p>
            <a:pPr algn="ctr"/>
            <a:r>
              <a:rPr lang="en-US" sz="900" dirty="0"/>
              <a:t>238</a:t>
            </a:r>
          </a:p>
        </p:txBody>
      </p:sp>
      <p:sp>
        <p:nvSpPr>
          <p:cNvPr id="73" name="TextBox 72">
            <a:extLst>
              <a:ext uri="{FF2B5EF4-FFF2-40B4-BE49-F238E27FC236}">
                <a16:creationId xmlns:a16="http://schemas.microsoft.com/office/drawing/2014/main" id="{7DC182D2-EE1A-7C5B-CB95-7896E865D966}"/>
              </a:ext>
            </a:extLst>
          </p:cNvPr>
          <p:cNvSpPr txBox="1"/>
          <p:nvPr/>
        </p:nvSpPr>
        <p:spPr>
          <a:xfrm>
            <a:off x="7157158" y="4909484"/>
            <a:ext cx="570089" cy="230832"/>
          </a:xfrm>
          <a:prstGeom prst="rect">
            <a:avLst/>
          </a:prstGeom>
          <a:noFill/>
        </p:spPr>
        <p:txBody>
          <a:bodyPr wrap="square" rtlCol="0">
            <a:spAutoFit/>
          </a:bodyPr>
          <a:lstStyle/>
          <a:p>
            <a:pPr algn="ctr"/>
            <a:r>
              <a:rPr lang="en-US" sz="900" dirty="0"/>
              <a:t>1459</a:t>
            </a:r>
          </a:p>
        </p:txBody>
      </p:sp>
      <p:sp>
        <p:nvSpPr>
          <p:cNvPr id="74" name="TextBox 73">
            <a:extLst>
              <a:ext uri="{FF2B5EF4-FFF2-40B4-BE49-F238E27FC236}">
                <a16:creationId xmlns:a16="http://schemas.microsoft.com/office/drawing/2014/main" id="{ABEFB819-5786-19A3-2319-57F095868795}"/>
              </a:ext>
            </a:extLst>
          </p:cNvPr>
          <p:cNvSpPr txBox="1"/>
          <p:nvPr/>
        </p:nvSpPr>
        <p:spPr>
          <a:xfrm>
            <a:off x="4645378" y="4909484"/>
            <a:ext cx="570089" cy="230832"/>
          </a:xfrm>
          <a:prstGeom prst="rect">
            <a:avLst/>
          </a:prstGeom>
          <a:noFill/>
        </p:spPr>
        <p:txBody>
          <a:bodyPr wrap="square" rtlCol="0">
            <a:spAutoFit/>
          </a:bodyPr>
          <a:lstStyle/>
          <a:p>
            <a:pPr algn="ctr"/>
            <a:r>
              <a:rPr lang="en-US" sz="900" dirty="0"/>
              <a:t>14579</a:t>
            </a:r>
          </a:p>
        </p:txBody>
      </p:sp>
      <p:sp>
        <p:nvSpPr>
          <p:cNvPr id="75" name="TextBox 74">
            <a:extLst>
              <a:ext uri="{FF2B5EF4-FFF2-40B4-BE49-F238E27FC236}">
                <a16:creationId xmlns:a16="http://schemas.microsoft.com/office/drawing/2014/main" id="{0E8528DE-8CCE-9D4D-6DC8-1C7647F3C076}"/>
              </a:ext>
            </a:extLst>
          </p:cNvPr>
          <p:cNvSpPr txBox="1"/>
          <p:nvPr/>
        </p:nvSpPr>
        <p:spPr>
          <a:xfrm>
            <a:off x="5147734" y="4909484"/>
            <a:ext cx="570089" cy="230832"/>
          </a:xfrm>
          <a:prstGeom prst="rect">
            <a:avLst/>
          </a:prstGeom>
          <a:noFill/>
        </p:spPr>
        <p:txBody>
          <a:bodyPr wrap="square" rtlCol="0">
            <a:spAutoFit/>
          </a:bodyPr>
          <a:lstStyle/>
          <a:p>
            <a:pPr algn="ctr"/>
            <a:r>
              <a:rPr lang="en-US" sz="900" dirty="0"/>
              <a:t>14589</a:t>
            </a:r>
          </a:p>
        </p:txBody>
      </p:sp>
      <p:sp>
        <p:nvSpPr>
          <p:cNvPr id="76" name="TextBox 75">
            <a:extLst>
              <a:ext uri="{FF2B5EF4-FFF2-40B4-BE49-F238E27FC236}">
                <a16:creationId xmlns:a16="http://schemas.microsoft.com/office/drawing/2014/main" id="{84D9C426-21C6-76E3-DB85-CBA04083DED2}"/>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3458</a:t>
            </a:r>
          </a:p>
        </p:txBody>
      </p:sp>
      <p:sp>
        <p:nvSpPr>
          <p:cNvPr id="77" name="TextBox 76">
            <a:extLst>
              <a:ext uri="{FF2B5EF4-FFF2-40B4-BE49-F238E27FC236}">
                <a16:creationId xmlns:a16="http://schemas.microsoft.com/office/drawing/2014/main" id="{71A4D51E-8220-FDEF-23E8-295485294E23}"/>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9EF01646-1B0D-859E-36BD-BC907EE59F50}"/>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5CFFED96-46DF-6C78-7FF6-F985C2B0F62C}"/>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DB405AB7-BE4B-5A50-0ECB-1A8371980857}"/>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06C64729-7CC2-398A-0C6F-A01725C5ED91}"/>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6BF741DA-5699-1DDD-AE33-C415BD88CED3}"/>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AC234B41-831A-58D4-C88B-AF65A2E444E4}"/>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2" name="TextBox 11">
            <a:extLst>
              <a:ext uri="{FF2B5EF4-FFF2-40B4-BE49-F238E27FC236}">
                <a16:creationId xmlns:a16="http://schemas.microsoft.com/office/drawing/2014/main" id="{2D8FAB2E-5062-41F7-2C38-0974F2857144}"/>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36" name="TextBox 35">
            <a:extLst>
              <a:ext uri="{FF2B5EF4-FFF2-40B4-BE49-F238E27FC236}">
                <a16:creationId xmlns:a16="http://schemas.microsoft.com/office/drawing/2014/main" id="{94FD8674-81DD-96A0-838B-69D51FB2DB8D}"/>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C0A12DE1-62B1-F949-2906-3928CFD116D3}"/>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2DED7DDE-3E30-C1B9-0A16-532E1A31C1AF}"/>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13" name="TextBox 12">
            <a:extLst>
              <a:ext uri="{FF2B5EF4-FFF2-40B4-BE49-F238E27FC236}">
                <a16:creationId xmlns:a16="http://schemas.microsoft.com/office/drawing/2014/main" id="{2DC1AD8A-46A4-347D-5F12-FDAE8E132254}"/>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6CE3B2F9-E8D1-484C-7C9E-1BF634BBA36B}"/>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D5A8356A-3764-42B3-FF57-FA310583B893}"/>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509C073E-0E6F-EB6C-7745-702459497669}"/>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4" name="TextBox 43">
            <a:extLst>
              <a:ext uri="{FF2B5EF4-FFF2-40B4-BE49-F238E27FC236}">
                <a16:creationId xmlns:a16="http://schemas.microsoft.com/office/drawing/2014/main" id="{BB91A05A-3BC8-47BC-45C4-746DD03CCE80}"/>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6C0315C9-8C99-83B7-E668-A8D1CA002CFD}"/>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BADF9A0A-98CF-B674-4B80-935F3078E20A}"/>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49" name="TextBox 48">
            <a:extLst>
              <a:ext uri="{FF2B5EF4-FFF2-40B4-BE49-F238E27FC236}">
                <a16:creationId xmlns:a16="http://schemas.microsoft.com/office/drawing/2014/main" id="{3419DB20-FB73-FF33-114B-54D1AABCA772}"/>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16373A85-51A0-98FB-91DD-0443EAC9AA84}"/>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35279929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54AB5-653A-DA48-EA6E-812B64B23DF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0626E0-6EE4-1AFE-21BD-95C1B521EEDA}"/>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1179D99-65F8-14DF-8463-82DFA7971B9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2206C78-C339-A8BC-0BF0-CEABD3DCBBF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A51DF97-5787-A221-FCBB-8F0D3ADA5E8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A34663A-B5D9-3CF6-F8E6-E8D271E3B57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6511CA4-9EB2-DEFE-D8F8-E1C387C03F50}"/>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8" name="TextBox 7">
            <a:extLst>
              <a:ext uri="{FF2B5EF4-FFF2-40B4-BE49-F238E27FC236}">
                <a16:creationId xmlns:a16="http://schemas.microsoft.com/office/drawing/2014/main" id="{203EBE2F-2929-669F-B3CB-5AB0549F554B}"/>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16" name="TextBox 15">
            <a:extLst>
              <a:ext uri="{FF2B5EF4-FFF2-40B4-BE49-F238E27FC236}">
                <a16:creationId xmlns:a16="http://schemas.microsoft.com/office/drawing/2014/main" id="{D6F83FF4-EFCE-20AC-4F56-8F4F1AC8CF09}"/>
              </a:ext>
            </a:extLst>
          </p:cNvPr>
          <p:cNvSpPr txBox="1"/>
          <p:nvPr/>
        </p:nvSpPr>
        <p:spPr>
          <a:xfrm>
            <a:off x="4645378" y="2404765"/>
            <a:ext cx="570089" cy="230832"/>
          </a:xfrm>
          <a:prstGeom prst="rect">
            <a:avLst/>
          </a:prstGeom>
          <a:noFill/>
        </p:spPr>
        <p:txBody>
          <a:bodyPr wrap="square" rtlCol="0">
            <a:spAutoFit/>
          </a:bodyPr>
          <a:lstStyle/>
          <a:p>
            <a:pPr algn="ctr"/>
            <a:r>
              <a:rPr lang="en-US" sz="900" dirty="0"/>
              <a:t>34</a:t>
            </a:r>
          </a:p>
        </p:txBody>
      </p:sp>
      <p:sp>
        <p:nvSpPr>
          <p:cNvPr id="17" name="TextBox 16">
            <a:extLst>
              <a:ext uri="{FF2B5EF4-FFF2-40B4-BE49-F238E27FC236}">
                <a16:creationId xmlns:a16="http://schemas.microsoft.com/office/drawing/2014/main" id="{23EBC3BA-2C42-4391-1907-0EE024EE58A1}"/>
              </a:ext>
            </a:extLst>
          </p:cNvPr>
          <p:cNvSpPr txBox="1"/>
          <p:nvPr/>
        </p:nvSpPr>
        <p:spPr>
          <a:xfrm>
            <a:off x="5147734" y="2404765"/>
            <a:ext cx="570089" cy="230832"/>
          </a:xfrm>
          <a:prstGeom prst="rect">
            <a:avLst/>
          </a:prstGeom>
          <a:noFill/>
        </p:spPr>
        <p:txBody>
          <a:bodyPr wrap="square" rtlCol="0">
            <a:spAutoFit/>
          </a:bodyPr>
          <a:lstStyle/>
          <a:p>
            <a:pPr algn="ctr"/>
            <a:r>
              <a:rPr lang="en-US" sz="900" dirty="0"/>
              <a:t>43</a:t>
            </a:r>
          </a:p>
        </p:txBody>
      </p:sp>
      <p:sp>
        <p:nvSpPr>
          <p:cNvPr id="28" name="TextBox 27">
            <a:extLst>
              <a:ext uri="{FF2B5EF4-FFF2-40B4-BE49-F238E27FC236}">
                <a16:creationId xmlns:a16="http://schemas.microsoft.com/office/drawing/2014/main" id="{10738369-BFDA-80CF-DB83-2945D33CDADE}"/>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34505269-9BF0-76A3-5444-B23B1F00AFC9}"/>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3EF87E67-227E-198D-1F88-2D9CA568F1CE}"/>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E702E757-4383-6082-BA29-8B4A03DF25AD}"/>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E88BCA19-5659-0781-0D9D-BF0FB956D268}"/>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3438D06D-DE0E-6832-4AA4-D8CD7B8F0FB4}"/>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8AD65FCA-8A1A-B22C-6239-EC0C1B51A8B6}"/>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7FE5FB85-E5DC-86C0-545C-D86D65DDE52E}"/>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AAA41F1D-81CD-87DC-75FB-0F25AAE6FE50}"/>
              </a:ext>
            </a:extLst>
          </p:cNvPr>
          <p:cNvSpPr txBox="1"/>
          <p:nvPr/>
        </p:nvSpPr>
        <p:spPr>
          <a:xfrm>
            <a:off x="3640666" y="3406653"/>
            <a:ext cx="570089" cy="230832"/>
          </a:xfrm>
          <a:prstGeom prst="rect">
            <a:avLst/>
          </a:prstGeom>
          <a:noFill/>
        </p:spPr>
        <p:txBody>
          <a:bodyPr wrap="square" rtlCol="0">
            <a:spAutoFit/>
          </a:bodyPr>
          <a:lstStyle/>
          <a:p>
            <a:pPr algn="ctr"/>
            <a:r>
              <a:rPr lang="en-US" sz="900" dirty="0"/>
              <a:t>27</a:t>
            </a:r>
          </a:p>
        </p:txBody>
      </p:sp>
      <p:sp>
        <p:nvSpPr>
          <p:cNvPr id="24" name="TextBox 23">
            <a:extLst>
              <a:ext uri="{FF2B5EF4-FFF2-40B4-BE49-F238E27FC236}">
                <a16:creationId xmlns:a16="http://schemas.microsoft.com/office/drawing/2014/main" id="{D627DA3A-9189-A2FF-82DF-BB0A069B8BD6}"/>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4567218C-CC69-B5EB-0F5F-C368CC8F3732}"/>
              </a:ext>
            </a:extLst>
          </p:cNvPr>
          <p:cNvSpPr txBox="1"/>
          <p:nvPr/>
        </p:nvSpPr>
        <p:spPr>
          <a:xfrm>
            <a:off x="5147734" y="3406653"/>
            <a:ext cx="570089" cy="230832"/>
          </a:xfrm>
          <a:prstGeom prst="rect">
            <a:avLst/>
          </a:prstGeom>
          <a:noFill/>
        </p:spPr>
        <p:txBody>
          <a:bodyPr wrap="square" rtlCol="0">
            <a:spAutoFit/>
          </a:bodyPr>
          <a:lstStyle/>
          <a:p>
            <a:pPr algn="ctr"/>
            <a:r>
              <a:rPr lang="en-US" sz="900" dirty="0"/>
              <a:t>59</a:t>
            </a:r>
          </a:p>
        </p:txBody>
      </p:sp>
      <p:sp>
        <p:nvSpPr>
          <p:cNvPr id="35" name="TextBox 34">
            <a:extLst>
              <a:ext uri="{FF2B5EF4-FFF2-40B4-BE49-F238E27FC236}">
                <a16:creationId xmlns:a16="http://schemas.microsoft.com/office/drawing/2014/main" id="{87D806CB-1DA6-0CED-D3AD-F408D329B86B}"/>
              </a:ext>
            </a:extLst>
          </p:cNvPr>
          <p:cNvSpPr txBox="1"/>
          <p:nvPr/>
        </p:nvSpPr>
        <p:spPr>
          <a:xfrm>
            <a:off x="3138310" y="3406653"/>
            <a:ext cx="570089" cy="230832"/>
          </a:xfrm>
          <a:prstGeom prst="rect">
            <a:avLst/>
          </a:prstGeom>
          <a:noFill/>
        </p:spPr>
        <p:txBody>
          <a:bodyPr wrap="square" rtlCol="0">
            <a:spAutoFit/>
          </a:bodyPr>
          <a:lstStyle/>
          <a:p>
            <a:pPr algn="ctr"/>
            <a:r>
              <a:rPr lang="en-US" sz="900" dirty="0"/>
              <a:t>247</a:t>
            </a:r>
          </a:p>
        </p:txBody>
      </p:sp>
      <p:sp>
        <p:nvSpPr>
          <p:cNvPr id="38" name="TextBox 37">
            <a:extLst>
              <a:ext uri="{FF2B5EF4-FFF2-40B4-BE49-F238E27FC236}">
                <a16:creationId xmlns:a16="http://schemas.microsoft.com/office/drawing/2014/main" id="{8EDC017A-E999-5643-F267-8DCFC06EA07C}"/>
              </a:ext>
            </a:extLst>
          </p:cNvPr>
          <p:cNvSpPr txBox="1"/>
          <p:nvPr/>
        </p:nvSpPr>
        <p:spPr>
          <a:xfrm>
            <a:off x="6152446" y="2905709"/>
            <a:ext cx="570089" cy="230832"/>
          </a:xfrm>
          <a:prstGeom prst="rect">
            <a:avLst/>
          </a:prstGeom>
          <a:noFill/>
        </p:spPr>
        <p:txBody>
          <a:bodyPr wrap="square" rtlCol="0">
            <a:spAutoFit/>
          </a:bodyPr>
          <a:lstStyle/>
          <a:p>
            <a:pPr algn="ctr"/>
            <a:r>
              <a:rPr lang="en-US" sz="900" dirty="0"/>
              <a:t>49</a:t>
            </a:r>
          </a:p>
        </p:txBody>
      </p:sp>
      <p:sp>
        <p:nvSpPr>
          <p:cNvPr id="40" name="TextBox 39">
            <a:extLst>
              <a:ext uri="{FF2B5EF4-FFF2-40B4-BE49-F238E27FC236}">
                <a16:creationId xmlns:a16="http://schemas.microsoft.com/office/drawing/2014/main" id="{05DA77B0-8863-15BE-4D5A-15A9C6399417}"/>
              </a:ext>
            </a:extLst>
          </p:cNvPr>
          <p:cNvSpPr txBox="1"/>
          <p:nvPr/>
        </p:nvSpPr>
        <p:spPr>
          <a:xfrm>
            <a:off x="7157158" y="2905709"/>
            <a:ext cx="570089" cy="230832"/>
          </a:xfrm>
          <a:prstGeom prst="rect">
            <a:avLst/>
          </a:prstGeom>
          <a:noFill/>
        </p:spPr>
        <p:txBody>
          <a:bodyPr wrap="square" rtlCol="0">
            <a:spAutoFit/>
          </a:bodyPr>
          <a:lstStyle/>
          <a:p>
            <a:pPr algn="ctr"/>
            <a:r>
              <a:rPr lang="en-US" sz="900" dirty="0"/>
              <a:t>94</a:t>
            </a:r>
          </a:p>
        </p:txBody>
      </p:sp>
      <p:sp>
        <p:nvSpPr>
          <p:cNvPr id="45" name="TextBox 44">
            <a:extLst>
              <a:ext uri="{FF2B5EF4-FFF2-40B4-BE49-F238E27FC236}">
                <a16:creationId xmlns:a16="http://schemas.microsoft.com/office/drawing/2014/main" id="{A63D3220-F4BE-D2F1-A650-F99934898E51}"/>
              </a:ext>
            </a:extLst>
          </p:cNvPr>
          <p:cNvSpPr txBox="1"/>
          <p:nvPr/>
        </p:nvSpPr>
        <p:spPr>
          <a:xfrm>
            <a:off x="5147734" y="901933"/>
            <a:ext cx="570089" cy="230832"/>
          </a:xfrm>
          <a:prstGeom prst="rect">
            <a:avLst/>
          </a:prstGeom>
          <a:noFill/>
        </p:spPr>
        <p:txBody>
          <a:bodyPr wrap="square" rtlCol="0">
            <a:spAutoFit/>
          </a:bodyPr>
          <a:lstStyle/>
          <a:p>
            <a:pPr algn="ctr"/>
            <a:r>
              <a:rPr lang="en-US" sz="900" dirty="0"/>
              <a:t>41</a:t>
            </a:r>
          </a:p>
        </p:txBody>
      </p:sp>
      <p:sp>
        <p:nvSpPr>
          <p:cNvPr id="46" name="TextBox 45">
            <a:extLst>
              <a:ext uri="{FF2B5EF4-FFF2-40B4-BE49-F238E27FC236}">
                <a16:creationId xmlns:a16="http://schemas.microsoft.com/office/drawing/2014/main" id="{411CB313-F1DD-2D87-F887-936D4524E438}"/>
              </a:ext>
            </a:extLst>
          </p:cNvPr>
          <p:cNvSpPr txBox="1"/>
          <p:nvPr/>
        </p:nvSpPr>
        <p:spPr>
          <a:xfrm>
            <a:off x="5650090" y="901933"/>
            <a:ext cx="570089" cy="230832"/>
          </a:xfrm>
          <a:prstGeom prst="rect">
            <a:avLst/>
          </a:prstGeom>
          <a:noFill/>
        </p:spPr>
        <p:txBody>
          <a:bodyPr wrap="square" rtlCol="0">
            <a:spAutoFit/>
          </a:bodyPr>
          <a:lstStyle/>
          <a:p>
            <a:pPr algn="ctr"/>
            <a:r>
              <a:rPr lang="en-US" sz="900" dirty="0"/>
              <a:t>48</a:t>
            </a:r>
          </a:p>
        </p:txBody>
      </p:sp>
      <p:sp>
        <p:nvSpPr>
          <p:cNvPr id="47" name="TextBox 46">
            <a:extLst>
              <a:ext uri="{FF2B5EF4-FFF2-40B4-BE49-F238E27FC236}">
                <a16:creationId xmlns:a16="http://schemas.microsoft.com/office/drawing/2014/main" id="{2F47C2D5-64D6-0077-9006-478A1B6C8B87}"/>
              </a:ext>
            </a:extLst>
          </p:cNvPr>
          <p:cNvSpPr txBox="1"/>
          <p:nvPr/>
        </p:nvSpPr>
        <p:spPr>
          <a:xfrm>
            <a:off x="6152446" y="901933"/>
            <a:ext cx="570089" cy="230832"/>
          </a:xfrm>
          <a:prstGeom prst="rect">
            <a:avLst/>
          </a:prstGeom>
          <a:noFill/>
        </p:spPr>
        <p:txBody>
          <a:bodyPr wrap="square" rtlCol="0">
            <a:spAutoFit/>
          </a:bodyPr>
          <a:lstStyle/>
          <a:p>
            <a:pPr algn="ctr"/>
            <a:r>
              <a:rPr lang="en-US" sz="900" dirty="0"/>
              <a:t>56</a:t>
            </a:r>
          </a:p>
        </p:txBody>
      </p:sp>
      <p:sp>
        <p:nvSpPr>
          <p:cNvPr id="48" name="TextBox 47">
            <a:extLst>
              <a:ext uri="{FF2B5EF4-FFF2-40B4-BE49-F238E27FC236}">
                <a16:creationId xmlns:a16="http://schemas.microsoft.com/office/drawing/2014/main" id="{B9BEC0E5-806B-AC38-16DD-778C682D8FD7}"/>
              </a:ext>
            </a:extLst>
          </p:cNvPr>
          <p:cNvSpPr txBox="1"/>
          <p:nvPr/>
        </p:nvSpPr>
        <p:spPr>
          <a:xfrm>
            <a:off x="7157158" y="901933"/>
            <a:ext cx="570089" cy="230832"/>
          </a:xfrm>
          <a:prstGeom prst="rect">
            <a:avLst/>
          </a:prstGeom>
          <a:noFill/>
        </p:spPr>
        <p:txBody>
          <a:bodyPr wrap="square" rtlCol="0">
            <a:spAutoFit/>
          </a:bodyPr>
          <a:lstStyle/>
          <a:p>
            <a:pPr algn="ctr"/>
            <a:r>
              <a:rPr lang="en-US" sz="900" dirty="0"/>
              <a:t>65</a:t>
            </a:r>
          </a:p>
        </p:txBody>
      </p:sp>
      <p:sp>
        <p:nvSpPr>
          <p:cNvPr id="51" name="TextBox 50">
            <a:extLst>
              <a:ext uri="{FF2B5EF4-FFF2-40B4-BE49-F238E27FC236}">
                <a16:creationId xmlns:a16="http://schemas.microsoft.com/office/drawing/2014/main" id="{49BC9BD1-162F-531C-3118-D1ACE748461E}"/>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a:t>
            </a:r>
          </a:p>
        </p:txBody>
      </p:sp>
      <p:sp>
        <p:nvSpPr>
          <p:cNvPr id="52" name="TextBox 51">
            <a:extLst>
              <a:ext uri="{FF2B5EF4-FFF2-40B4-BE49-F238E27FC236}">
                <a16:creationId xmlns:a16="http://schemas.microsoft.com/office/drawing/2014/main" id="{55980E13-0BEC-6D54-73E3-650A2FCCB620}"/>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a:t>
            </a:r>
          </a:p>
        </p:txBody>
      </p:sp>
      <p:sp>
        <p:nvSpPr>
          <p:cNvPr id="53" name="TextBox 52">
            <a:extLst>
              <a:ext uri="{FF2B5EF4-FFF2-40B4-BE49-F238E27FC236}">
                <a16:creationId xmlns:a16="http://schemas.microsoft.com/office/drawing/2014/main" id="{65358AD8-9748-74D2-E573-DDBC2EBA8CB9}"/>
              </a:ext>
            </a:extLst>
          </p:cNvPr>
          <p:cNvSpPr txBox="1"/>
          <p:nvPr/>
        </p:nvSpPr>
        <p:spPr>
          <a:xfrm>
            <a:off x="5147734" y="1402877"/>
            <a:ext cx="570089" cy="230832"/>
          </a:xfrm>
          <a:prstGeom prst="rect">
            <a:avLst/>
          </a:prstGeom>
          <a:noFill/>
        </p:spPr>
        <p:txBody>
          <a:bodyPr wrap="square" rtlCol="0">
            <a:spAutoFit/>
          </a:bodyPr>
          <a:lstStyle/>
          <a:p>
            <a:pPr algn="ctr"/>
            <a:r>
              <a:rPr lang="en-US" sz="900" dirty="0"/>
              <a:t>356</a:t>
            </a:r>
          </a:p>
        </p:txBody>
      </p:sp>
      <p:sp>
        <p:nvSpPr>
          <p:cNvPr id="54" name="TextBox 53">
            <a:extLst>
              <a:ext uri="{FF2B5EF4-FFF2-40B4-BE49-F238E27FC236}">
                <a16:creationId xmlns:a16="http://schemas.microsoft.com/office/drawing/2014/main" id="{A414AB68-B26C-62B8-C070-7A448432DE18}"/>
              </a:ext>
            </a:extLst>
          </p:cNvPr>
          <p:cNvSpPr txBox="1"/>
          <p:nvPr/>
        </p:nvSpPr>
        <p:spPr>
          <a:xfrm>
            <a:off x="3138310" y="1402877"/>
            <a:ext cx="570089" cy="230832"/>
          </a:xfrm>
          <a:prstGeom prst="rect">
            <a:avLst/>
          </a:prstGeom>
          <a:noFill/>
        </p:spPr>
        <p:txBody>
          <a:bodyPr wrap="square" rtlCol="0">
            <a:spAutoFit/>
          </a:bodyPr>
          <a:lstStyle/>
          <a:p>
            <a:pPr algn="ctr"/>
            <a:r>
              <a:rPr lang="en-US" sz="900" dirty="0"/>
              <a:t>45</a:t>
            </a:r>
          </a:p>
        </p:txBody>
      </p:sp>
      <p:sp>
        <p:nvSpPr>
          <p:cNvPr id="55" name="TextBox 54">
            <a:extLst>
              <a:ext uri="{FF2B5EF4-FFF2-40B4-BE49-F238E27FC236}">
                <a16:creationId xmlns:a16="http://schemas.microsoft.com/office/drawing/2014/main" id="{E3798DC8-E7D4-9285-13B5-D18DF43E30E3}"/>
              </a:ext>
            </a:extLst>
          </p:cNvPr>
          <p:cNvSpPr txBox="1"/>
          <p:nvPr/>
        </p:nvSpPr>
        <p:spPr>
          <a:xfrm>
            <a:off x="3640666" y="1903821"/>
            <a:ext cx="570089" cy="230832"/>
          </a:xfrm>
          <a:prstGeom prst="rect">
            <a:avLst/>
          </a:prstGeom>
          <a:noFill/>
        </p:spPr>
        <p:txBody>
          <a:bodyPr wrap="square" rtlCol="0">
            <a:spAutoFit/>
          </a:bodyPr>
          <a:lstStyle/>
          <a:p>
            <a:pPr algn="ctr"/>
            <a:r>
              <a:rPr lang="en-US" sz="900" dirty="0"/>
              <a:t>89</a:t>
            </a:r>
          </a:p>
        </p:txBody>
      </p:sp>
      <p:sp>
        <p:nvSpPr>
          <p:cNvPr id="56" name="TextBox 55">
            <a:extLst>
              <a:ext uri="{FF2B5EF4-FFF2-40B4-BE49-F238E27FC236}">
                <a16:creationId xmlns:a16="http://schemas.microsoft.com/office/drawing/2014/main" id="{47F353DA-FCE6-AEF9-55DD-A07A33F6D6D3}"/>
              </a:ext>
            </a:extLst>
          </p:cNvPr>
          <p:cNvSpPr txBox="1"/>
          <p:nvPr/>
        </p:nvSpPr>
        <p:spPr>
          <a:xfrm>
            <a:off x="4143022" y="1903821"/>
            <a:ext cx="570089" cy="230832"/>
          </a:xfrm>
          <a:prstGeom prst="rect">
            <a:avLst/>
          </a:prstGeom>
          <a:noFill/>
        </p:spPr>
        <p:txBody>
          <a:bodyPr wrap="square" rtlCol="0">
            <a:spAutoFit/>
          </a:bodyPr>
          <a:lstStyle/>
          <a:p>
            <a:pPr algn="ctr"/>
            <a:r>
              <a:rPr lang="en-US" sz="900" dirty="0"/>
              <a:t>65</a:t>
            </a:r>
          </a:p>
        </p:txBody>
      </p:sp>
      <p:sp>
        <p:nvSpPr>
          <p:cNvPr id="57" name="TextBox 56">
            <a:extLst>
              <a:ext uri="{FF2B5EF4-FFF2-40B4-BE49-F238E27FC236}">
                <a16:creationId xmlns:a16="http://schemas.microsoft.com/office/drawing/2014/main" id="{17CF85FC-AD54-A82E-FAAA-3F15A9F18B1A}"/>
              </a:ext>
            </a:extLst>
          </p:cNvPr>
          <p:cNvSpPr txBox="1"/>
          <p:nvPr/>
        </p:nvSpPr>
        <p:spPr>
          <a:xfrm>
            <a:off x="4645378" y="1903821"/>
            <a:ext cx="570089" cy="230832"/>
          </a:xfrm>
          <a:prstGeom prst="rect">
            <a:avLst/>
          </a:prstGeom>
          <a:noFill/>
        </p:spPr>
        <p:txBody>
          <a:bodyPr wrap="square" rtlCol="0">
            <a:spAutoFit/>
          </a:bodyPr>
          <a:lstStyle/>
          <a:p>
            <a:pPr algn="ctr"/>
            <a:r>
              <a:rPr lang="en-US" sz="900" dirty="0"/>
              <a:t>56</a:t>
            </a:r>
          </a:p>
        </p:txBody>
      </p:sp>
      <p:sp>
        <p:nvSpPr>
          <p:cNvPr id="58" name="TextBox 57">
            <a:extLst>
              <a:ext uri="{FF2B5EF4-FFF2-40B4-BE49-F238E27FC236}">
                <a16:creationId xmlns:a16="http://schemas.microsoft.com/office/drawing/2014/main" id="{E6469DC8-53D0-1530-7309-DF4098E80971}"/>
              </a:ext>
            </a:extLst>
          </p:cNvPr>
          <p:cNvSpPr txBox="1"/>
          <p:nvPr/>
        </p:nvSpPr>
        <p:spPr>
          <a:xfrm>
            <a:off x="3138310" y="1903821"/>
            <a:ext cx="570089" cy="230832"/>
          </a:xfrm>
          <a:prstGeom prst="rect">
            <a:avLst/>
          </a:prstGeom>
          <a:noFill/>
        </p:spPr>
        <p:txBody>
          <a:bodyPr wrap="square" rtlCol="0">
            <a:spAutoFit/>
          </a:bodyPr>
          <a:lstStyle/>
          <a:p>
            <a:pPr algn="ctr"/>
            <a:r>
              <a:rPr lang="en-US" sz="900" dirty="0"/>
              <a:t>589</a:t>
            </a:r>
          </a:p>
        </p:txBody>
      </p:sp>
      <p:sp>
        <p:nvSpPr>
          <p:cNvPr id="59" name="TextBox 58">
            <a:extLst>
              <a:ext uri="{FF2B5EF4-FFF2-40B4-BE49-F238E27FC236}">
                <a16:creationId xmlns:a16="http://schemas.microsoft.com/office/drawing/2014/main" id="{89BAA955-A4FE-D39D-03D5-688025D68D75}"/>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60" name="TextBox 59">
            <a:extLst>
              <a:ext uri="{FF2B5EF4-FFF2-40B4-BE49-F238E27FC236}">
                <a16:creationId xmlns:a16="http://schemas.microsoft.com/office/drawing/2014/main" id="{53A64681-72B0-518B-4FA1-0600F55DA62B}"/>
              </a:ext>
            </a:extLst>
          </p:cNvPr>
          <p:cNvSpPr txBox="1"/>
          <p:nvPr/>
        </p:nvSpPr>
        <p:spPr>
          <a:xfrm>
            <a:off x="3640666" y="4408541"/>
            <a:ext cx="570089" cy="230832"/>
          </a:xfrm>
          <a:prstGeom prst="rect">
            <a:avLst/>
          </a:prstGeom>
          <a:noFill/>
        </p:spPr>
        <p:txBody>
          <a:bodyPr wrap="square" rtlCol="0">
            <a:spAutoFit/>
          </a:bodyPr>
          <a:lstStyle/>
          <a:p>
            <a:pPr algn="ctr"/>
            <a:r>
              <a:rPr lang="en-US" sz="900" dirty="0"/>
              <a:t>28</a:t>
            </a:r>
          </a:p>
        </p:txBody>
      </p:sp>
      <p:sp>
        <p:nvSpPr>
          <p:cNvPr id="61" name="TextBox 60">
            <a:extLst>
              <a:ext uri="{FF2B5EF4-FFF2-40B4-BE49-F238E27FC236}">
                <a16:creationId xmlns:a16="http://schemas.microsoft.com/office/drawing/2014/main" id="{4A16186A-8C35-01C2-EF78-6A5AD41EFC48}"/>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1258</a:t>
            </a:r>
          </a:p>
        </p:txBody>
      </p:sp>
      <p:sp>
        <p:nvSpPr>
          <p:cNvPr id="62" name="TextBox 61">
            <a:extLst>
              <a:ext uri="{FF2B5EF4-FFF2-40B4-BE49-F238E27FC236}">
                <a16:creationId xmlns:a16="http://schemas.microsoft.com/office/drawing/2014/main" id="{75026C50-2A27-DCFE-C68C-013FF97CABD1}"/>
              </a:ext>
            </a:extLst>
          </p:cNvPr>
          <p:cNvSpPr txBox="1"/>
          <p:nvPr/>
        </p:nvSpPr>
        <p:spPr>
          <a:xfrm>
            <a:off x="4143022" y="4909484"/>
            <a:ext cx="570089" cy="230832"/>
          </a:xfrm>
          <a:prstGeom prst="rect">
            <a:avLst/>
          </a:prstGeom>
          <a:noFill/>
        </p:spPr>
        <p:txBody>
          <a:bodyPr wrap="square" rtlCol="0">
            <a:spAutoFit/>
          </a:bodyPr>
          <a:lstStyle/>
          <a:p>
            <a:pPr algn="ctr"/>
            <a:r>
              <a:rPr lang="en-US" sz="900" dirty="0"/>
              <a:t>35</a:t>
            </a:r>
          </a:p>
        </p:txBody>
      </p:sp>
      <p:sp>
        <p:nvSpPr>
          <p:cNvPr id="63" name="TextBox 62">
            <a:extLst>
              <a:ext uri="{FF2B5EF4-FFF2-40B4-BE49-F238E27FC236}">
                <a16:creationId xmlns:a16="http://schemas.microsoft.com/office/drawing/2014/main" id="{E64248C0-E5A2-2298-6764-F255DE3EC49F}"/>
              </a:ext>
            </a:extLst>
          </p:cNvPr>
          <p:cNvSpPr txBox="1"/>
          <p:nvPr/>
        </p:nvSpPr>
        <p:spPr>
          <a:xfrm>
            <a:off x="3138310" y="4909484"/>
            <a:ext cx="570089" cy="230832"/>
          </a:xfrm>
          <a:prstGeom prst="rect">
            <a:avLst/>
          </a:prstGeom>
          <a:noFill/>
        </p:spPr>
        <p:txBody>
          <a:bodyPr wrap="square" rtlCol="0">
            <a:spAutoFit/>
          </a:bodyPr>
          <a:lstStyle/>
          <a:p>
            <a:pPr algn="ctr"/>
            <a:r>
              <a:rPr lang="en-US" sz="900" dirty="0"/>
              <a:t>1258</a:t>
            </a:r>
          </a:p>
        </p:txBody>
      </p:sp>
      <p:sp>
        <p:nvSpPr>
          <p:cNvPr id="64" name="TextBox 63">
            <a:extLst>
              <a:ext uri="{FF2B5EF4-FFF2-40B4-BE49-F238E27FC236}">
                <a16:creationId xmlns:a16="http://schemas.microsoft.com/office/drawing/2014/main" id="{A1FFA6ED-6DD8-36FF-AE74-0E945C50DFBB}"/>
              </a:ext>
            </a:extLst>
          </p:cNvPr>
          <p:cNvSpPr txBox="1"/>
          <p:nvPr/>
        </p:nvSpPr>
        <p:spPr>
          <a:xfrm>
            <a:off x="5650090" y="3907597"/>
            <a:ext cx="570089" cy="230832"/>
          </a:xfrm>
          <a:prstGeom prst="rect">
            <a:avLst/>
          </a:prstGeom>
          <a:noFill/>
        </p:spPr>
        <p:txBody>
          <a:bodyPr wrap="square" rtlCol="0">
            <a:spAutoFit/>
          </a:bodyPr>
          <a:lstStyle/>
          <a:p>
            <a:pPr algn="ctr"/>
            <a:r>
              <a:rPr lang="en-US" sz="900" dirty="0"/>
              <a:t>35</a:t>
            </a:r>
          </a:p>
        </p:txBody>
      </p:sp>
      <p:sp>
        <p:nvSpPr>
          <p:cNvPr id="65" name="TextBox 64">
            <a:extLst>
              <a:ext uri="{FF2B5EF4-FFF2-40B4-BE49-F238E27FC236}">
                <a16:creationId xmlns:a16="http://schemas.microsoft.com/office/drawing/2014/main" id="{0FBEE77A-47FB-6EED-5391-C5BEE2FE4E6D}"/>
              </a:ext>
            </a:extLst>
          </p:cNvPr>
          <p:cNvSpPr txBox="1"/>
          <p:nvPr/>
        </p:nvSpPr>
        <p:spPr>
          <a:xfrm>
            <a:off x="6152446" y="3907597"/>
            <a:ext cx="570089" cy="230832"/>
          </a:xfrm>
          <a:prstGeom prst="rect">
            <a:avLst/>
          </a:prstGeom>
          <a:noFill/>
        </p:spPr>
        <p:txBody>
          <a:bodyPr wrap="square" rtlCol="0">
            <a:spAutoFit/>
          </a:bodyPr>
          <a:lstStyle/>
          <a:p>
            <a:pPr algn="ctr"/>
            <a:r>
              <a:rPr lang="en-US" sz="900" dirty="0"/>
              <a:t>569</a:t>
            </a:r>
          </a:p>
        </p:txBody>
      </p:sp>
      <p:sp>
        <p:nvSpPr>
          <p:cNvPr id="67" name="TextBox 66">
            <a:extLst>
              <a:ext uri="{FF2B5EF4-FFF2-40B4-BE49-F238E27FC236}">
                <a16:creationId xmlns:a16="http://schemas.microsoft.com/office/drawing/2014/main" id="{8A4AC5DA-3EDD-B321-A3DC-172A794CB97A}"/>
              </a:ext>
            </a:extLst>
          </p:cNvPr>
          <p:cNvSpPr txBox="1"/>
          <p:nvPr/>
        </p:nvSpPr>
        <p:spPr>
          <a:xfrm>
            <a:off x="7157158" y="3907597"/>
            <a:ext cx="570089" cy="230832"/>
          </a:xfrm>
          <a:prstGeom prst="rect">
            <a:avLst/>
          </a:prstGeom>
          <a:noFill/>
        </p:spPr>
        <p:txBody>
          <a:bodyPr wrap="square" rtlCol="0">
            <a:spAutoFit/>
          </a:bodyPr>
          <a:lstStyle/>
          <a:p>
            <a:pPr algn="ctr"/>
            <a:r>
              <a:rPr lang="en-US" sz="900" dirty="0"/>
              <a:t>1569</a:t>
            </a:r>
          </a:p>
        </p:txBody>
      </p:sp>
      <p:sp>
        <p:nvSpPr>
          <p:cNvPr id="68" name="TextBox 67">
            <a:extLst>
              <a:ext uri="{FF2B5EF4-FFF2-40B4-BE49-F238E27FC236}">
                <a16:creationId xmlns:a16="http://schemas.microsoft.com/office/drawing/2014/main" id="{B0612862-9A4B-13C5-41AF-E89889B6AB6C}"/>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69" name="TextBox 68">
            <a:extLst>
              <a:ext uri="{FF2B5EF4-FFF2-40B4-BE49-F238E27FC236}">
                <a16:creationId xmlns:a16="http://schemas.microsoft.com/office/drawing/2014/main" id="{0EFB2F4C-82D3-558D-7D76-6FBC268E145B}"/>
              </a:ext>
            </a:extLst>
          </p:cNvPr>
          <p:cNvSpPr txBox="1"/>
          <p:nvPr/>
        </p:nvSpPr>
        <p:spPr>
          <a:xfrm>
            <a:off x="6654802" y="4408541"/>
            <a:ext cx="570089" cy="230832"/>
          </a:xfrm>
          <a:prstGeom prst="rect">
            <a:avLst/>
          </a:prstGeom>
          <a:noFill/>
        </p:spPr>
        <p:txBody>
          <a:bodyPr wrap="square" rtlCol="0">
            <a:spAutoFit/>
          </a:bodyPr>
          <a:lstStyle/>
          <a:p>
            <a:pPr algn="ctr"/>
            <a:r>
              <a:rPr lang="en-US" sz="900" dirty="0"/>
              <a:t>238</a:t>
            </a:r>
          </a:p>
        </p:txBody>
      </p:sp>
      <p:sp>
        <p:nvSpPr>
          <p:cNvPr id="70" name="TextBox 69">
            <a:extLst>
              <a:ext uri="{FF2B5EF4-FFF2-40B4-BE49-F238E27FC236}">
                <a16:creationId xmlns:a16="http://schemas.microsoft.com/office/drawing/2014/main" id="{4CF94B3E-BB56-9ED0-E337-655EA2FF7B1B}"/>
              </a:ext>
            </a:extLst>
          </p:cNvPr>
          <p:cNvSpPr txBox="1"/>
          <p:nvPr/>
        </p:nvSpPr>
        <p:spPr>
          <a:xfrm>
            <a:off x="7157158" y="4408541"/>
            <a:ext cx="570089" cy="230832"/>
          </a:xfrm>
          <a:prstGeom prst="rect">
            <a:avLst/>
          </a:prstGeom>
          <a:noFill/>
        </p:spPr>
        <p:txBody>
          <a:bodyPr wrap="square" rtlCol="0">
            <a:spAutoFit/>
          </a:bodyPr>
          <a:lstStyle/>
          <a:p>
            <a:pPr algn="ctr"/>
            <a:r>
              <a:rPr lang="en-US" sz="900" dirty="0"/>
              <a:t>145</a:t>
            </a:r>
          </a:p>
        </p:txBody>
      </p:sp>
      <p:sp>
        <p:nvSpPr>
          <p:cNvPr id="71" name="TextBox 70">
            <a:extLst>
              <a:ext uri="{FF2B5EF4-FFF2-40B4-BE49-F238E27FC236}">
                <a16:creationId xmlns:a16="http://schemas.microsoft.com/office/drawing/2014/main" id="{F9BC0C2F-DCAA-398F-C9F8-74597B593CE4}"/>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4579</a:t>
            </a:r>
          </a:p>
        </p:txBody>
      </p:sp>
      <p:sp>
        <p:nvSpPr>
          <p:cNvPr id="72" name="TextBox 71">
            <a:extLst>
              <a:ext uri="{FF2B5EF4-FFF2-40B4-BE49-F238E27FC236}">
                <a16:creationId xmlns:a16="http://schemas.microsoft.com/office/drawing/2014/main" id="{3408502D-2EFE-2369-2F5F-7F99B3097C75}"/>
              </a:ext>
            </a:extLst>
          </p:cNvPr>
          <p:cNvSpPr txBox="1"/>
          <p:nvPr/>
        </p:nvSpPr>
        <p:spPr>
          <a:xfrm>
            <a:off x="6654802" y="4909484"/>
            <a:ext cx="570089" cy="230832"/>
          </a:xfrm>
          <a:prstGeom prst="rect">
            <a:avLst/>
          </a:prstGeom>
          <a:noFill/>
        </p:spPr>
        <p:txBody>
          <a:bodyPr wrap="square" rtlCol="0">
            <a:spAutoFit/>
          </a:bodyPr>
          <a:lstStyle/>
          <a:p>
            <a:pPr algn="ctr"/>
            <a:r>
              <a:rPr lang="en-US" sz="900" dirty="0"/>
              <a:t>238</a:t>
            </a:r>
          </a:p>
        </p:txBody>
      </p:sp>
      <p:sp>
        <p:nvSpPr>
          <p:cNvPr id="73" name="TextBox 72">
            <a:extLst>
              <a:ext uri="{FF2B5EF4-FFF2-40B4-BE49-F238E27FC236}">
                <a16:creationId xmlns:a16="http://schemas.microsoft.com/office/drawing/2014/main" id="{70D79EEB-197C-FE75-F433-A17F6306BB13}"/>
              </a:ext>
            </a:extLst>
          </p:cNvPr>
          <p:cNvSpPr txBox="1"/>
          <p:nvPr/>
        </p:nvSpPr>
        <p:spPr>
          <a:xfrm>
            <a:off x="7157158" y="4909484"/>
            <a:ext cx="570089" cy="230832"/>
          </a:xfrm>
          <a:prstGeom prst="rect">
            <a:avLst/>
          </a:prstGeom>
          <a:noFill/>
        </p:spPr>
        <p:txBody>
          <a:bodyPr wrap="square" rtlCol="0">
            <a:spAutoFit/>
          </a:bodyPr>
          <a:lstStyle/>
          <a:p>
            <a:pPr algn="ctr"/>
            <a:r>
              <a:rPr lang="en-US" sz="900" dirty="0"/>
              <a:t>1459</a:t>
            </a:r>
          </a:p>
        </p:txBody>
      </p:sp>
      <p:sp>
        <p:nvSpPr>
          <p:cNvPr id="74" name="TextBox 73">
            <a:extLst>
              <a:ext uri="{FF2B5EF4-FFF2-40B4-BE49-F238E27FC236}">
                <a16:creationId xmlns:a16="http://schemas.microsoft.com/office/drawing/2014/main" id="{20B7D94F-3C30-9000-CA06-0C9014328A9C}"/>
              </a:ext>
            </a:extLst>
          </p:cNvPr>
          <p:cNvSpPr txBox="1"/>
          <p:nvPr/>
        </p:nvSpPr>
        <p:spPr>
          <a:xfrm>
            <a:off x="4645378" y="4909484"/>
            <a:ext cx="570089" cy="230832"/>
          </a:xfrm>
          <a:prstGeom prst="rect">
            <a:avLst/>
          </a:prstGeom>
          <a:noFill/>
        </p:spPr>
        <p:txBody>
          <a:bodyPr wrap="square" rtlCol="0">
            <a:spAutoFit/>
          </a:bodyPr>
          <a:lstStyle/>
          <a:p>
            <a:pPr algn="ctr"/>
            <a:r>
              <a:rPr lang="en-US" sz="900" dirty="0"/>
              <a:t>14579</a:t>
            </a:r>
          </a:p>
        </p:txBody>
      </p:sp>
      <p:sp>
        <p:nvSpPr>
          <p:cNvPr id="75" name="TextBox 74">
            <a:extLst>
              <a:ext uri="{FF2B5EF4-FFF2-40B4-BE49-F238E27FC236}">
                <a16:creationId xmlns:a16="http://schemas.microsoft.com/office/drawing/2014/main" id="{018A984D-FE62-9047-5552-4062434BFDCB}"/>
              </a:ext>
            </a:extLst>
          </p:cNvPr>
          <p:cNvSpPr txBox="1"/>
          <p:nvPr/>
        </p:nvSpPr>
        <p:spPr>
          <a:xfrm>
            <a:off x="5147734" y="4909484"/>
            <a:ext cx="570089" cy="230832"/>
          </a:xfrm>
          <a:prstGeom prst="rect">
            <a:avLst/>
          </a:prstGeom>
          <a:noFill/>
        </p:spPr>
        <p:txBody>
          <a:bodyPr wrap="square" rtlCol="0">
            <a:spAutoFit/>
          </a:bodyPr>
          <a:lstStyle/>
          <a:p>
            <a:pPr algn="ctr"/>
            <a:r>
              <a:rPr lang="en-US" sz="900" dirty="0"/>
              <a:t>1459</a:t>
            </a:r>
          </a:p>
        </p:txBody>
      </p:sp>
      <p:sp>
        <p:nvSpPr>
          <p:cNvPr id="76" name="TextBox 75">
            <a:extLst>
              <a:ext uri="{FF2B5EF4-FFF2-40B4-BE49-F238E27FC236}">
                <a16:creationId xmlns:a16="http://schemas.microsoft.com/office/drawing/2014/main" id="{895258BD-8FB0-3881-1E3F-E867A6FA3FCF}"/>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a:t>
            </a:r>
          </a:p>
        </p:txBody>
      </p:sp>
      <p:sp>
        <p:nvSpPr>
          <p:cNvPr id="77" name="TextBox 76">
            <a:extLst>
              <a:ext uri="{FF2B5EF4-FFF2-40B4-BE49-F238E27FC236}">
                <a16:creationId xmlns:a16="http://schemas.microsoft.com/office/drawing/2014/main" id="{4556A100-F8E1-3B3B-D222-D901DDC5ADC0}"/>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7D91FBD4-B203-488D-EF95-5FF7F96540E3}"/>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48694517-D067-D85F-5350-0CA576A94833}"/>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2C3B8FD6-BF92-978C-9F54-C9A1B5643267}"/>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7C4B2B01-148B-79B0-0829-1D9E783871A5}"/>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674627A8-83E7-FDE5-CEF1-2B4D5FC896D5}"/>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EA7BB707-B28D-DFD4-60EC-4B94E539ADCB}"/>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2" name="TextBox 11">
            <a:extLst>
              <a:ext uri="{FF2B5EF4-FFF2-40B4-BE49-F238E27FC236}">
                <a16:creationId xmlns:a16="http://schemas.microsoft.com/office/drawing/2014/main" id="{DFB003BE-0E36-29B0-B6EC-B6F80A7E3BE8}"/>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36" name="TextBox 35">
            <a:extLst>
              <a:ext uri="{FF2B5EF4-FFF2-40B4-BE49-F238E27FC236}">
                <a16:creationId xmlns:a16="http://schemas.microsoft.com/office/drawing/2014/main" id="{0C8B8C0D-02EB-DA2D-33E7-2EC125255E8A}"/>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0EADFD39-2A81-20EF-CEF0-3ADFDD811EF5}"/>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218ECA79-7DB8-C634-96C8-2AB3358D724B}"/>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13" name="TextBox 12">
            <a:extLst>
              <a:ext uri="{FF2B5EF4-FFF2-40B4-BE49-F238E27FC236}">
                <a16:creationId xmlns:a16="http://schemas.microsoft.com/office/drawing/2014/main" id="{02DC1A04-1B1B-48C2-AC62-C0C6FD8FAF6F}"/>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46453544-180D-8B47-65BA-0C9D718A4E3C}"/>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C5557DB7-F799-9FD2-58FF-E7DD3A9EB8D8}"/>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94769DAC-66F3-B66F-DA30-588CAA1D8483}"/>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4" name="TextBox 43">
            <a:extLst>
              <a:ext uri="{FF2B5EF4-FFF2-40B4-BE49-F238E27FC236}">
                <a16:creationId xmlns:a16="http://schemas.microsoft.com/office/drawing/2014/main" id="{73B2E534-9249-9A4B-2E52-65C2BCB3B7E4}"/>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458AD8D4-96CD-479C-23BF-BDF1CF574929}"/>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5BC6B18A-B635-6F03-99A3-8669154C0DC8}"/>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49" name="TextBox 48">
            <a:extLst>
              <a:ext uri="{FF2B5EF4-FFF2-40B4-BE49-F238E27FC236}">
                <a16:creationId xmlns:a16="http://schemas.microsoft.com/office/drawing/2014/main" id="{00806FB8-4564-9491-A410-81025EF01FD6}"/>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353E4F3E-7F5E-D432-4FFE-C927EEA25B83}"/>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25" name="TextBox 24">
            <a:extLst>
              <a:ext uri="{FF2B5EF4-FFF2-40B4-BE49-F238E27FC236}">
                <a16:creationId xmlns:a16="http://schemas.microsoft.com/office/drawing/2014/main" id="{6FD76B31-EECB-4B78-DDB8-B14D7B3B6537}"/>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849D0D18-3AF4-51EB-D6A0-7284AD2491B9}"/>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BFA74231-3A5F-4119-8657-FE5B2714C252}"/>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2797675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A8A65-AA5A-D83C-D920-57A20449B72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7EA1E7-CB2D-B76C-897E-F4CF63CF6C14}"/>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6F81ED6-3F79-F4E1-B416-1310E2AB560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011484C-3D67-563B-410A-C6953EE08ED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D1E556B-0394-B0ED-B789-14E6ED4F870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0057182-9A60-64FE-C6A2-3579B3A0A9F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4841D47-4CDA-60F8-CDC7-95769A43CE77}"/>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8" name="TextBox 7">
            <a:extLst>
              <a:ext uri="{FF2B5EF4-FFF2-40B4-BE49-F238E27FC236}">
                <a16:creationId xmlns:a16="http://schemas.microsoft.com/office/drawing/2014/main" id="{61A46DE6-6947-428E-DCE7-84ADD7C5741F}"/>
              </a:ext>
            </a:extLst>
          </p:cNvPr>
          <p:cNvSpPr txBox="1"/>
          <p:nvPr/>
        </p:nvSpPr>
        <p:spPr>
          <a:xfrm>
            <a:off x="4645378" y="901933"/>
            <a:ext cx="570089" cy="230832"/>
          </a:xfrm>
          <a:prstGeom prst="rect">
            <a:avLst/>
          </a:prstGeom>
          <a:noFill/>
        </p:spPr>
        <p:txBody>
          <a:bodyPr wrap="square" rtlCol="0">
            <a:spAutoFit/>
          </a:bodyPr>
          <a:lstStyle/>
          <a:p>
            <a:pPr algn="ctr"/>
            <a:r>
              <a:rPr lang="en-US" sz="900" dirty="0"/>
              <a:t>14</a:t>
            </a:r>
          </a:p>
        </p:txBody>
      </p:sp>
      <p:sp>
        <p:nvSpPr>
          <p:cNvPr id="16" name="TextBox 15">
            <a:extLst>
              <a:ext uri="{FF2B5EF4-FFF2-40B4-BE49-F238E27FC236}">
                <a16:creationId xmlns:a16="http://schemas.microsoft.com/office/drawing/2014/main" id="{8F1250DD-9F88-AC09-1417-AA742F7C75CC}"/>
              </a:ext>
            </a:extLst>
          </p:cNvPr>
          <p:cNvSpPr txBox="1"/>
          <p:nvPr/>
        </p:nvSpPr>
        <p:spPr>
          <a:xfrm>
            <a:off x="4645378" y="2404765"/>
            <a:ext cx="570089" cy="230832"/>
          </a:xfrm>
          <a:prstGeom prst="rect">
            <a:avLst/>
          </a:prstGeom>
          <a:noFill/>
        </p:spPr>
        <p:txBody>
          <a:bodyPr wrap="square" rtlCol="0">
            <a:spAutoFit/>
          </a:bodyPr>
          <a:lstStyle/>
          <a:p>
            <a:pPr algn="ctr"/>
            <a:r>
              <a:rPr lang="en-US" sz="900" dirty="0"/>
              <a:t>34</a:t>
            </a:r>
          </a:p>
        </p:txBody>
      </p:sp>
      <p:sp>
        <p:nvSpPr>
          <p:cNvPr id="17" name="TextBox 16">
            <a:extLst>
              <a:ext uri="{FF2B5EF4-FFF2-40B4-BE49-F238E27FC236}">
                <a16:creationId xmlns:a16="http://schemas.microsoft.com/office/drawing/2014/main" id="{5CDA87AA-4337-5325-3262-C4DCE1AFA6B7}"/>
              </a:ext>
            </a:extLst>
          </p:cNvPr>
          <p:cNvSpPr txBox="1"/>
          <p:nvPr/>
        </p:nvSpPr>
        <p:spPr>
          <a:xfrm>
            <a:off x="5147734" y="2404765"/>
            <a:ext cx="570089" cy="230832"/>
          </a:xfrm>
          <a:prstGeom prst="rect">
            <a:avLst/>
          </a:prstGeom>
          <a:noFill/>
        </p:spPr>
        <p:txBody>
          <a:bodyPr wrap="square" rtlCol="0">
            <a:spAutoFit/>
          </a:bodyPr>
          <a:lstStyle/>
          <a:p>
            <a:pPr algn="ctr"/>
            <a:r>
              <a:rPr lang="en-US" sz="900" dirty="0"/>
              <a:t>43</a:t>
            </a:r>
          </a:p>
        </p:txBody>
      </p:sp>
      <p:sp>
        <p:nvSpPr>
          <p:cNvPr id="28" name="TextBox 27">
            <a:extLst>
              <a:ext uri="{FF2B5EF4-FFF2-40B4-BE49-F238E27FC236}">
                <a16:creationId xmlns:a16="http://schemas.microsoft.com/office/drawing/2014/main" id="{0896E15E-0474-FFAD-69FD-491991BCAEEE}"/>
              </a:ext>
            </a:extLst>
          </p:cNvPr>
          <p:cNvSpPr txBox="1"/>
          <p:nvPr/>
        </p:nvSpPr>
        <p:spPr>
          <a:xfrm>
            <a:off x="4645378" y="4408541"/>
            <a:ext cx="570089" cy="230832"/>
          </a:xfrm>
          <a:prstGeom prst="rect">
            <a:avLst/>
          </a:prstGeom>
          <a:noFill/>
        </p:spPr>
        <p:txBody>
          <a:bodyPr wrap="square" rtlCol="0">
            <a:spAutoFit/>
          </a:bodyPr>
          <a:lstStyle/>
          <a:p>
            <a:pPr algn="ctr"/>
            <a:r>
              <a:rPr lang="en-US" sz="900" dirty="0"/>
              <a:t>67</a:t>
            </a:r>
          </a:p>
        </p:txBody>
      </p:sp>
      <p:sp>
        <p:nvSpPr>
          <p:cNvPr id="29" name="TextBox 28">
            <a:extLst>
              <a:ext uri="{FF2B5EF4-FFF2-40B4-BE49-F238E27FC236}">
                <a16:creationId xmlns:a16="http://schemas.microsoft.com/office/drawing/2014/main" id="{B80602F6-A7E4-EC2C-EB01-90B85B494E61}"/>
              </a:ext>
            </a:extLst>
          </p:cNvPr>
          <p:cNvSpPr txBox="1"/>
          <p:nvPr/>
        </p:nvSpPr>
        <p:spPr>
          <a:xfrm>
            <a:off x="5147734" y="4408541"/>
            <a:ext cx="570089" cy="230832"/>
          </a:xfrm>
          <a:prstGeom prst="rect">
            <a:avLst/>
          </a:prstGeom>
          <a:noFill/>
        </p:spPr>
        <p:txBody>
          <a:bodyPr wrap="square" rtlCol="0">
            <a:spAutoFit/>
          </a:bodyPr>
          <a:lstStyle/>
          <a:p>
            <a:pPr algn="ctr"/>
            <a:r>
              <a:rPr lang="en-US" sz="900" dirty="0"/>
              <a:t>56</a:t>
            </a:r>
          </a:p>
        </p:txBody>
      </p:sp>
      <p:sp>
        <p:nvSpPr>
          <p:cNvPr id="30" name="TextBox 29">
            <a:extLst>
              <a:ext uri="{FF2B5EF4-FFF2-40B4-BE49-F238E27FC236}">
                <a16:creationId xmlns:a16="http://schemas.microsoft.com/office/drawing/2014/main" id="{842A685D-887D-F6E9-F591-D694EB8E7553}"/>
              </a:ext>
            </a:extLst>
          </p:cNvPr>
          <p:cNvSpPr txBox="1"/>
          <p:nvPr/>
        </p:nvSpPr>
        <p:spPr>
          <a:xfrm>
            <a:off x="5650090" y="4408541"/>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9DCE4A40-01A3-F5CF-DBA2-357498AACDCB}"/>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1B8C59F9-9F07-EA9D-B6CA-8A793AC0EF8A}"/>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6D85EA1E-34E2-123F-2048-36F98CCB3898}"/>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861B6693-49DE-D507-567F-81E84FBB43AC}"/>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F6F43645-A5C3-9C12-5BE2-CA10E0A5A0A2}"/>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8B164C60-973A-3594-3039-B10B72816BC5}"/>
              </a:ext>
            </a:extLst>
          </p:cNvPr>
          <p:cNvSpPr txBox="1"/>
          <p:nvPr/>
        </p:nvSpPr>
        <p:spPr>
          <a:xfrm>
            <a:off x="3640666" y="3406653"/>
            <a:ext cx="570089" cy="230832"/>
          </a:xfrm>
          <a:prstGeom prst="rect">
            <a:avLst/>
          </a:prstGeom>
          <a:noFill/>
        </p:spPr>
        <p:txBody>
          <a:bodyPr wrap="square" rtlCol="0">
            <a:spAutoFit/>
          </a:bodyPr>
          <a:lstStyle/>
          <a:p>
            <a:pPr algn="ctr"/>
            <a:r>
              <a:rPr lang="en-US" sz="900" dirty="0"/>
              <a:t>27</a:t>
            </a:r>
          </a:p>
        </p:txBody>
      </p:sp>
      <p:sp>
        <p:nvSpPr>
          <p:cNvPr id="24" name="TextBox 23">
            <a:extLst>
              <a:ext uri="{FF2B5EF4-FFF2-40B4-BE49-F238E27FC236}">
                <a16:creationId xmlns:a16="http://schemas.microsoft.com/office/drawing/2014/main" id="{A85DF7D2-BCF1-58D5-4EE8-D37609791A51}"/>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E87E7878-1D53-3242-8977-2516DF9636BF}"/>
              </a:ext>
            </a:extLst>
          </p:cNvPr>
          <p:cNvSpPr txBox="1"/>
          <p:nvPr/>
        </p:nvSpPr>
        <p:spPr>
          <a:xfrm>
            <a:off x="5147734" y="3406653"/>
            <a:ext cx="570089" cy="230832"/>
          </a:xfrm>
          <a:prstGeom prst="rect">
            <a:avLst/>
          </a:prstGeom>
          <a:noFill/>
        </p:spPr>
        <p:txBody>
          <a:bodyPr wrap="square" rtlCol="0">
            <a:spAutoFit/>
          </a:bodyPr>
          <a:lstStyle/>
          <a:p>
            <a:pPr algn="ctr"/>
            <a:r>
              <a:rPr lang="en-US" sz="900" dirty="0"/>
              <a:t>59</a:t>
            </a:r>
          </a:p>
        </p:txBody>
      </p:sp>
      <p:sp>
        <p:nvSpPr>
          <p:cNvPr id="35" name="TextBox 34">
            <a:extLst>
              <a:ext uri="{FF2B5EF4-FFF2-40B4-BE49-F238E27FC236}">
                <a16:creationId xmlns:a16="http://schemas.microsoft.com/office/drawing/2014/main" id="{4A82C77A-E817-FFBE-CC82-9DCE764EDD57}"/>
              </a:ext>
            </a:extLst>
          </p:cNvPr>
          <p:cNvSpPr txBox="1"/>
          <p:nvPr/>
        </p:nvSpPr>
        <p:spPr>
          <a:xfrm>
            <a:off x="3138310" y="3406653"/>
            <a:ext cx="570089" cy="230832"/>
          </a:xfrm>
          <a:prstGeom prst="rect">
            <a:avLst/>
          </a:prstGeom>
          <a:noFill/>
        </p:spPr>
        <p:txBody>
          <a:bodyPr wrap="square" rtlCol="0">
            <a:spAutoFit/>
          </a:bodyPr>
          <a:lstStyle/>
          <a:p>
            <a:pPr algn="ctr"/>
            <a:r>
              <a:rPr lang="en-US" sz="900" dirty="0"/>
              <a:t>72</a:t>
            </a:r>
          </a:p>
        </p:txBody>
      </p:sp>
      <p:sp>
        <p:nvSpPr>
          <p:cNvPr id="38" name="TextBox 37">
            <a:extLst>
              <a:ext uri="{FF2B5EF4-FFF2-40B4-BE49-F238E27FC236}">
                <a16:creationId xmlns:a16="http://schemas.microsoft.com/office/drawing/2014/main" id="{B5C7BB2D-CEE6-CD61-63F7-F5503A660E69}"/>
              </a:ext>
            </a:extLst>
          </p:cNvPr>
          <p:cNvSpPr txBox="1"/>
          <p:nvPr/>
        </p:nvSpPr>
        <p:spPr>
          <a:xfrm>
            <a:off x="6152446" y="2905709"/>
            <a:ext cx="570089" cy="230832"/>
          </a:xfrm>
          <a:prstGeom prst="rect">
            <a:avLst/>
          </a:prstGeom>
          <a:noFill/>
        </p:spPr>
        <p:txBody>
          <a:bodyPr wrap="square" rtlCol="0">
            <a:spAutoFit/>
          </a:bodyPr>
          <a:lstStyle/>
          <a:p>
            <a:pPr algn="ctr"/>
            <a:r>
              <a:rPr lang="en-US" sz="900" dirty="0"/>
              <a:t>49</a:t>
            </a:r>
          </a:p>
        </p:txBody>
      </p:sp>
      <p:sp>
        <p:nvSpPr>
          <p:cNvPr id="40" name="TextBox 39">
            <a:extLst>
              <a:ext uri="{FF2B5EF4-FFF2-40B4-BE49-F238E27FC236}">
                <a16:creationId xmlns:a16="http://schemas.microsoft.com/office/drawing/2014/main" id="{72BF8522-5DE0-FB1E-632C-687FD4C5BCA5}"/>
              </a:ext>
            </a:extLst>
          </p:cNvPr>
          <p:cNvSpPr txBox="1"/>
          <p:nvPr/>
        </p:nvSpPr>
        <p:spPr>
          <a:xfrm>
            <a:off x="7157158" y="2905709"/>
            <a:ext cx="570089" cy="230832"/>
          </a:xfrm>
          <a:prstGeom prst="rect">
            <a:avLst/>
          </a:prstGeom>
          <a:noFill/>
        </p:spPr>
        <p:txBody>
          <a:bodyPr wrap="square" rtlCol="0">
            <a:spAutoFit/>
          </a:bodyPr>
          <a:lstStyle/>
          <a:p>
            <a:pPr algn="ctr"/>
            <a:r>
              <a:rPr lang="en-US" sz="900" dirty="0"/>
              <a:t>94</a:t>
            </a:r>
          </a:p>
        </p:txBody>
      </p:sp>
      <p:sp>
        <p:nvSpPr>
          <p:cNvPr id="45" name="TextBox 44">
            <a:extLst>
              <a:ext uri="{FF2B5EF4-FFF2-40B4-BE49-F238E27FC236}">
                <a16:creationId xmlns:a16="http://schemas.microsoft.com/office/drawing/2014/main" id="{B36152F4-EAFB-47B9-C25F-C42BCC6A19AE}"/>
              </a:ext>
            </a:extLst>
          </p:cNvPr>
          <p:cNvSpPr txBox="1"/>
          <p:nvPr/>
        </p:nvSpPr>
        <p:spPr>
          <a:xfrm>
            <a:off x="5147734" y="901933"/>
            <a:ext cx="570089" cy="230832"/>
          </a:xfrm>
          <a:prstGeom prst="rect">
            <a:avLst/>
          </a:prstGeom>
          <a:noFill/>
        </p:spPr>
        <p:txBody>
          <a:bodyPr wrap="square" rtlCol="0">
            <a:spAutoFit/>
          </a:bodyPr>
          <a:lstStyle/>
          <a:p>
            <a:pPr algn="ctr"/>
            <a:r>
              <a:rPr lang="en-US" sz="900" dirty="0"/>
              <a:t>41</a:t>
            </a:r>
          </a:p>
        </p:txBody>
      </p:sp>
      <p:sp>
        <p:nvSpPr>
          <p:cNvPr id="47" name="TextBox 46">
            <a:extLst>
              <a:ext uri="{FF2B5EF4-FFF2-40B4-BE49-F238E27FC236}">
                <a16:creationId xmlns:a16="http://schemas.microsoft.com/office/drawing/2014/main" id="{028E1C87-1AD9-38D8-12A5-B1807A77260A}"/>
              </a:ext>
            </a:extLst>
          </p:cNvPr>
          <p:cNvSpPr txBox="1"/>
          <p:nvPr/>
        </p:nvSpPr>
        <p:spPr>
          <a:xfrm>
            <a:off x="6152446" y="901933"/>
            <a:ext cx="570089" cy="230832"/>
          </a:xfrm>
          <a:prstGeom prst="rect">
            <a:avLst/>
          </a:prstGeom>
          <a:noFill/>
        </p:spPr>
        <p:txBody>
          <a:bodyPr wrap="square" rtlCol="0">
            <a:spAutoFit/>
          </a:bodyPr>
          <a:lstStyle/>
          <a:p>
            <a:pPr algn="ctr"/>
            <a:r>
              <a:rPr lang="en-US" sz="900" dirty="0"/>
              <a:t>56</a:t>
            </a:r>
          </a:p>
        </p:txBody>
      </p:sp>
      <p:sp>
        <p:nvSpPr>
          <p:cNvPr id="48" name="TextBox 47">
            <a:extLst>
              <a:ext uri="{FF2B5EF4-FFF2-40B4-BE49-F238E27FC236}">
                <a16:creationId xmlns:a16="http://schemas.microsoft.com/office/drawing/2014/main" id="{8ECA719B-B83F-A8BA-814A-4188AA0A9E4E}"/>
              </a:ext>
            </a:extLst>
          </p:cNvPr>
          <p:cNvSpPr txBox="1"/>
          <p:nvPr/>
        </p:nvSpPr>
        <p:spPr>
          <a:xfrm>
            <a:off x="7157158" y="901933"/>
            <a:ext cx="570089" cy="230832"/>
          </a:xfrm>
          <a:prstGeom prst="rect">
            <a:avLst/>
          </a:prstGeom>
          <a:noFill/>
        </p:spPr>
        <p:txBody>
          <a:bodyPr wrap="square" rtlCol="0">
            <a:spAutoFit/>
          </a:bodyPr>
          <a:lstStyle/>
          <a:p>
            <a:pPr algn="ctr"/>
            <a:r>
              <a:rPr lang="en-US" sz="900" dirty="0"/>
              <a:t>65</a:t>
            </a:r>
          </a:p>
        </p:txBody>
      </p:sp>
      <p:sp>
        <p:nvSpPr>
          <p:cNvPr id="51" name="TextBox 50">
            <a:extLst>
              <a:ext uri="{FF2B5EF4-FFF2-40B4-BE49-F238E27FC236}">
                <a16:creationId xmlns:a16="http://schemas.microsoft.com/office/drawing/2014/main" id="{5E19C1BA-BC86-3ED5-4DC2-99D54B8C9C9A}"/>
              </a:ext>
            </a:extLst>
          </p:cNvPr>
          <p:cNvSpPr txBox="1"/>
          <p:nvPr/>
        </p:nvSpPr>
        <p:spPr>
          <a:xfrm>
            <a:off x="4143022" y="1402877"/>
            <a:ext cx="570089" cy="230832"/>
          </a:xfrm>
          <a:prstGeom prst="rect">
            <a:avLst/>
          </a:prstGeom>
          <a:noFill/>
        </p:spPr>
        <p:txBody>
          <a:bodyPr wrap="square" rtlCol="0">
            <a:spAutoFit/>
          </a:bodyPr>
          <a:lstStyle/>
          <a:p>
            <a:pPr algn="ctr"/>
            <a:r>
              <a:rPr lang="en-US" sz="900" dirty="0"/>
              <a:t>56</a:t>
            </a:r>
          </a:p>
        </p:txBody>
      </p:sp>
      <p:sp>
        <p:nvSpPr>
          <p:cNvPr id="52" name="TextBox 51">
            <a:extLst>
              <a:ext uri="{FF2B5EF4-FFF2-40B4-BE49-F238E27FC236}">
                <a16:creationId xmlns:a16="http://schemas.microsoft.com/office/drawing/2014/main" id="{65C512DB-273A-1229-4C0C-7C816D6B35D2}"/>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a:t>
            </a:r>
          </a:p>
        </p:txBody>
      </p:sp>
      <p:sp>
        <p:nvSpPr>
          <p:cNvPr id="53" name="TextBox 52">
            <a:extLst>
              <a:ext uri="{FF2B5EF4-FFF2-40B4-BE49-F238E27FC236}">
                <a16:creationId xmlns:a16="http://schemas.microsoft.com/office/drawing/2014/main" id="{4D070906-AA67-10F5-9B7E-0E40066FD7C2}"/>
              </a:ext>
            </a:extLst>
          </p:cNvPr>
          <p:cNvSpPr txBox="1"/>
          <p:nvPr/>
        </p:nvSpPr>
        <p:spPr>
          <a:xfrm>
            <a:off x="5147734" y="1402877"/>
            <a:ext cx="570089" cy="230832"/>
          </a:xfrm>
          <a:prstGeom prst="rect">
            <a:avLst/>
          </a:prstGeom>
          <a:noFill/>
        </p:spPr>
        <p:txBody>
          <a:bodyPr wrap="square" rtlCol="0">
            <a:spAutoFit/>
          </a:bodyPr>
          <a:lstStyle/>
          <a:p>
            <a:pPr algn="ctr"/>
            <a:r>
              <a:rPr lang="en-US" sz="900" dirty="0"/>
              <a:t>356</a:t>
            </a:r>
          </a:p>
        </p:txBody>
      </p:sp>
      <p:sp>
        <p:nvSpPr>
          <p:cNvPr id="54" name="TextBox 53">
            <a:extLst>
              <a:ext uri="{FF2B5EF4-FFF2-40B4-BE49-F238E27FC236}">
                <a16:creationId xmlns:a16="http://schemas.microsoft.com/office/drawing/2014/main" id="{3B92196D-EACB-953E-9173-FD0B5423CBEE}"/>
              </a:ext>
            </a:extLst>
          </p:cNvPr>
          <p:cNvSpPr txBox="1"/>
          <p:nvPr/>
        </p:nvSpPr>
        <p:spPr>
          <a:xfrm>
            <a:off x="3138310" y="1402877"/>
            <a:ext cx="570089" cy="230832"/>
          </a:xfrm>
          <a:prstGeom prst="rect">
            <a:avLst/>
          </a:prstGeom>
          <a:noFill/>
        </p:spPr>
        <p:txBody>
          <a:bodyPr wrap="square" rtlCol="0">
            <a:spAutoFit/>
          </a:bodyPr>
          <a:lstStyle/>
          <a:p>
            <a:pPr algn="ctr"/>
            <a:r>
              <a:rPr lang="en-US" sz="900" dirty="0"/>
              <a:t>45</a:t>
            </a:r>
          </a:p>
        </p:txBody>
      </p:sp>
      <p:sp>
        <p:nvSpPr>
          <p:cNvPr id="55" name="TextBox 54">
            <a:extLst>
              <a:ext uri="{FF2B5EF4-FFF2-40B4-BE49-F238E27FC236}">
                <a16:creationId xmlns:a16="http://schemas.microsoft.com/office/drawing/2014/main" id="{ECFA6D48-4038-AE80-A55C-64C0F7E0EB64}"/>
              </a:ext>
            </a:extLst>
          </p:cNvPr>
          <p:cNvSpPr txBox="1"/>
          <p:nvPr/>
        </p:nvSpPr>
        <p:spPr>
          <a:xfrm>
            <a:off x="3640666" y="1903821"/>
            <a:ext cx="570089" cy="230832"/>
          </a:xfrm>
          <a:prstGeom prst="rect">
            <a:avLst/>
          </a:prstGeom>
          <a:noFill/>
        </p:spPr>
        <p:txBody>
          <a:bodyPr wrap="square" rtlCol="0">
            <a:spAutoFit/>
          </a:bodyPr>
          <a:lstStyle/>
          <a:p>
            <a:pPr algn="ctr"/>
            <a:r>
              <a:rPr lang="en-US" sz="900" dirty="0"/>
              <a:t>89</a:t>
            </a:r>
          </a:p>
        </p:txBody>
      </p:sp>
      <p:sp>
        <p:nvSpPr>
          <p:cNvPr id="56" name="TextBox 55">
            <a:extLst>
              <a:ext uri="{FF2B5EF4-FFF2-40B4-BE49-F238E27FC236}">
                <a16:creationId xmlns:a16="http://schemas.microsoft.com/office/drawing/2014/main" id="{3E5FBB5E-BC1B-F469-5002-34627E0EF887}"/>
              </a:ext>
            </a:extLst>
          </p:cNvPr>
          <p:cNvSpPr txBox="1"/>
          <p:nvPr/>
        </p:nvSpPr>
        <p:spPr>
          <a:xfrm>
            <a:off x="4143022" y="1903821"/>
            <a:ext cx="570089" cy="230832"/>
          </a:xfrm>
          <a:prstGeom prst="rect">
            <a:avLst/>
          </a:prstGeom>
          <a:noFill/>
        </p:spPr>
        <p:txBody>
          <a:bodyPr wrap="square" rtlCol="0">
            <a:spAutoFit/>
          </a:bodyPr>
          <a:lstStyle/>
          <a:p>
            <a:pPr algn="ctr"/>
            <a:r>
              <a:rPr lang="en-US" sz="900" dirty="0"/>
              <a:t>65</a:t>
            </a:r>
          </a:p>
        </p:txBody>
      </p:sp>
      <p:sp>
        <p:nvSpPr>
          <p:cNvPr id="57" name="TextBox 56">
            <a:extLst>
              <a:ext uri="{FF2B5EF4-FFF2-40B4-BE49-F238E27FC236}">
                <a16:creationId xmlns:a16="http://schemas.microsoft.com/office/drawing/2014/main" id="{606FEF6C-013B-CA89-26B5-E6EEBF174A40}"/>
              </a:ext>
            </a:extLst>
          </p:cNvPr>
          <p:cNvSpPr txBox="1"/>
          <p:nvPr/>
        </p:nvSpPr>
        <p:spPr>
          <a:xfrm>
            <a:off x="4645378" y="1903821"/>
            <a:ext cx="570089" cy="230832"/>
          </a:xfrm>
          <a:prstGeom prst="rect">
            <a:avLst/>
          </a:prstGeom>
          <a:no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58090614-5171-F8B6-5EFC-6B53C8397785}"/>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60" name="TextBox 59">
            <a:extLst>
              <a:ext uri="{FF2B5EF4-FFF2-40B4-BE49-F238E27FC236}">
                <a16:creationId xmlns:a16="http://schemas.microsoft.com/office/drawing/2014/main" id="{83153A5B-1175-F0B6-E0E5-8CE1E9021E51}"/>
              </a:ext>
            </a:extLst>
          </p:cNvPr>
          <p:cNvSpPr txBox="1"/>
          <p:nvPr/>
        </p:nvSpPr>
        <p:spPr>
          <a:xfrm>
            <a:off x="3640666" y="4408541"/>
            <a:ext cx="570089" cy="230832"/>
          </a:xfrm>
          <a:prstGeom prst="rect">
            <a:avLst/>
          </a:prstGeom>
          <a:noFill/>
        </p:spPr>
        <p:txBody>
          <a:bodyPr wrap="square" rtlCol="0">
            <a:spAutoFit/>
          </a:bodyPr>
          <a:lstStyle/>
          <a:p>
            <a:pPr algn="ctr"/>
            <a:r>
              <a:rPr lang="en-US" sz="900" dirty="0"/>
              <a:t>28</a:t>
            </a:r>
          </a:p>
        </p:txBody>
      </p:sp>
      <p:sp>
        <p:nvSpPr>
          <p:cNvPr id="61" name="TextBox 60">
            <a:extLst>
              <a:ext uri="{FF2B5EF4-FFF2-40B4-BE49-F238E27FC236}">
                <a16:creationId xmlns:a16="http://schemas.microsoft.com/office/drawing/2014/main" id="{249F25C9-4135-712E-68F2-F69ABDE1C76E}"/>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1258</a:t>
            </a:r>
          </a:p>
        </p:txBody>
      </p:sp>
      <p:sp>
        <p:nvSpPr>
          <p:cNvPr id="62" name="TextBox 61">
            <a:extLst>
              <a:ext uri="{FF2B5EF4-FFF2-40B4-BE49-F238E27FC236}">
                <a16:creationId xmlns:a16="http://schemas.microsoft.com/office/drawing/2014/main" id="{92B2C8E6-A678-368A-C98E-1B8C11AD66BC}"/>
              </a:ext>
            </a:extLst>
          </p:cNvPr>
          <p:cNvSpPr txBox="1"/>
          <p:nvPr/>
        </p:nvSpPr>
        <p:spPr>
          <a:xfrm>
            <a:off x="4143022" y="4909484"/>
            <a:ext cx="570089" cy="230832"/>
          </a:xfrm>
          <a:prstGeom prst="rect">
            <a:avLst/>
          </a:prstGeom>
          <a:noFill/>
        </p:spPr>
        <p:txBody>
          <a:bodyPr wrap="square" rtlCol="0">
            <a:spAutoFit/>
          </a:bodyPr>
          <a:lstStyle/>
          <a:p>
            <a:pPr algn="ctr"/>
            <a:r>
              <a:rPr lang="en-US" sz="900" dirty="0"/>
              <a:t>35</a:t>
            </a:r>
          </a:p>
        </p:txBody>
      </p:sp>
      <p:sp>
        <p:nvSpPr>
          <p:cNvPr id="63" name="TextBox 62">
            <a:extLst>
              <a:ext uri="{FF2B5EF4-FFF2-40B4-BE49-F238E27FC236}">
                <a16:creationId xmlns:a16="http://schemas.microsoft.com/office/drawing/2014/main" id="{D58AEA76-1339-E531-B88D-E67D784A1E93}"/>
              </a:ext>
            </a:extLst>
          </p:cNvPr>
          <p:cNvSpPr txBox="1"/>
          <p:nvPr/>
        </p:nvSpPr>
        <p:spPr>
          <a:xfrm>
            <a:off x="3138310" y="4909484"/>
            <a:ext cx="570089" cy="230832"/>
          </a:xfrm>
          <a:prstGeom prst="rect">
            <a:avLst/>
          </a:prstGeom>
          <a:noFill/>
        </p:spPr>
        <p:txBody>
          <a:bodyPr wrap="square" rtlCol="0">
            <a:spAutoFit/>
          </a:bodyPr>
          <a:lstStyle/>
          <a:p>
            <a:pPr algn="ctr"/>
            <a:r>
              <a:rPr lang="en-US" sz="900" dirty="0"/>
              <a:t>1258</a:t>
            </a:r>
          </a:p>
        </p:txBody>
      </p:sp>
      <p:sp>
        <p:nvSpPr>
          <p:cNvPr id="65" name="TextBox 64">
            <a:extLst>
              <a:ext uri="{FF2B5EF4-FFF2-40B4-BE49-F238E27FC236}">
                <a16:creationId xmlns:a16="http://schemas.microsoft.com/office/drawing/2014/main" id="{242F55EE-DD1C-162B-ED6D-164430DA9B91}"/>
              </a:ext>
            </a:extLst>
          </p:cNvPr>
          <p:cNvSpPr txBox="1"/>
          <p:nvPr/>
        </p:nvSpPr>
        <p:spPr>
          <a:xfrm>
            <a:off x="6152446" y="3907597"/>
            <a:ext cx="570089" cy="230832"/>
          </a:xfrm>
          <a:prstGeom prst="rect">
            <a:avLst/>
          </a:prstGeom>
          <a:noFill/>
        </p:spPr>
        <p:txBody>
          <a:bodyPr wrap="square" rtlCol="0">
            <a:spAutoFit/>
          </a:bodyPr>
          <a:lstStyle/>
          <a:p>
            <a:pPr algn="ctr"/>
            <a:r>
              <a:rPr lang="en-US" sz="900" dirty="0"/>
              <a:t>569</a:t>
            </a:r>
          </a:p>
        </p:txBody>
      </p:sp>
      <p:sp>
        <p:nvSpPr>
          <p:cNvPr id="67" name="TextBox 66">
            <a:extLst>
              <a:ext uri="{FF2B5EF4-FFF2-40B4-BE49-F238E27FC236}">
                <a16:creationId xmlns:a16="http://schemas.microsoft.com/office/drawing/2014/main" id="{A19E5F91-A8FC-EE14-2DF0-4F3640675F31}"/>
              </a:ext>
            </a:extLst>
          </p:cNvPr>
          <p:cNvSpPr txBox="1"/>
          <p:nvPr/>
        </p:nvSpPr>
        <p:spPr>
          <a:xfrm>
            <a:off x="7157158" y="3907597"/>
            <a:ext cx="570089" cy="230832"/>
          </a:xfrm>
          <a:prstGeom prst="rect">
            <a:avLst/>
          </a:prstGeom>
          <a:noFill/>
        </p:spPr>
        <p:txBody>
          <a:bodyPr wrap="square" rtlCol="0">
            <a:spAutoFit/>
          </a:bodyPr>
          <a:lstStyle/>
          <a:p>
            <a:pPr algn="ctr"/>
            <a:r>
              <a:rPr lang="en-US" sz="900" dirty="0"/>
              <a:t>1569</a:t>
            </a:r>
          </a:p>
        </p:txBody>
      </p:sp>
      <p:sp>
        <p:nvSpPr>
          <p:cNvPr id="68" name="TextBox 67">
            <a:extLst>
              <a:ext uri="{FF2B5EF4-FFF2-40B4-BE49-F238E27FC236}">
                <a16:creationId xmlns:a16="http://schemas.microsoft.com/office/drawing/2014/main" id="{690ABA27-1518-3255-F3F2-C7CA1DF0B407}"/>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69" name="TextBox 68">
            <a:extLst>
              <a:ext uri="{FF2B5EF4-FFF2-40B4-BE49-F238E27FC236}">
                <a16:creationId xmlns:a16="http://schemas.microsoft.com/office/drawing/2014/main" id="{ED73A950-688D-CF86-DE46-FD18FE8BE0BF}"/>
              </a:ext>
            </a:extLst>
          </p:cNvPr>
          <p:cNvSpPr txBox="1"/>
          <p:nvPr/>
        </p:nvSpPr>
        <p:spPr>
          <a:xfrm>
            <a:off x="6654802" y="4408541"/>
            <a:ext cx="570089" cy="230832"/>
          </a:xfrm>
          <a:prstGeom prst="rect">
            <a:avLst/>
          </a:prstGeom>
          <a:noFill/>
        </p:spPr>
        <p:txBody>
          <a:bodyPr wrap="square" rtlCol="0">
            <a:spAutoFit/>
          </a:bodyPr>
          <a:lstStyle/>
          <a:p>
            <a:pPr algn="ctr"/>
            <a:r>
              <a:rPr lang="en-US" sz="900" dirty="0"/>
              <a:t>82</a:t>
            </a:r>
          </a:p>
        </p:txBody>
      </p:sp>
      <p:sp>
        <p:nvSpPr>
          <p:cNvPr id="70" name="TextBox 69">
            <a:extLst>
              <a:ext uri="{FF2B5EF4-FFF2-40B4-BE49-F238E27FC236}">
                <a16:creationId xmlns:a16="http://schemas.microsoft.com/office/drawing/2014/main" id="{B2647533-593B-346C-FAF9-462F79B76107}"/>
              </a:ext>
            </a:extLst>
          </p:cNvPr>
          <p:cNvSpPr txBox="1"/>
          <p:nvPr/>
        </p:nvSpPr>
        <p:spPr>
          <a:xfrm>
            <a:off x="7157158" y="4408541"/>
            <a:ext cx="570089" cy="230832"/>
          </a:xfrm>
          <a:prstGeom prst="rect">
            <a:avLst/>
          </a:prstGeom>
          <a:noFill/>
        </p:spPr>
        <p:txBody>
          <a:bodyPr wrap="square" rtlCol="0">
            <a:spAutoFit/>
          </a:bodyPr>
          <a:lstStyle/>
          <a:p>
            <a:pPr algn="ctr"/>
            <a:r>
              <a:rPr lang="en-US" sz="900" dirty="0"/>
              <a:t>145</a:t>
            </a:r>
          </a:p>
        </p:txBody>
      </p:sp>
      <p:sp>
        <p:nvSpPr>
          <p:cNvPr id="71" name="TextBox 70">
            <a:extLst>
              <a:ext uri="{FF2B5EF4-FFF2-40B4-BE49-F238E27FC236}">
                <a16:creationId xmlns:a16="http://schemas.microsoft.com/office/drawing/2014/main" id="{8435F0CB-4E23-6422-32ED-664BB090C24C}"/>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4579</a:t>
            </a:r>
          </a:p>
        </p:txBody>
      </p:sp>
      <p:sp>
        <p:nvSpPr>
          <p:cNvPr id="72" name="TextBox 71">
            <a:extLst>
              <a:ext uri="{FF2B5EF4-FFF2-40B4-BE49-F238E27FC236}">
                <a16:creationId xmlns:a16="http://schemas.microsoft.com/office/drawing/2014/main" id="{0D4A1B8A-119B-1451-B00C-B0A9B6EE532C}"/>
              </a:ext>
            </a:extLst>
          </p:cNvPr>
          <p:cNvSpPr txBox="1"/>
          <p:nvPr/>
        </p:nvSpPr>
        <p:spPr>
          <a:xfrm>
            <a:off x="6654802" y="4909484"/>
            <a:ext cx="570089" cy="230832"/>
          </a:xfrm>
          <a:prstGeom prst="rect">
            <a:avLst/>
          </a:prstGeom>
          <a:noFill/>
        </p:spPr>
        <p:txBody>
          <a:bodyPr wrap="square" rtlCol="0">
            <a:spAutoFit/>
          </a:bodyPr>
          <a:lstStyle/>
          <a:p>
            <a:pPr algn="ctr"/>
            <a:r>
              <a:rPr lang="en-US" sz="900" dirty="0"/>
              <a:t>28</a:t>
            </a:r>
          </a:p>
        </p:txBody>
      </p:sp>
      <p:sp>
        <p:nvSpPr>
          <p:cNvPr id="73" name="TextBox 72">
            <a:extLst>
              <a:ext uri="{FF2B5EF4-FFF2-40B4-BE49-F238E27FC236}">
                <a16:creationId xmlns:a16="http://schemas.microsoft.com/office/drawing/2014/main" id="{FABD1270-8D7B-3BFB-E9F7-C9DD44FE662A}"/>
              </a:ext>
            </a:extLst>
          </p:cNvPr>
          <p:cNvSpPr txBox="1"/>
          <p:nvPr/>
        </p:nvSpPr>
        <p:spPr>
          <a:xfrm>
            <a:off x="7157158" y="4909484"/>
            <a:ext cx="570089" cy="230832"/>
          </a:xfrm>
          <a:prstGeom prst="rect">
            <a:avLst/>
          </a:prstGeom>
          <a:noFill/>
        </p:spPr>
        <p:txBody>
          <a:bodyPr wrap="square" rtlCol="0">
            <a:spAutoFit/>
          </a:bodyPr>
          <a:lstStyle/>
          <a:p>
            <a:pPr algn="ctr"/>
            <a:r>
              <a:rPr lang="en-US" sz="900" dirty="0"/>
              <a:t>1459</a:t>
            </a:r>
          </a:p>
        </p:txBody>
      </p:sp>
      <p:sp>
        <p:nvSpPr>
          <p:cNvPr id="74" name="TextBox 73">
            <a:extLst>
              <a:ext uri="{FF2B5EF4-FFF2-40B4-BE49-F238E27FC236}">
                <a16:creationId xmlns:a16="http://schemas.microsoft.com/office/drawing/2014/main" id="{3531C290-4655-2C95-FB84-45AFDA4D0FAB}"/>
              </a:ext>
            </a:extLst>
          </p:cNvPr>
          <p:cNvSpPr txBox="1"/>
          <p:nvPr/>
        </p:nvSpPr>
        <p:spPr>
          <a:xfrm>
            <a:off x="4645378" y="4909484"/>
            <a:ext cx="570089" cy="230832"/>
          </a:xfrm>
          <a:prstGeom prst="rect">
            <a:avLst/>
          </a:prstGeom>
          <a:noFill/>
        </p:spPr>
        <p:txBody>
          <a:bodyPr wrap="square" rtlCol="0">
            <a:spAutoFit/>
          </a:bodyPr>
          <a:lstStyle/>
          <a:p>
            <a:pPr algn="ctr"/>
            <a:r>
              <a:rPr lang="en-US" sz="900" dirty="0"/>
              <a:t>14579</a:t>
            </a:r>
          </a:p>
        </p:txBody>
      </p:sp>
      <p:sp>
        <p:nvSpPr>
          <p:cNvPr id="75" name="TextBox 74">
            <a:extLst>
              <a:ext uri="{FF2B5EF4-FFF2-40B4-BE49-F238E27FC236}">
                <a16:creationId xmlns:a16="http://schemas.microsoft.com/office/drawing/2014/main" id="{5CDA4BE1-5155-99E9-6F15-97EF19216E9C}"/>
              </a:ext>
            </a:extLst>
          </p:cNvPr>
          <p:cNvSpPr txBox="1"/>
          <p:nvPr/>
        </p:nvSpPr>
        <p:spPr>
          <a:xfrm>
            <a:off x="5147734" y="4909484"/>
            <a:ext cx="570089" cy="230832"/>
          </a:xfrm>
          <a:prstGeom prst="rect">
            <a:avLst/>
          </a:prstGeom>
          <a:noFill/>
        </p:spPr>
        <p:txBody>
          <a:bodyPr wrap="square" rtlCol="0">
            <a:spAutoFit/>
          </a:bodyPr>
          <a:lstStyle/>
          <a:p>
            <a:pPr algn="ctr"/>
            <a:r>
              <a:rPr lang="en-US" sz="900" dirty="0"/>
              <a:t>1459</a:t>
            </a:r>
          </a:p>
        </p:txBody>
      </p:sp>
      <p:sp>
        <p:nvSpPr>
          <p:cNvPr id="76" name="TextBox 75">
            <a:extLst>
              <a:ext uri="{FF2B5EF4-FFF2-40B4-BE49-F238E27FC236}">
                <a16:creationId xmlns:a16="http://schemas.microsoft.com/office/drawing/2014/main" id="{67DBAA4C-9184-321D-F075-63BC408BE0BE}"/>
              </a:ext>
            </a:extLst>
          </p:cNvPr>
          <p:cNvSpPr txBox="1"/>
          <p:nvPr/>
        </p:nvSpPr>
        <p:spPr>
          <a:xfrm>
            <a:off x="5650090" y="4909484"/>
            <a:ext cx="570089" cy="230832"/>
          </a:xfrm>
          <a:prstGeom prst="rect">
            <a:avLst/>
          </a:prstGeom>
          <a:noFill/>
        </p:spPr>
        <p:txBody>
          <a:bodyPr wrap="square" rtlCol="0">
            <a:spAutoFit/>
          </a:bodyPr>
          <a:lstStyle/>
          <a:p>
            <a:pPr algn="ctr"/>
            <a:r>
              <a:rPr lang="en-US" sz="900" dirty="0"/>
              <a:t>345</a:t>
            </a:r>
          </a:p>
        </p:txBody>
      </p:sp>
      <p:sp>
        <p:nvSpPr>
          <p:cNvPr id="77" name="TextBox 76">
            <a:extLst>
              <a:ext uri="{FF2B5EF4-FFF2-40B4-BE49-F238E27FC236}">
                <a16:creationId xmlns:a16="http://schemas.microsoft.com/office/drawing/2014/main" id="{8DC917B9-0AC2-5BA0-4768-E70E93708A3D}"/>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11B8BD05-EB75-447E-AA38-E7614D853DB5}"/>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8F4B60D5-EC30-D60B-7A4D-ACC3322FDF73}"/>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DE4EB298-232F-D5BF-F3E8-F08C724BED71}"/>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3F4BF418-CAF2-633F-1E9C-E0169D49612A}"/>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B8E200FE-1BF2-3562-FCA4-319306E5D88D}"/>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F3E0D340-E229-339D-549F-256074169985}"/>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2" name="TextBox 11">
            <a:extLst>
              <a:ext uri="{FF2B5EF4-FFF2-40B4-BE49-F238E27FC236}">
                <a16:creationId xmlns:a16="http://schemas.microsoft.com/office/drawing/2014/main" id="{DBE2166A-ED21-F8CE-CE3E-F48611DE3CAB}"/>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36" name="TextBox 35">
            <a:extLst>
              <a:ext uri="{FF2B5EF4-FFF2-40B4-BE49-F238E27FC236}">
                <a16:creationId xmlns:a16="http://schemas.microsoft.com/office/drawing/2014/main" id="{AB8AC15C-4727-D931-7AD2-7E1411148A67}"/>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DFDDAC07-C947-B4A2-2BD5-63584567C9BA}"/>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EA1D4861-DDCB-67E8-E924-5B1931D3D154}"/>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13" name="TextBox 12">
            <a:extLst>
              <a:ext uri="{FF2B5EF4-FFF2-40B4-BE49-F238E27FC236}">
                <a16:creationId xmlns:a16="http://schemas.microsoft.com/office/drawing/2014/main" id="{65C34B19-81B8-64A7-D5BB-F88065C8455C}"/>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E99BE5F6-E972-DBAE-C85F-2D15C31C9C89}"/>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80195499-242D-2883-D9A0-3A01A9D0A7E1}"/>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741028FB-A1E6-9E24-67D1-22FCA0F9D495}"/>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4" name="TextBox 43">
            <a:extLst>
              <a:ext uri="{FF2B5EF4-FFF2-40B4-BE49-F238E27FC236}">
                <a16:creationId xmlns:a16="http://schemas.microsoft.com/office/drawing/2014/main" id="{BA3A79D0-E593-A34A-FE6D-C36560C8262B}"/>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889E9FC7-6FA9-17FA-B222-690D4B02CE9B}"/>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70EEC62F-30DB-C832-0ABA-75158BC78FD9}"/>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49" name="TextBox 48">
            <a:extLst>
              <a:ext uri="{FF2B5EF4-FFF2-40B4-BE49-F238E27FC236}">
                <a16:creationId xmlns:a16="http://schemas.microsoft.com/office/drawing/2014/main" id="{2F6163B6-F54F-4C45-F908-77421B42FD57}"/>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FFC0F70C-3D04-FA16-09F7-FA3048666DA9}"/>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25" name="TextBox 24">
            <a:extLst>
              <a:ext uri="{FF2B5EF4-FFF2-40B4-BE49-F238E27FC236}">
                <a16:creationId xmlns:a16="http://schemas.microsoft.com/office/drawing/2014/main" id="{5E0F6D2C-BAD6-7891-8453-5A0E10A32951}"/>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015515F2-9384-AA6C-3458-162A38FFDC48}"/>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2033C245-6A00-D5D4-677E-96100045AC11}"/>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D5B19927-D9FD-E6D6-FCDB-933426E999E7}"/>
              </a:ext>
            </a:extLst>
          </p:cNvPr>
          <p:cNvSpPr txBox="1"/>
          <p:nvPr/>
        </p:nvSpPr>
        <p:spPr>
          <a:xfrm>
            <a:off x="5715003" y="721216"/>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B45BE6EA-FCA2-1676-E83C-6E0949099FDD}"/>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2" name="TextBox 41">
            <a:extLst>
              <a:ext uri="{FF2B5EF4-FFF2-40B4-BE49-F238E27FC236}">
                <a16:creationId xmlns:a16="http://schemas.microsoft.com/office/drawing/2014/main" id="{CC1E6CE2-4703-E24C-96D8-18546820713A}"/>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859865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5F309-E473-A0CF-5C30-A274E5E4C54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8A3B22-CAB9-CEF4-A7B2-1505CBA46A9B}"/>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2541BA1-F200-23E4-AA2E-A4617F6F0F2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CA09B72-388A-FB4A-EE8C-F3651FE2900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514666E-B4B9-1568-DD01-BD85CBAE18C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5367862-7C61-DDCD-A284-681B7D6D5306}"/>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5DF16BDA-CD17-5F54-A3B0-CF64A87EB54B}"/>
              </a:ext>
            </a:extLst>
          </p:cNvPr>
          <p:cNvSpPr txBox="1"/>
          <p:nvPr/>
        </p:nvSpPr>
        <p:spPr>
          <a:xfrm>
            <a:off x="4645378" y="2404765"/>
            <a:ext cx="570089" cy="230832"/>
          </a:xfrm>
          <a:prstGeom prst="rect">
            <a:avLst/>
          </a:prstGeom>
          <a:noFill/>
        </p:spPr>
        <p:txBody>
          <a:bodyPr wrap="square" rtlCol="0">
            <a:spAutoFit/>
          </a:bodyPr>
          <a:lstStyle/>
          <a:p>
            <a:pPr algn="ctr"/>
            <a:r>
              <a:rPr lang="en-US" sz="900" dirty="0"/>
              <a:t>34</a:t>
            </a:r>
          </a:p>
        </p:txBody>
      </p:sp>
      <p:sp>
        <p:nvSpPr>
          <p:cNvPr id="17" name="TextBox 16">
            <a:extLst>
              <a:ext uri="{FF2B5EF4-FFF2-40B4-BE49-F238E27FC236}">
                <a16:creationId xmlns:a16="http://schemas.microsoft.com/office/drawing/2014/main" id="{7B037F0D-9272-290A-16C6-D2C3A420CAED}"/>
              </a:ext>
            </a:extLst>
          </p:cNvPr>
          <p:cNvSpPr txBox="1"/>
          <p:nvPr/>
        </p:nvSpPr>
        <p:spPr>
          <a:xfrm>
            <a:off x="5147734" y="2404765"/>
            <a:ext cx="570089" cy="230832"/>
          </a:xfrm>
          <a:prstGeom prst="rect">
            <a:avLst/>
          </a:prstGeom>
          <a:noFill/>
        </p:spPr>
        <p:txBody>
          <a:bodyPr wrap="square" rtlCol="0">
            <a:spAutoFit/>
          </a:bodyPr>
          <a:lstStyle/>
          <a:p>
            <a:pPr algn="ctr"/>
            <a:r>
              <a:rPr lang="en-US" sz="900" dirty="0"/>
              <a:t>43</a:t>
            </a:r>
          </a:p>
        </p:txBody>
      </p:sp>
      <p:sp>
        <p:nvSpPr>
          <p:cNvPr id="31" name="TextBox 30">
            <a:extLst>
              <a:ext uri="{FF2B5EF4-FFF2-40B4-BE49-F238E27FC236}">
                <a16:creationId xmlns:a16="http://schemas.microsoft.com/office/drawing/2014/main" id="{157A607A-E75A-47A3-9B35-9B00C77015E3}"/>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A4F6E7AB-E0A8-EA0C-6E21-E45B2302C0F4}"/>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1E7C989B-567A-D2F4-D990-01E54A33DCD0}"/>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A626B5CE-9EFD-8A2C-B8CA-8D98304238C9}"/>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A0D53B18-1858-39A7-D815-2132C132CDDC}"/>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2F0DD00C-B031-7373-352B-14846A657D19}"/>
              </a:ext>
            </a:extLst>
          </p:cNvPr>
          <p:cNvSpPr txBox="1"/>
          <p:nvPr/>
        </p:nvSpPr>
        <p:spPr>
          <a:xfrm>
            <a:off x="3640666" y="3406653"/>
            <a:ext cx="570089" cy="230832"/>
          </a:xfrm>
          <a:prstGeom prst="rect">
            <a:avLst/>
          </a:prstGeom>
          <a:noFill/>
        </p:spPr>
        <p:txBody>
          <a:bodyPr wrap="square" rtlCol="0">
            <a:spAutoFit/>
          </a:bodyPr>
          <a:lstStyle/>
          <a:p>
            <a:pPr algn="ctr"/>
            <a:r>
              <a:rPr lang="en-US" sz="900" dirty="0"/>
              <a:t>27</a:t>
            </a:r>
          </a:p>
        </p:txBody>
      </p:sp>
      <p:sp>
        <p:nvSpPr>
          <p:cNvPr id="24" name="TextBox 23">
            <a:extLst>
              <a:ext uri="{FF2B5EF4-FFF2-40B4-BE49-F238E27FC236}">
                <a16:creationId xmlns:a16="http://schemas.microsoft.com/office/drawing/2014/main" id="{1B4745F2-48D3-FE48-DA62-9765B36BEF22}"/>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197113A5-EC8A-AB90-B4DE-F07AAD6DFE93}"/>
              </a:ext>
            </a:extLst>
          </p:cNvPr>
          <p:cNvSpPr txBox="1"/>
          <p:nvPr/>
        </p:nvSpPr>
        <p:spPr>
          <a:xfrm>
            <a:off x="5147734" y="3406653"/>
            <a:ext cx="570089" cy="230832"/>
          </a:xfrm>
          <a:prstGeom prst="rect">
            <a:avLst/>
          </a:prstGeom>
          <a:noFill/>
        </p:spPr>
        <p:txBody>
          <a:bodyPr wrap="square" rtlCol="0">
            <a:spAutoFit/>
          </a:bodyPr>
          <a:lstStyle/>
          <a:p>
            <a:pPr algn="ctr"/>
            <a:r>
              <a:rPr lang="en-US" sz="900" dirty="0"/>
              <a:t>59</a:t>
            </a:r>
          </a:p>
        </p:txBody>
      </p:sp>
      <p:sp>
        <p:nvSpPr>
          <p:cNvPr id="35" name="TextBox 34">
            <a:extLst>
              <a:ext uri="{FF2B5EF4-FFF2-40B4-BE49-F238E27FC236}">
                <a16:creationId xmlns:a16="http://schemas.microsoft.com/office/drawing/2014/main" id="{78E98CD4-60B8-1DD7-9AC0-26DFC5DD9916}"/>
              </a:ext>
            </a:extLst>
          </p:cNvPr>
          <p:cNvSpPr txBox="1"/>
          <p:nvPr/>
        </p:nvSpPr>
        <p:spPr>
          <a:xfrm>
            <a:off x="3138310" y="3406653"/>
            <a:ext cx="570089" cy="230832"/>
          </a:xfrm>
          <a:prstGeom prst="rect">
            <a:avLst/>
          </a:prstGeom>
          <a:noFill/>
        </p:spPr>
        <p:txBody>
          <a:bodyPr wrap="square" rtlCol="0">
            <a:spAutoFit/>
          </a:bodyPr>
          <a:lstStyle/>
          <a:p>
            <a:pPr algn="ctr"/>
            <a:r>
              <a:rPr lang="en-US" sz="900" dirty="0"/>
              <a:t>72</a:t>
            </a:r>
          </a:p>
        </p:txBody>
      </p:sp>
      <p:sp>
        <p:nvSpPr>
          <p:cNvPr id="38" name="TextBox 37">
            <a:extLst>
              <a:ext uri="{FF2B5EF4-FFF2-40B4-BE49-F238E27FC236}">
                <a16:creationId xmlns:a16="http://schemas.microsoft.com/office/drawing/2014/main" id="{32885F67-2F07-2C5A-F6FB-8D809BFF768D}"/>
              </a:ext>
            </a:extLst>
          </p:cNvPr>
          <p:cNvSpPr txBox="1"/>
          <p:nvPr/>
        </p:nvSpPr>
        <p:spPr>
          <a:xfrm>
            <a:off x="6152446" y="2905709"/>
            <a:ext cx="570089" cy="230832"/>
          </a:xfrm>
          <a:prstGeom prst="rect">
            <a:avLst/>
          </a:prstGeom>
          <a:noFill/>
        </p:spPr>
        <p:txBody>
          <a:bodyPr wrap="square" rtlCol="0">
            <a:spAutoFit/>
          </a:bodyPr>
          <a:lstStyle/>
          <a:p>
            <a:pPr algn="ctr"/>
            <a:r>
              <a:rPr lang="en-US" sz="900" dirty="0"/>
              <a:t>49</a:t>
            </a:r>
          </a:p>
        </p:txBody>
      </p:sp>
      <p:sp>
        <p:nvSpPr>
          <p:cNvPr id="40" name="TextBox 39">
            <a:extLst>
              <a:ext uri="{FF2B5EF4-FFF2-40B4-BE49-F238E27FC236}">
                <a16:creationId xmlns:a16="http://schemas.microsoft.com/office/drawing/2014/main" id="{0B34AEA2-7B05-F907-37F5-2702D686D502}"/>
              </a:ext>
            </a:extLst>
          </p:cNvPr>
          <p:cNvSpPr txBox="1"/>
          <p:nvPr/>
        </p:nvSpPr>
        <p:spPr>
          <a:xfrm>
            <a:off x="7157158" y="2905709"/>
            <a:ext cx="570089" cy="230832"/>
          </a:xfrm>
          <a:prstGeom prst="rect">
            <a:avLst/>
          </a:prstGeom>
          <a:noFill/>
        </p:spPr>
        <p:txBody>
          <a:bodyPr wrap="square" rtlCol="0">
            <a:spAutoFit/>
          </a:bodyPr>
          <a:lstStyle/>
          <a:p>
            <a:pPr algn="ctr"/>
            <a:r>
              <a:rPr lang="en-US" sz="900" dirty="0"/>
              <a:t>94</a:t>
            </a:r>
          </a:p>
        </p:txBody>
      </p:sp>
      <p:sp>
        <p:nvSpPr>
          <p:cNvPr id="47" name="TextBox 46">
            <a:extLst>
              <a:ext uri="{FF2B5EF4-FFF2-40B4-BE49-F238E27FC236}">
                <a16:creationId xmlns:a16="http://schemas.microsoft.com/office/drawing/2014/main" id="{554CFD6A-C9F1-5702-F116-4F7C24C7B0D3}"/>
              </a:ext>
            </a:extLst>
          </p:cNvPr>
          <p:cNvSpPr txBox="1"/>
          <p:nvPr/>
        </p:nvSpPr>
        <p:spPr>
          <a:xfrm>
            <a:off x="6152446" y="901933"/>
            <a:ext cx="570089" cy="230832"/>
          </a:xfrm>
          <a:prstGeom prst="rect">
            <a:avLst/>
          </a:prstGeom>
          <a:noFill/>
        </p:spPr>
        <p:txBody>
          <a:bodyPr wrap="square" rtlCol="0">
            <a:spAutoFit/>
          </a:bodyPr>
          <a:lstStyle/>
          <a:p>
            <a:pPr algn="ctr"/>
            <a:r>
              <a:rPr lang="en-US" sz="900" dirty="0"/>
              <a:t>56</a:t>
            </a:r>
          </a:p>
        </p:txBody>
      </p:sp>
      <p:sp>
        <p:nvSpPr>
          <p:cNvPr id="48" name="TextBox 47">
            <a:extLst>
              <a:ext uri="{FF2B5EF4-FFF2-40B4-BE49-F238E27FC236}">
                <a16:creationId xmlns:a16="http://schemas.microsoft.com/office/drawing/2014/main" id="{1AD8AD9B-0A21-7681-BB2C-A52F61C3B296}"/>
              </a:ext>
            </a:extLst>
          </p:cNvPr>
          <p:cNvSpPr txBox="1"/>
          <p:nvPr/>
        </p:nvSpPr>
        <p:spPr>
          <a:xfrm>
            <a:off x="7157158" y="901933"/>
            <a:ext cx="570089" cy="230832"/>
          </a:xfrm>
          <a:prstGeom prst="rect">
            <a:avLst/>
          </a:prstGeom>
          <a:noFill/>
        </p:spPr>
        <p:txBody>
          <a:bodyPr wrap="square" rtlCol="0">
            <a:spAutoFit/>
          </a:bodyPr>
          <a:lstStyle/>
          <a:p>
            <a:pPr algn="ctr"/>
            <a:r>
              <a:rPr lang="en-US" sz="900" dirty="0"/>
              <a:t>65</a:t>
            </a:r>
          </a:p>
        </p:txBody>
      </p:sp>
      <p:sp>
        <p:nvSpPr>
          <p:cNvPr id="51" name="TextBox 50">
            <a:extLst>
              <a:ext uri="{FF2B5EF4-FFF2-40B4-BE49-F238E27FC236}">
                <a16:creationId xmlns:a16="http://schemas.microsoft.com/office/drawing/2014/main" id="{1E716BC1-A205-34B5-2A72-F991CF06DB40}"/>
              </a:ext>
            </a:extLst>
          </p:cNvPr>
          <p:cNvSpPr txBox="1"/>
          <p:nvPr/>
        </p:nvSpPr>
        <p:spPr>
          <a:xfrm>
            <a:off x="4143022" y="1402877"/>
            <a:ext cx="570089" cy="230832"/>
          </a:xfrm>
          <a:prstGeom prst="rect">
            <a:avLst/>
          </a:prstGeom>
          <a:noFill/>
        </p:spPr>
        <p:txBody>
          <a:bodyPr wrap="square" rtlCol="0">
            <a:spAutoFit/>
          </a:bodyPr>
          <a:lstStyle/>
          <a:p>
            <a:pPr algn="ctr"/>
            <a:r>
              <a:rPr lang="en-US" sz="900" dirty="0"/>
              <a:t>56</a:t>
            </a:r>
          </a:p>
        </p:txBody>
      </p:sp>
      <p:sp>
        <p:nvSpPr>
          <p:cNvPr id="52" name="TextBox 51">
            <a:extLst>
              <a:ext uri="{FF2B5EF4-FFF2-40B4-BE49-F238E27FC236}">
                <a16:creationId xmlns:a16="http://schemas.microsoft.com/office/drawing/2014/main" id="{681272A7-6F64-EF05-8EBE-D2A2479B4723}"/>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a:t>
            </a:r>
          </a:p>
        </p:txBody>
      </p:sp>
      <p:sp>
        <p:nvSpPr>
          <p:cNvPr id="53" name="TextBox 52">
            <a:extLst>
              <a:ext uri="{FF2B5EF4-FFF2-40B4-BE49-F238E27FC236}">
                <a16:creationId xmlns:a16="http://schemas.microsoft.com/office/drawing/2014/main" id="{873B68E6-2A19-F9B2-1771-7E2D10CA35E9}"/>
              </a:ext>
            </a:extLst>
          </p:cNvPr>
          <p:cNvSpPr txBox="1"/>
          <p:nvPr/>
        </p:nvSpPr>
        <p:spPr>
          <a:xfrm>
            <a:off x="5147734" y="1402877"/>
            <a:ext cx="570089" cy="230832"/>
          </a:xfrm>
          <a:prstGeom prst="rect">
            <a:avLst/>
          </a:prstGeom>
          <a:noFill/>
        </p:spPr>
        <p:txBody>
          <a:bodyPr wrap="square" rtlCol="0">
            <a:spAutoFit/>
          </a:bodyPr>
          <a:lstStyle/>
          <a:p>
            <a:pPr algn="ctr"/>
            <a:r>
              <a:rPr lang="en-US" sz="900" dirty="0"/>
              <a:t>356</a:t>
            </a:r>
          </a:p>
        </p:txBody>
      </p:sp>
      <p:sp>
        <p:nvSpPr>
          <p:cNvPr id="56" name="TextBox 55">
            <a:extLst>
              <a:ext uri="{FF2B5EF4-FFF2-40B4-BE49-F238E27FC236}">
                <a16:creationId xmlns:a16="http://schemas.microsoft.com/office/drawing/2014/main" id="{A799832B-C358-5F47-9EF8-BDAC475593AF}"/>
              </a:ext>
            </a:extLst>
          </p:cNvPr>
          <p:cNvSpPr txBox="1"/>
          <p:nvPr/>
        </p:nvSpPr>
        <p:spPr>
          <a:xfrm>
            <a:off x="4143022" y="1903821"/>
            <a:ext cx="570089" cy="230832"/>
          </a:xfrm>
          <a:prstGeom prst="rect">
            <a:avLst/>
          </a:prstGeom>
          <a:noFill/>
        </p:spPr>
        <p:txBody>
          <a:bodyPr wrap="square" rtlCol="0">
            <a:spAutoFit/>
          </a:bodyPr>
          <a:lstStyle/>
          <a:p>
            <a:pPr algn="ctr"/>
            <a:r>
              <a:rPr lang="en-US" sz="900" dirty="0"/>
              <a:t>65</a:t>
            </a:r>
          </a:p>
        </p:txBody>
      </p:sp>
      <p:sp>
        <p:nvSpPr>
          <p:cNvPr id="57" name="TextBox 56">
            <a:extLst>
              <a:ext uri="{FF2B5EF4-FFF2-40B4-BE49-F238E27FC236}">
                <a16:creationId xmlns:a16="http://schemas.microsoft.com/office/drawing/2014/main" id="{9D3A217E-2490-6616-DFFB-9140F020B906}"/>
              </a:ext>
            </a:extLst>
          </p:cNvPr>
          <p:cNvSpPr txBox="1"/>
          <p:nvPr/>
        </p:nvSpPr>
        <p:spPr>
          <a:xfrm>
            <a:off x="4645378" y="1903821"/>
            <a:ext cx="570089" cy="230832"/>
          </a:xfrm>
          <a:prstGeom prst="rect">
            <a:avLst/>
          </a:prstGeom>
          <a:noFill/>
        </p:spPr>
        <p:txBody>
          <a:bodyPr wrap="square" rtlCol="0">
            <a:spAutoFit/>
          </a:bodyPr>
          <a:lstStyle/>
          <a:p>
            <a:pPr algn="ctr"/>
            <a:r>
              <a:rPr lang="en-US" sz="900" dirty="0"/>
              <a:t>56</a:t>
            </a:r>
          </a:p>
        </p:txBody>
      </p:sp>
      <p:sp>
        <p:nvSpPr>
          <p:cNvPr id="60" name="TextBox 59">
            <a:extLst>
              <a:ext uri="{FF2B5EF4-FFF2-40B4-BE49-F238E27FC236}">
                <a16:creationId xmlns:a16="http://schemas.microsoft.com/office/drawing/2014/main" id="{241DE61E-E920-D7D4-CA28-4660789724C1}"/>
              </a:ext>
            </a:extLst>
          </p:cNvPr>
          <p:cNvSpPr txBox="1"/>
          <p:nvPr/>
        </p:nvSpPr>
        <p:spPr>
          <a:xfrm>
            <a:off x="3640666" y="4408541"/>
            <a:ext cx="570089" cy="230832"/>
          </a:xfrm>
          <a:prstGeom prst="rect">
            <a:avLst/>
          </a:prstGeom>
          <a:noFill/>
        </p:spPr>
        <p:txBody>
          <a:bodyPr wrap="square" rtlCol="0">
            <a:spAutoFit/>
          </a:bodyPr>
          <a:lstStyle/>
          <a:p>
            <a:pPr algn="ctr"/>
            <a:r>
              <a:rPr lang="en-US" sz="900" dirty="0"/>
              <a:t>28</a:t>
            </a:r>
          </a:p>
        </p:txBody>
      </p:sp>
      <p:sp>
        <p:nvSpPr>
          <p:cNvPr id="61" name="TextBox 60">
            <a:extLst>
              <a:ext uri="{FF2B5EF4-FFF2-40B4-BE49-F238E27FC236}">
                <a16:creationId xmlns:a16="http://schemas.microsoft.com/office/drawing/2014/main" id="{ED96F43E-9D00-FABD-83D6-09EAAE30B8B7}"/>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a:t>
            </a:r>
          </a:p>
        </p:txBody>
      </p:sp>
      <p:sp>
        <p:nvSpPr>
          <p:cNvPr id="63" name="TextBox 62">
            <a:extLst>
              <a:ext uri="{FF2B5EF4-FFF2-40B4-BE49-F238E27FC236}">
                <a16:creationId xmlns:a16="http://schemas.microsoft.com/office/drawing/2014/main" id="{D813A7F6-2377-7F31-4ED9-829803FB9018}"/>
              </a:ext>
            </a:extLst>
          </p:cNvPr>
          <p:cNvSpPr txBox="1"/>
          <p:nvPr/>
        </p:nvSpPr>
        <p:spPr>
          <a:xfrm>
            <a:off x="3138310" y="4909484"/>
            <a:ext cx="570089" cy="230832"/>
          </a:xfrm>
          <a:prstGeom prst="rect">
            <a:avLst/>
          </a:prstGeom>
          <a:noFill/>
        </p:spPr>
        <p:txBody>
          <a:bodyPr wrap="square" rtlCol="0">
            <a:spAutoFit/>
          </a:bodyPr>
          <a:lstStyle/>
          <a:p>
            <a:pPr algn="ctr"/>
            <a:r>
              <a:rPr lang="en-US" sz="900" dirty="0"/>
              <a:t>125</a:t>
            </a:r>
          </a:p>
        </p:txBody>
      </p:sp>
      <p:sp>
        <p:nvSpPr>
          <p:cNvPr id="65" name="TextBox 64">
            <a:extLst>
              <a:ext uri="{FF2B5EF4-FFF2-40B4-BE49-F238E27FC236}">
                <a16:creationId xmlns:a16="http://schemas.microsoft.com/office/drawing/2014/main" id="{CBC1FB4C-2321-F945-9FA9-E244D7F56B55}"/>
              </a:ext>
            </a:extLst>
          </p:cNvPr>
          <p:cNvSpPr txBox="1"/>
          <p:nvPr/>
        </p:nvSpPr>
        <p:spPr>
          <a:xfrm>
            <a:off x="6152446" y="3907597"/>
            <a:ext cx="570089" cy="230832"/>
          </a:xfrm>
          <a:prstGeom prst="rect">
            <a:avLst/>
          </a:prstGeom>
          <a:noFill/>
        </p:spPr>
        <p:txBody>
          <a:bodyPr wrap="square" rtlCol="0">
            <a:spAutoFit/>
          </a:bodyPr>
          <a:lstStyle/>
          <a:p>
            <a:pPr algn="ctr"/>
            <a:r>
              <a:rPr lang="en-US" sz="900" dirty="0"/>
              <a:t>69</a:t>
            </a:r>
          </a:p>
        </p:txBody>
      </p:sp>
      <p:sp>
        <p:nvSpPr>
          <p:cNvPr id="67" name="TextBox 66">
            <a:extLst>
              <a:ext uri="{FF2B5EF4-FFF2-40B4-BE49-F238E27FC236}">
                <a16:creationId xmlns:a16="http://schemas.microsoft.com/office/drawing/2014/main" id="{8269C25B-1145-B978-1989-15B6CE113FEC}"/>
              </a:ext>
            </a:extLst>
          </p:cNvPr>
          <p:cNvSpPr txBox="1"/>
          <p:nvPr/>
        </p:nvSpPr>
        <p:spPr>
          <a:xfrm>
            <a:off x="7157158" y="3907597"/>
            <a:ext cx="570089" cy="230832"/>
          </a:xfrm>
          <a:prstGeom prst="rect">
            <a:avLst/>
          </a:prstGeom>
          <a:noFill/>
        </p:spPr>
        <p:txBody>
          <a:bodyPr wrap="square" rtlCol="0">
            <a:spAutoFit/>
          </a:bodyPr>
          <a:lstStyle/>
          <a:p>
            <a:pPr algn="ctr"/>
            <a:r>
              <a:rPr lang="en-US" sz="900" dirty="0"/>
              <a:t>169</a:t>
            </a:r>
          </a:p>
        </p:txBody>
      </p:sp>
      <p:sp>
        <p:nvSpPr>
          <p:cNvPr id="68" name="TextBox 67">
            <a:extLst>
              <a:ext uri="{FF2B5EF4-FFF2-40B4-BE49-F238E27FC236}">
                <a16:creationId xmlns:a16="http://schemas.microsoft.com/office/drawing/2014/main" id="{A57F24EE-1B47-8153-C897-BD7FE795544F}"/>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69" name="TextBox 68">
            <a:extLst>
              <a:ext uri="{FF2B5EF4-FFF2-40B4-BE49-F238E27FC236}">
                <a16:creationId xmlns:a16="http://schemas.microsoft.com/office/drawing/2014/main" id="{70816219-0211-57C4-2192-CF9C4F2ACC96}"/>
              </a:ext>
            </a:extLst>
          </p:cNvPr>
          <p:cNvSpPr txBox="1"/>
          <p:nvPr/>
        </p:nvSpPr>
        <p:spPr>
          <a:xfrm>
            <a:off x="6654802" y="4408541"/>
            <a:ext cx="570089" cy="230832"/>
          </a:xfrm>
          <a:prstGeom prst="rect">
            <a:avLst/>
          </a:prstGeom>
          <a:noFill/>
        </p:spPr>
        <p:txBody>
          <a:bodyPr wrap="square" rtlCol="0">
            <a:spAutoFit/>
          </a:bodyPr>
          <a:lstStyle/>
          <a:p>
            <a:pPr algn="ctr"/>
            <a:r>
              <a:rPr lang="en-US" sz="900" dirty="0"/>
              <a:t>82</a:t>
            </a:r>
          </a:p>
        </p:txBody>
      </p:sp>
      <p:sp>
        <p:nvSpPr>
          <p:cNvPr id="70" name="TextBox 69">
            <a:extLst>
              <a:ext uri="{FF2B5EF4-FFF2-40B4-BE49-F238E27FC236}">
                <a16:creationId xmlns:a16="http://schemas.microsoft.com/office/drawing/2014/main" id="{0BDB9FED-72FB-0420-EBC5-BEFFA4FDCFD6}"/>
              </a:ext>
            </a:extLst>
          </p:cNvPr>
          <p:cNvSpPr txBox="1"/>
          <p:nvPr/>
        </p:nvSpPr>
        <p:spPr>
          <a:xfrm>
            <a:off x="7157158" y="4408541"/>
            <a:ext cx="570089" cy="230832"/>
          </a:xfrm>
          <a:prstGeom prst="rect">
            <a:avLst/>
          </a:prstGeom>
          <a:noFill/>
        </p:spPr>
        <p:txBody>
          <a:bodyPr wrap="square" rtlCol="0">
            <a:spAutoFit/>
          </a:bodyPr>
          <a:lstStyle/>
          <a:p>
            <a:pPr algn="ctr"/>
            <a:r>
              <a:rPr lang="en-US" sz="900" dirty="0"/>
              <a:t>145</a:t>
            </a:r>
          </a:p>
        </p:txBody>
      </p:sp>
      <p:sp>
        <p:nvSpPr>
          <p:cNvPr id="71" name="TextBox 70">
            <a:extLst>
              <a:ext uri="{FF2B5EF4-FFF2-40B4-BE49-F238E27FC236}">
                <a16:creationId xmlns:a16="http://schemas.microsoft.com/office/drawing/2014/main" id="{C9FD4BCC-B427-DEB7-ADD7-A37E3EF2200B}"/>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4579</a:t>
            </a:r>
          </a:p>
        </p:txBody>
      </p:sp>
      <p:sp>
        <p:nvSpPr>
          <p:cNvPr id="72" name="TextBox 71">
            <a:extLst>
              <a:ext uri="{FF2B5EF4-FFF2-40B4-BE49-F238E27FC236}">
                <a16:creationId xmlns:a16="http://schemas.microsoft.com/office/drawing/2014/main" id="{2126631B-3861-2DD0-93AF-4A0E2D7EA8FD}"/>
              </a:ext>
            </a:extLst>
          </p:cNvPr>
          <p:cNvSpPr txBox="1"/>
          <p:nvPr/>
        </p:nvSpPr>
        <p:spPr>
          <a:xfrm>
            <a:off x="6654802" y="4909484"/>
            <a:ext cx="570089" cy="230832"/>
          </a:xfrm>
          <a:prstGeom prst="rect">
            <a:avLst/>
          </a:prstGeom>
          <a:noFill/>
        </p:spPr>
        <p:txBody>
          <a:bodyPr wrap="square" rtlCol="0">
            <a:spAutoFit/>
          </a:bodyPr>
          <a:lstStyle/>
          <a:p>
            <a:pPr algn="ctr"/>
            <a:r>
              <a:rPr lang="en-US" sz="900" dirty="0"/>
              <a:t>28</a:t>
            </a:r>
          </a:p>
        </p:txBody>
      </p:sp>
      <p:sp>
        <p:nvSpPr>
          <p:cNvPr id="73" name="TextBox 72">
            <a:extLst>
              <a:ext uri="{FF2B5EF4-FFF2-40B4-BE49-F238E27FC236}">
                <a16:creationId xmlns:a16="http://schemas.microsoft.com/office/drawing/2014/main" id="{19642094-47F2-7615-8A96-0A96591AC718}"/>
              </a:ext>
            </a:extLst>
          </p:cNvPr>
          <p:cNvSpPr txBox="1"/>
          <p:nvPr/>
        </p:nvSpPr>
        <p:spPr>
          <a:xfrm>
            <a:off x="7157158" y="4909484"/>
            <a:ext cx="570089" cy="230832"/>
          </a:xfrm>
          <a:prstGeom prst="rect">
            <a:avLst/>
          </a:prstGeom>
          <a:noFill/>
        </p:spPr>
        <p:txBody>
          <a:bodyPr wrap="square" rtlCol="0">
            <a:spAutoFit/>
          </a:bodyPr>
          <a:lstStyle/>
          <a:p>
            <a:pPr algn="ctr"/>
            <a:r>
              <a:rPr lang="en-US" sz="900" dirty="0"/>
              <a:t>1459</a:t>
            </a:r>
          </a:p>
        </p:txBody>
      </p:sp>
      <p:sp>
        <p:nvSpPr>
          <p:cNvPr id="74" name="TextBox 73">
            <a:extLst>
              <a:ext uri="{FF2B5EF4-FFF2-40B4-BE49-F238E27FC236}">
                <a16:creationId xmlns:a16="http://schemas.microsoft.com/office/drawing/2014/main" id="{359D6A58-7ADB-B310-D77A-6D6D19075909}"/>
              </a:ext>
            </a:extLst>
          </p:cNvPr>
          <p:cNvSpPr txBox="1"/>
          <p:nvPr/>
        </p:nvSpPr>
        <p:spPr>
          <a:xfrm>
            <a:off x="4645378" y="4909484"/>
            <a:ext cx="570089" cy="230832"/>
          </a:xfrm>
          <a:prstGeom prst="rect">
            <a:avLst/>
          </a:prstGeom>
          <a:noFill/>
        </p:spPr>
        <p:txBody>
          <a:bodyPr wrap="square" rtlCol="0">
            <a:spAutoFit/>
          </a:bodyPr>
          <a:lstStyle/>
          <a:p>
            <a:pPr algn="ctr"/>
            <a:r>
              <a:rPr lang="en-US" sz="900" dirty="0"/>
              <a:t>1479</a:t>
            </a:r>
          </a:p>
        </p:txBody>
      </p:sp>
      <p:sp>
        <p:nvSpPr>
          <p:cNvPr id="75" name="TextBox 74">
            <a:extLst>
              <a:ext uri="{FF2B5EF4-FFF2-40B4-BE49-F238E27FC236}">
                <a16:creationId xmlns:a16="http://schemas.microsoft.com/office/drawing/2014/main" id="{4EC380D0-8978-3B19-018D-B3B3CA210B5B}"/>
              </a:ext>
            </a:extLst>
          </p:cNvPr>
          <p:cNvSpPr txBox="1"/>
          <p:nvPr/>
        </p:nvSpPr>
        <p:spPr>
          <a:xfrm>
            <a:off x="5147734" y="4909484"/>
            <a:ext cx="570089" cy="230832"/>
          </a:xfrm>
          <a:prstGeom prst="rect">
            <a:avLst/>
          </a:prstGeom>
          <a:noFill/>
        </p:spPr>
        <p:txBody>
          <a:bodyPr wrap="square" rtlCol="0">
            <a:spAutoFit/>
          </a:bodyPr>
          <a:lstStyle/>
          <a:p>
            <a:pPr algn="ctr"/>
            <a:r>
              <a:rPr lang="en-US" sz="900" dirty="0"/>
              <a:t>149</a:t>
            </a:r>
          </a:p>
        </p:txBody>
      </p:sp>
      <p:sp>
        <p:nvSpPr>
          <p:cNvPr id="76" name="TextBox 75">
            <a:extLst>
              <a:ext uri="{FF2B5EF4-FFF2-40B4-BE49-F238E27FC236}">
                <a16:creationId xmlns:a16="http://schemas.microsoft.com/office/drawing/2014/main" id="{76BD1F48-2A61-6CB4-70BA-1410BF47C1BB}"/>
              </a:ext>
            </a:extLst>
          </p:cNvPr>
          <p:cNvSpPr txBox="1"/>
          <p:nvPr/>
        </p:nvSpPr>
        <p:spPr>
          <a:xfrm>
            <a:off x="5650090" y="4909484"/>
            <a:ext cx="570089" cy="230832"/>
          </a:xfrm>
          <a:prstGeom prst="rect">
            <a:avLst/>
          </a:prstGeom>
          <a:noFill/>
        </p:spPr>
        <p:txBody>
          <a:bodyPr wrap="square" rtlCol="0">
            <a:spAutoFit/>
          </a:bodyPr>
          <a:lstStyle/>
          <a:p>
            <a:pPr algn="ctr"/>
            <a:r>
              <a:rPr lang="en-US" sz="900" dirty="0"/>
              <a:t>34</a:t>
            </a:r>
          </a:p>
        </p:txBody>
      </p:sp>
      <p:sp>
        <p:nvSpPr>
          <p:cNvPr id="77" name="TextBox 76">
            <a:extLst>
              <a:ext uri="{FF2B5EF4-FFF2-40B4-BE49-F238E27FC236}">
                <a16:creationId xmlns:a16="http://schemas.microsoft.com/office/drawing/2014/main" id="{86D1BF7F-574D-5620-0796-F2DE953C85C9}"/>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5E18C40F-9CAD-CCD7-AE1A-9DFCB9AC0DA0}"/>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EA4D8F31-8125-4A1C-7ABC-32C83025C6AE}"/>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F97907F4-0849-186E-44AB-8E0AEAF4EBD9}"/>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A652870A-AC62-D3B6-30A5-F43A59EB058A}"/>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4CB19D92-42B5-B417-7698-6C1F5F1B3C89}"/>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E6F0043B-8E64-949B-0344-DB6B28FBEC9C}"/>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2" name="TextBox 11">
            <a:extLst>
              <a:ext uri="{FF2B5EF4-FFF2-40B4-BE49-F238E27FC236}">
                <a16:creationId xmlns:a16="http://schemas.microsoft.com/office/drawing/2014/main" id="{FE9C420B-B41C-995A-8776-E78AD4A3DD77}"/>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36" name="TextBox 35">
            <a:extLst>
              <a:ext uri="{FF2B5EF4-FFF2-40B4-BE49-F238E27FC236}">
                <a16:creationId xmlns:a16="http://schemas.microsoft.com/office/drawing/2014/main" id="{7CE6B4A8-F98A-8E3E-8E77-66897B83BE09}"/>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CD1064B3-EC4C-0FA0-762C-F142835FF130}"/>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750D92FB-E9BE-58D4-D374-B5EB9E0B6234}"/>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13" name="TextBox 12">
            <a:extLst>
              <a:ext uri="{FF2B5EF4-FFF2-40B4-BE49-F238E27FC236}">
                <a16:creationId xmlns:a16="http://schemas.microsoft.com/office/drawing/2014/main" id="{B2A78C9A-B9A2-9CD3-3DFA-2897A6BF439F}"/>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EEB0F178-FF5F-7A2F-5A06-4D07993C9C65}"/>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E9F33041-2F8F-E5B8-AEF2-253C2866D06D}"/>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2F393A89-18AA-8086-3636-32AEF2A9A7C9}"/>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4" name="TextBox 43">
            <a:extLst>
              <a:ext uri="{FF2B5EF4-FFF2-40B4-BE49-F238E27FC236}">
                <a16:creationId xmlns:a16="http://schemas.microsoft.com/office/drawing/2014/main" id="{16CD4427-AF07-E40E-9B21-A48B0C8424EA}"/>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A3DAECE9-844A-68C9-B6EC-94418158428B}"/>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535CC6B5-44F5-09A6-E520-671F710CCE6E}"/>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49" name="TextBox 48">
            <a:extLst>
              <a:ext uri="{FF2B5EF4-FFF2-40B4-BE49-F238E27FC236}">
                <a16:creationId xmlns:a16="http://schemas.microsoft.com/office/drawing/2014/main" id="{737E6D83-50A4-26C9-DC12-E81FD92514A4}"/>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D42FC45F-6CA9-2A36-E246-0CCEF706E807}"/>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25" name="TextBox 24">
            <a:extLst>
              <a:ext uri="{FF2B5EF4-FFF2-40B4-BE49-F238E27FC236}">
                <a16:creationId xmlns:a16="http://schemas.microsoft.com/office/drawing/2014/main" id="{202615EB-58A9-55AE-394D-7DD841888050}"/>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9BD8E2BD-4E16-E9BF-2CD1-482EA168085D}"/>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B812D9ED-6CBB-5EFF-1398-4394CDDA4DD3}"/>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8678B49B-84A2-E52B-45CB-DDD0BBA75D49}"/>
              </a:ext>
            </a:extLst>
          </p:cNvPr>
          <p:cNvSpPr txBox="1"/>
          <p:nvPr/>
        </p:nvSpPr>
        <p:spPr>
          <a:xfrm>
            <a:off x="5715003" y="721216"/>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D45C1047-EDE7-3861-F716-D1CA2C299ED5}"/>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2" name="TextBox 41">
            <a:extLst>
              <a:ext uri="{FF2B5EF4-FFF2-40B4-BE49-F238E27FC236}">
                <a16:creationId xmlns:a16="http://schemas.microsoft.com/office/drawing/2014/main" id="{99DABE5C-F1F4-CFB0-CC74-4AE6282FCD73}"/>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E34DACCE-94F5-3CFB-00A0-129E7968999A}"/>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58" name="TextBox 57">
            <a:extLst>
              <a:ext uri="{FF2B5EF4-FFF2-40B4-BE49-F238E27FC236}">
                <a16:creationId xmlns:a16="http://schemas.microsoft.com/office/drawing/2014/main" id="{6F5B64C7-C86D-447E-DD92-B2C23B216659}"/>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29E5E38C-AE63-08A2-5A28-CE5A4EDE9E52}"/>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17370471-DBFA-8AB3-0648-B2C4AD14DA5D}"/>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81" name="TextBox 80">
            <a:extLst>
              <a:ext uri="{FF2B5EF4-FFF2-40B4-BE49-F238E27FC236}">
                <a16:creationId xmlns:a16="http://schemas.microsoft.com/office/drawing/2014/main" id="{13D5B9F5-DF27-C7F9-16B0-741654F2C698}"/>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82" name="TextBox 81">
            <a:extLst>
              <a:ext uri="{FF2B5EF4-FFF2-40B4-BE49-F238E27FC236}">
                <a16:creationId xmlns:a16="http://schemas.microsoft.com/office/drawing/2014/main" id="{5C45E2F1-F4A0-5623-7237-8CD6FA0420CC}"/>
              </a:ext>
            </a:extLst>
          </p:cNvPr>
          <p:cNvSpPr txBox="1"/>
          <p:nvPr/>
        </p:nvSpPr>
        <p:spPr>
          <a:xfrm>
            <a:off x="5715003" y="4244561"/>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B9D733D1-1448-611C-BEAD-8B7A8407CE05}"/>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DA22D2E6-2EAA-1FAF-76C1-921FC1DB8361}"/>
              </a:ext>
            </a:extLst>
          </p:cNvPr>
          <p:cNvSpPr txBox="1"/>
          <p:nvPr/>
        </p:nvSpPr>
        <p:spPr>
          <a:xfrm>
            <a:off x="3716867" y="172788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8AC60052-3D83-2DD0-2C7C-28E9E017367F}"/>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F2A05976-38E6-DF27-5FB9-A14F0E72DA0E}"/>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5672640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47FCD-533E-BCF6-96DE-7BC080FD658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4C530B-5C05-0B6E-2CB3-77976C3252A2}"/>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A4FA8CF-C1AA-3ACE-DD8C-3B0D292B83A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AC3E72B-7F46-5E07-87B8-81E998584A3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C6C06AA-0EB5-FD2B-6456-1BB91BBFE85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37AB7D2-368A-7659-91AF-63AD462B91BB}"/>
              </a:ext>
            </a:extLst>
          </p:cNvPr>
          <p:cNvPicPr>
            <a:picLocks noChangeAspect="1"/>
          </p:cNvPicPr>
          <p:nvPr/>
        </p:nvPicPr>
        <p:blipFill>
          <a:blip r:embed="rId6"/>
          <a:stretch>
            <a:fillRect/>
          </a:stretch>
        </p:blipFill>
        <p:spPr>
          <a:xfrm>
            <a:off x="4584700" y="2311400"/>
            <a:ext cx="0" cy="0"/>
          </a:xfrm>
          <a:prstGeom prst="rect">
            <a:avLst/>
          </a:prstGeom>
        </p:spPr>
      </p:pic>
      <p:sp>
        <p:nvSpPr>
          <p:cNvPr id="31" name="TextBox 30">
            <a:extLst>
              <a:ext uri="{FF2B5EF4-FFF2-40B4-BE49-F238E27FC236}">
                <a16:creationId xmlns:a16="http://schemas.microsoft.com/office/drawing/2014/main" id="{F5B21D6D-F706-7B23-A09E-58D8ADA67873}"/>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D814005C-6431-5459-70AA-A2764A6CB784}"/>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2E1E7D80-E061-FAEB-10D8-6D208DF45406}"/>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745B290B-3FD4-E8AB-29D9-4C6B1DD2C3D7}"/>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C9019694-0DE8-E626-0548-DE4D86F1356F}"/>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4" name="TextBox 23">
            <a:extLst>
              <a:ext uri="{FF2B5EF4-FFF2-40B4-BE49-F238E27FC236}">
                <a16:creationId xmlns:a16="http://schemas.microsoft.com/office/drawing/2014/main" id="{62AC586E-C33B-2428-3D9E-810EA066A874}"/>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005E0BE4-1137-B1B4-4C2E-9F704FB84E48}"/>
              </a:ext>
            </a:extLst>
          </p:cNvPr>
          <p:cNvSpPr txBox="1"/>
          <p:nvPr/>
        </p:nvSpPr>
        <p:spPr>
          <a:xfrm>
            <a:off x="5147734" y="3406653"/>
            <a:ext cx="570089" cy="230832"/>
          </a:xfrm>
          <a:prstGeom prst="rect">
            <a:avLst/>
          </a:prstGeom>
          <a:noFill/>
        </p:spPr>
        <p:txBody>
          <a:bodyPr wrap="square" rtlCol="0">
            <a:spAutoFit/>
          </a:bodyPr>
          <a:lstStyle/>
          <a:p>
            <a:pPr algn="ctr"/>
            <a:r>
              <a:rPr lang="en-US" sz="900" dirty="0"/>
              <a:t>59</a:t>
            </a:r>
          </a:p>
        </p:txBody>
      </p:sp>
      <p:sp>
        <p:nvSpPr>
          <p:cNvPr id="38" name="TextBox 37">
            <a:extLst>
              <a:ext uri="{FF2B5EF4-FFF2-40B4-BE49-F238E27FC236}">
                <a16:creationId xmlns:a16="http://schemas.microsoft.com/office/drawing/2014/main" id="{D943AA8D-1C01-2BDC-5448-6E0516A4BE39}"/>
              </a:ext>
            </a:extLst>
          </p:cNvPr>
          <p:cNvSpPr txBox="1"/>
          <p:nvPr/>
        </p:nvSpPr>
        <p:spPr>
          <a:xfrm>
            <a:off x="6152446" y="2905709"/>
            <a:ext cx="570089" cy="230832"/>
          </a:xfrm>
          <a:prstGeom prst="rect">
            <a:avLst/>
          </a:prstGeom>
          <a:noFill/>
        </p:spPr>
        <p:txBody>
          <a:bodyPr wrap="square" rtlCol="0">
            <a:spAutoFit/>
          </a:bodyPr>
          <a:lstStyle/>
          <a:p>
            <a:pPr algn="ctr"/>
            <a:r>
              <a:rPr lang="en-US" sz="900" dirty="0"/>
              <a:t>49</a:t>
            </a:r>
          </a:p>
        </p:txBody>
      </p:sp>
      <p:sp>
        <p:nvSpPr>
          <p:cNvPr id="40" name="TextBox 39">
            <a:extLst>
              <a:ext uri="{FF2B5EF4-FFF2-40B4-BE49-F238E27FC236}">
                <a16:creationId xmlns:a16="http://schemas.microsoft.com/office/drawing/2014/main" id="{878B4282-048F-F01F-EFD3-92AEA0782039}"/>
              </a:ext>
            </a:extLst>
          </p:cNvPr>
          <p:cNvSpPr txBox="1"/>
          <p:nvPr/>
        </p:nvSpPr>
        <p:spPr>
          <a:xfrm>
            <a:off x="7157158" y="2905709"/>
            <a:ext cx="570089" cy="230832"/>
          </a:xfrm>
          <a:prstGeom prst="rect">
            <a:avLst/>
          </a:prstGeom>
          <a:noFill/>
        </p:spPr>
        <p:txBody>
          <a:bodyPr wrap="square" rtlCol="0">
            <a:spAutoFit/>
          </a:bodyPr>
          <a:lstStyle/>
          <a:p>
            <a:pPr algn="ctr"/>
            <a:r>
              <a:rPr lang="en-US" sz="900" dirty="0"/>
              <a:t>94</a:t>
            </a:r>
          </a:p>
        </p:txBody>
      </p:sp>
      <p:sp>
        <p:nvSpPr>
          <p:cNvPr id="47" name="TextBox 46">
            <a:extLst>
              <a:ext uri="{FF2B5EF4-FFF2-40B4-BE49-F238E27FC236}">
                <a16:creationId xmlns:a16="http://schemas.microsoft.com/office/drawing/2014/main" id="{6A6CB758-46F7-60F1-06FB-5A19EAB8C4B1}"/>
              </a:ext>
            </a:extLst>
          </p:cNvPr>
          <p:cNvSpPr txBox="1"/>
          <p:nvPr/>
        </p:nvSpPr>
        <p:spPr>
          <a:xfrm>
            <a:off x="6152446" y="901933"/>
            <a:ext cx="570089" cy="230832"/>
          </a:xfrm>
          <a:prstGeom prst="rect">
            <a:avLst/>
          </a:prstGeom>
          <a:noFill/>
        </p:spPr>
        <p:txBody>
          <a:bodyPr wrap="square" rtlCol="0">
            <a:spAutoFit/>
          </a:bodyPr>
          <a:lstStyle/>
          <a:p>
            <a:pPr algn="ctr"/>
            <a:r>
              <a:rPr lang="en-US" sz="900" dirty="0"/>
              <a:t>56</a:t>
            </a:r>
          </a:p>
        </p:txBody>
      </p:sp>
      <p:sp>
        <p:nvSpPr>
          <p:cNvPr id="48" name="TextBox 47">
            <a:extLst>
              <a:ext uri="{FF2B5EF4-FFF2-40B4-BE49-F238E27FC236}">
                <a16:creationId xmlns:a16="http://schemas.microsoft.com/office/drawing/2014/main" id="{7478E734-B5BE-06A2-8B40-95DE08AE98FD}"/>
              </a:ext>
            </a:extLst>
          </p:cNvPr>
          <p:cNvSpPr txBox="1"/>
          <p:nvPr/>
        </p:nvSpPr>
        <p:spPr>
          <a:xfrm>
            <a:off x="7157158" y="901933"/>
            <a:ext cx="570089" cy="230832"/>
          </a:xfrm>
          <a:prstGeom prst="rect">
            <a:avLst/>
          </a:prstGeom>
          <a:noFill/>
        </p:spPr>
        <p:txBody>
          <a:bodyPr wrap="square" rtlCol="0">
            <a:spAutoFit/>
          </a:bodyPr>
          <a:lstStyle/>
          <a:p>
            <a:pPr algn="ctr"/>
            <a:r>
              <a:rPr lang="en-US" sz="900" dirty="0"/>
              <a:t>65</a:t>
            </a:r>
          </a:p>
        </p:txBody>
      </p:sp>
      <p:sp>
        <p:nvSpPr>
          <p:cNvPr id="51" name="TextBox 50">
            <a:extLst>
              <a:ext uri="{FF2B5EF4-FFF2-40B4-BE49-F238E27FC236}">
                <a16:creationId xmlns:a16="http://schemas.microsoft.com/office/drawing/2014/main" id="{77974AF6-96C3-EE7D-26AD-C3ABB01B1C1E}"/>
              </a:ext>
            </a:extLst>
          </p:cNvPr>
          <p:cNvSpPr txBox="1"/>
          <p:nvPr/>
        </p:nvSpPr>
        <p:spPr>
          <a:xfrm>
            <a:off x="4143022" y="1402877"/>
            <a:ext cx="570089" cy="230832"/>
          </a:xfrm>
          <a:prstGeom prst="rect">
            <a:avLst/>
          </a:prstGeom>
          <a:noFill/>
        </p:spPr>
        <p:txBody>
          <a:bodyPr wrap="square" rtlCol="0">
            <a:spAutoFit/>
          </a:bodyPr>
          <a:lstStyle/>
          <a:p>
            <a:pPr algn="ctr"/>
            <a:r>
              <a:rPr lang="en-US" sz="900" dirty="0"/>
              <a:t>56</a:t>
            </a:r>
          </a:p>
        </p:txBody>
      </p:sp>
      <p:sp>
        <p:nvSpPr>
          <p:cNvPr id="52" name="TextBox 51">
            <a:extLst>
              <a:ext uri="{FF2B5EF4-FFF2-40B4-BE49-F238E27FC236}">
                <a16:creationId xmlns:a16="http://schemas.microsoft.com/office/drawing/2014/main" id="{490094DA-70EF-E5D8-FEFA-7FDF4EDB9438}"/>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a:t>
            </a:r>
          </a:p>
        </p:txBody>
      </p:sp>
      <p:sp>
        <p:nvSpPr>
          <p:cNvPr id="53" name="TextBox 52">
            <a:extLst>
              <a:ext uri="{FF2B5EF4-FFF2-40B4-BE49-F238E27FC236}">
                <a16:creationId xmlns:a16="http://schemas.microsoft.com/office/drawing/2014/main" id="{F5EF6235-C295-0347-963A-3CA071422CC5}"/>
              </a:ext>
            </a:extLst>
          </p:cNvPr>
          <p:cNvSpPr txBox="1"/>
          <p:nvPr/>
        </p:nvSpPr>
        <p:spPr>
          <a:xfrm>
            <a:off x="5147734" y="1402877"/>
            <a:ext cx="570089" cy="230832"/>
          </a:xfrm>
          <a:prstGeom prst="rect">
            <a:avLst/>
          </a:prstGeom>
          <a:noFill/>
        </p:spPr>
        <p:txBody>
          <a:bodyPr wrap="square" rtlCol="0">
            <a:spAutoFit/>
          </a:bodyPr>
          <a:lstStyle/>
          <a:p>
            <a:pPr algn="ctr"/>
            <a:r>
              <a:rPr lang="en-US" sz="900" dirty="0"/>
              <a:t>35</a:t>
            </a:r>
          </a:p>
        </p:txBody>
      </p:sp>
      <p:sp>
        <p:nvSpPr>
          <p:cNvPr id="56" name="TextBox 55">
            <a:extLst>
              <a:ext uri="{FF2B5EF4-FFF2-40B4-BE49-F238E27FC236}">
                <a16:creationId xmlns:a16="http://schemas.microsoft.com/office/drawing/2014/main" id="{F29F2E55-8CAB-B329-69E0-D6BB35A0FF17}"/>
              </a:ext>
            </a:extLst>
          </p:cNvPr>
          <p:cNvSpPr txBox="1"/>
          <p:nvPr/>
        </p:nvSpPr>
        <p:spPr>
          <a:xfrm>
            <a:off x="4143022" y="1903821"/>
            <a:ext cx="570089" cy="230832"/>
          </a:xfrm>
          <a:prstGeom prst="rect">
            <a:avLst/>
          </a:prstGeom>
          <a:noFill/>
        </p:spPr>
        <p:txBody>
          <a:bodyPr wrap="square" rtlCol="0">
            <a:spAutoFit/>
          </a:bodyPr>
          <a:lstStyle/>
          <a:p>
            <a:pPr algn="ctr"/>
            <a:r>
              <a:rPr lang="en-US" sz="900" dirty="0"/>
              <a:t>65</a:t>
            </a:r>
          </a:p>
        </p:txBody>
      </p:sp>
      <p:sp>
        <p:nvSpPr>
          <p:cNvPr id="57" name="TextBox 56">
            <a:extLst>
              <a:ext uri="{FF2B5EF4-FFF2-40B4-BE49-F238E27FC236}">
                <a16:creationId xmlns:a16="http://schemas.microsoft.com/office/drawing/2014/main" id="{88E42557-8EAA-557C-51A9-CD8F0CE5CA29}"/>
              </a:ext>
            </a:extLst>
          </p:cNvPr>
          <p:cNvSpPr txBox="1"/>
          <p:nvPr/>
        </p:nvSpPr>
        <p:spPr>
          <a:xfrm>
            <a:off x="4645378" y="1903821"/>
            <a:ext cx="570089" cy="230832"/>
          </a:xfrm>
          <a:prstGeom prst="rect">
            <a:avLst/>
          </a:prstGeom>
          <a:noFill/>
        </p:spPr>
        <p:txBody>
          <a:bodyPr wrap="square" rtlCol="0">
            <a:spAutoFit/>
          </a:bodyPr>
          <a:lstStyle/>
          <a:p>
            <a:pPr algn="ctr"/>
            <a:r>
              <a:rPr lang="en-US" sz="900" dirty="0"/>
              <a:t>56</a:t>
            </a:r>
          </a:p>
        </p:txBody>
      </p:sp>
      <p:sp>
        <p:nvSpPr>
          <p:cNvPr id="60" name="TextBox 59">
            <a:extLst>
              <a:ext uri="{FF2B5EF4-FFF2-40B4-BE49-F238E27FC236}">
                <a16:creationId xmlns:a16="http://schemas.microsoft.com/office/drawing/2014/main" id="{387A37A9-AF91-2CBE-F9C0-AF9FFE4C86DC}"/>
              </a:ext>
            </a:extLst>
          </p:cNvPr>
          <p:cNvSpPr txBox="1"/>
          <p:nvPr/>
        </p:nvSpPr>
        <p:spPr>
          <a:xfrm>
            <a:off x="3640666" y="4408541"/>
            <a:ext cx="570089" cy="230832"/>
          </a:xfrm>
          <a:prstGeom prst="rect">
            <a:avLst/>
          </a:prstGeom>
          <a:noFill/>
        </p:spPr>
        <p:txBody>
          <a:bodyPr wrap="square" rtlCol="0">
            <a:spAutoFit/>
          </a:bodyPr>
          <a:lstStyle/>
          <a:p>
            <a:pPr algn="ctr"/>
            <a:r>
              <a:rPr lang="en-US" sz="900" dirty="0"/>
              <a:t>28</a:t>
            </a:r>
          </a:p>
        </p:txBody>
      </p:sp>
      <p:sp>
        <p:nvSpPr>
          <p:cNvPr id="61" name="TextBox 60">
            <a:extLst>
              <a:ext uri="{FF2B5EF4-FFF2-40B4-BE49-F238E27FC236}">
                <a16:creationId xmlns:a16="http://schemas.microsoft.com/office/drawing/2014/main" id="{07274804-B927-08D2-F252-2C960022E7D4}"/>
              </a:ext>
            </a:extLst>
          </p:cNvPr>
          <p:cNvSpPr txBox="1"/>
          <p:nvPr/>
        </p:nvSpPr>
        <p:spPr>
          <a:xfrm>
            <a:off x="3138310" y="4408541"/>
            <a:ext cx="570089" cy="230832"/>
          </a:xfrm>
          <a:prstGeom prst="rect">
            <a:avLst/>
          </a:prstGeom>
          <a:noFill/>
        </p:spPr>
        <p:txBody>
          <a:bodyPr wrap="square" rtlCol="0">
            <a:spAutoFit/>
          </a:bodyPr>
          <a:lstStyle/>
          <a:p>
            <a:pPr algn="ctr"/>
            <a:r>
              <a:rPr lang="en-US" sz="900" dirty="0"/>
              <a:t>25</a:t>
            </a:r>
          </a:p>
        </p:txBody>
      </p:sp>
      <p:sp>
        <p:nvSpPr>
          <p:cNvPr id="63" name="TextBox 62">
            <a:extLst>
              <a:ext uri="{FF2B5EF4-FFF2-40B4-BE49-F238E27FC236}">
                <a16:creationId xmlns:a16="http://schemas.microsoft.com/office/drawing/2014/main" id="{5C7DCF37-A7D9-C550-8CA8-4C0268FFD1BC}"/>
              </a:ext>
            </a:extLst>
          </p:cNvPr>
          <p:cNvSpPr txBox="1"/>
          <p:nvPr/>
        </p:nvSpPr>
        <p:spPr>
          <a:xfrm>
            <a:off x="3138310" y="4909484"/>
            <a:ext cx="570089" cy="230832"/>
          </a:xfrm>
          <a:prstGeom prst="rect">
            <a:avLst/>
          </a:prstGeom>
          <a:noFill/>
        </p:spPr>
        <p:txBody>
          <a:bodyPr wrap="square" rtlCol="0">
            <a:spAutoFit/>
          </a:bodyPr>
          <a:lstStyle/>
          <a:p>
            <a:pPr algn="ctr"/>
            <a:r>
              <a:rPr lang="en-US" sz="900" dirty="0"/>
              <a:t>52</a:t>
            </a:r>
          </a:p>
        </p:txBody>
      </p:sp>
      <p:sp>
        <p:nvSpPr>
          <p:cNvPr id="65" name="TextBox 64">
            <a:extLst>
              <a:ext uri="{FF2B5EF4-FFF2-40B4-BE49-F238E27FC236}">
                <a16:creationId xmlns:a16="http://schemas.microsoft.com/office/drawing/2014/main" id="{F4044830-212E-5A9E-A1A9-881EBD5B6164}"/>
              </a:ext>
            </a:extLst>
          </p:cNvPr>
          <p:cNvSpPr txBox="1"/>
          <p:nvPr/>
        </p:nvSpPr>
        <p:spPr>
          <a:xfrm>
            <a:off x="6152446" y="3907597"/>
            <a:ext cx="570089" cy="230832"/>
          </a:xfrm>
          <a:prstGeom prst="rect">
            <a:avLst/>
          </a:prstGeom>
          <a:noFill/>
        </p:spPr>
        <p:txBody>
          <a:bodyPr wrap="square" rtlCol="0">
            <a:spAutoFit/>
          </a:bodyPr>
          <a:lstStyle/>
          <a:p>
            <a:pPr algn="ctr"/>
            <a:r>
              <a:rPr lang="en-US" sz="900" dirty="0"/>
              <a:t>69</a:t>
            </a:r>
          </a:p>
        </p:txBody>
      </p:sp>
      <p:sp>
        <p:nvSpPr>
          <p:cNvPr id="67" name="TextBox 66">
            <a:extLst>
              <a:ext uri="{FF2B5EF4-FFF2-40B4-BE49-F238E27FC236}">
                <a16:creationId xmlns:a16="http://schemas.microsoft.com/office/drawing/2014/main" id="{E25EAA15-6E94-F681-1E7E-2AD423D90851}"/>
              </a:ext>
            </a:extLst>
          </p:cNvPr>
          <p:cNvSpPr txBox="1"/>
          <p:nvPr/>
        </p:nvSpPr>
        <p:spPr>
          <a:xfrm>
            <a:off x="7157158" y="3907597"/>
            <a:ext cx="570089" cy="230832"/>
          </a:xfrm>
          <a:prstGeom prst="rect">
            <a:avLst/>
          </a:prstGeom>
          <a:noFill/>
        </p:spPr>
        <p:txBody>
          <a:bodyPr wrap="square" rtlCol="0">
            <a:spAutoFit/>
          </a:bodyPr>
          <a:lstStyle/>
          <a:p>
            <a:pPr algn="ctr"/>
            <a:r>
              <a:rPr lang="en-US" sz="900" dirty="0"/>
              <a:t>96</a:t>
            </a:r>
          </a:p>
        </p:txBody>
      </p:sp>
      <p:sp>
        <p:nvSpPr>
          <p:cNvPr id="68" name="TextBox 67">
            <a:extLst>
              <a:ext uri="{FF2B5EF4-FFF2-40B4-BE49-F238E27FC236}">
                <a16:creationId xmlns:a16="http://schemas.microsoft.com/office/drawing/2014/main" id="{82CE3787-EA0F-5C23-85E7-6ACF9D6456F7}"/>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69" name="TextBox 68">
            <a:extLst>
              <a:ext uri="{FF2B5EF4-FFF2-40B4-BE49-F238E27FC236}">
                <a16:creationId xmlns:a16="http://schemas.microsoft.com/office/drawing/2014/main" id="{1FC00860-8F45-AEFD-ADBA-B90666E5563D}"/>
              </a:ext>
            </a:extLst>
          </p:cNvPr>
          <p:cNvSpPr txBox="1"/>
          <p:nvPr/>
        </p:nvSpPr>
        <p:spPr>
          <a:xfrm>
            <a:off x="6654802" y="4408541"/>
            <a:ext cx="570089" cy="230832"/>
          </a:xfrm>
          <a:prstGeom prst="rect">
            <a:avLst/>
          </a:prstGeom>
          <a:noFill/>
        </p:spPr>
        <p:txBody>
          <a:bodyPr wrap="square" rtlCol="0">
            <a:spAutoFit/>
          </a:bodyPr>
          <a:lstStyle/>
          <a:p>
            <a:pPr algn="ctr"/>
            <a:r>
              <a:rPr lang="en-US" sz="900" dirty="0"/>
              <a:t>82</a:t>
            </a:r>
          </a:p>
        </p:txBody>
      </p:sp>
      <p:sp>
        <p:nvSpPr>
          <p:cNvPr id="70" name="TextBox 69">
            <a:extLst>
              <a:ext uri="{FF2B5EF4-FFF2-40B4-BE49-F238E27FC236}">
                <a16:creationId xmlns:a16="http://schemas.microsoft.com/office/drawing/2014/main" id="{C3D9834A-61FC-F55B-BD6A-EEE5574E0F7A}"/>
              </a:ext>
            </a:extLst>
          </p:cNvPr>
          <p:cNvSpPr txBox="1"/>
          <p:nvPr/>
        </p:nvSpPr>
        <p:spPr>
          <a:xfrm>
            <a:off x="7157158" y="4408541"/>
            <a:ext cx="570089" cy="230832"/>
          </a:xfrm>
          <a:prstGeom prst="rect">
            <a:avLst/>
          </a:prstGeom>
          <a:noFill/>
        </p:spPr>
        <p:txBody>
          <a:bodyPr wrap="square" rtlCol="0">
            <a:spAutoFit/>
          </a:bodyPr>
          <a:lstStyle/>
          <a:p>
            <a:pPr algn="ctr"/>
            <a:r>
              <a:rPr lang="en-US" sz="900" dirty="0"/>
              <a:t>145</a:t>
            </a:r>
          </a:p>
        </p:txBody>
      </p:sp>
      <p:sp>
        <p:nvSpPr>
          <p:cNvPr id="71" name="TextBox 70">
            <a:extLst>
              <a:ext uri="{FF2B5EF4-FFF2-40B4-BE49-F238E27FC236}">
                <a16:creationId xmlns:a16="http://schemas.microsoft.com/office/drawing/2014/main" id="{2A634DF7-24D8-C348-1C64-2965405625D2}"/>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4579</a:t>
            </a:r>
          </a:p>
        </p:txBody>
      </p:sp>
      <p:sp>
        <p:nvSpPr>
          <p:cNvPr id="72" name="TextBox 71">
            <a:extLst>
              <a:ext uri="{FF2B5EF4-FFF2-40B4-BE49-F238E27FC236}">
                <a16:creationId xmlns:a16="http://schemas.microsoft.com/office/drawing/2014/main" id="{359B1D2A-439E-E32C-16BC-F185E527FB8D}"/>
              </a:ext>
            </a:extLst>
          </p:cNvPr>
          <p:cNvSpPr txBox="1"/>
          <p:nvPr/>
        </p:nvSpPr>
        <p:spPr>
          <a:xfrm>
            <a:off x="6654802" y="4909484"/>
            <a:ext cx="570089" cy="230832"/>
          </a:xfrm>
          <a:prstGeom prst="rect">
            <a:avLst/>
          </a:prstGeom>
          <a:noFill/>
        </p:spPr>
        <p:txBody>
          <a:bodyPr wrap="square" rtlCol="0">
            <a:spAutoFit/>
          </a:bodyPr>
          <a:lstStyle/>
          <a:p>
            <a:pPr algn="ctr"/>
            <a:r>
              <a:rPr lang="en-US" sz="900" dirty="0"/>
              <a:t>28</a:t>
            </a:r>
          </a:p>
        </p:txBody>
      </p:sp>
      <p:sp>
        <p:nvSpPr>
          <p:cNvPr id="73" name="TextBox 72">
            <a:extLst>
              <a:ext uri="{FF2B5EF4-FFF2-40B4-BE49-F238E27FC236}">
                <a16:creationId xmlns:a16="http://schemas.microsoft.com/office/drawing/2014/main" id="{97673E8B-3506-6E3D-DCD8-3BCCC849272A}"/>
              </a:ext>
            </a:extLst>
          </p:cNvPr>
          <p:cNvSpPr txBox="1"/>
          <p:nvPr/>
        </p:nvSpPr>
        <p:spPr>
          <a:xfrm>
            <a:off x="7157158" y="4909484"/>
            <a:ext cx="570089" cy="230832"/>
          </a:xfrm>
          <a:prstGeom prst="rect">
            <a:avLst/>
          </a:prstGeom>
          <a:noFill/>
        </p:spPr>
        <p:txBody>
          <a:bodyPr wrap="square" rtlCol="0">
            <a:spAutoFit/>
          </a:bodyPr>
          <a:lstStyle/>
          <a:p>
            <a:pPr algn="ctr"/>
            <a:r>
              <a:rPr lang="en-US" sz="900" dirty="0"/>
              <a:t>1459</a:t>
            </a:r>
          </a:p>
        </p:txBody>
      </p:sp>
      <p:sp>
        <p:nvSpPr>
          <p:cNvPr id="74" name="TextBox 73">
            <a:extLst>
              <a:ext uri="{FF2B5EF4-FFF2-40B4-BE49-F238E27FC236}">
                <a16:creationId xmlns:a16="http://schemas.microsoft.com/office/drawing/2014/main" id="{3A2D65DC-8B73-EFBB-6942-A23731C47D06}"/>
              </a:ext>
            </a:extLst>
          </p:cNvPr>
          <p:cNvSpPr txBox="1"/>
          <p:nvPr/>
        </p:nvSpPr>
        <p:spPr>
          <a:xfrm>
            <a:off x="4645378" y="4909484"/>
            <a:ext cx="570089" cy="230832"/>
          </a:xfrm>
          <a:prstGeom prst="rect">
            <a:avLst/>
          </a:prstGeom>
          <a:noFill/>
        </p:spPr>
        <p:txBody>
          <a:bodyPr wrap="square" rtlCol="0">
            <a:spAutoFit/>
          </a:bodyPr>
          <a:lstStyle/>
          <a:p>
            <a:pPr algn="ctr"/>
            <a:r>
              <a:rPr lang="en-US" sz="900" dirty="0"/>
              <a:t>49</a:t>
            </a:r>
          </a:p>
        </p:txBody>
      </p:sp>
      <p:sp>
        <p:nvSpPr>
          <p:cNvPr id="75" name="TextBox 74">
            <a:extLst>
              <a:ext uri="{FF2B5EF4-FFF2-40B4-BE49-F238E27FC236}">
                <a16:creationId xmlns:a16="http://schemas.microsoft.com/office/drawing/2014/main" id="{CAA2B324-5D47-5D5F-9E76-E4B85A5973C2}"/>
              </a:ext>
            </a:extLst>
          </p:cNvPr>
          <p:cNvSpPr txBox="1"/>
          <p:nvPr/>
        </p:nvSpPr>
        <p:spPr>
          <a:xfrm>
            <a:off x="5147734" y="4909484"/>
            <a:ext cx="570089" cy="230832"/>
          </a:xfrm>
          <a:prstGeom prst="rect">
            <a:avLst/>
          </a:prstGeom>
          <a:noFill/>
        </p:spPr>
        <p:txBody>
          <a:bodyPr wrap="square" rtlCol="0">
            <a:spAutoFit/>
          </a:bodyPr>
          <a:lstStyle/>
          <a:p>
            <a:pPr algn="ctr"/>
            <a:r>
              <a:rPr lang="en-US" sz="900" dirty="0"/>
              <a:t>149</a:t>
            </a:r>
          </a:p>
        </p:txBody>
      </p:sp>
      <p:sp>
        <p:nvSpPr>
          <p:cNvPr id="77" name="TextBox 76">
            <a:extLst>
              <a:ext uri="{FF2B5EF4-FFF2-40B4-BE49-F238E27FC236}">
                <a16:creationId xmlns:a16="http://schemas.microsoft.com/office/drawing/2014/main" id="{33920DB5-3266-CFCE-5CDB-2A4304D10713}"/>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7F69C591-0151-2DF2-798F-F1BC4B044D72}"/>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668B1647-0F2E-E69A-A9B4-B5C062F0002F}"/>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BFB628DC-A3CD-AE0C-30B0-2F8A1B14BA98}"/>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B6A13442-73B9-4A7B-0CB2-1E6EE8E055F0}"/>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0AFA279D-B15C-11F2-6FFA-D319E4C34F98}"/>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74747E7A-15A7-DAD4-11A4-886EAE22EC70}"/>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2" name="TextBox 11">
            <a:extLst>
              <a:ext uri="{FF2B5EF4-FFF2-40B4-BE49-F238E27FC236}">
                <a16:creationId xmlns:a16="http://schemas.microsoft.com/office/drawing/2014/main" id="{1A4B9EF1-2216-7077-3FE8-CC21746CC718}"/>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36" name="TextBox 35">
            <a:extLst>
              <a:ext uri="{FF2B5EF4-FFF2-40B4-BE49-F238E27FC236}">
                <a16:creationId xmlns:a16="http://schemas.microsoft.com/office/drawing/2014/main" id="{25C6199D-F2AC-68CB-5985-827E7DCA9DBC}"/>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C6C5493A-49F5-44F0-0367-1F640F954675}"/>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B52B61CB-F79C-8FBD-892E-6FAEE47B2686}"/>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13" name="TextBox 12">
            <a:extLst>
              <a:ext uri="{FF2B5EF4-FFF2-40B4-BE49-F238E27FC236}">
                <a16:creationId xmlns:a16="http://schemas.microsoft.com/office/drawing/2014/main" id="{5E1E8916-B1CE-964F-778D-25570CFD0993}"/>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837C9A60-D791-6913-E9FF-92BCEB6215F5}"/>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FC1A2115-2177-61DE-0FEB-07183EF142FF}"/>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3A0B3665-3C8A-306F-E4AD-43E8CC6124A6}"/>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4" name="TextBox 43">
            <a:extLst>
              <a:ext uri="{FF2B5EF4-FFF2-40B4-BE49-F238E27FC236}">
                <a16:creationId xmlns:a16="http://schemas.microsoft.com/office/drawing/2014/main" id="{E6F0EB47-5D04-579C-FFC7-4EAD1818546E}"/>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475D5F0C-E122-E9AD-ADE8-C96D03C8AFD8}"/>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E906B9A9-9419-69A3-EC93-0C0D6AC5A9FF}"/>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49" name="TextBox 48">
            <a:extLst>
              <a:ext uri="{FF2B5EF4-FFF2-40B4-BE49-F238E27FC236}">
                <a16:creationId xmlns:a16="http://schemas.microsoft.com/office/drawing/2014/main" id="{FA16F099-DAA1-B5C7-0E53-9D34CF4C68A5}"/>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F281BB37-5A36-FD9C-0478-EDE88A817E73}"/>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25" name="TextBox 24">
            <a:extLst>
              <a:ext uri="{FF2B5EF4-FFF2-40B4-BE49-F238E27FC236}">
                <a16:creationId xmlns:a16="http://schemas.microsoft.com/office/drawing/2014/main" id="{B5B5EB9B-CD24-26AE-C2F5-D9546A30310B}"/>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AF660649-26D4-B1E0-CDAE-688FBB3DFE2B}"/>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8BCB7619-2734-D2A7-91C7-659940E72FF7}"/>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C14403BB-1CF3-7A83-192E-20851C9B7E5D}"/>
              </a:ext>
            </a:extLst>
          </p:cNvPr>
          <p:cNvSpPr txBox="1"/>
          <p:nvPr/>
        </p:nvSpPr>
        <p:spPr>
          <a:xfrm>
            <a:off x="5715003" y="721216"/>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7D4D5248-E5B1-637A-8300-540FB4FDFFD1}"/>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2" name="TextBox 41">
            <a:extLst>
              <a:ext uri="{FF2B5EF4-FFF2-40B4-BE49-F238E27FC236}">
                <a16:creationId xmlns:a16="http://schemas.microsoft.com/office/drawing/2014/main" id="{A9D76657-78AD-87B3-4F27-4CD8C72ABF7E}"/>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63004125-5C06-8226-9B77-C2BFE940D6D5}"/>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58" name="TextBox 57">
            <a:extLst>
              <a:ext uri="{FF2B5EF4-FFF2-40B4-BE49-F238E27FC236}">
                <a16:creationId xmlns:a16="http://schemas.microsoft.com/office/drawing/2014/main" id="{7ACEDE17-1C29-254B-C947-5C47DFA84B2A}"/>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D37FAA10-B326-6944-EEC4-D3DF0E727FA7}"/>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41B77F60-098E-495F-AD0D-C8181F5ED987}"/>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81" name="TextBox 80">
            <a:extLst>
              <a:ext uri="{FF2B5EF4-FFF2-40B4-BE49-F238E27FC236}">
                <a16:creationId xmlns:a16="http://schemas.microsoft.com/office/drawing/2014/main" id="{7EA03197-8438-F697-0A34-CDE821A6A5FB}"/>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82" name="TextBox 81">
            <a:extLst>
              <a:ext uri="{FF2B5EF4-FFF2-40B4-BE49-F238E27FC236}">
                <a16:creationId xmlns:a16="http://schemas.microsoft.com/office/drawing/2014/main" id="{47D8AEAB-19E9-1C72-7390-2FECEDA4C335}"/>
              </a:ext>
            </a:extLst>
          </p:cNvPr>
          <p:cNvSpPr txBox="1"/>
          <p:nvPr/>
        </p:nvSpPr>
        <p:spPr>
          <a:xfrm>
            <a:off x="5715003" y="4244561"/>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9E8BEA7B-7324-56D5-665B-831D7F5FC962}"/>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17F7B711-63CB-45A0-1635-B76786D143AB}"/>
              </a:ext>
            </a:extLst>
          </p:cNvPr>
          <p:cNvSpPr txBox="1"/>
          <p:nvPr/>
        </p:nvSpPr>
        <p:spPr>
          <a:xfrm>
            <a:off x="3716867" y="172788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FADAEF35-A7AB-D87C-2922-3F63C56E9456}"/>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3EC54624-F361-9212-4B7C-B6E5F7ACC91C}"/>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A6B11BEE-026C-1207-7941-3D65A76A8CF3}"/>
              </a:ext>
            </a:extLst>
          </p:cNvPr>
          <p:cNvSpPr txBox="1"/>
          <p:nvPr/>
        </p:nvSpPr>
        <p:spPr>
          <a:xfrm>
            <a:off x="4715935"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1A0DF2EA-62BB-0161-7EE8-406A056D7178}"/>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8" name="TextBox 27">
            <a:extLst>
              <a:ext uri="{FF2B5EF4-FFF2-40B4-BE49-F238E27FC236}">
                <a16:creationId xmlns:a16="http://schemas.microsoft.com/office/drawing/2014/main" id="{9D0C9C31-2546-4170-B3A7-938E3EDE1781}"/>
              </a:ext>
            </a:extLst>
          </p:cNvPr>
          <p:cNvSpPr txBox="1"/>
          <p:nvPr/>
        </p:nvSpPr>
        <p:spPr>
          <a:xfrm>
            <a:off x="3217333" y="3237891"/>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489ECA6D-EA08-7DA0-82BE-7B0D1BA5F995}"/>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30" name="TextBox 29">
            <a:extLst>
              <a:ext uri="{FF2B5EF4-FFF2-40B4-BE49-F238E27FC236}">
                <a16:creationId xmlns:a16="http://schemas.microsoft.com/office/drawing/2014/main" id="{A5A2EECE-ED51-420E-0B21-B5C37B942A36}"/>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8265645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C5ECF-F488-875C-2798-935159A0388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E08AA2-3FD1-F0AF-E81F-92266DA1C596}"/>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D0C2195-1114-CDD1-F892-75256EB9F77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B135F95-8DAC-533A-8EDF-FE47D821EE4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D5C7E37-BF7B-53A7-0C95-E2546B181B7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2A27281-7541-8786-9BC7-36E9F9BDDC70}"/>
              </a:ext>
            </a:extLst>
          </p:cNvPr>
          <p:cNvPicPr>
            <a:picLocks noChangeAspect="1"/>
          </p:cNvPicPr>
          <p:nvPr/>
        </p:nvPicPr>
        <p:blipFill>
          <a:blip r:embed="rId6"/>
          <a:stretch>
            <a:fillRect/>
          </a:stretch>
        </p:blipFill>
        <p:spPr>
          <a:xfrm>
            <a:off x="4584700" y="2311400"/>
            <a:ext cx="0" cy="0"/>
          </a:xfrm>
          <a:prstGeom prst="rect">
            <a:avLst/>
          </a:prstGeom>
        </p:spPr>
      </p:pic>
      <p:sp>
        <p:nvSpPr>
          <p:cNvPr id="31" name="TextBox 30">
            <a:extLst>
              <a:ext uri="{FF2B5EF4-FFF2-40B4-BE49-F238E27FC236}">
                <a16:creationId xmlns:a16="http://schemas.microsoft.com/office/drawing/2014/main" id="{942FB0A9-A8A5-D6CD-61B1-6BCEA1CA4025}"/>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139395BD-E6A8-7A1D-48CB-4830937E342C}"/>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7408C401-DE63-2869-2286-70A2AEA0B513}"/>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6DE54E27-DEA6-27AB-6D36-5ABDC34D2205}"/>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5FEF37DD-DF72-692A-C302-5E134174CF12}"/>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4" name="TextBox 23">
            <a:extLst>
              <a:ext uri="{FF2B5EF4-FFF2-40B4-BE49-F238E27FC236}">
                <a16:creationId xmlns:a16="http://schemas.microsoft.com/office/drawing/2014/main" id="{7F0FFC6B-24A3-6301-3570-8D2EB4F3680A}"/>
              </a:ext>
            </a:extLst>
          </p:cNvPr>
          <p:cNvSpPr txBox="1"/>
          <p:nvPr/>
        </p:nvSpPr>
        <p:spPr>
          <a:xfrm>
            <a:off x="4645378" y="3406653"/>
            <a:ext cx="570089" cy="230832"/>
          </a:xfrm>
          <a:prstGeom prst="rect">
            <a:avLst/>
          </a:prstGeom>
          <a:noFill/>
        </p:spPr>
        <p:txBody>
          <a:bodyPr wrap="square" rtlCol="0">
            <a:spAutoFit/>
          </a:bodyPr>
          <a:lstStyle/>
          <a:p>
            <a:pPr algn="ctr"/>
            <a:r>
              <a:rPr lang="en-US" sz="900" dirty="0"/>
              <a:t>95</a:t>
            </a:r>
          </a:p>
        </p:txBody>
      </p:sp>
      <p:sp>
        <p:nvSpPr>
          <p:cNvPr id="34" name="TextBox 33">
            <a:extLst>
              <a:ext uri="{FF2B5EF4-FFF2-40B4-BE49-F238E27FC236}">
                <a16:creationId xmlns:a16="http://schemas.microsoft.com/office/drawing/2014/main" id="{FDE6F0AF-41DF-B76E-6FF6-82AE84501FC5}"/>
              </a:ext>
            </a:extLst>
          </p:cNvPr>
          <p:cNvSpPr txBox="1"/>
          <p:nvPr/>
        </p:nvSpPr>
        <p:spPr>
          <a:xfrm>
            <a:off x="5147734" y="3406653"/>
            <a:ext cx="570089" cy="230832"/>
          </a:xfrm>
          <a:prstGeom prst="rect">
            <a:avLst/>
          </a:prstGeom>
          <a:noFill/>
        </p:spPr>
        <p:txBody>
          <a:bodyPr wrap="square" rtlCol="0">
            <a:spAutoFit/>
          </a:bodyPr>
          <a:lstStyle/>
          <a:p>
            <a:pPr algn="ctr"/>
            <a:r>
              <a:rPr lang="en-US" sz="900" dirty="0"/>
              <a:t>59</a:t>
            </a:r>
          </a:p>
        </p:txBody>
      </p:sp>
      <p:sp>
        <p:nvSpPr>
          <p:cNvPr id="38" name="TextBox 37">
            <a:extLst>
              <a:ext uri="{FF2B5EF4-FFF2-40B4-BE49-F238E27FC236}">
                <a16:creationId xmlns:a16="http://schemas.microsoft.com/office/drawing/2014/main" id="{D885A498-E211-AC66-A555-99F82882CCC8}"/>
              </a:ext>
            </a:extLst>
          </p:cNvPr>
          <p:cNvSpPr txBox="1"/>
          <p:nvPr/>
        </p:nvSpPr>
        <p:spPr>
          <a:xfrm>
            <a:off x="6152446" y="2905709"/>
            <a:ext cx="570089" cy="230832"/>
          </a:xfrm>
          <a:prstGeom prst="rect">
            <a:avLst/>
          </a:prstGeom>
          <a:noFill/>
        </p:spPr>
        <p:txBody>
          <a:bodyPr wrap="square" rtlCol="0">
            <a:spAutoFit/>
          </a:bodyPr>
          <a:lstStyle/>
          <a:p>
            <a:pPr algn="ctr"/>
            <a:r>
              <a:rPr lang="en-US" sz="900" dirty="0"/>
              <a:t>49</a:t>
            </a:r>
          </a:p>
        </p:txBody>
      </p:sp>
      <p:sp>
        <p:nvSpPr>
          <p:cNvPr id="40" name="TextBox 39">
            <a:extLst>
              <a:ext uri="{FF2B5EF4-FFF2-40B4-BE49-F238E27FC236}">
                <a16:creationId xmlns:a16="http://schemas.microsoft.com/office/drawing/2014/main" id="{0541E963-FB18-1735-D078-56248FE819C0}"/>
              </a:ext>
            </a:extLst>
          </p:cNvPr>
          <p:cNvSpPr txBox="1"/>
          <p:nvPr/>
        </p:nvSpPr>
        <p:spPr>
          <a:xfrm>
            <a:off x="7157158" y="2905709"/>
            <a:ext cx="570089" cy="230832"/>
          </a:xfrm>
          <a:prstGeom prst="rect">
            <a:avLst/>
          </a:prstGeom>
          <a:noFill/>
        </p:spPr>
        <p:txBody>
          <a:bodyPr wrap="square" rtlCol="0">
            <a:spAutoFit/>
          </a:bodyPr>
          <a:lstStyle/>
          <a:p>
            <a:pPr algn="ctr"/>
            <a:r>
              <a:rPr lang="en-US" sz="900" dirty="0"/>
              <a:t>94</a:t>
            </a:r>
          </a:p>
        </p:txBody>
      </p:sp>
      <p:sp>
        <p:nvSpPr>
          <p:cNvPr id="47" name="TextBox 46">
            <a:extLst>
              <a:ext uri="{FF2B5EF4-FFF2-40B4-BE49-F238E27FC236}">
                <a16:creationId xmlns:a16="http://schemas.microsoft.com/office/drawing/2014/main" id="{BB285F89-CF19-1E6D-1A98-985E99800920}"/>
              </a:ext>
            </a:extLst>
          </p:cNvPr>
          <p:cNvSpPr txBox="1"/>
          <p:nvPr/>
        </p:nvSpPr>
        <p:spPr>
          <a:xfrm>
            <a:off x="6152446" y="901933"/>
            <a:ext cx="570089" cy="230832"/>
          </a:xfrm>
          <a:prstGeom prst="rect">
            <a:avLst/>
          </a:prstGeom>
          <a:noFill/>
        </p:spPr>
        <p:txBody>
          <a:bodyPr wrap="square" rtlCol="0">
            <a:spAutoFit/>
          </a:bodyPr>
          <a:lstStyle/>
          <a:p>
            <a:pPr algn="ctr"/>
            <a:r>
              <a:rPr lang="en-US" sz="900" dirty="0"/>
              <a:t>56</a:t>
            </a:r>
          </a:p>
        </p:txBody>
      </p:sp>
      <p:sp>
        <p:nvSpPr>
          <p:cNvPr id="48" name="TextBox 47">
            <a:extLst>
              <a:ext uri="{FF2B5EF4-FFF2-40B4-BE49-F238E27FC236}">
                <a16:creationId xmlns:a16="http://schemas.microsoft.com/office/drawing/2014/main" id="{4C3FACA3-9BF1-A05E-E96E-56BE70C044A6}"/>
              </a:ext>
            </a:extLst>
          </p:cNvPr>
          <p:cNvSpPr txBox="1"/>
          <p:nvPr/>
        </p:nvSpPr>
        <p:spPr>
          <a:xfrm>
            <a:off x="7157158" y="901933"/>
            <a:ext cx="570089" cy="230832"/>
          </a:xfrm>
          <a:prstGeom prst="rect">
            <a:avLst/>
          </a:prstGeom>
          <a:noFill/>
        </p:spPr>
        <p:txBody>
          <a:bodyPr wrap="square" rtlCol="0">
            <a:spAutoFit/>
          </a:bodyPr>
          <a:lstStyle/>
          <a:p>
            <a:pPr algn="ctr"/>
            <a:r>
              <a:rPr lang="en-US" sz="900" dirty="0"/>
              <a:t>65</a:t>
            </a:r>
          </a:p>
        </p:txBody>
      </p:sp>
      <p:sp>
        <p:nvSpPr>
          <p:cNvPr id="51" name="TextBox 50">
            <a:extLst>
              <a:ext uri="{FF2B5EF4-FFF2-40B4-BE49-F238E27FC236}">
                <a16:creationId xmlns:a16="http://schemas.microsoft.com/office/drawing/2014/main" id="{8045A91D-7422-F85E-379B-4CF2A6CDEB11}"/>
              </a:ext>
            </a:extLst>
          </p:cNvPr>
          <p:cNvSpPr txBox="1"/>
          <p:nvPr/>
        </p:nvSpPr>
        <p:spPr>
          <a:xfrm>
            <a:off x="4143022" y="1402877"/>
            <a:ext cx="570089" cy="230832"/>
          </a:xfrm>
          <a:prstGeom prst="rect">
            <a:avLst/>
          </a:prstGeom>
          <a:noFill/>
        </p:spPr>
        <p:txBody>
          <a:bodyPr wrap="square" rtlCol="0">
            <a:spAutoFit/>
          </a:bodyPr>
          <a:lstStyle/>
          <a:p>
            <a:pPr algn="ctr"/>
            <a:r>
              <a:rPr lang="en-US" sz="900" dirty="0"/>
              <a:t>56</a:t>
            </a:r>
          </a:p>
        </p:txBody>
      </p:sp>
      <p:sp>
        <p:nvSpPr>
          <p:cNvPr id="52" name="TextBox 51">
            <a:extLst>
              <a:ext uri="{FF2B5EF4-FFF2-40B4-BE49-F238E27FC236}">
                <a16:creationId xmlns:a16="http://schemas.microsoft.com/office/drawing/2014/main" id="{9AD6DFB9-AD09-29E7-4EE8-67FEB7A9DCE6}"/>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a:t>
            </a:r>
          </a:p>
        </p:txBody>
      </p:sp>
      <p:sp>
        <p:nvSpPr>
          <p:cNvPr id="56" name="TextBox 55">
            <a:extLst>
              <a:ext uri="{FF2B5EF4-FFF2-40B4-BE49-F238E27FC236}">
                <a16:creationId xmlns:a16="http://schemas.microsoft.com/office/drawing/2014/main" id="{814FBB37-45D8-7964-36C3-28744439FB8E}"/>
              </a:ext>
            </a:extLst>
          </p:cNvPr>
          <p:cNvSpPr txBox="1"/>
          <p:nvPr/>
        </p:nvSpPr>
        <p:spPr>
          <a:xfrm>
            <a:off x="4143022" y="1903821"/>
            <a:ext cx="570089" cy="230832"/>
          </a:xfrm>
          <a:prstGeom prst="rect">
            <a:avLst/>
          </a:prstGeom>
          <a:noFill/>
        </p:spPr>
        <p:txBody>
          <a:bodyPr wrap="square" rtlCol="0">
            <a:spAutoFit/>
          </a:bodyPr>
          <a:lstStyle/>
          <a:p>
            <a:pPr algn="ctr"/>
            <a:r>
              <a:rPr lang="en-US" sz="900" dirty="0"/>
              <a:t>65</a:t>
            </a:r>
          </a:p>
        </p:txBody>
      </p:sp>
      <p:sp>
        <p:nvSpPr>
          <p:cNvPr id="57" name="TextBox 56">
            <a:extLst>
              <a:ext uri="{FF2B5EF4-FFF2-40B4-BE49-F238E27FC236}">
                <a16:creationId xmlns:a16="http://schemas.microsoft.com/office/drawing/2014/main" id="{007CCD2D-1D2C-A225-7C21-D3737AFB57A4}"/>
              </a:ext>
            </a:extLst>
          </p:cNvPr>
          <p:cNvSpPr txBox="1"/>
          <p:nvPr/>
        </p:nvSpPr>
        <p:spPr>
          <a:xfrm>
            <a:off x="4645378" y="1903821"/>
            <a:ext cx="570089" cy="230832"/>
          </a:xfrm>
          <a:prstGeom prst="rect">
            <a:avLst/>
          </a:prstGeom>
          <a:noFill/>
        </p:spPr>
        <p:txBody>
          <a:bodyPr wrap="square" rtlCol="0">
            <a:spAutoFit/>
          </a:bodyPr>
          <a:lstStyle/>
          <a:p>
            <a:pPr algn="ctr"/>
            <a:r>
              <a:rPr lang="en-US" sz="900" dirty="0"/>
              <a:t>56</a:t>
            </a:r>
          </a:p>
        </p:txBody>
      </p:sp>
      <p:sp>
        <p:nvSpPr>
          <p:cNvPr id="61" name="TextBox 60">
            <a:extLst>
              <a:ext uri="{FF2B5EF4-FFF2-40B4-BE49-F238E27FC236}">
                <a16:creationId xmlns:a16="http://schemas.microsoft.com/office/drawing/2014/main" id="{BE0BE032-524F-F76A-C02E-CF18866A6C6C}"/>
              </a:ext>
            </a:extLst>
          </p:cNvPr>
          <p:cNvSpPr txBox="1"/>
          <p:nvPr/>
        </p:nvSpPr>
        <p:spPr>
          <a:xfrm>
            <a:off x="3138310" y="4408541"/>
            <a:ext cx="570089" cy="230832"/>
          </a:xfrm>
          <a:prstGeom prst="rect">
            <a:avLst/>
          </a:prstGeom>
          <a:noFill/>
        </p:spPr>
        <p:txBody>
          <a:bodyPr wrap="square" rtlCol="0">
            <a:spAutoFit/>
          </a:bodyPr>
          <a:lstStyle/>
          <a:p>
            <a:pPr algn="ctr"/>
            <a:r>
              <a:rPr lang="en-US" sz="900" dirty="0"/>
              <a:t>25</a:t>
            </a:r>
          </a:p>
        </p:txBody>
      </p:sp>
      <p:sp>
        <p:nvSpPr>
          <p:cNvPr id="63" name="TextBox 62">
            <a:extLst>
              <a:ext uri="{FF2B5EF4-FFF2-40B4-BE49-F238E27FC236}">
                <a16:creationId xmlns:a16="http://schemas.microsoft.com/office/drawing/2014/main" id="{1872026B-BF71-7E5F-50AF-A8D912C1FB05}"/>
              </a:ext>
            </a:extLst>
          </p:cNvPr>
          <p:cNvSpPr txBox="1"/>
          <p:nvPr/>
        </p:nvSpPr>
        <p:spPr>
          <a:xfrm>
            <a:off x="3138310" y="4909484"/>
            <a:ext cx="570089" cy="230832"/>
          </a:xfrm>
          <a:prstGeom prst="rect">
            <a:avLst/>
          </a:prstGeom>
          <a:noFill/>
        </p:spPr>
        <p:txBody>
          <a:bodyPr wrap="square" rtlCol="0">
            <a:spAutoFit/>
          </a:bodyPr>
          <a:lstStyle/>
          <a:p>
            <a:pPr algn="ctr"/>
            <a:r>
              <a:rPr lang="en-US" sz="900" dirty="0"/>
              <a:t>52</a:t>
            </a:r>
          </a:p>
        </p:txBody>
      </p:sp>
      <p:sp>
        <p:nvSpPr>
          <p:cNvPr id="65" name="TextBox 64">
            <a:extLst>
              <a:ext uri="{FF2B5EF4-FFF2-40B4-BE49-F238E27FC236}">
                <a16:creationId xmlns:a16="http://schemas.microsoft.com/office/drawing/2014/main" id="{C03FCCD2-93C4-F4F8-0515-1FF41607344D}"/>
              </a:ext>
            </a:extLst>
          </p:cNvPr>
          <p:cNvSpPr txBox="1"/>
          <p:nvPr/>
        </p:nvSpPr>
        <p:spPr>
          <a:xfrm>
            <a:off x="6152446" y="3907597"/>
            <a:ext cx="570089" cy="230832"/>
          </a:xfrm>
          <a:prstGeom prst="rect">
            <a:avLst/>
          </a:prstGeom>
          <a:noFill/>
        </p:spPr>
        <p:txBody>
          <a:bodyPr wrap="square" rtlCol="0">
            <a:spAutoFit/>
          </a:bodyPr>
          <a:lstStyle/>
          <a:p>
            <a:pPr algn="ctr"/>
            <a:r>
              <a:rPr lang="en-US" sz="900" dirty="0"/>
              <a:t>69</a:t>
            </a:r>
          </a:p>
        </p:txBody>
      </p:sp>
      <p:sp>
        <p:nvSpPr>
          <p:cNvPr id="67" name="TextBox 66">
            <a:extLst>
              <a:ext uri="{FF2B5EF4-FFF2-40B4-BE49-F238E27FC236}">
                <a16:creationId xmlns:a16="http://schemas.microsoft.com/office/drawing/2014/main" id="{700EA530-6916-DAA6-9F28-80446B85A75D}"/>
              </a:ext>
            </a:extLst>
          </p:cNvPr>
          <p:cNvSpPr txBox="1"/>
          <p:nvPr/>
        </p:nvSpPr>
        <p:spPr>
          <a:xfrm>
            <a:off x="7157158" y="3907597"/>
            <a:ext cx="570089" cy="230832"/>
          </a:xfrm>
          <a:prstGeom prst="rect">
            <a:avLst/>
          </a:prstGeom>
          <a:noFill/>
        </p:spPr>
        <p:txBody>
          <a:bodyPr wrap="square" rtlCol="0">
            <a:spAutoFit/>
          </a:bodyPr>
          <a:lstStyle/>
          <a:p>
            <a:pPr algn="ctr"/>
            <a:r>
              <a:rPr lang="en-US" sz="900" dirty="0"/>
              <a:t>96</a:t>
            </a:r>
          </a:p>
        </p:txBody>
      </p:sp>
      <p:sp>
        <p:nvSpPr>
          <p:cNvPr id="68" name="TextBox 67">
            <a:extLst>
              <a:ext uri="{FF2B5EF4-FFF2-40B4-BE49-F238E27FC236}">
                <a16:creationId xmlns:a16="http://schemas.microsoft.com/office/drawing/2014/main" id="{37A4E651-1A7D-2F02-4143-D43A4D16A5B2}"/>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69" name="TextBox 68">
            <a:extLst>
              <a:ext uri="{FF2B5EF4-FFF2-40B4-BE49-F238E27FC236}">
                <a16:creationId xmlns:a16="http://schemas.microsoft.com/office/drawing/2014/main" id="{C23CA897-FB16-FDE3-CB51-163EC6F64CBB}"/>
              </a:ext>
            </a:extLst>
          </p:cNvPr>
          <p:cNvSpPr txBox="1"/>
          <p:nvPr/>
        </p:nvSpPr>
        <p:spPr>
          <a:xfrm>
            <a:off x="6654802" y="4408541"/>
            <a:ext cx="570089" cy="230832"/>
          </a:xfrm>
          <a:prstGeom prst="rect">
            <a:avLst/>
          </a:prstGeom>
          <a:noFill/>
        </p:spPr>
        <p:txBody>
          <a:bodyPr wrap="square" rtlCol="0">
            <a:spAutoFit/>
          </a:bodyPr>
          <a:lstStyle/>
          <a:p>
            <a:pPr algn="ctr"/>
            <a:r>
              <a:rPr lang="en-US" sz="900" dirty="0"/>
              <a:t>82</a:t>
            </a:r>
          </a:p>
        </p:txBody>
      </p:sp>
      <p:sp>
        <p:nvSpPr>
          <p:cNvPr id="70" name="TextBox 69">
            <a:extLst>
              <a:ext uri="{FF2B5EF4-FFF2-40B4-BE49-F238E27FC236}">
                <a16:creationId xmlns:a16="http://schemas.microsoft.com/office/drawing/2014/main" id="{87A63F83-1568-D6ED-5B46-2BCBCAC0AB71}"/>
              </a:ext>
            </a:extLst>
          </p:cNvPr>
          <p:cNvSpPr txBox="1"/>
          <p:nvPr/>
        </p:nvSpPr>
        <p:spPr>
          <a:xfrm>
            <a:off x="7157158" y="4408541"/>
            <a:ext cx="570089" cy="230832"/>
          </a:xfrm>
          <a:prstGeom prst="rect">
            <a:avLst/>
          </a:prstGeom>
          <a:noFill/>
        </p:spPr>
        <p:txBody>
          <a:bodyPr wrap="square" rtlCol="0">
            <a:spAutoFit/>
          </a:bodyPr>
          <a:lstStyle/>
          <a:p>
            <a:pPr algn="ctr"/>
            <a:r>
              <a:rPr lang="en-US" sz="900" dirty="0"/>
              <a:t>145</a:t>
            </a:r>
          </a:p>
        </p:txBody>
      </p:sp>
      <p:sp>
        <p:nvSpPr>
          <p:cNvPr id="71" name="TextBox 70">
            <a:extLst>
              <a:ext uri="{FF2B5EF4-FFF2-40B4-BE49-F238E27FC236}">
                <a16:creationId xmlns:a16="http://schemas.microsoft.com/office/drawing/2014/main" id="{66D58C63-6118-FD21-26D3-FCB4B9C0E379}"/>
              </a:ext>
            </a:extLst>
          </p:cNvPr>
          <p:cNvSpPr txBox="1"/>
          <p:nvPr/>
        </p:nvSpPr>
        <p:spPr>
          <a:xfrm>
            <a:off x="6152446" y="4909484"/>
            <a:ext cx="570089" cy="230832"/>
          </a:xfrm>
          <a:prstGeom prst="rect">
            <a:avLst/>
          </a:prstGeom>
          <a:noFill/>
        </p:spPr>
        <p:txBody>
          <a:bodyPr wrap="square" rtlCol="0">
            <a:spAutoFit/>
          </a:bodyPr>
          <a:lstStyle/>
          <a:p>
            <a:pPr algn="ctr"/>
            <a:r>
              <a:rPr lang="en-US" sz="900" dirty="0"/>
              <a:t>57</a:t>
            </a:r>
          </a:p>
        </p:txBody>
      </p:sp>
      <p:sp>
        <p:nvSpPr>
          <p:cNvPr id="72" name="TextBox 71">
            <a:extLst>
              <a:ext uri="{FF2B5EF4-FFF2-40B4-BE49-F238E27FC236}">
                <a16:creationId xmlns:a16="http://schemas.microsoft.com/office/drawing/2014/main" id="{5C210F86-AA0D-71BF-3848-B90FE87A8D66}"/>
              </a:ext>
            </a:extLst>
          </p:cNvPr>
          <p:cNvSpPr txBox="1"/>
          <p:nvPr/>
        </p:nvSpPr>
        <p:spPr>
          <a:xfrm>
            <a:off x="6654802" y="4909484"/>
            <a:ext cx="570089" cy="230832"/>
          </a:xfrm>
          <a:prstGeom prst="rect">
            <a:avLst/>
          </a:prstGeom>
          <a:noFill/>
        </p:spPr>
        <p:txBody>
          <a:bodyPr wrap="square" rtlCol="0">
            <a:spAutoFit/>
          </a:bodyPr>
          <a:lstStyle/>
          <a:p>
            <a:pPr algn="ctr"/>
            <a:r>
              <a:rPr lang="en-US" sz="900" dirty="0"/>
              <a:t>28</a:t>
            </a:r>
          </a:p>
        </p:txBody>
      </p:sp>
      <p:sp>
        <p:nvSpPr>
          <p:cNvPr id="73" name="TextBox 72">
            <a:extLst>
              <a:ext uri="{FF2B5EF4-FFF2-40B4-BE49-F238E27FC236}">
                <a16:creationId xmlns:a16="http://schemas.microsoft.com/office/drawing/2014/main" id="{2963EE04-83F4-F7F7-2E11-BA782C41C00D}"/>
              </a:ext>
            </a:extLst>
          </p:cNvPr>
          <p:cNvSpPr txBox="1"/>
          <p:nvPr/>
        </p:nvSpPr>
        <p:spPr>
          <a:xfrm>
            <a:off x="7157158" y="4909484"/>
            <a:ext cx="570089" cy="230832"/>
          </a:xfrm>
          <a:prstGeom prst="rect">
            <a:avLst/>
          </a:prstGeom>
          <a:noFill/>
        </p:spPr>
        <p:txBody>
          <a:bodyPr wrap="square" rtlCol="0">
            <a:spAutoFit/>
          </a:bodyPr>
          <a:lstStyle/>
          <a:p>
            <a:pPr algn="ctr"/>
            <a:r>
              <a:rPr lang="en-US" sz="900" dirty="0"/>
              <a:t>15</a:t>
            </a:r>
          </a:p>
        </p:txBody>
      </p:sp>
      <p:sp>
        <p:nvSpPr>
          <p:cNvPr id="75" name="TextBox 74">
            <a:extLst>
              <a:ext uri="{FF2B5EF4-FFF2-40B4-BE49-F238E27FC236}">
                <a16:creationId xmlns:a16="http://schemas.microsoft.com/office/drawing/2014/main" id="{49CCD295-CBE3-E0E3-9893-CC66287D2DE6}"/>
              </a:ext>
            </a:extLst>
          </p:cNvPr>
          <p:cNvSpPr txBox="1"/>
          <p:nvPr/>
        </p:nvSpPr>
        <p:spPr>
          <a:xfrm>
            <a:off x="5147734" y="4909484"/>
            <a:ext cx="570089" cy="230832"/>
          </a:xfrm>
          <a:prstGeom prst="rect">
            <a:avLst/>
          </a:prstGeom>
          <a:noFill/>
        </p:spPr>
        <p:txBody>
          <a:bodyPr wrap="square" rtlCol="0">
            <a:spAutoFit/>
          </a:bodyPr>
          <a:lstStyle/>
          <a:p>
            <a:pPr algn="ctr"/>
            <a:r>
              <a:rPr lang="en-US" sz="900" dirty="0"/>
              <a:t>19</a:t>
            </a:r>
          </a:p>
        </p:txBody>
      </p:sp>
      <p:sp>
        <p:nvSpPr>
          <p:cNvPr id="77" name="TextBox 76">
            <a:extLst>
              <a:ext uri="{FF2B5EF4-FFF2-40B4-BE49-F238E27FC236}">
                <a16:creationId xmlns:a16="http://schemas.microsoft.com/office/drawing/2014/main" id="{C8FFC9B2-CA87-50B8-4819-133543769A99}"/>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6E5554BE-D9DF-C88D-F852-44C92ED31BAB}"/>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B5BB5D33-9D2E-4A8B-5C16-AD441B43DD5C}"/>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DCF2946A-C756-5E45-FAA9-7E52C4DCF430}"/>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8A788037-600D-F691-579A-464391BA4932}"/>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B821E3B4-1010-1C3C-34A3-469565103F06}"/>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D09A171B-F099-A1BC-4CDF-C630D80F923D}"/>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2" name="TextBox 11">
            <a:extLst>
              <a:ext uri="{FF2B5EF4-FFF2-40B4-BE49-F238E27FC236}">
                <a16:creationId xmlns:a16="http://schemas.microsoft.com/office/drawing/2014/main" id="{21F5F90D-06FD-360E-1B5C-37ADA724C13E}"/>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36" name="TextBox 35">
            <a:extLst>
              <a:ext uri="{FF2B5EF4-FFF2-40B4-BE49-F238E27FC236}">
                <a16:creationId xmlns:a16="http://schemas.microsoft.com/office/drawing/2014/main" id="{D464350C-C1B2-3BCE-2552-77B3A37653C7}"/>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832DEDEB-D361-BE19-EBCB-5DD2664B4FD6}"/>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B77A7628-B330-3245-6037-34C21AF6C26E}"/>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13" name="TextBox 12">
            <a:extLst>
              <a:ext uri="{FF2B5EF4-FFF2-40B4-BE49-F238E27FC236}">
                <a16:creationId xmlns:a16="http://schemas.microsoft.com/office/drawing/2014/main" id="{B33A092C-4106-9D30-EFF2-5A9F261C5A65}"/>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FDCDA7D7-BA5A-426D-3EBC-F279531FAF9D}"/>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BFD87760-D3E4-D980-301D-77190F568330}"/>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752096C8-0677-E1B9-4219-AF58EAE53EE4}"/>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4" name="TextBox 43">
            <a:extLst>
              <a:ext uri="{FF2B5EF4-FFF2-40B4-BE49-F238E27FC236}">
                <a16:creationId xmlns:a16="http://schemas.microsoft.com/office/drawing/2014/main" id="{26162538-F7F2-6AB7-0C7D-9D9A3E7FCCC1}"/>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8C433023-A502-57BE-F5C3-AD1007CEBD05}"/>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61A05677-465B-E397-5E12-DA238B9F085B}"/>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49" name="TextBox 48">
            <a:extLst>
              <a:ext uri="{FF2B5EF4-FFF2-40B4-BE49-F238E27FC236}">
                <a16:creationId xmlns:a16="http://schemas.microsoft.com/office/drawing/2014/main" id="{11B30DB4-08E5-3768-B8CE-EDDCC230013A}"/>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CE6B5E2A-0521-8B7B-FDA0-A513643FF738}"/>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25" name="TextBox 24">
            <a:extLst>
              <a:ext uri="{FF2B5EF4-FFF2-40B4-BE49-F238E27FC236}">
                <a16:creationId xmlns:a16="http://schemas.microsoft.com/office/drawing/2014/main" id="{A36A1B5D-4D41-3B6E-4A2D-AE4455B611C2}"/>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A7BE9EB7-A25C-4A2F-B1B4-E25D2C8D6885}"/>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11B7DF53-20D0-096B-7836-D6662EB27026}"/>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2DE76FF7-02E5-1107-C20C-1150B0E24AE9}"/>
              </a:ext>
            </a:extLst>
          </p:cNvPr>
          <p:cNvSpPr txBox="1"/>
          <p:nvPr/>
        </p:nvSpPr>
        <p:spPr>
          <a:xfrm>
            <a:off x="5715003" y="721216"/>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688AD511-2EFF-0D3B-76E3-5F97B63DA29B}"/>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2" name="TextBox 41">
            <a:extLst>
              <a:ext uri="{FF2B5EF4-FFF2-40B4-BE49-F238E27FC236}">
                <a16:creationId xmlns:a16="http://schemas.microsoft.com/office/drawing/2014/main" id="{3CB11913-A171-484F-1661-145ED23C7E77}"/>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419A913A-5078-53C9-3B52-A858C87301AB}"/>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58" name="TextBox 57">
            <a:extLst>
              <a:ext uri="{FF2B5EF4-FFF2-40B4-BE49-F238E27FC236}">
                <a16:creationId xmlns:a16="http://schemas.microsoft.com/office/drawing/2014/main" id="{915C9F4C-4C36-1C6E-D931-6607C9D140AB}"/>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9D2CF4FE-620B-D9E5-68BC-EA7D0C42F6A0}"/>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6043F966-11C1-1BC0-A154-9070C20D1AA7}"/>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81" name="TextBox 80">
            <a:extLst>
              <a:ext uri="{FF2B5EF4-FFF2-40B4-BE49-F238E27FC236}">
                <a16:creationId xmlns:a16="http://schemas.microsoft.com/office/drawing/2014/main" id="{400DA01C-4D20-D442-F0DB-B98AF03FA979}"/>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82" name="TextBox 81">
            <a:extLst>
              <a:ext uri="{FF2B5EF4-FFF2-40B4-BE49-F238E27FC236}">
                <a16:creationId xmlns:a16="http://schemas.microsoft.com/office/drawing/2014/main" id="{9E14B0E7-774F-421E-E356-594B83FEE757}"/>
              </a:ext>
            </a:extLst>
          </p:cNvPr>
          <p:cNvSpPr txBox="1"/>
          <p:nvPr/>
        </p:nvSpPr>
        <p:spPr>
          <a:xfrm>
            <a:off x="5715003" y="4244561"/>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3365FE36-A7A1-7389-CBF0-10826ABEC89F}"/>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35A282B6-04FB-3C50-04EF-8433DA4B4AA5}"/>
              </a:ext>
            </a:extLst>
          </p:cNvPr>
          <p:cNvSpPr txBox="1"/>
          <p:nvPr/>
        </p:nvSpPr>
        <p:spPr>
          <a:xfrm>
            <a:off x="3716867" y="172788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9AF30DF8-60F9-4334-27E1-1C6E7445D5A7}"/>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EE4F1A63-FA2B-1102-F7A1-CFCCD181FFB4}"/>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CE356EF7-77E8-EE4E-6A88-672C5D5B4801}"/>
              </a:ext>
            </a:extLst>
          </p:cNvPr>
          <p:cNvSpPr txBox="1"/>
          <p:nvPr/>
        </p:nvSpPr>
        <p:spPr>
          <a:xfrm>
            <a:off x="4715935"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5837B1CC-54A9-94A7-870D-F52F9C112CF8}"/>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8" name="TextBox 27">
            <a:extLst>
              <a:ext uri="{FF2B5EF4-FFF2-40B4-BE49-F238E27FC236}">
                <a16:creationId xmlns:a16="http://schemas.microsoft.com/office/drawing/2014/main" id="{BF3914B1-25A5-9B63-DE39-B2CE4F09C46F}"/>
              </a:ext>
            </a:extLst>
          </p:cNvPr>
          <p:cNvSpPr txBox="1"/>
          <p:nvPr/>
        </p:nvSpPr>
        <p:spPr>
          <a:xfrm>
            <a:off x="3217333" y="3237891"/>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60A9C7E6-A863-FC4A-401F-567F720E585A}"/>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A4FD1D1A-BBE0-FCA2-EF3D-1A44BE5BB9B1}"/>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6186451C-D8DC-3A1D-499E-5C741DD9DA83}"/>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17" name="TextBox 16">
            <a:extLst>
              <a:ext uri="{FF2B5EF4-FFF2-40B4-BE49-F238E27FC236}">
                <a16:creationId xmlns:a16="http://schemas.microsoft.com/office/drawing/2014/main" id="{E225A9B6-C76B-3EF9-2B50-FE8D6015EF49}"/>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4369D554-524D-7D88-B916-2971966A4785}"/>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9967486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67511-E886-40E0-B98D-242A8D46A46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736AE6-53A7-EE46-2677-B8301822E528}"/>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DC0B852-DB8B-6930-D08D-34012A88858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079A6CB-63CE-F90A-E4A7-8A5EA0E5D82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87AAA63-EF2B-8E24-4C01-86EAC749A24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ABD2036-0793-56F0-CF77-46695867C993}"/>
              </a:ext>
            </a:extLst>
          </p:cNvPr>
          <p:cNvPicPr>
            <a:picLocks noChangeAspect="1"/>
          </p:cNvPicPr>
          <p:nvPr/>
        </p:nvPicPr>
        <p:blipFill>
          <a:blip r:embed="rId6"/>
          <a:stretch>
            <a:fillRect/>
          </a:stretch>
        </p:blipFill>
        <p:spPr>
          <a:xfrm>
            <a:off x="4584700" y="2311400"/>
            <a:ext cx="0" cy="0"/>
          </a:xfrm>
          <a:prstGeom prst="rect">
            <a:avLst/>
          </a:prstGeom>
        </p:spPr>
      </p:pic>
      <p:sp>
        <p:nvSpPr>
          <p:cNvPr id="31" name="TextBox 30">
            <a:extLst>
              <a:ext uri="{FF2B5EF4-FFF2-40B4-BE49-F238E27FC236}">
                <a16:creationId xmlns:a16="http://schemas.microsoft.com/office/drawing/2014/main" id="{254D5FCC-E1D1-94D4-A18E-91550F5975BE}"/>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6221E331-5DC3-6D0E-47FB-5C72B13D6121}"/>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9C1AD819-BA57-D27D-FC1F-C0B82817D461}"/>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F5047D71-0832-3A3D-094F-77CAEE59D09C}"/>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EF08A7DD-B288-7B01-AB19-A1FAA0F75E75}"/>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B335648C-3CC9-CB8F-570B-348A117C6417}"/>
              </a:ext>
            </a:extLst>
          </p:cNvPr>
          <p:cNvSpPr txBox="1"/>
          <p:nvPr/>
        </p:nvSpPr>
        <p:spPr>
          <a:xfrm>
            <a:off x="6152446" y="2905709"/>
            <a:ext cx="570089" cy="230832"/>
          </a:xfrm>
          <a:prstGeom prst="rect">
            <a:avLst/>
          </a:prstGeom>
          <a:noFill/>
        </p:spPr>
        <p:txBody>
          <a:bodyPr wrap="square" rtlCol="0">
            <a:spAutoFit/>
          </a:bodyPr>
          <a:lstStyle/>
          <a:p>
            <a:pPr algn="ctr"/>
            <a:r>
              <a:rPr lang="en-US" sz="900" dirty="0"/>
              <a:t>49</a:t>
            </a:r>
          </a:p>
        </p:txBody>
      </p:sp>
      <p:sp>
        <p:nvSpPr>
          <p:cNvPr id="40" name="TextBox 39">
            <a:extLst>
              <a:ext uri="{FF2B5EF4-FFF2-40B4-BE49-F238E27FC236}">
                <a16:creationId xmlns:a16="http://schemas.microsoft.com/office/drawing/2014/main" id="{678E17C6-4992-6A98-7947-29D85AE39D87}"/>
              </a:ext>
            </a:extLst>
          </p:cNvPr>
          <p:cNvSpPr txBox="1"/>
          <p:nvPr/>
        </p:nvSpPr>
        <p:spPr>
          <a:xfrm>
            <a:off x="7157158" y="2905709"/>
            <a:ext cx="570089" cy="230832"/>
          </a:xfrm>
          <a:prstGeom prst="rect">
            <a:avLst/>
          </a:prstGeom>
          <a:noFill/>
        </p:spPr>
        <p:txBody>
          <a:bodyPr wrap="square" rtlCol="0">
            <a:spAutoFit/>
          </a:bodyPr>
          <a:lstStyle/>
          <a:p>
            <a:pPr algn="ctr"/>
            <a:r>
              <a:rPr lang="en-US" sz="900" dirty="0"/>
              <a:t>94</a:t>
            </a:r>
          </a:p>
        </p:txBody>
      </p:sp>
      <p:sp>
        <p:nvSpPr>
          <p:cNvPr id="47" name="TextBox 46">
            <a:extLst>
              <a:ext uri="{FF2B5EF4-FFF2-40B4-BE49-F238E27FC236}">
                <a16:creationId xmlns:a16="http://schemas.microsoft.com/office/drawing/2014/main" id="{23654935-02B5-982D-DC34-DA5227800A33}"/>
              </a:ext>
            </a:extLst>
          </p:cNvPr>
          <p:cNvSpPr txBox="1"/>
          <p:nvPr/>
        </p:nvSpPr>
        <p:spPr>
          <a:xfrm>
            <a:off x="6152446" y="901933"/>
            <a:ext cx="570089" cy="230832"/>
          </a:xfrm>
          <a:prstGeom prst="rect">
            <a:avLst/>
          </a:prstGeom>
          <a:noFill/>
        </p:spPr>
        <p:txBody>
          <a:bodyPr wrap="square" rtlCol="0">
            <a:spAutoFit/>
          </a:bodyPr>
          <a:lstStyle/>
          <a:p>
            <a:pPr algn="ctr"/>
            <a:r>
              <a:rPr lang="en-US" sz="900" dirty="0"/>
              <a:t>56</a:t>
            </a:r>
          </a:p>
        </p:txBody>
      </p:sp>
      <p:sp>
        <p:nvSpPr>
          <p:cNvPr id="48" name="TextBox 47">
            <a:extLst>
              <a:ext uri="{FF2B5EF4-FFF2-40B4-BE49-F238E27FC236}">
                <a16:creationId xmlns:a16="http://schemas.microsoft.com/office/drawing/2014/main" id="{E20FE6E6-9DE4-65F1-DDE9-8E939D308C0A}"/>
              </a:ext>
            </a:extLst>
          </p:cNvPr>
          <p:cNvSpPr txBox="1"/>
          <p:nvPr/>
        </p:nvSpPr>
        <p:spPr>
          <a:xfrm>
            <a:off x="7157158" y="901933"/>
            <a:ext cx="570089" cy="230832"/>
          </a:xfrm>
          <a:prstGeom prst="rect">
            <a:avLst/>
          </a:prstGeom>
          <a:noFill/>
        </p:spPr>
        <p:txBody>
          <a:bodyPr wrap="square" rtlCol="0">
            <a:spAutoFit/>
          </a:bodyPr>
          <a:lstStyle/>
          <a:p>
            <a:pPr algn="ctr"/>
            <a:r>
              <a:rPr lang="en-US" sz="900" dirty="0"/>
              <a:t>65</a:t>
            </a:r>
          </a:p>
        </p:txBody>
      </p:sp>
      <p:sp>
        <p:nvSpPr>
          <p:cNvPr id="52" name="TextBox 51">
            <a:extLst>
              <a:ext uri="{FF2B5EF4-FFF2-40B4-BE49-F238E27FC236}">
                <a16:creationId xmlns:a16="http://schemas.microsoft.com/office/drawing/2014/main" id="{4EECFDD3-679D-8457-E996-519A5A9AFC67}"/>
              </a:ext>
            </a:extLst>
          </p:cNvPr>
          <p:cNvSpPr txBox="1"/>
          <p:nvPr/>
        </p:nvSpPr>
        <p:spPr>
          <a:xfrm>
            <a:off x="4645378" y="1402877"/>
            <a:ext cx="570089" cy="230832"/>
          </a:xfrm>
          <a:prstGeom prst="rect">
            <a:avLst/>
          </a:prstGeom>
          <a:noFill/>
        </p:spPr>
        <p:txBody>
          <a:bodyPr wrap="square" rtlCol="0">
            <a:spAutoFit/>
          </a:bodyPr>
          <a:lstStyle/>
          <a:p>
            <a:pPr algn="ctr"/>
            <a:r>
              <a:rPr lang="en-US" sz="900" dirty="0"/>
              <a:t>36</a:t>
            </a:r>
          </a:p>
        </p:txBody>
      </p:sp>
      <p:sp>
        <p:nvSpPr>
          <p:cNvPr id="61" name="TextBox 60">
            <a:extLst>
              <a:ext uri="{FF2B5EF4-FFF2-40B4-BE49-F238E27FC236}">
                <a16:creationId xmlns:a16="http://schemas.microsoft.com/office/drawing/2014/main" id="{F46280DA-34EF-A307-4AAF-C837C5DFF2B1}"/>
              </a:ext>
            </a:extLst>
          </p:cNvPr>
          <p:cNvSpPr txBox="1"/>
          <p:nvPr/>
        </p:nvSpPr>
        <p:spPr>
          <a:xfrm>
            <a:off x="3138310" y="4408541"/>
            <a:ext cx="570089" cy="230832"/>
          </a:xfrm>
          <a:prstGeom prst="rect">
            <a:avLst/>
          </a:prstGeom>
          <a:noFill/>
        </p:spPr>
        <p:txBody>
          <a:bodyPr wrap="square" rtlCol="0">
            <a:spAutoFit/>
          </a:bodyPr>
          <a:lstStyle/>
          <a:p>
            <a:pPr algn="ctr"/>
            <a:r>
              <a:rPr lang="en-US" sz="900" dirty="0"/>
              <a:t>25</a:t>
            </a:r>
          </a:p>
        </p:txBody>
      </p:sp>
      <p:sp>
        <p:nvSpPr>
          <p:cNvPr id="63" name="TextBox 62">
            <a:extLst>
              <a:ext uri="{FF2B5EF4-FFF2-40B4-BE49-F238E27FC236}">
                <a16:creationId xmlns:a16="http://schemas.microsoft.com/office/drawing/2014/main" id="{F5097EF6-9E7F-7CA2-D84D-56D798ABBDFC}"/>
              </a:ext>
            </a:extLst>
          </p:cNvPr>
          <p:cNvSpPr txBox="1"/>
          <p:nvPr/>
        </p:nvSpPr>
        <p:spPr>
          <a:xfrm>
            <a:off x="3138310" y="4909484"/>
            <a:ext cx="570089" cy="230832"/>
          </a:xfrm>
          <a:prstGeom prst="rect">
            <a:avLst/>
          </a:prstGeom>
          <a:noFill/>
        </p:spPr>
        <p:txBody>
          <a:bodyPr wrap="square" rtlCol="0">
            <a:spAutoFit/>
          </a:bodyPr>
          <a:lstStyle/>
          <a:p>
            <a:pPr algn="ctr"/>
            <a:r>
              <a:rPr lang="en-US" sz="900" dirty="0"/>
              <a:t>52</a:t>
            </a:r>
          </a:p>
        </p:txBody>
      </p:sp>
      <p:sp>
        <p:nvSpPr>
          <p:cNvPr id="65" name="TextBox 64">
            <a:extLst>
              <a:ext uri="{FF2B5EF4-FFF2-40B4-BE49-F238E27FC236}">
                <a16:creationId xmlns:a16="http://schemas.microsoft.com/office/drawing/2014/main" id="{0053C3CC-80EC-B91F-4704-1CB38670DDC8}"/>
              </a:ext>
            </a:extLst>
          </p:cNvPr>
          <p:cNvSpPr txBox="1"/>
          <p:nvPr/>
        </p:nvSpPr>
        <p:spPr>
          <a:xfrm>
            <a:off x="6152446" y="3907597"/>
            <a:ext cx="570089" cy="230832"/>
          </a:xfrm>
          <a:prstGeom prst="rect">
            <a:avLst/>
          </a:prstGeom>
          <a:noFill/>
        </p:spPr>
        <p:txBody>
          <a:bodyPr wrap="square" rtlCol="0">
            <a:spAutoFit/>
          </a:bodyPr>
          <a:lstStyle/>
          <a:p>
            <a:pPr algn="ctr"/>
            <a:r>
              <a:rPr lang="en-US" sz="900" dirty="0"/>
              <a:t>69</a:t>
            </a:r>
          </a:p>
        </p:txBody>
      </p:sp>
      <p:sp>
        <p:nvSpPr>
          <p:cNvPr id="67" name="TextBox 66">
            <a:extLst>
              <a:ext uri="{FF2B5EF4-FFF2-40B4-BE49-F238E27FC236}">
                <a16:creationId xmlns:a16="http://schemas.microsoft.com/office/drawing/2014/main" id="{9DB41FEF-004A-6FE8-EB50-A3A565BD6DE4}"/>
              </a:ext>
            </a:extLst>
          </p:cNvPr>
          <p:cNvSpPr txBox="1"/>
          <p:nvPr/>
        </p:nvSpPr>
        <p:spPr>
          <a:xfrm>
            <a:off x="7157158" y="3907597"/>
            <a:ext cx="570089" cy="230832"/>
          </a:xfrm>
          <a:prstGeom prst="rect">
            <a:avLst/>
          </a:prstGeom>
          <a:noFill/>
        </p:spPr>
        <p:txBody>
          <a:bodyPr wrap="square" rtlCol="0">
            <a:spAutoFit/>
          </a:bodyPr>
          <a:lstStyle/>
          <a:p>
            <a:pPr algn="ctr"/>
            <a:r>
              <a:rPr lang="en-US" sz="900" dirty="0"/>
              <a:t>96</a:t>
            </a:r>
          </a:p>
        </p:txBody>
      </p:sp>
      <p:sp>
        <p:nvSpPr>
          <p:cNvPr id="68" name="TextBox 67">
            <a:extLst>
              <a:ext uri="{FF2B5EF4-FFF2-40B4-BE49-F238E27FC236}">
                <a16:creationId xmlns:a16="http://schemas.microsoft.com/office/drawing/2014/main" id="{B669ED0E-FA73-DA61-0F3F-02A9E4DAF222}"/>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70" name="TextBox 69">
            <a:extLst>
              <a:ext uri="{FF2B5EF4-FFF2-40B4-BE49-F238E27FC236}">
                <a16:creationId xmlns:a16="http://schemas.microsoft.com/office/drawing/2014/main" id="{6379BCD7-2779-3D77-CD82-1294496824CA}"/>
              </a:ext>
            </a:extLst>
          </p:cNvPr>
          <p:cNvSpPr txBox="1"/>
          <p:nvPr/>
        </p:nvSpPr>
        <p:spPr>
          <a:xfrm>
            <a:off x="7157158" y="4408541"/>
            <a:ext cx="570089" cy="230832"/>
          </a:xfrm>
          <a:prstGeom prst="rect">
            <a:avLst/>
          </a:prstGeom>
          <a:noFill/>
        </p:spPr>
        <p:txBody>
          <a:bodyPr wrap="square" rtlCol="0">
            <a:spAutoFit/>
          </a:bodyPr>
          <a:lstStyle/>
          <a:p>
            <a:pPr algn="ctr"/>
            <a:r>
              <a:rPr lang="en-US" sz="900" dirty="0"/>
              <a:t>145</a:t>
            </a:r>
          </a:p>
        </p:txBody>
      </p:sp>
      <p:sp>
        <p:nvSpPr>
          <p:cNvPr id="71" name="TextBox 70">
            <a:extLst>
              <a:ext uri="{FF2B5EF4-FFF2-40B4-BE49-F238E27FC236}">
                <a16:creationId xmlns:a16="http://schemas.microsoft.com/office/drawing/2014/main" id="{69D8AA64-EA52-906A-DC49-699582BBDA58}"/>
              </a:ext>
            </a:extLst>
          </p:cNvPr>
          <p:cNvSpPr txBox="1"/>
          <p:nvPr/>
        </p:nvSpPr>
        <p:spPr>
          <a:xfrm>
            <a:off x="6152446" y="4909484"/>
            <a:ext cx="570089" cy="230832"/>
          </a:xfrm>
          <a:prstGeom prst="rect">
            <a:avLst/>
          </a:prstGeom>
          <a:noFill/>
        </p:spPr>
        <p:txBody>
          <a:bodyPr wrap="square" rtlCol="0">
            <a:spAutoFit/>
          </a:bodyPr>
          <a:lstStyle/>
          <a:p>
            <a:pPr algn="ctr"/>
            <a:r>
              <a:rPr lang="en-US" sz="900" dirty="0"/>
              <a:t>57</a:t>
            </a:r>
          </a:p>
        </p:txBody>
      </p:sp>
      <p:sp>
        <p:nvSpPr>
          <p:cNvPr id="73" name="TextBox 72">
            <a:extLst>
              <a:ext uri="{FF2B5EF4-FFF2-40B4-BE49-F238E27FC236}">
                <a16:creationId xmlns:a16="http://schemas.microsoft.com/office/drawing/2014/main" id="{B02356E5-F4BD-201B-9462-5AE81C5F051D}"/>
              </a:ext>
            </a:extLst>
          </p:cNvPr>
          <p:cNvSpPr txBox="1"/>
          <p:nvPr/>
        </p:nvSpPr>
        <p:spPr>
          <a:xfrm>
            <a:off x="7157158" y="4909484"/>
            <a:ext cx="570089" cy="230832"/>
          </a:xfrm>
          <a:prstGeom prst="rect">
            <a:avLst/>
          </a:prstGeom>
          <a:noFill/>
        </p:spPr>
        <p:txBody>
          <a:bodyPr wrap="square" rtlCol="0">
            <a:spAutoFit/>
          </a:bodyPr>
          <a:lstStyle/>
          <a:p>
            <a:pPr algn="ctr"/>
            <a:r>
              <a:rPr lang="en-US" sz="900" dirty="0"/>
              <a:t>15</a:t>
            </a:r>
          </a:p>
        </p:txBody>
      </p:sp>
      <p:sp>
        <p:nvSpPr>
          <p:cNvPr id="77" name="TextBox 76">
            <a:extLst>
              <a:ext uri="{FF2B5EF4-FFF2-40B4-BE49-F238E27FC236}">
                <a16:creationId xmlns:a16="http://schemas.microsoft.com/office/drawing/2014/main" id="{9907AE4D-D137-BF27-8F99-2E38DFF263B6}"/>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3AE1D5F5-0366-4E5F-1A0D-8ACB3B1DAAEB}"/>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D80C9DCF-8B2C-E625-25E0-78A9D377861D}"/>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EF3E247D-814D-C9AA-B329-20EEB0AF4C9D}"/>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CDC7F129-871A-48FC-02C0-EFBCA6EE8436}"/>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666A7F7A-4569-6F89-D308-4CC392DDEA83}"/>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8D6FD31E-7F5E-5775-D654-71E8F21D8DD5}"/>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2" name="TextBox 11">
            <a:extLst>
              <a:ext uri="{FF2B5EF4-FFF2-40B4-BE49-F238E27FC236}">
                <a16:creationId xmlns:a16="http://schemas.microsoft.com/office/drawing/2014/main" id="{9FAE69AA-4204-07F7-1C63-8BC3A362B977}"/>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36" name="TextBox 35">
            <a:extLst>
              <a:ext uri="{FF2B5EF4-FFF2-40B4-BE49-F238E27FC236}">
                <a16:creationId xmlns:a16="http://schemas.microsoft.com/office/drawing/2014/main" id="{FC7B3DA5-2E59-C89E-0A71-D9FCAD4C1BB3}"/>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43144F65-E9B3-B95F-F2AD-E9B32654BC68}"/>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9A5386CA-144A-84F4-55CC-14EA9D2D8669}"/>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13" name="TextBox 12">
            <a:extLst>
              <a:ext uri="{FF2B5EF4-FFF2-40B4-BE49-F238E27FC236}">
                <a16:creationId xmlns:a16="http://schemas.microsoft.com/office/drawing/2014/main" id="{A6A2F823-D079-4A2B-AC4B-1CA0529C31D0}"/>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E978C8B3-406E-0574-A77C-5542DA237B17}"/>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71F7A46D-5B6B-72EE-9A3C-EDE5181D4F85}"/>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77A0CED1-74DC-F493-CF98-D10FEAD262A1}"/>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4" name="TextBox 43">
            <a:extLst>
              <a:ext uri="{FF2B5EF4-FFF2-40B4-BE49-F238E27FC236}">
                <a16:creationId xmlns:a16="http://schemas.microsoft.com/office/drawing/2014/main" id="{CC73A740-4D95-3B6B-63B8-00FC6EC4D6FA}"/>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80D045E7-A75C-1BAE-344B-8D90C2EE9A5A}"/>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63CA0C95-5507-3313-C42B-2501AADB82E7}"/>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49" name="TextBox 48">
            <a:extLst>
              <a:ext uri="{FF2B5EF4-FFF2-40B4-BE49-F238E27FC236}">
                <a16:creationId xmlns:a16="http://schemas.microsoft.com/office/drawing/2014/main" id="{B66F1357-F819-42AC-F569-C95AFC6FD00B}"/>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5D8C9248-0228-7AB6-0167-CC8DB21CB01B}"/>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25" name="TextBox 24">
            <a:extLst>
              <a:ext uri="{FF2B5EF4-FFF2-40B4-BE49-F238E27FC236}">
                <a16:creationId xmlns:a16="http://schemas.microsoft.com/office/drawing/2014/main" id="{80D8C510-12F3-2941-FA5E-217026EFEC12}"/>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58742E75-9D2E-1D92-45DD-1D62576B807B}"/>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62667A05-A6A6-6C2F-5194-D39F1BE39102}"/>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684D7CB9-9438-8853-6F19-A6530473C01C}"/>
              </a:ext>
            </a:extLst>
          </p:cNvPr>
          <p:cNvSpPr txBox="1"/>
          <p:nvPr/>
        </p:nvSpPr>
        <p:spPr>
          <a:xfrm>
            <a:off x="5715003" y="721216"/>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FB4AF5F0-6AAA-A1B8-F8AE-07729A994086}"/>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2" name="TextBox 41">
            <a:extLst>
              <a:ext uri="{FF2B5EF4-FFF2-40B4-BE49-F238E27FC236}">
                <a16:creationId xmlns:a16="http://schemas.microsoft.com/office/drawing/2014/main" id="{D3C3D798-4C13-6687-5768-18001743D504}"/>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2393316B-47F9-C906-A5E4-F182E4F8D541}"/>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58" name="TextBox 57">
            <a:extLst>
              <a:ext uri="{FF2B5EF4-FFF2-40B4-BE49-F238E27FC236}">
                <a16:creationId xmlns:a16="http://schemas.microsoft.com/office/drawing/2014/main" id="{10E1912D-1F5F-FB4C-C9EC-7833E8F17565}"/>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F0B9FED1-7F7F-A47B-A9DB-6B2A5B2FEADC}"/>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93D84669-BDC2-DED4-03F0-2B0A559562B4}"/>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81" name="TextBox 80">
            <a:extLst>
              <a:ext uri="{FF2B5EF4-FFF2-40B4-BE49-F238E27FC236}">
                <a16:creationId xmlns:a16="http://schemas.microsoft.com/office/drawing/2014/main" id="{7089A987-592E-2FC5-5696-D5CB1ADE0B91}"/>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82" name="TextBox 81">
            <a:extLst>
              <a:ext uri="{FF2B5EF4-FFF2-40B4-BE49-F238E27FC236}">
                <a16:creationId xmlns:a16="http://schemas.microsoft.com/office/drawing/2014/main" id="{EC2A4F6E-57D4-92CF-062E-0B1974D6DE06}"/>
              </a:ext>
            </a:extLst>
          </p:cNvPr>
          <p:cNvSpPr txBox="1"/>
          <p:nvPr/>
        </p:nvSpPr>
        <p:spPr>
          <a:xfrm>
            <a:off x="5715003" y="4244561"/>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4CD5D112-8E4D-221F-F749-93F2904CA6C4}"/>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A616EC6C-50B1-0C9E-D084-53B7DC6F6102}"/>
              </a:ext>
            </a:extLst>
          </p:cNvPr>
          <p:cNvSpPr txBox="1"/>
          <p:nvPr/>
        </p:nvSpPr>
        <p:spPr>
          <a:xfrm>
            <a:off x="3716867" y="172788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24F760F6-F04B-CD9A-DC45-7B9824EC19C5}"/>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AF546167-9ECE-A0DB-11B8-45D6C778D764}"/>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EEE00DB7-B850-C310-2538-180490C30CCD}"/>
              </a:ext>
            </a:extLst>
          </p:cNvPr>
          <p:cNvSpPr txBox="1"/>
          <p:nvPr/>
        </p:nvSpPr>
        <p:spPr>
          <a:xfrm>
            <a:off x="4715935"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8646003E-6922-8025-B85E-767D09B7CEEB}"/>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8" name="TextBox 27">
            <a:extLst>
              <a:ext uri="{FF2B5EF4-FFF2-40B4-BE49-F238E27FC236}">
                <a16:creationId xmlns:a16="http://schemas.microsoft.com/office/drawing/2014/main" id="{E1087AF0-2A69-75B7-4D4C-22438476CECA}"/>
              </a:ext>
            </a:extLst>
          </p:cNvPr>
          <p:cNvSpPr txBox="1"/>
          <p:nvPr/>
        </p:nvSpPr>
        <p:spPr>
          <a:xfrm>
            <a:off x="3217333" y="3237891"/>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088D60AB-6FDF-13E5-E066-8C9511C53510}"/>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F08F129A-5465-F729-9CCA-263AD9D9271D}"/>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174A33E5-9D8F-F430-D30D-FDD80CD877D7}"/>
              </a:ext>
            </a:extLst>
          </p:cNvPr>
          <p:cNvSpPr txBox="1"/>
          <p:nvPr/>
        </p:nvSpPr>
        <p:spPr>
          <a:xfrm>
            <a:off x="6714071" y="424456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14614C0E-8C6A-3548-7C35-BE834075B6A7}"/>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03210A44-73C1-23E1-5C97-13837C043BE5}"/>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483F5D20-6912-B649-537B-728F5468EEFB}"/>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45" name="TextBox 44">
            <a:extLst>
              <a:ext uri="{FF2B5EF4-FFF2-40B4-BE49-F238E27FC236}">
                <a16:creationId xmlns:a16="http://schemas.microsoft.com/office/drawing/2014/main" id="{50E1F0C6-620B-07E9-D724-8CEEEFBFCAB9}"/>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B9284C18-A8CB-602E-585D-CEE33DB2AFE0}"/>
              </a:ext>
            </a:extLst>
          </p:cNvPr>
          <p:cNvSpPr txBox="1"/>
          <p:nvPr/>
        </p:nvSpPr>
        <p:spPr>
          <a:xfrm>
            <a:off x="4715935" y="323789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B3E6739F-6D67-D1A3-E60E-AD78719A4FC5}"/>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7EF4FC5F-0678-3CE3-1942-0729C454720B}"/>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0FD1DEB9-CBCD-D032-2798-EE2FF0E946C1}"/>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BD8C3EC8-8EAB-6ADD-B98C-CC6926EAE9B5}"/>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87" name="TextBox 86">
            <a:extLst>
              <a:ext uri="{FF2B5EF4-FFF2-40B4-BE49-F238E27FC236}">
                <a16:creationId xmlns:a16="http://schemas.microsoft.com/office/drawing/2014/main" id="{81E009F8-5F1B-21D0-D6A2-1406A2B4EC36}"/>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5462740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F83C7-9415-CB8E-D79C-B9912856277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D40481-2FE7-B0D3-B640-19FB23B7E36E}"/>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449B1DE-82C5-E4C3-8B7E-EDEB9F23F3F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392E400-2BB8-D9E0-1530-273C0ACF4CC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30C2AD0-4828-8290-AD06-D8F84AFDCDF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2D908B1-7F0B-9EA3-8F4B-02BF272E4A68}"/>
              </a:ext>
            </a:extLst>
          </p:cNvPr>
          <p:cNvPicPr>
            <a:picLocks noChangeAspect="1"/>
          </p:cNvPicPr>
          <p:nvPr/>
        </p:nvPicPr>
        <p:blipFill>
          <a:blip r:embed="rId6"/>
          <a:stretch>
            <a:fillRect/>
          </a:stretch>
        </p:blipFill>
        <p:spPr>
          <a:xfrm>
            <a:off x="4584700" y="2311400"/>
            <a:ext cx="0" cy="0"/>
          </a:xfrm>
          <a:prstGeom prst="rect">
            <a:avLst/>
          </a:prstGeom>
        </p:spPr>
      </p:pic>
      <p:sp>
        <p:nvSpPr>
          <p:cNvPr id="31" name="TextBox 30">
            <a:extLst>
              <a:ext uri="{FF2B5EF4-FFF2-40B4-BE49-F238E27FC236}">
                <a16:creationId xmlns:a16="http://schemas.microsoft.com/office/drawing/2014/main" id="{D3E55B87-DAA2-09A9-629E-013D9A3D8C4F}"/>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04AE5E34-9F39-6259-8417-A27719279472}"/>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4E8C1222-6CA1-4B34-1E48-376A997CB590}"/>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DED9D99B-8D04-1898-2333-1845B811871E}"/>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DD55AC84-C675-DCFA-D64B-9495ED4B3FAF}"/>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E180E170-6A03-BF66-0D9A-E9F27B06ACD5}"/>
              </a:ext>
            </a:extLst>
          </p:cNvPr>
          <p:cNvSpPr txBox="1"/>
          <p:nvPr/>
        </p:nvSpPr>
        <p:spPr>
          <a:xfrm>
            <a:off x="6152446" y="2905709"/>
            <a:ext cx="570089" cy="230832"/>
          </a:xfrm>
          <a:prstGeom prst="rect">
            <a:avLst/>
          </a:prstGeom>
          <a:noFill/>
        </p:spPr>
        <p:txBody>
          <a:bodyPr wrap="square" rtlCol="0">
            <a:spAutoFit/>
          </a:bodyPr>
          <a:lstStyle/>
          <a:p>
            <a:pPr algn="ctr"/>
            <a:r>
              <a:rPr lang="en-US" sz="900" dirty="0"/>
              <a:t>49</a:t>
            </a:r>
          </a:p>
        </p:txBody>
      </p:sp>
      <p:sp>
        <p:nvSpPr>
          <p:cNvPr id="40" name="TextBox 39">
            <a:extLst>
              <a:ext uri="{FF2B5EF4-FFF2-40B4-BE49-F238E27FC236}">
                <a16:creationId xmlns:a16="http://schemas.microsoft.com/office/drawing/2014/main" id="{62FA0380-8D0E-059F-D603-1B8B6F3C23EB}"/>
              </a:ext>
            </a:extLst>
          </p:cNvPr>
          <p:cNvSpPr txBox="1"/>
          <p:nvPr/>
        </p:nvSpPr>
        <p:spPr>
          <a:xfrm>
            <a:off x="7157158" y="2905709"/>
            <a:ext cx="570089" cy="230832"/>
          </a:xfrm>
          <a:prstGeom prst="rect">
            <a:avLst/>
          </a:prstGeom>
          <a:noFill/>
        </p:spPr>
        <p:txBody>
          <a:bodyPr wrap="square" rtlCol="0">
            <a:spAutoFit/>
          </a:bodyPr>
          <a:lstStyle/>
          <a:p>
            <a:pPr algn="ctr"/>
            <a:r>
              <a:rPr lang="en-US" sz="900" dirty="0"/>
              <a:t>94</a:t>
            </a:r>
          </a:p>
        </p:txBody>
      </p:sp>
      <p:sp>
        <p:nvSpPr>
          <p:cNvPr id="47" name="TextBox 46">
            <a:extLst>
              <a:ext uri="{FF2B5EF4-FFF2-40B4-BE49-F238E27FC236}">
                <a16:creationId xmlns:a16="http://schemas.microsoft.com/office/drawing/2014/main" id="{32A13214-C6E7-884A-4331-D125E1CF79A4}"/>
              </a:ext>
            </a:extLst>
          </p:cNvPr>
          <p:cNvSpPr txBox="1"/>
          <p:nvPr/>
        </p:nvSpPr>
        <p:spPr>
          <a:xfrm>
            <a:off x="6152446" y="901933"/>
            <a:ext cx="570089" cy="230832"/>
          </a:xfrm>
          <a:prstGeom prst="rect">
            <a:avLst/>
          </a:prstGeom>
          <a:noFill/>
        </p:spPr>
        <p:txBody>
          <a:bodyPr wrap="square" rtlCol="0">
            <a:spAutoFit/>
          </a:bodyPr>
          <a:lstStyle/>
          <a:p>
            <a:pPr algn="ctr"/>
            <a:r>
              <a:rPr lang="en-US" sz="900" dirty="0"/>
              <a:t>56</a:t>
            </a:r>
          </a:p>
        </p:txBody>
      </p:sp>
      <p:sp>
        <p:nvSpPr>
          <p:cNvPr id="48" name="TextBox 47">
            <a:extLst>
              <a:ext uri="{FF2B5EF4-FFF2-40B4-BE49-F238E27FC236}">
                <a16:creationId xmlns:a16="http://schemas.microsoft.com/office/drawing/2014/main" id="{B89DCAF2-7FB9-790B-5049-C5B4B015BDBF}"/>
              </a:ext>
            </a:extLst>
          </p:cNvPr>
          <p:cNvSpPr txBox="1"/>
          <p:nvPr/>
        </p:nvSpPr>
        <p:spPr>
          <a:xfrm>
            <a:off x="7157158" y="901933"/>
            <a:ext cx="570089" cy="230832"/>
          </a:xfrm>
          <a:prstGeom prst="rect">
            <a:avLst/>
          </a:prstGeom>
          <a:noFill/>
        </p:spPr>
        <p:txBody>
          <a:bodyPr wrap="square" rtlCol="0">
            <a:spAutoFit/>
          </a:bodyPr>
          <a:lstStyle/>
          <a:p>
            <a:pPr algn="ctr"/>
            <a:r>
              <a:rPr lang="en-US" sz="900" dirty="0"/>
              <a:t>65</a:t>
            </a:r>
          </a:p>
        </p:txBody>
      </p:sp>
      <p:sp>
        <p:nvSpPr>
          <p:cNvPr id="65" name="TextBox 64">
            <a:extLst>
              <a:ext uri="{FF2B5EF4-FFF2-40B4-BE49-F238E27FC236}">
                <a16:creationId xmlns:a16="http://schemas.microsoft.com/office/drawing/2014/main" id="{13A550BE-EE4D-034D-5FCB-619813CEA57D}"/>
              </a:ext>
            </a:extLst>
          </p:cNvPr>
          <p:cNvSpPr txBox="1"/>
          <p:nvPr/>
        </p:nvSpPr>
        <p:spPr>
          <a:xfrm>
            <a:off x="6152446" y="3907597"/>
            <a:ext cx="570089" cy="230832"/>
          </a:xfrm>
          <a:prstGeom prst="rect">
            <a:avLst/>
          </a:prstGeom>
          <a:noFill/>
        </p:spPr>
        <p:txBody>
          <a:bodyPr wrap="square" rtlCol="0">
            <a:spAutoFit/>
          </a:bodyPr>
          <a:lstStyle/>
          <a:p>
            <a:pPr algn="ctr"/>
            <a:r>
              <a:rPr lang="en-US" sz="900" dirty="0"/>
              <a:t>69</a:t>
            </a:r>
          </a:p>
        </p:txBody>
      </p:sp>
      <p:sp>
        <p:nvSpPr>
          <p:cNvPr id="67" name="TextBox 66">
            <a:extLst>
              <a:ext uri="{FF2B5EF4-FFF2-40B4-BE49-F238E27FC236}">
                <a16:creationId xmlns:a16="http://schemas.microsoft.com/office/drawing/2014/main" id="{FD7F6938-3AFE-A6C1-29E0-D7A19D4809ED}"/>
              </a:ext>
            </a:extLst>
          </p:cNvPr>
          <p:cNvSpPr txBox="1"/>
          <p:nvPr/>
        </p:nvSpPr>
        <p:spPr>
          <a:xfrm>
            <a:off x="7157158" y="3907597"/>
            <a:ext cx="570089" cy="230832"/>
          </a:xfrm>
          <a:prstGeom prst="rect">
            <a:avLst/>
          </a:prstGeom>
          <a:noFill/>
        </p:spPr>
        <p:txBody>
          <a:bodyPr wrap="square" rtlCol="0">
            <a:spAutoFit/>
          </a:bodyPr>
          <a:lstStyle/>
          <a:p>
            <a:pPr algn="ctr"/>
            <a:r>
              <a:rPr lang="en-US" sz="900" dirty="0"/>
              <a:t>96</a:t>
            </a:r>
          </a:p>
        </p:txBody>
      </p:sp>
      <p:sp>
        <p:nvSpPr>
          <p:cNvPr id="68" name="TextBox 67">
            <a:extLst>
              <a:ext uri="{FF2B5EF4-FFF2-40B4-BE49-F238E27FC236}">
                <a16:creationId xmlns:a16="http://schemas.microsoft.com/office/drawing/2014/main" id="{7F85101F-BCE1-51A3-F5C8-31807064D2B2}"/>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70" name="TextBox 69">
            <a:extLst>
              <a:ext uri="{FF2B5EF4-FFF2-40B4-BE49-F238E27FC236}">
                <a16:creationId xmlns:a16="http://schemas.microsoft.com/office/drawing/2014/main" id="{54C0D010-A16B-91D0-4DD8-0167444CC58B}"/>
              </a:ext>
            </a:extLst>
          </p:cNvPr>
          <p:cNvSpPr txBox="1"/>
          <p:nvPr/>
        </p:nvSpPr>
        <p:spPr>
          <a:xfrm>
            <a:off x="7157158" y="4408541"/>
            <a:ext cx="570089" cy="230832"/>
          </a:xfrm>
          <a:prstGeom prst="rect">
            <a:avLst/>
          </a:prstGeom>
          <a:noFill/>
        </p:spPr>
        <p:txBody>
          <a:bodyPr wrap="square" rtlCol="0">
            <a:spAutoFit/>
          </a:bodyPr>
          <a:lstStyle/>
          <a:p>
            <a:pPr algn="ctr"/>
            <a:r>
              <a:rPr lang="en-US" sz="900" dirty="0"/>
              <a:t>145</a:t>
            </a:r>
          </a:p>
        </p:txBody>
      </p:sp>
      <p:sp>
        <p:nvSpPr>
          <p:cNvPr id="71" name="TextBox 70">
            <a:extLst>
              <a:ext uri="{FF2B5EF4-FFF2-40B4-BE49-F238E27FC236}">
                <a16:creationId xmlns:a16="http://schemas.microsoft.com/office/drawing/2014/main" id="{C74B11DA-6C5C-E94D-D1CD-7D77D34F5035}"/>
              </a:ext>
            </a:extLst>
          </p:cNvPr>
          <p:cNvSpPr txBox="1"/>
          <p:nvPr/>
        </p:nvSpPr>
        <p:spPr>
          <a:xfrm>
            <a:off x="6152446" y="4909484"/>
            <a:ext cx="570089" cy="230832"/>
          </a:xfrm>
          <a:prstGeom prst="rect">
            <a:avLst/>
          </a:prstGeom>
          <a:noFill/>
        </p:spPr>
        <p:txBody>
          <a:bodyPr wrap="square" rtlCol="0">
            <a:spAutoFit/>
          </a:bodyPr>
          <a:lstStyle/>
          <a:p>
            <a:pPr algn="ctr"/>
            <a:r>
              <a:rPr lang="en-US" sz="900" dirty="0"/>
              <a:t>57</a:t>
            </a:r>
          </a:p>
        </p:txBody>
      </p:sp>
      <p:sp>
        <p:nvSpPr>
          <p:cNvPr id="77" name="TextBox 76">
            <a:extLst>
              <a:ext uri="{FF2B5EF4-FFF2-40B4-BE49-F238E27FC236}">
                <a16:creationId xmlns:a16="http://schemas.microsoft.com/office/drawing/2014/main" id="{DB21B30F-85F8-C63D-3186-4FB9BAED3C86}"/>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12ADB843-360E-8557-1415-662627D0074D}"/>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EB5707D5-F914-1D1E-510C-6BE4B7B75CF4}"/>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CCC5593F-883F-20F5-A33D-6AA59D4F737B}"/>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A98A3930-4077-32F0-5A4D-2D133DDCB649}"/>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E0B1F1E6-6BB2-481F-BE13-3FDCB001DC71}"/>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2A2A85F5-D0F2-945E-88B5-6C8233BC60BF}"/>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2" name="TextBox 11">
            <a:extLst>
              <a:ext uri="{FF2B5EF4-FFF2-40B4-BE49-F238E27FC236}">
                <a16:creationId xmlns:a16="http://schemas.microsoft.com/office/drawing/2014/main" id="{DA843526-707B-E51E-3532-09CDC5259ED7}"/>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36" name="TextBox 35">
            <a:extLst>
              <a:ext uri="{FF2B5EF4-FFF2-40B4-BE49-F238E27FC236}">
                <a16:creationId xmlns:a16="http://schemas.microsoft.com/office/drawing/2014/main" id="{EE4BC027-D0B7-3614-2E61-E118716CBEE1}"/>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2421F990-9F2F-CE5A-F5BE-50BEB6177047}"/>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872A9861-EB66-E08A-5901-A0818CE6FB6F}"/>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13" name="TextBox 12">
            <a:extLst>
              <a:ext uri="{FF2B5EF4-FFF2-40B4-BE49-F238E27FC236}">
                <a16:creationId xmlns:a16="http://schemas.microsoft.com/office/drawing/2014/main" id="{0D810D3D-EFAB-7A72-0BD7-1154C96BBF72}"/>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BF203557-A3A5-F16B-9B00-F7E817F2B2E5}"/>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D7F7F77F-6830-B74F-B044-D0F3EEFB2783}"/>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4C8630C3-7CEC-46FE-76E4-E20AF7983835}"/>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4" name="TextBox 43">
            <a:extLst>
              <a:ext uri="{FF2B5EF4-FFF2-40B4-BE49-F238E27FC236}">
                <a16:creationId xmlns:a16="http://schemas.microsoft.com/office/drawing/2014/main" id="{C39466A5-2623-8F0F-893D-94C9850D77BB}"/>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46333FB4-60B6-142D-3063-CDEB0C2BA694}"/>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0BFFECB1-EE00-7C45-4844-34CC912F0C4F}"/>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49" name="TextBox 48">
            <a:extLst>
              <a:ext uri="{FF2B5EF4-FFF2-40B4-BE49-F238E27FC236}">
                <a16:creationId xmlns:a16="http://schemas.microsoft.com/office/drawing/2014/main" id="{20670654-A614-9DC7-6D52-A27ED6460C38}"/>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FC65476E-BF17-005F-2643-FC77A67881EC}"/>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25" name="TextBox 24">
            <a:extLst>
              <a:ext uri="{FF2B5EF4-FFF2-40B4-BE49-F238E27FC236}">
                <a16:creationId xmlns:a16="http://schemas.microsoft.com/office/drawing/2014/main" id="{5E47C547-0F95-F705-B855-3755B444F4F3}"/>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8574F8C3-CD01-9CEC-6915-A912916EB1C6}"/>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4C9758BD-25BA-263C-2C21-E5B26F2799DB}"/>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AC9FB0DB-03DB-331E-F155-44167D4E955B}"/>
              </a:ext>
            </a:extLst>
          </p:cNvPr>
          <p:cNvSpPr txBox="1"/>
          <p:nvPr/>
        </p:nvSpPr>
        <p:spPr>
          <a:xfrm>
            <a:off x="5715003" y="721216"/>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ADE7AED8-1380-DC1A-506C-DB629428F882}"/>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2" name="TextBox 41">
            <a:extLst>
              <a:ext uri="{FF2B5EF4-FFF2-40B4-BE49-F238E27FC236}">
                <a16:creationId xmlns:a16="http://schemas.microsoft.com/office/drawing/2014/main" id="{51240BEC-C116-78FE-C552-5A59E9BAB0B4}"/>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0AED52AA-E7A9-A7F8-9C1E-52518F4056CC}"/>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58" name="TextBox 57">
            <a:extLst>
              <a:ext uri="{FF2B5EF4-FFF2-40B4-BE49-F238E27FC236}">
                <a16:creationId xmlns:a16="http://schemas.microsoft.com/office/drawing/2014/main" id="{D8D5410E-A6F4-8B9D-DB23-19D41120FCAD}"/>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90DF6014-660B-F1E1-8CC9-8C39D88041DB}"/>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DEA50E34-E116-C057-7EE4-46D183E8433B}"/>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81" name="TextBox 80">
            <a:extLst>
              <a:ext uri="{FF2B5EF4-FFF2-40B4-BE49-F238E27FC236}">
                <a16:creationId xmlns:a16="http://schemas.microsoft.com/office/drawing/2014/main" id="{C8D61E5C-5B40-0EE4-5E1D-D9712663B4C6}"/>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82" name="TextBox 81">
            <a:extLst>
              <a:ext uri="{FF2B5EF4-FFF2-40B4-BE49-F238E27FC236}">
                <a16:creationId xmlns:a16="http://schemas.microsoft.com/office/drawing/2014/main" id="{4D2EE92D-B8F1-B537-5A60-F69056CFE884}"/>
              </a:ext>
            </a:extLst>
          </p:cNvPr>
          <p:cNvSpPr txBox="1"/>
          <p:nvPr/>
        </p:nvSpPr>
        <p:spPr>
          <a:xfrm>
            <a:off x="5715003" y="4244561"/>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00E1DD97-80BA-0E56-5CB4-081B0EDD2440}"/>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369F15FA-3EB0-D476-4D9A-CAC9F0516E33}"/>
              </a:ext>
            </a:extLst>
          </p:cNvPr>
          <p:cNvSpPr txBox="1"/>
          <p:nvPr/>
        </p:nvSpPr>
        <p:spPr>
          <a:xfrm>
            <a:off x="3716867" y="172788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D7954711-E529-5DFB-2D9A-7BF215C6B540}"/>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B31A2337-035C-ABA1-4AB3-7C7B250AA8FA}"/>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A3B4DC6E-59BD-8FCB-51E1-A8B753C6F5C7}"/>
              </a:ext>
            </a:extLst>
          </p:cNvPr>
          <p:cNvSpPr txBox="1"/>
          <p:nvPr/>
        </p:nvSpPr>
        <p:spPr>
          <a:xfrm>
            <a:off x="4715935"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CA3FB49E-0514-1643-3BF5-FD1F9D27F959}"/>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8" name="TextBox 27">
            <a:extLst>
              <a:ext uri="{FF2B5EF4-FFF2-40B4-BE49-F238E27FC236}">
                <a16:creationId xmlns:a16="http://schemas.microsoft.com/office/drawing/2014/main" id="{6CB494D9-D356-3E17-F413-5EEAEDB0EBFB}"/>
              </a:ext>
            </a:extLst>
          </p:cNvPr>
          <p:cNvSpPr txBox="1"/>
          <p:nvPr/>
        </p:nvSpPr>
        <p:spPr>
          <a:xfrm>
            <a:off x="3217333" y="3237891"/>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02C9A77A-14C9-0F58-BF27-25C907456531}"/>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696942C0-EC31-8216-32AF-F0DC51529E81}"/>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686CE73B-ED5C-564B-21D1-3415FBD303DD}"/>
              </a:ext>
            </a:extLst>
          </p:cNvPr>
          <p:cNvSpPr txBox="1"/>
          <p:nvPr/>
        </p:nvSpPr>
        <p:spPr>
          <a:xfrm>
            <a:off x="6714071" y="424456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31546061-C05A-3BFA-6169-3124E1205A62}"/>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6972BA1B-446B-CCB6-C91C-96AF1D4F591F}"/>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35" name="TextBox 34">
            <a:extLst>
              <a:ext uri="{FF2B5EF4-FFF2-40B4-BE49-F238E27FC236}">
                <a16:creationId xmlns:a16="http://schemas.microsoft.com/office/drawing/2014/main" id="{DFCB34D2-219E-54DB-EFF1-5E46A9E30A23}"/>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404D1788-B7FF-A503-C91A-9324A1C096D7}"/>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4" name="TextBox 53">
            <a:extLst>
              <a:ext uri="{FF2B5EF4-FFF2-40B4-BE49-F238E27FC236}">
                <a16:creationId xmlns:a16="http://schemas.microsoft.com/office/drawing/2014/main" id="{74C91042-82C1-03CA-C95F-DA49D708E7DD}"/>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EC5D39D5-1362-AD66-6A82-EA6E70D65571}"/>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9" name="TextBox 58">
            <a:extLst>
              <a:ext uri="{FF2B5EF4-FFF2-40B4-BE49-F238E27FC236}">
                <a16:creationId xmlns:a16="http://schemas.microsoft.com/office/drawing/2014/main" id="{08CD465A-C2AE-4BB1-8781-DDBCDA155D5A}"/>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0BA02E1E-542E-624D-1981-8AA39E1C9911}"/>
              </a:ext>
            </a:extLst>
          </p:cNvPr>
          <p:cNvSpPr txBox="1"/>
          <p:nvPr/>
        </p:nvSpPr>
        <p:spPr>
          <a:xfrm>
            <a:off x="4715935" y="3237891"/>
            <a:ext cx="462845" cy="584775"/>
          </a:xfrm>
          <a:prstGeom prst="rect">
            <a:avLst/>
          </a:prstGeom>
          <a:noFill/>
        </p:spPr>
        <p:txBody>
          <a:bodyPr wrap="square" rtlCol="0">
            <a:spAutoFit/>
          </a:bodyPr>
          <a:lstStyle/>
          <a:p>
            <a:pPr algn="ctr"/>
            <a:r>
              <a:rPr lang="en-US" sz="3200" dirty="0"/>
              <a:t>5</a:t>
            </a:r>
          </a:p>
        </p:txBody>
      </p:sp>
      <p:sp>
        <p:nvSpPr>
          <p:cNvPr id="62" name="TextBox 61">
            <a:extLst>
              <a:ext uri="{FF2B5EF4-FFF2-40B4-BE49-F238E27FC236}">
                <a16:creationId xmlns:a16="http://schemas.microsoft.com/office/drawing/2014/main" id="{A473A816-E90A-6A52-71A3-20FD47945797}"/>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E6200D62-4F5E-F51D-4B7D-A3A4FE012C46}"/>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AF632755-2C1E-7D98-BC9B-F2AE45FD96F7}"/>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227A516E-6030-94CA-43C2-C38D718CB5B5}"/>
              </a:ext>
            </a:extLst>
          </p:cNvPr>
          <p:cNvSpPr txBox="1"/>
          <p:nvPr/>
        </p:nvSpPr>
        <p:spPr>
          <a:xfrm>
            <a:off x="4715935" y="1224551"/>
            <a:ext cx="462845" cy="584775"/>
          </a:xfrm>
          <a:prstGeom prst="rect">
            <a:avLst/>
          </a:prstGeom>
          <a:noFill/>
        </p:spPr>
        <p:txBody>
          <a:bodyPr wrap="square" rtlCol="0">
            <a:spAutoFit/>
          </a:bodyPr>
          <a:lstStyle/>
          <a:p>
            <a:pPr algn="ctr"/>
            <a:r>
              <a:rPr lang="en-US" sz="3200" dirty="0"/>
              <a:t>3</a:t>
            </a:r>
          </a:p>
        </p:txBody>
      </p:sp>
      <p:sp>
        <p:nvSpPr>
          <p:cNvPr id="88" name="TextBox 87">
            <a:extLst>
              <a:ext uri="{FF2B5EF4-FFF2-40B4-BE49-F238E27FC236}">
                <a16:creationId xmlns:a16="http://schemas.microsoft.com/office/drawing/2014/main" id="{652F33E9-335B-120D-0980-B26C9BE9C9DB}"/>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89" name="TextBox 88">
            <a:extLst>
              <a:ext uri="{FF2B5EF4-FFF2-40B4-BE49-F238E27FC236}">
                <a16:creationId xmlns:a16="http://schemas.microsoft.com/office/drawing/2014/main" id="{432BD1B9-604D-6800-9AF8-3BC6461D586C}"/>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3825877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025D8-186F-1FE3-21BB-66B80C8DF02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D39043-32C7-A14E-1506-5A31C08C9F84}"/>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39933CA-0C44-70D3-77B9-CF68DDFFFE3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3EBF4F3-8F01-B955-B9E4-7090CBC7406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C32515D-A126-E6D4-CBC9-AC453CDCDFE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983658B-ABB1-973E-8A96-BC66C0DCCFC0}"/>
              </a:ext>
            </a:extLst>
          </p:cNvPr>
          <p:cNvPicPr>
            <a:picLocks noChangeAspect="1"/>
          </p:cNvPicPr>
          <p:nvPr/>
        </p:nvPicPr>
        <p:blipFill>
          <a:blip r:embed="rId6"/>
          <a:stretch>
            <a:fillRect/>
          </a:stretch>
        </p:blipFill>
        <p:spPr>
          <a:xfrm>
            <a:off x="4584700" y="2311400"/>
            <a:ext cx="0" cy="0"/>
          </a:xfrm>
          <a:prstGeom prst="rect">
            <a:avLst/>
          </a:prstGeom>
        </p:spPr>
      </p:pic>
      <p:sp>
        <p:nvSpPr>
          <p:cNvPr id="31" name="TextBox 30">
            <a:extLst>
              <a:ext uri="{FF2B5EF4-FFF2-40B4-BE49-F238E27FC236}">
                <a16:creationId xmlns:a16="http://schemas.microsoft.com/office/drawing/2014/main" id="{A35062DD-C599-BA57-8F3F-E7A853E2D2DD}"/>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C2D7D758-B700-2ADE-1BC7-8785CD978957}"/>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8ABD7B5D-2588-1C1B-FEF1-0A2AAE7D9379}"/>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CF1DA7AA-E021-906B-12DC-59DC0D480ACC}"/>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EB7CBAAA-B0B0-BC25-62A7-F37B1B4F2DB2}"/>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0BED1028-7612-AA68-3FB1-AB6148DBD9B7}"/>
              </a:ext>
            </a:extLst>
          </p:cNvPr>
          <p:cNvSpPr txBox="1"/>
          <p:nvPr/>
        </p:nvSpPr>
        <p:spPr>
          <a:xfrm>
            <a:off x="6152446" y="2905709"/>
            <a:ext cx="570089" cy="230832"/>
          </a:xfrm>
          <a:prstGeom prst="rect">
            <a:avLst/>
          </a:prstGeom>
          <a:noFill/>
        </p:spPr>
        <p:txBody>
          <a:bodyPr wrap="square" rtlCol="0">
            <a:spAutoFit/>
          </a:bodyPr>
          <a:lstStyle/>
          <a:p>
            <a:pPr algn="ctr"/>
            <a:r>
              <a:rPr lang="en-US" sz="900" dirty="0"/>
              <a:t>49</a:t>
            </a:r>
          </a:p>
        </p:txBody>
      </p:sp>
      <p:sp>
        <p:nvSpPr>
          <p:cNvPr id="40" name="TextBox 39">
            <a:extLst>
              <a:ext uri="{FF2B5EF4-FFF2-40B4-BE49-F238E27FC236}">
                <a16:creationId xmlns:a16="http://schemas.microsoft.com/office/drawing/2014/main" id="{0130EC64-80B2-FACE-5847-20E5CE0FC4CB}"/>
              </a:ext>
            </a:extLst>
          </p:cNvPr>
          <p:cNvSpPr txBox="1"/>
          <p:nvPr/>
        </p:nvSpPr>
        <p:spPr>
          <a:xfrm>
            <a:off x="7157158" y="2905709"/>
            <a:ext cx="570089" cy="230832"/>
          </a:xfrm>
          <a:prstGeom prst="rect">
            <a:avLst/>
          </a:prstGeom>
          <a:noFill/>
        </p:spPr>
        <p:txBody>
          <a:bodyPr wrap="square" rtlCol="0">
            <a:spAutoFit/>
          </a:bodyPr>
          <a:lstStyle/>
          <a:p>
            <a:pPr algn="ctr"/>
            <a:r>
              <a:rPr lang="en-US" sz="900" dirty="0"/>
              <a:t>94</a:t>
            </a:r>
          </a:p>
        </p:txBody>
      </p:sp>
      <p:sp>
        <p:nvSpPr>
          <p:cNvPr id="65" name="TextBox 64">
            <a:extLst>
              <a:ext uri="{FF2B5EF4-FFF2-40B4-BE49-F238E27FC236}">
                <a16:creationId xmlns:a16="http://schemas.microsoft.com/office/drawing/2014/main" id="{3685F1CC-7C28-42D7-C65C-36BEB4F7CF7B}"/>
              </a:ext>
            </a:extLst>
          </p:cNvPr>
          <p:cNvSpPr txBox="1"/>
          <p:nvPr/>
        </p:nvSpPr>
        <p:spPr>
          <a:xfrm>
            <a:off x="6152446" y="3907597"/>
            <a:ext cx="570089" cy="230832"/>
          </a:xfrm>
          <a:prstGeom prst="rect">
            <a:avLst/>
          </a:prstGeom>
          <a:noFill/>
        </p:spPr>
        <p:txBody>
          <a:bodyPr wrap="square" rtlCol="0">
            <a:spAutoFit/>
          </a:bodyPr>
          <a:lstStyle/>
          <a:p>
            <a:pPr algn="ctr"/>
            <a:r>
              <a:rPr lang="en-US" sz="900" dirty="0"/>
              <a:t>69</a:t>
            </a:r>
          </a:p>
        </p:txBody>
      </p:sp>
      <p:sp>
        <p:nvSpPr>
          <p:cNvPr id="67" name="TextBox 66">
            <a:extLst>
              <a:ext uri="{FF2B5EF4-FFF2-40B4-BE49-F238E27FC236}">
                <a16:creationId xmlns:a16="http://schemas.microsoft.com/office/drawing/2014/main" id="{72535259-3A8A-5C8F-D7F6-2B487F6C6488}"/>
              </a:ext>
            </a:extLst>
          </p:cNvPr>
          <p:cNvSpPr txBox="1"/>
          <p:nvPr/>
        </p:nvSpPr>
        <p:spPr>
          <a:xfrm>
            <a:off x="7157158" y="3907597"/>
            <a:ext cx="570089" cy="230832"/>
          </a:xfrm>
          <a:prstGeom prst="rect">
            <a:avLst/>
          </a:prstGeom>
          <a:noFill/>
        </p:spPr>
        <p:txBody>
          <a:bodyPr wrap="square" rtlCol="0">
            <a:spAutoFit/>
          </a:bodyPr>
          <a:lstStyle/>
          <a:p>
            <a:pPr algn="ctr"/>
            <a:r>
              <a:rPr lang="en-US" sz="900" dirty="0"/>
              <a:t>96</a:t>
            </a:r>
          </a:p>
        </p:txBody>
      </p:sp>
      <p:sp>
        <p:nvSpPr>
          <p:cNvPr id="70" name="TextBox 69">
            <a:extLst>
              <a:ext uri="{FF2B5EF4-FFF2-40B4-BE49-F238E27FC236}">
                <a16:creationId xmlns:a16="http://schemas.microsoft.com/office/drawing/2014/main" id="{3C3180C5-DA7A-4002-BFAF-C57B9F09CE2C}"/>
              </a:ext>
            </a:extLst>
          </p:cNvPr>
          <p:cNvSpPr txBox="1"/>
          <p:nvPr/>
        </p:nvSpPr>
        <p:spPr>
          <a:xfrm>
            <a:off x="7157158" y="4408541"/>
            <a:ext cx="570089" cy="230832"/>
          </a:xfrm>
          <a:prstGeom prst="rect">
            <a:avLst/>
          </a:prstGeom>
          <a:noFill/>
        </p:spPr>
        <p:txBody>
          <a:bodyPr wrap="square" rtlCol="0">
            <a:spAutoFit/>
          </a:bodyPr>
          <a:lstStyle/>
          <a:p>
            <a:pPr algn="ctr"/>
            <a:r>
              <a:rPr lang="en-US" sz="900" dirty="0"/>
              <a:t>14</a:t>
            </a:r>
          </a:p>
        </p:txBody>
      </p:sp>
      <p:sp>
        <p:nvSpPr>
          <p:cNvPr id="77" name="TextBox 76">
            <a:extLst>
              <a:ext uri="{FF2B5EF4-FFF2-40B4-BE49-F238E27FC236}">
                <a16:creationId xmlns:a16="http://schemas.microsoft.com/office/drawing/2014/main" id="{2D1548CC-FCDA-26BB-9342-A948EC8E4B5C}"/>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C2D134BD-4ABA-1D6E-956E-87C10AC486D9}"/>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57AB49FF-B5F4-33D2-B2C0-28D6F8403C15}"/>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FD0FD485-0706-65C2-C8EE-055C50A53A0C}"/>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BD38614B-B680-6D07-B474-29B143194312}"/>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1332DFDE-E710-C026-35DF-BC41EFCC31C1}"/>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DF1942CF-C73D-F420-CF65-96590153C522}"/>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2" name="TextBox 11">
            <a:extLst>
              <a:ext uri="{FF2B5EF4-FFF2-40B4-BE49-F238E27FC236}">
                <a16:creationId xmlns:a16="http://schemas.microsoft.com/office/drawing/2014/main" id="{7657A10C-3032-E26A-4D77-0AA1A13BBCAB}"/>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36" name="TextBox 35">
            <a:extLst>
              <a:ext uri="{FF2B5EF4-FFF2-40B4-BE49-F238E27FC236}">
                <a16:creationId xmlns:a16="http://schemas.microsoft.com/office/drawing/2014/main" id="{DB2B6262-5FB3-F78B-10F6-52E7A0D1B8FD}"/>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4BCFAF79-B0EE-9329-1C6B-2BD3AF8CDA86}"/>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F3F7664D-DAF4-B905-3967-B5A2158BF52B}"/>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13" name="TextBox 12">
            <a:extLst>
              <a:ext uri="{FF2B5EF4-FFF2-40B4-BE49-F238E27FC236}">
                <a16:creationId xmlns:a16="http://schemas.microsoft.com/office/drawing/2014/main" id="{7408372D-9FF7-ED60-F35D-D8FD097EA49F}"/>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641D2A30-0FE3-D303-8FF1-17C6E2611E53}"/>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DF24A260-4794-FEAD-0EDE-3F11D9F81A5E}"/>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39069F26-5B5B-258C-CF6A-9920BCF0EB86}"/>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4" name="TextBox 43">
            <a:extLst>
              <a:ext uri="{FF2B5EF4-FFF2-40B4-BE49-F238E27FC236}">
                <a16:creationId xmlns:a16="http://schemas.microsoft.com/office/drawing/2014/main" id="{6C6DDCC9-6838-2BD2-4C67-ACEF00F79F4A}"/>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7034BD2B-CCFB-16DB-81CC-32242E41BF95}"/>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4E0FB1F7-9FC1-337A-194F-C452E3DF20D8}"/>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49" name="TextBox 48">
            <a:extLst>
              <a:ext uri="{FF2B5EF4-FFF2-40B4-BE49-F238E27FC236}">
                <a16:creationId xmlns:a16="http://schemas.microsoft.com/office/drawing/2014/main" id="{2330FAA9-B010-DA30-95E2-46BCBE9AFA70}"/>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95325B07-0FAE-6B29-79B9-A8D74FE9161E}"/>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25" name="TextBox 24">
            <a:extLst>
              <a:ext uri="{FF2B5EF4-FFF2-40B4-BE49-F238E27FC236}">
                <a16:creationId xmlns:a16="http://schemas.microsoft.com/office/drawing/2014/main" id="{83185F6C-6817-2A68-8B42-CFD1F21B497D}"/>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57981432-D287-DE1F-D49B-446FAEDB9A20}"/>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7BAF069E-B23B-20BF-BCFB-BF31127820A1}"/>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07BBC88D-2F94-2B83-8060-6F11DFF7DB6A}"/>
              </a:ext>
            </a:extLst>
          </p:cNvPr>
          <p:cNvSpPr txBox="1"/>
          <p:nvPr/>
        </p:nvSpPr>
        <p:spPr>
          <a:xfrm>
            <a:off x="5715003" y="721216"/>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88EA104E-00BA-7CA6-C88B-ED10E656D8E3}"/>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2" name="TextBox 41">
            <a:extLst>
              <a:ext uri="{FF2B5EF4-FFF2-40B4-BE49-F238E27FC236}">
                <a16:creationId xmlns:a16="http://schemas.microsoft.com/office/drawing/2014/main" id="{6AF0EA67-D37A-F0E6-F62A-B6D3F65D778A}"/>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B92A7477-7C98-57FA-1AF5-DD96948AF3EF}"/>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58" name="TextBox 57">
            <a:extLst>
              <a:ext uri="{FF2B5EF4-FFF2-40B4-BE49-F238E27FC236}">
                <a16:creationId xmlns:a16="http://schemas.microsoft.com/office/drawing/2014/main" id="{6D995E70-9AF6-AB63-2BCB-2AF056388CFB}"/>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A576A133-A43F-0A2C-3B64-4F3A67ECE094}"/>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D1959A89-EBB3-C828-7F8C-AA0E4A0D86C5}"/>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81" name="TextBox 80">
            <a:extLst>
              <a:ext uri="{FF2B5EF4-FFF2-40B4-BE49-F238E27FC236}">
                <a16:creationId xmlns:a16="http://schemas.microsoft.com/office/drawing/2014/main" id="{813EBD78-BD27-3A40-4306-FA85694AFE57}"/>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82" name="TextBox 81">
            <a:extLst>
              <a:ext uri="{FF2B5EF4-FFF2-40B4-BE49-F238E27FC236}">
                <a16:creationId xmlns:a16="http://schemas.microsoft.com/office/drawing/2014/main" id="{71D6665C-9BFF-4006-159B-9153BE999C90}"/>
              </a:ext>
            </a:extLst>
          </p:cNvPr>
          <p:cNvSpPr txBox="1"/>
          <p:nvPr/>
        </p:nvSpPr>
        <p:spPr>
          <a:xfrm>
            <a:off x="5715003" y="4244561"/>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D6C8AA62-1545-9973-777D-5DC61B405D1A}"/>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33AB38D2-2CD6-DFC6-C7E0-D587DB9F3D4B}"/>
              </a:ext>
            </a:extLst>
          </p:cNvPr>
          <p:cNvSpPr txBox="1"/>
          <p:nvPr/>
        </p:nvSpPr>
        <p:spPr>
          <a:xfrm>
            <a:off x="3716867" y="172788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A81A7096-4FC1-603F-2509-69C38A1CBB46}"/>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E6F1E554-7785-F3E4-6CCE-426F30CEA5FB}"/>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5BE7F482-DFF4-B015-3E69-6765E1C520A9}"/>
              </a:ext>
            </a:extLst>
          </p:cNvPr>
          <p:cNvSpPr txBox="1"/>
          <p:nvPr/>
        </p:nvSpPr>
        <p:spPr>
          <a:xfrm>
            <a:off x="4715935"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C2267610-483B-52C2-F808-B1BA4379ACEC}"/>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8" name="TextBox 27">
            <a:extLst>
              <a:ext uri="{FF2B5EF4-FFF2-40B4-BE49-F238E27FC236}">
                <a16:creationId xmlns:a16="http://schemas.microsoft.com/office/drawing/2014/main" id="{3521C3EF-1A48-1D64-D972-D22978B7CE96}"/>
              </a:ext>
            </a:extLst>
          </p:cNvPr>
          <p:cNvSpPr txBox="1"/>
          <p:nvPr/>
        </p:nvSpPr>
        <p:spPr>
          <a:xfrm>
            <a:off x="3217333" y="3237891"/>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150DF40B-7AAB-B2A8-815A-63137F969E7D}"/>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167E8106-C579-E345-645C-A260EE8C1FDC}"/>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93E60B89-8416-CA1A-FD4F-5CCDFB08402D}"/>
              </a:ext>
            </a:extLst>
          </p:cNvPr>
          <p:cNvSpPr txBox="1"/>
          <p:nvPr/>
        </p:nvSpPr>
        <p:spPr>
          <a:xfrm>
            <a:off x="6714071" y="424456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EAD256A4-651F-D715-9D7B-2124B8CC1300}"/>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FA90C60D-FD68-E36B-57BA-A6CBCAF8FF18}"/>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35" name="TextBox 34">
            <a:extLst>
              <a:ext uri="{FF2B5EF4-FFF2-40B4-BE49-F238E27FC236}">
                <a16:creationId xmlns:a16="http://schemas.microsoft.com/office/drawing/2014/main" id="{64CD07F6-227C-E98B-277F-0FF341AD42E7}"/>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DECDACDD-00E8-9D1A-4634-B3DF6F703875}"/>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4" name="TextBox 53">
            <a:extLst>
              <a:ext uri="{FF2B5EF4-FFF2-40B4-BE49-F238E27FC236}">
                <a16:creationId xmlns:a16="http://schemas.microsoft.com/office/drawing/2014/main" id="{3D7ABD22-E8DD-3923-26D5-693D01AA9FE6}"/>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1F24B368-FA03-987B-8116-9F3D510ACD28}"/>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9" name="TextBox 58">
            <a:extLst>
              <a:ext uri="{FF2B5EF4-FFF2-40B4-BE49-F238E27FC236}">
                <a16:creationId xmlns:a16="http://schemas.microsoft.com/office/drawing/2014/main" id="{0ADFC981-740A-CEBD-EB9E-ADDF103CD061}"/>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2335927F-1451-1A5D-2DDA-B721CE3232E4}"/>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86148939-D2FF-B2D5-0DA5-B99DCF57F3CD}"/>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62" name="TextBox 61">
            <a:extLst>
              <a:ext uri="{FF2B5EF4-FFF2-40B4-BE49-F238E27FC236}">
                <a16:creationId xmlns:a16="http://schemas.microsoft.com/office/drawing/2014/main" id="{D3C082FE-96A8-47B1-84F0-B3A84E3C3376}"/>
              </a:ext>
            </a:extLst>
          </p:cNvPr>
          <p:cNvSpPr txBox="1"/>
          <p:nvPr/>
        </p:nvSpPr>
        <p:spPr>
          <a:xfrm>
            <a:off x="4715935" y="323789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3F5D756D-3DF2-4C72-4543-E77B090C8503}"/>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E5BA3EB3-07C9-ACEF-DF53-C591F3F63AEC}"/>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E132AF68-5B83-2A8B-0228-B966AE559941}"/>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E2E23F48-8546-E484-5423-F5EC85759F01}"/>
              </a:ext>
            </a:extLst>
          </p:cNvPr>
          <p:cNvSpPr txBox="1"/>
          <p:nvPr/>
        </p:nvSpPr>
        <p:spPr>
          <a:xfrm>
            <a:off x="4715935" y="1224551"/>
            <a:ext cx="462845" cy="584775"/>
          </a:xfrm>
          <a:prstGeom prst="rect">
            <a:avLst/>
          </a:prstGeom>
          <a:noFill/>
        </p:spPr>
        <p:txBody>
          <a:bodyPr wrap="square" rtlCol="0">
            <a:spAutoFit/>
          </a:bodyPr>
          <a:lstStyle/>
          <a:p>
            <a:pPr algn="ctr"/>
            <a:r>
              <a:rPr lang="en-US" sz="3200" dirty="0"/>
              <a:t>3</a:t>
            </a:r>
          </a:p>
        </p:txBody>
      </p:sp>
      <p:sp>
        <p:nvSpPr>
          <p:cNvPr id="74" name="TextBox 73">
            <a:extLst>
              <a:ext uri="{FF2B5EF4-FFF2-40B4-BE49-F238E27FC236}">
                <a16:creationId xmlns:a16="http://schemas.microsoft.com/office/drawing/2014/main" id="{A8427930-028B-5883-CAFF-24CD3C86E688}"/>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75" name="TextBox 74">
            <a:extLst>
              <a:ext uri="{FF2B5EF4-FFF2-40B4-BE49-F238E27FC236}">
                <a16:creationId xmlns:a16="http://schemas.microsoft.com/office/drawing/2014/main" id="{17394F45-BBF5-0D0F-E8AD-F7375C7A9380}"/>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76" name="TextBox 75">
            <a:extLst>
              <a:ext uri="{FF2B5EF4-FFF2-40B4-BE49-F238E27FC236}">
                <a16:creationId xmlns:a16="http://schemas.microsoft.com/office/drawing/2014/main" id="{7AF1AAAD-446C-2727-2EAD-5F50E24318B1}"/>
              </a:ext>
            </a:extLst>
          </p:cNvPr>
          <p:cNvSpPr txBox="1"/>
          <p:nvPr/>
        </p:nvSpPr>
        <p:spPr>
          <a:xfrm>
            <a:off x="6214537" y="721216"/>
            <a:ext cx="462845" cy="584775"/>
          </a:xfrm>
          <a:prstGeom prst="rect">
            <a:avLst/>
          </a:prstGeom>
          <a:noFill/>
        </p:spPr>
        <p:txBody>
          <a:bodyPr wrap="square" rtlCol="0">
            <a:spAutoFit/>
          </a:bodyPr>
          <a:lstStyle/>
          <a:p>
            <a:pPr algn="ctr"/>
            <a:r>
              <a:rPr lang="en-US" sz="3200" dirty="0"/>
              <a:t>5</a:t>
            </a:r>
          </a:p>
        </p:txBody>
      </p:sp>
      <p:sp>
        <p:nvSpPr>
          <p:cNvPr id="87" name="TextBox 86">
            <a:extLst>
              <a:ext uri="{FF2B5EF4-FFF2-40B4-BE49-F238E27FC236}">
                <a16:creationId xmlns:a16="http://schemas.microsoft.com/office/drawing/2014/main" id="{C68C2196-8F0C-3396-E7C8-BC279479805A}"/>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3112160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82304-E331-9E1C-78F4-F1621F0C030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C0B081-DC38-89E8-611D-BA3779DFE595}"/>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CFBD201-1685-97F5-A3F6-08401E69DFD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FDF9EE9-B42E-B98B-0297-60607C81675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FC7C1AD-6A7E-CBFB-0365-9A3BA167CA8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655E272-2C4D-B19D-010C-70D3BE752935}"/>
              </a:ext>
            </a:extLst>
          </p:cNvPr>
          <p:cNvPicPr>
            <a:picLocks noChangeAspect="1"/>
          </p:cNvPicPr>
          <p:nvPr/>
        </p:nvPicPr>
        <p:blipFill>
          <a:blip r:embed="rId6"/>
          <a:stretch>
            <a:fillRect/>
          </a:stretch>
        </p:blipFill>
        <p:spPr>
          <a:xfrm>
            <a:off x="4584700" y="2311400"/>
            <a:ext cx="0" cy="0"/>
          </a:xfrm>
          <a:prstGeom prst="rect">
            <a:avLst/>
          </a:prstGeom>
        </p:spPr>
      </p:pic>
      <p:sp>
        <p:nvSpPr>
          <p:cNvPr id="31" name="TextBox 30">
            <a:extLst>
              <a:ext uri="{FF2B5EF4-FFF2-40B4-BE49-F238E27FC236}">
                <a16:creationId xmlns:a16="http://schemas.microsoft.com/office/drawing/2014/main" id="{04C1F4F4-6553-53E5-93A4-467066CBAF48}"/>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B83FA3A8-FD32-8385-E455-B293E31AB4FA}"/>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5EF1DA1A-0871-3774-D2CB-E8537BF99725}"/>
              </a:ext>
            </a:extLst>
          </p:cNvPr>
          <p:cNvSpPr txBox="1"/>
          <p:nvPr/>
        </p:nvSpPr>
        <p:spPr>
          <a:xfrm>
            <a:off x="6714071" y="323789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6B6EAFE8-B5F2-F3DD-6061-4E009903BE75}"/>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7C6AF020-AD17-CD9A-E479-8498AF13E23C}"/>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77" name="TextBox 76">
            <a:extLst>
              <a:ext uri="{FF2B5EF4-FFF2-40B4-BE49-F238E27FC236}">
                <a16:creationId xmlns:a16="http://schemas.microsoft.com/office/drawing/2014/main" id="{ACD8F570-4FAD-D2EB-3AAE-67638E31F239}"/>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268F3D52-E72A-753E-25D9-BD7A06C59FE2}"/>
              </a:ext>
            </a:extLst>
          </p:cNvPr>
          <p:cNvSpPr txBox="1"/>
          <p:nvPr/>
        </p:nvSpPr>
        <p:spPr>
          <a:xfrm>
            <a:off x="3716867" y="2734556"/>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5E78CE57-656F-4606-7ACE-012B2A668BAC}"/>
              </a:ext>
            </a:extLst>
          </p:cNvPr>
          <p:cNvSpPr txBox="1"/>
          <p:nvPr/>
        </p:nvSpPr>
        <p:spPr>
          <a:xfrm>
            <a:off x="3217333"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9782EC23-0E35-81C6-18EF-689BFF5C8BC8}"/>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D650BC51-FE0F-42EF-8095-092B1CF1BD90}"/>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DDFB8902-EC62-C128-84F7-B5ACE86016B6}"/>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81F4824E-B59B-F948-8ECC-341D66B03616}"/>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2" name="TextBox 11">
            <a:extLst>
              <a:ext uri="{FF2B5EF4-FFF2-40B4-BE49-F238E27FC236}">
                <a16:creationId xmlns:a16="http://schemas.microsoft.com/office/drawing/2014/main" id="{6C0A646C-23C9-0BF0-CEBA-DB719235DB7F}"/>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36" name="TextBox 35">
            <a:extLst>
              <a:ext uri="{FF2B5EF4-FFF2-40B4-BE49-F238E27FC236}">
                <a16:creationId xmlns:a16="http://schemas.microsoft.com/office/drawing/2014/main" id="{4314D970-8805-B205-5B96-9C15D8EA4456}"/>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E620B7BE-7043-A10B-3B27-0B7E79482554}"/>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CAAFDB49-7B84-4B5E-458B-E28F79B3E42A}"/>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13" name="TextBox 12">
            <a:extLst>
              <a:ext uri="{FF2B5EF4-FFF2-40B4-BE49-F238E27FC236}">
                <a16:creationId xmlns:a16="http://schemas.microsoft.com/office/drawing/2014/main" id="{D1A22517-4388-32BD-9074-95421B8A7E7B}"/>
              </a:ext>
            </a:extLst>
          </p:cNvPr>
          <p:cNvSpPr txBox="1"/>
          <p:nvPr/>
        </p:nvSpPr>
        <p:spPr>
          <a:xfrm>
            <a:off x="6714071" y="2734556"/>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0A8B60FA-EED0-2B7B-681F-E154923A9E17}"/>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D571490C-CBC6-5E1F-DECE-4073418BDBA0}"/>
              </a:ext>
            </a:extLst>
          </p:cNvPr>
          <p:cNvSpPr txBox="1"/>
          <p:nvPr/>
        </p:nvSpPr>
        <p:spPr>
          <a:xfrm>
            <a:off x="5715003" y="2734556"/>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E0EB2145-FEB8-CFE7-77E5-538109935F0F}"/>
              </a:ext>
            </a:extLst>
          </p:cNvPr>
          <p:cNvSpPr txBox="1"/>
          <p:nvPr/>
        </p:nvSpPr>
        <p:spPr>
          <a:xfrm>
            <a:off x="7213604" y="2231221"/>
            <a:ext cx="462845" cy="584775"/>
          </a:xfrm>
          <a:prstGeom prst="rect">
            <a:avLst/>
          </a:prstGeom>
          <a:noFill/>
        </p:spPr>
        <p:txBody>
          <a:bodyPr wrap="square" rtlCol="0">
            <a:spAutoFit/>
          </a:bodyPr>
          <a:lstStyle/>
          <a:p>
            <a:pPr algn="ctr"/>
            <a:r>
              <a:rPr lang="en-US" sz="3200" dirty="0"/>
              <a:t>7</a:t>
            </a:r>
          </a:p>
        </p:txBody>
      </p:sp>
      <p:sp>
        <p:nvSpPr>
          <p:cNvPr id="44" name="TextBox 43">
            <a:extLst>
              <a:ext uri="{FF2B5EF4-FFF2-40B4-BE49-F238E27FC236}">
                <a16:creationId xmlns:a16="http://schemas.microsoft.com/office/drawing/2014/main" id="{2563AEB7-D8EA-27EE-3677-B87E46E532DD}"/>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02ECF8D0-ED90-D582-5A27-170A8C4FB523}"/>
              </a:ext>
            </a:extLst>
          </p:cNvPr>
          <p:cNvSpPr txBox="1"/>
          <p:nvPr/>
        </p:nvSpPr>
        <p:spPr>
          <a:xfrm>
            <a:off x="4216401" y="374122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842FA8FF-6207-611F-AD1E-8D7F0D47B755}"/>
              </a:ext>
            </a:extLst>
          </p:cNvPr>
          <p:cNvSpPr txBox="1"/>
          <p:nvPr/>
        </p:nvSpPr>
        <p:spPr>
          <a:xfrm>
            <a:off x="4715935" y="3741226"/>
            <a:ext cx="462845" cy="584775"/>
          </a:xfrm>
          <a:prstGeom prst="rect">
            <a:avLst/>
          </a:prstGeom>
          <a:noFill/>
        </p:spPr>
        <p:txBody>
          <a:bodyPr wrap="square" rtlCol="0">
            <a:spAutoFit/>
          </a:bodyPr>
          <a:lstStyle/>
          <a:p>
            <a:pPr algn="ctr"/>
            <a:r>
              <a:rPr lang="en-US" sz="3200" dirty="0"/>
              <a:t>2</a:t>
            </a:r>
          </a:p>
        </p:txBody>
      </p:sp>
      <p:sp>
        <p:nvSpPr>
          <p:cNvPr id="49" name="TextBox 48">
            <a:extLst>
              <a:ext uri="{FF2B5EF4-FFF2-40B4-BE49-F238E27FC236}">
                <a16:creationId xmlns:a16="http://schemas.microsoft.com/office/drawing/2014/main" id="{B40BF8C0-FD3C-3C01-E769-1F9C4ABDA7C9}"/>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174B2C31-369F-08F6-3C65-41C683054410}"/>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25" name="TextBox 24">
            <a:extLst>
              <a:ext uri="{FF2B5EF4-FFF2-40B4-BE49-F238E27FC236}">
                <a16:creationId xmlns:a16="http://schemas.microsoft.com/office/drawing/2014/main" id="{115DF894-1878-014C-352E-8F107015DBC4}"/>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ED8DD74F-5414-B383-323E-0D3A9B27438C}"/>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BE2AF68B-DA6A-D3FD-96F9-071A647BD1AC}"/>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33F031EC-A0D6-D5FC-1F4D-7A0067C23A3A}"/>
              </a:ext>
            </a:extLst>
          </p:cNvPr>
          <p:cNvSpPr txBox="1"/>
          <p:nvPr/>
        </p:nvSpPr>
        <p:spPr>
          <a:xfrm>
            <a:off x="5715003" y="721216"/>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489763A0-C86D-C4F2-41FA-D9752EB29D3C}"/>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2" name="TextBox 41">
            <a:extLst>
              <a:ext uri="{FF2B5EF4-FFF2-40B4-BE49-F238E27FC236}">
                <a16:creationId xmlns:a16="http://schemas.microsoft.com/office/drawing/2014/main" id="{A57DCD62-2034-C930-AB70-E7A7C225977C}"/>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7D4D4073-BA2B-E016-0DF2-E0CA56C64F3A}"/>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58" name="TextBox 57">
            <a:extLst>
              <a:ext uri="{FF2B5EF4-FFF2-40B4-BE49-F238E27FC236}">
                <a16:creationId xmlns:a16="http://schemas.microsoft.com/office/drawing/2014/main" id="{67A8DDED-CFD7-9B6F-A6AB-EAEE1985E22A}"/>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198CB04B-59D6-016D-2F54-BF75144113F4}"/>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B6DDE138-316C-147B-3C11-05E54E9538F2}"/>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81" name="TextBox 80">
            <a:extLst>
              <a:ext uri="{FF2B5EF4-FFF2-40B4-BE49-F238E27FC236}">
                <a16:creationId xmlns:a16="http://schemas.microsoft.com/office/drawing/2014/main" id="{C62FBEF1-A781-4BEC-B43A-B2F94CE854DF}"/>
              </a:ext>
            </a:extLst>
          </p:cNvPr>
          <p:cNvSpPr txBox="1"/>
          <p:nvPr/>
        </p:nvSpPr>
        <p:spPr>
          <a:xfrm>
            <a:off x="5215469" y="4244561"/>
            <a:ext cx="462845" cy="584775"/>
          </a:xfrm>
          <a:prstGeom prst="rect">
            <a:avLst/>
          </a:prstGeom>
          <a:noFill/>
        </p:spPr>
        <p:txBody>
          <a:bodyPr wrap="square" rtlCol="0">
            <a:spAutoFit/>
          </a:bodyPr>
          <a:lstStyle/>
          <a:p>
            <a:pPr algn="ctr"/>
            <a:r>
              <a:rPr lang="en-US" sz="3200" dirty="0"/>
              <a:t>6</a:t>
            </a:r>
          </a:p>
        </p:txBody>
      </p:sp>
      <p:sp>
        <p:nvSpPr>
          <p:cNvPr id="82" name="TextBox 81">
            <a:extLst>
              <a:ext uri="{FF2B5EF4-FFF2-40B4-BE49-F238E27FC236}">
                <a16:creationId xmlns:a16="http://schemas.microsoft.com/office/drawing/2014/main" id="{A1BDE635-F598-AD5E-EBF2-6F195195692D}"/>
              </a:ext>
            </a:extLst>
          </p:cNvPr>
          <p:cNvSpPr txBox="1"/>
          <p:nvPr/>
        </p:nvSpPr>
        <p:spPr>
          <a:xfrm>
            <a:off x="5715003" y="4244561"/>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6C7A1BE2-E71E-BDC7-8656-02E97A7AF55C}"/>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AF429FB0-5072-5775-EB2B-E06AF7C09890}"/>
              </a:ext>
            </a:extLst>
          </p:cNvPr>
          <p:cNvSpPr txBox="1"/>
          <p:nvPr/>
        </p:nvSpPr>
        <p:spPr>
          <a:xfrm>
            <a:off x="3716867" y="172788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F9B2165A-B54D-0ACA-C10E-311C7C5FAED9}"/>
              </a:ext>
            </a:extLst>
          </p:cNvPr>
          <p:cNvSpPr txBox="1"/>
          <p:nvPr/>
        </p:nvSpPr>
        <p:spPr>
          <a:xfrm>
            <a:off x="3217333" y="122455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3594A43D-8F97-1E16-6B82-79FFBC28E299}"/>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870F497F-8108-22DA-9242-8C708CFDE883}"/>
              </a:ext>
            </a:extLst>
          </p:cNvPr>
          <p:cNvSpPr txBox="1"/>
          <p:nvPr/>
        </p:nvSpPr>
        <p:spPr>
          <a:xfrm>
            <a:off x="4715935" y="223122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81473042-8DDF-E5CD-06D9-ED8467FD5033}"/>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28" name="TextBox 27">
            <a:extLst>
              <a:ext uri="{FF2B5EF4-FFF2-40B4-BE49-F238E27FC236}">
                <a16:creationId xmlns:a16="http://schemas.microsoft.com/office/drawing/2014/main" id="{1DC3E800-E257-8BEF-7F42-2AC1B6EFC6EB}"/>
              </a:ext>
            </a:extLst>
          </p:cNvPr>
          <p:cNvSpPr txBox="1"/>
          <p:nvPr/>
        </p:nvSpPr>
        <p:spPr>
          <a:xfrm>
            <a:off x="3217333" y="3237891"/>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2E5215B2-6D50-5468-BEC6-452FC8AB6E81}"/>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C0A74BAC-820B-ECCD-DACD-246CADF6D637}"/>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6F245B85-CC89-C414-01F4-1E5962945D6D}"/>
              </a:ext>
            </a:extLst>
          </p:cNvPr>
          <p:cNvSpPr txBox="1"/>
          <p:nvPr/>
        </p:nvSpPr>
        <p:spPr>
          <a:xfrm>
            <a:off x="6714071" y="424456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7C6C1501-D184-BE54-6517-9C5BFB629670}"/>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6D3C6E3A-1765-41C1-B1CE-2F6922FFB560}"/>
              </a:ext>
            </a:extLst>
          </p:cNvPr>
          <p:cNvSpPr txBox="1"/>
          <p:nvPr/>
        </p:nvSpPr>
        <p:spPr>
          <a:xfrm>
            <a:off x="3217333" y="4244561"/>
            <a:ext cx="462845" cy="584775"/>
          </a:xfrm>
          <a:prstGeom prst="rect">
            <a:avLst/>
          </a:prstGeom>
          <a:noFill/>
        </p:spPr>
        <p:txBody>
          <a:bodyPr wrap="square" rtlCol="0">
            <a:spAutoFit/>
          </a:bodyPr>
          <a:lstStyle/>
          <a:p>
            <a:pPr algn="ctr"/>
            <a:r>
              <a:rPr lang="en-US" sz="3200" dirty="0"/>
              <a:t>5</a:t>
            </a:r>
          </a:p>
        </p:txBody>
      </p:sp>
      <p:sp>
        <p:nvSpPr>
          <p:cNvPr id="35" name="TextBox 34">
            <a:extLst>
              <a:ext uri="{FF2B5EF4-FFF2-40B4-BE49-F238E27FC236}">
                <a16:creationId xmlns:a16="http://schemas.microsoft.com/office/drawing/2014/main" id="{CACE94C8-C962-CAB6-359D-065BCE036DED}"/>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92AD0124-B7AB-1A98-05A8-875DA8F29C6E}"/>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54" name="TextBox 53">
            <a:extLst>
              <a:ext uri="{FF2B5EF4-FFF2-40B4-BE49-F238E27FC236}">
                <a16:creationId xmlns:a16="http://schemas.microsoft.com/office/drawing/2014/main" id="{4A2099F9-A071-A2D5-3CDA-5DB66BB7C289}"/>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EB894831-1DD9-38F5-F936-77E30BEB0292}"/>
              </a:ext>
            </a:extLst>
          </p:cNvPr>
          <p:cNvSpPr txBox="1"/>
          <p:nvPr/>
        </p:nvSpPr>
        <p:spPr>
          <a:xfrm>
            <a:off x="5215469" y="4747898"/>
            <a:ext cx="462845" cy="584775"/>
          </a:xfrm>
          <a:prstGeom prst="rect">
            <a:avLst/>
          </a:prstGeom>
          <a:noFill/>
        </p:spPr>
        <p:txBody>
          <a:bodyPr wrap="square" rtlCol="0">
            <a:spAutoFit/>
          </a:bodyPr>
          <a:lstStyle/>
          <a:p>
            <a:pPr algn="ctr"/>
            <a:r>
              <a:rPr lang="en-US" sz="3200" dirty="0"/>
              <a:t>1</a:t>
            </a:r>
          </a:p>
        </p:txBody>
      </p:sp>
      <p:sp>
        <p:nvSpPr>
          <p:cNvPr id="59" name="TextBox 58">
            <a:extLst>
              <a:ext uri="{FF2B5EF4-FFF2-40B4-BE49-F238E27FC236}">
                <a16:creationId xmlns:a16="http://schemas.microsoft.com/office/drawing/2014/main" id="{29026FE6-E281-BA27-B635-0D77A0272891}"/>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D4E3A920-C61F-0958-5509-C228450A952F}"/>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9D67892C-77B4-8D05-5269-E5A08BF1F808}"/>
              </a:ext>
            </a:extLst>
          </p:cNvPr>
          <p:cNvSpPr txBox="1"/>
          <p:nvPr/>
        </p:nvSpPr>
        <p:spPr>
          <a:xfrm>
            <a:off x="6214537" y="4747898"/>
            <a:ext cx="462845" cy="584775"/>
          </a:xfrm>
          <a:prstGeom prst="rect">
            <a:avLst/>
          </a:prstGeom>
          <a:noFill/>
        </p:spPr>
        <p:txBody>
          <a:bodyPr wrap="square" rtlCol="0">
            <a:spAutoFit/>
          </a:bodyPr>
          <a:lstStyle/>
          <a:p>
            <a:pPr algn="ctr"/>
            <a:r>
              <a:rPr lang="en-US" sz="3200" dirty="0"/>
              <a:t>7</a:t>
            </a:r>
          </a:p>
        </p:txBody>
      </p:sp>
      <p:sp>
        <p:nvSpPr>
          <p:cNvPr id="62" name="TextBox 61">
            <a:extLst>
              <a:ext uri="{FF2B5EF4-FFF2-40B4-BE49-F238E27FC236}">
                <a16:creationId xmlns:a16="http://schemas.microsoft.com/office/drawing/2014/main" id="{7BEC43DE-AE00-0D86-3844-E5361AFE1D4D}"/>
              </a:ext>
            </a:extLst>
          </p:cNvPr>
          <p:cNvSpPr txBox="1"/>
          <p:nvPr/>
        </p:nvSpPr>
        <p:spPr>
          <a:xfrm>
            <a:off x="7213604" y="4244561"/>
            <a:ext cx="462845" cy="584775"/>
          </a:xfrm>
          <a:prstGeom prst="rect">
            <a:avLst/>
          </a:prstGeom>
          <a:noFill/>
        </p:spPr>
        <p:txBody>
          <a:bodyPr wrap="square" rtlCol="0">
            <a:spAutoFit/>
          </a:bodyPr>
          <a:lstStyle/>
          <a:p>
            <a:pPr algn="ctr"/>
            <a:r>
              <a:rPr lang="en-US" sz="3200" dirty="0"/>
              <a:t>1</a:t>
            </a:r>
          </a:p>
        </p:txBody>
      </p:sp>
      <p:sp>
        <p:nvSpPr>
          <p:cNvPr id="63" name="TextBox 62">
            <a:extLst>
              <a:ext uri="{FF2B5EF4-FFF2-40B4-BE49-F238E27FC236}">
                <a16:creationId xmlns:a16="http://schemas.microsoft.com/office/drawing/2014/main" id="{F696C8D2-8DAE-0A36-7FF6-C607F429294C}"/>
              </a:ext>
            </a:extLst>
          </p:cNvPr>
          <p:cNvSpPr txBox="1"/>
          <p:nvPr/>
        </p:nvSpPr>
        <p:spPr>
          <a:xfrm>
            <a:off x="4715935" y="3237891"/>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27569AF1-1BB9-2F55-CAF9-987ABB36A9AB}"/>
              </a:ext>
            </a:extLst>
          </p:cNvPr>
          <p:cNvSpPr txBox="1"/>
          <p:nvPr/>
        </p:nvSpPr>
        <p:spPr>
          <a:xfrm>
            <a:off x="5215469" y="3237891"/>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F1CC06B8-FF65-EDE3-DEDB-A11F70D81C29}"/>
              </a:ext>
            </a:extLst>
          </p:cNvPr>
          <p:cNvSpPr txBox="1"/>
          <p:nvPr/>
        </p:nvSpPr>
        <p:spPr>
          <a:xfrm>
            <a:off x="5215469" y="1224551"/>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B107DD8A-2A9E-718F-0A3F-C2CD6C81E802}"/>
              </a:ext>
            </a:extLst>
          </p:cNvPr>
          <p:cNvSpPr txBox="1"/>
          <p:nvPr/>
        </p:nvSpPr>
        <p:spPr>
          <a:xfrm>
            <a:off x="4216401" y="122455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A574EF27-64FC-FDD2-F998-CA4FF8FFC0F5}"/>
              </a:ext>
            </a:extLst>
          </p:cNvPr>
          <p:cNvSpPr txBox="1"/>
          <p:nvPr/>
        </p:nvSpPr>
        <p:spPr>
          <a:xfrm>
            <a:off x="4715935" y="1224551"/>
            <a:ext cx="462845" cy="584775"/>
          </a:xfrm>
          <a:prstGeom prst="rect">
            <a:avLst/>
          </a:prstGeom>
          <a:noFill/>
        </p:spPr>
        <p:txBody>
          <a:bodyPr wrap="square" rtlCol="0">
            <a:spAutoFit/>
          </a:bodyPr>
          <a:lstStyle/>
          <a:p>
            <a:pPr algn="ctr"/>
            <a:r>
              <a:rPr lang="en-US" sz="3200" dirty="0"/>
              <a:t>3</a:t>
            </a:r>
          </a:p>
        </p:txBody>
      </p:sp>
      <p:sp>
        <p:nvSpPr>
          <p:cNvPr id="73" name="TextBox 72">
            <a:extLst>
              <a:ext uri="{FF2B5EF4-FFF2-40B4-BE49-F238E27FC236}">
                <a16:creationId xmlns:a16="http://schemas.microsoft.com/office/drawing/2014/main" id="{6E253CC6-ACA7-0E45-1B81-BAEE095F110D}"/>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74" name="TextBox 73">
            <a:extLst>
              <a:ext uri="{FF2B5EF4-FFF2-40B4-BE49-F238E27FC236}">
                <a16:creationId xmlns:a16="http://schemas.microsoft.com/office/drawing/2014/main" id="{A6325FB6-D1FA-B3F0-1CDD-A7A4A2FAB8A8}"/>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CEF08D54-B89F-4613-D984-0360FD88E68A}"/>
              </a:ext>
            </a:extLst>
          </p:cNvPr>
          <p:cNvSpPr txBox="1"/>
          <p:nvPr/>
        </p:nvSpPr>
        <p:spPr>
          <a:xfrm>
            <a:off x="6214537" y="721216"/>
            <a:ext cx="462845" cy="584775"/>
          </a:xfrm>
          <a:prstGeom prst="rect">
            <a:avLst/>
          </a:prstGeom>
          <a:noFill/>
        </p:spPr>
        <p:txBody>
          <a:bodyPr wrap="square" rtlCol="0">
            <a:spAutoFit/>
          </a:bodyPr>
          <a:lstStyle/>
          <a:p>
            <a:pPr algn="ctr"/>
            <a:r>
              <a:rPr lang="en-US" sz="3200" dirty="0"/>
              <a:t>5</a:t>
            </a:r>
          </a:p>
        </p:txBody>
      </p:sp>
      <p:sp>
        <p:nvSpPr>
          <p:cNvPr id="76" name="TextBox 75">
            <a:extLst>
              <a:ext uri="{FF2B5EF4-FFF2-40B4-BE49-F238E27FC236}">
                <a16:creationId xmlns:a16="http://schemas.microsoft.com/office/drawing/2014/main" id="{0F8A5EBB-8AFC-D43A-C371-343CCB7B5409}"/>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00BAA174-D7B0-68EB-6790-41EB6B7739DA}"/>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66D3EB84-D7F6-98A0-9064-56B1A34B4A01}"/>
              </a:ext>
            </a:extLst>
          </p:cNvPr>
          <p:cNvSpPr txBox="1"/>
          <p:nvPr/>
        </p:nvSpPr>
        <p:spPr>
          <a:xfrm>
            <a:off x="7213604" y="2734556"/>
            <a:ext cx="462845" cy="584775"/>
          </a:xfrm>
          <a:prstGeom prst="rect">
            <a:avLst/>
          </a:prstGeom>
          <a:noFill/>
        </p:spPr>
        <p:txBody>
          <a:bodyPr wrap="square" rtlCol="0">
            <a:spAutoFit/>
          </a:bodyPr>
          <a:lstStyle/>
          <a:p>
            <a:pPr algn="ctr"/>
            <a:r>
              <a:rPr lang="en-US" sz="3200" dirty="0"/>
              <a:t>4</a:t>
            </a:r>
          </a:p>
        </p:txBody>
      </p:sp>
      <p:sp>
        <p:nvSpPr>
          <p:cNvPr id="89" name="TextBox 88">
            <a:extLst>
              <a:ext uri="{FF2B5EF4-FFF2-40B4-BE49-F238E27FC236}">
                <a16:creationId xmlns:a16="http://schemas.microsoft.com/office/drawing/2014/main" id="{9318FF07-FF2E-B984-2348-24AB6457F519}"/>
              </a:ext>
            </a:extLst>
          </p:cNvPr>
          <p:cNvSpPr txBox="1"/>
          <p:nvPr/>
        </p:nvSpPr>
        <p:spPr>
          <a:xfrm>
            <a:off x="6214537" y="3741226"/>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FF6A059E-B3F5-D1F2-DCC9-3F5792999C9C}"/>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5158996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10352</TotalTime>
  <Words>2429</Words>
  <Application>Microsoft Macintosh PowerPoint</Application>
  <PresentationFormat>Widescreen</PresentationFormat>
  <Paragraphs>2182</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401</cp:revision>
  <cp:lastPrinted>2026-07-31T09:35:09Z</cp:lastPrinted>
  <dcterms:created xsi:type="dcterms:W3CDTF">2024-03-19T02:13:08Z</dcterms:created>
  <dcterms:modified xsi:type="dcterms:W3CDTF">2026-07-31T14:52:15Z</dcterms:modified>
</cp:coreProperties>
</file>