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0" r:id="rId31"/>
    <p:sldId id="561" r:id="rId32"/>
    <p:sldId id="562" r:id="rId33"/>
    <p:sldId id="56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AB4E-16C1-E6BB-44DD-CA95CDB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15DD8-CA2D-CE67-3F1F-2D0985A6D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D2C8C-96A9-27A3-6E96-2523237F7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1C3D4-E8EF-55D3-1C4A-1F2E4B1C5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92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3247-1754-023C-9519-BFC39CCC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8F023-6456-E7C9-B87D-77099B1CE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93A20-715E-2B20-117C-661408B7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B1E1-7138-B2D9-7FA5-853A3F5B5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24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6516F-3C86-6054-CD58-1CF9363D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5996B-513D-708A-A597-1A11CA837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DDAD9-BD68-ED88-47C8-8328D68DD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22FB-BD82-482B-CBE6-F5A8A4576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69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1E000-434E-C43F-50A0-6D5ACF24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EDEFC-BEA5-EB32-41A1-A49ECC5DE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61CCD-73F5-BB47-3494-D921195B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AA90A-473D-29AE-26A8-57A8040E9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2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1D66-6428-8E05-A62D-949F1DCA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2FCB6-5D0E-B9DB-EF17-85641AA6F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E85B5-3514-A8FF-2F53-4F103DF66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E4CC-21CF-4A7F-0983-FD1580E3C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9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18A9-E944-C631-EC69-6B8015EA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D90A6-0E26-FC59-AF5A-5C4A6F3C7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9EC95-6BA0-35EC-77A4-2F59826EE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AFB1F-E03D-3BC1-95C1-0B924B13F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38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C80B-A887-06B5-127F-26FBD8D71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5E027-8CBF-A580-05DF-DF604A0D0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9E843-5B6D-F07D-FFDF-4C96F9F13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6E924-6BBB-EFE0-9F73-DFE765BA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68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86D-E851-F823-9B5A-E470D077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F6644-1425-6403-6613-566434134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C3AE0-0833-7068-3D96-0B768ED91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F8D31-C114-44B8-6AB8-D736C6320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30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1887-D873-070D-CD46-41DF003D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EBD86-D8B8-E2FF-8D54-DD6DD6B92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2211B-6645-1A0F-B5E7-8B652225A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F4C5C-0599-97F4-C3E8-79835E6C4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94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5C57-F6AD-6584-CDFD-3D5C43C7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A5266-15E9-55C0-554E-83ED7774E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ABA68-78F0-0A35-2AA0-D95643227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1F32B-602D-54BC-7C62-4E5B1F5F1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50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E9A4-278B-5E4C-2BB7-EE35AC41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CD250-3F35-752D-6FE2-0245745E5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0AE32-7D55-4354-276A-2A25FB525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67521-82BD-B0D6-475D-954955A43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00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5717-F098-E7E8-4F4F-AEC3322A4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A9574-5AA1-ABF8-AFAE-95372F018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DCEBA-2988-E03B-2784-561CF645D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443E0-1EB6-A7AE-1EF8-9F77CB559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30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5760C-CEA2-FD98-A9DF-84BA4498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43D75-1BAC-ABBC-B1E6-701D63553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21D72-5489-F88D-9121-95D9D917C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C6A64-167D-1C07-FEA4-9E64541C4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33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2824-8C11-11C1-000D-8DE5128C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5D9F6-951A-D1FB-ACE1-0CC5162F2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7B615-EC83-A13F-CE2A-CACD9E5EF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43C91-1873-DB2A-C6C4-40C036F1C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51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27CA-0155-E352-BA30-848A2271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2EAB4-6C4C-88C0-750D-D3C3A9AA3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793C-8890-50CC-09D1-6AB830C59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73D4B-5CF1-4342-4021-F27E13B5E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911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9206-D1E9-C326-A902-783E97A5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AF99C-3061-999D-9471-664FBF660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42B6B-0F81-8C65-912F-4344A4116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B2178-983C-EC6A-B313-47A491C43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87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C296-4E54-727B-3950-528C44C2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A26D5-B705-8C0D-13A3-F23157317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E1E5C-F01E-174F-3345-4F6024585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253B2-986B-B3AC-3171-5B87C00F3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8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1F45-3E40-2118-E54C-01EE68AD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A9B0-6553-2C4A-4563-24D18ABB6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77C75-4E96-DFCC-8937-559EF37A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30665-58CC-A2A8-5713-BA30FD81F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14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A79A-317D-303C-9478-A80D6A0E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67BB4-F673-0180-B902-E2A4759A6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83589-5152-404A-C001-C709BD7BA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3746C-5884-3E86-9B05-804AF076D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80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EB44-F427-829F-9877-623DDC98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8B874-62FD-8817-641E-38DD6F5BC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792A6-CFE0-3040-B5A2-0D8136283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32C25-ADAE-0A37-2ED2-0B08382AA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936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087D-2F72-74D5-4914-57371E2C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A4B1E-C720-B213-B7A7-CCCA59940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CA3F6-F9C6-A54A-C3F6-B43365742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2C6E0-BF0E-DE90-0DF4-77AE988D8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79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9952-B5B5-051E-F2A9-90B38DD2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4891D-4DC9-51D6-40B6-967321C81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8216A-2428-D9CA-83B8-5B742ACD4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E4083-99E0-D4FA-A1C2-BBC66A356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622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79D14-183F-667D-683A-813343A3A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8B1D1-C8AE-8B43-40D7-0C6483D05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C075A-9CFC-252C-39E4-A3E91F3B5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82AE-E761-AF0F-3524-29CB111D4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9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AF05-6989-B412-EC6A-2D377A53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497C0-A301-4918-478D-4BBCDF0CA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F5C7F-B147-8ED2-44EE-E94A1D2A2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AB849-260F-A70C-C1CC-CF03F95E0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977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79DC-96A6-DE06-A902-5852D420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A8B4B-61AB-E435-87E9-86C77222B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D4158-EC2D-87CC-D96D-82087A9B7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6F954-1026-B904-6D6E-B237CCEB9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16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3B22-AA91-FC29-7121-59FB2E2C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A8FB4-61EA-1497-555C-E47FE90A9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6F462-6DD4-4232-A8F9-76DE3E98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A4267-2647-3B84-92EB-35A081CF1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18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C53F-3BA7-2EC9-F18E-769F37CF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E847A-C411-DF26-E104-CB6122EC7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08D08-605D-FC2F-61D1-A75F71A35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83C68-2C5F-7134-2DBB-5D9ABB969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575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85D93-BA84-CA27-9E75-D2BB3906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E77C2-8F89-E6D0-504E-17C932C45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FEF40-AF74-23C2-6FC7-49EDCC820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CABCF-69F0-8B38-7A0B-E8AF63C5F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991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D768-3DF6-AFD4-5417-9141BE80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BDF0A-E306-A151-B05E-43977D5CD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A44F2-E002-1FEC-57AF-443D81747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7EC49-67B4-F945-D809-EBDA1CE9A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66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1AC4-5EF7-BEE7-A1A3-33D97BBE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0854C-D678-0C22-5CE4-72E787853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72D60-029D-8468-17C9-DE26ADAD8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DE008-05E2-13A1-4580-56350147B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096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BD80-CA89-D811-31D9-31D26A455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00458-6355-46E4-9FC9-03C6A9687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052BD-1E36-EA4E-6303-A3D509DC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23870-D161-1AD9-4303-F75DD82A9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04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3B9B-1D0F-59AA-F6CE-6416AA29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65EBC-9168-E860-1AB6-037800BC8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1B274-0861-9C8F-ED6F-713D2563E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C9EB9-C2EE-4039-56A9-C07CF424A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7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sudoku game&#10;&#10;AI-generated content may be incorrect.">
            <a:extLst>
              <a:ext uri="{FF2B5EF4-FFF2-40B4-BE49-F238E27FC236}">
                <a16:creationId xmlns:a16="http://schemas.microsoft.com/office/drawing/2014/main" id="{4005143D-4B44-409B-82C6-3EF1C76CBA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72315"/>
            <a:ext cx="4543224" cy="512568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A85F-4E74-7356-46B2-C90EF66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0D5F59-16CA-E160-81AE-DCCF837FFB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veto for one point on a red line counts for all points on the red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C6289A-664B-BDC3-55A9-3CE97B555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07C11D-CE2C-9775-372F-285869316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0CDB8C-68E3-7CFA-21AD-597F79B1D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66D76A-B8B7-5F76-4A0C-4A641A920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580A00-983D-24F5-AB50-621F17D2940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70FC0-8624-781B-3498-57FD61D733C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34EC5-3560-AB59-64E7-43BD6C28C4C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315C9-F153-E0F6-87B1-566FCFD3C3C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A26FB-C74B-850A-5D03-D6C3EF0C061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F09A17-22EA-BA63-007C-47B78C3577B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81175-0266-9C72-E322-2209E3D4D2F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DE8FA-D4DB-89BD-9266-3305F0EBBFC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BC966-E404-5F6C-02B9-D5A0A823F0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E8D19B-FF50-7A9E-7FFD-439DB691CCB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090E71-7E38-F8F5-6D44-E9732692DD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F6E463-26B8-DA9D-02EE-27AFF5C4AF5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5294B4-FF26-15BA-4DD7-4091256B478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E58921-AEFD-7F2A-4070-46BE9072CF4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0B71CC-CEE9-F2C3-CF61-C57614B8FAE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907168-7ABF-52BE-34C0-3EC42344501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76425-7F4C-57FC-DEF3-E1858CB5945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578DD-5503-EBE9-2186-56C78815E88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8762A3-A7D6-4225-A553-F1326F0820A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A8ED2F-0667-7CBE-E052-5414CBFD7BE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747976-8E94-DAC7-D69D-55F6855B15F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CEB5C-87D3-D96F-C5D5-ABB5436C1A3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901C14-F505-1D74-0666-D33C870ED3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6C79DD-B8AC-E8EC-B43A-7B886D9DED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50A100-041B-7C1C-196E-9E7860E75D9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A5F92-4976-13B6-8E2C-742B52FE826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CC740F-2E5F-6D46-5A17-8A33772D99A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7589F5-6090-1C3E-8CC2-EB9C117D88A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B7CB59-413E-CD6B-361E-68761DEDFA4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308A18-D6B9-63E9-00DD-0C5CB61CC3F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</p:spTree>
    <p:extLst>
      <p:ext uri="{BB962C8B-B14F-4D97-AF65-F5344CB8AC3E}">
        <p14:creationId xmlns:p14="http://schemas.microsoft.com/office/powerpoint/2010/main" val="353851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4B28-F10B-CBB3-BBD0-6B66F49A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E8E579-78B3-DA97-AC28-765F508070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border.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287C07-514E-DF2C-B7A7-57837306B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B33DEF-242B-06AE-DC8B-CAFF70BB4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2B42F1-25FB-22ED-225C-00C433B0D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322739-85A6-BF90-BE09-501C0458F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FEF0D3-00DA-7106-8593-532DAA12D68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BED8A-1410-0BC5-8719-DA3C5D7DCA0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3B9A7-62B8-C225-6057-2DED1B8AE59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BC9CC2-C06C-CB00-74DC-E84051555A8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D1007-8095-195E-C663-FA41E2BB6CB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C69EC-6FDA-8B92-2959-26674A3707D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ABB21-68F3-4C5D-A622-238D00C7901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7BB880-6764-2F77-FEB8-EF509E66AC7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90B45-FFC9-85AD-C805-DD7D81095E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5BFDC-7EF6-9E58-8D81-A42A8A2AD09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2F3A5-285B-F90B-843E-2F515D014CD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B135A4-CDE9-11EF-1B69-ACA5A7A1FC8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329EA-D8E4-9166-8BE2-577AF45676D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DBFD4C-094F-21A0-FA04-5637A185C2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E026EB-A270-C16A-4480-BA9A1AE2890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61EEBD-0540-80DA-B112-5017A1BB691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595394-683E-AB6B-99EE-E8711B3499F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9CDE5C-5395-EDD6-DF46-32126B2EB3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B449E6-3E7F-F50F-989C-8CC540B0C95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15F473-5D39-725C-6C3C-08351BCD7AE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F74FC2-87E7-841D-B978-DCC9FCFBA87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FCF19F-FC69-3899-20AB-435D418852F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D9D906-0D81-49D3-5172-E627F52D49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C90BD4-18E2-E05D-88BF-1A06C0A94F2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74B2FF-F907-835D-0C95-E53BDC19983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544876-842A-F490-C0DC-F9721AE7B2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A7020F-9529-2A51-CD2E-C4B407772B4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8DA37B-627B-514A-740E-AFFE166DD76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8DCA67-FED6-6F6E-088A-C9D7D535909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6670D-FAB9-4049-C255-F0CAB4CFF9A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CCA89F-363E-C979-09A3-4DCE98ED5C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0766E9-A925-9ABE-7C37-C7702CA7FB1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BAC26C-D3E4-D836-EF4E-16BC68189D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E243CF-0F66-288C-EB23-3C5E2F93640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D8BD5B-FC50-0FFD-794D-14479F2677D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1A0AC-2280-6776-479F-D4A9461FB25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082975-CE92-FC5C-21DB-EE2787EC16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BCBCA8-5FEE-86E6-FF45-D6C6D9F8339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5D51D0-0F7A-5C1E-08AF-202B7687467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EFBAAC-695D-8A43-5247-82BE9302FD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D77D63-2D0D-2931-EA0C-0EA1A3D32C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76C181-CC01-923C-A8F5-CA10F7989F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1E0EF6-A90E-6FEB-89D4-91D88E9895D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F47FFB-C79C-3C28-F898-7499C1D1ACA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2CF998-DA29-3A27-A803-C1A53B2D213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59C629-185A-402E-DE5B-8B870D401E2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A952BE-E98D-1D01-43A3-DC25E8D133F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</p:spTree>
    <p:extLst>
      <p:ext uri="{BB962C8B-B14F-4D97-AF65-F5344CB8AC3E}">
        <p14:creationId xmlns:p14="http://schemas.microsoft.com/office/powerpoint/2010/main" val="162054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3D1E-7E4B-3411-2E33-1F03A1E2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8298AD-6530-A7A3-DB02-32135C0FD9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cells with six or fewer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D9D913-66FD-4714-B55F-958FD3CA8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B3962C-048D-00E6-0544-FC6532D48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41D87E-4CED-0BD8-54E7-A1E1CAADE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D1A920-F355-B0B1-26AD-0F75FC4D2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F68189-C84B-5076-D4AF-B02C23AFEFC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27C51-380B-4F01-AD20-6CEA86005C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FBBD0E-2228-443B-8D28-2821C0B3A8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60153-ED41-B8AA-4A8D-A27FA1095FD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93902-1A99-3D68-BABE-B29C00ACE4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89EC4-04C5-5FDD-054F-12ECFD0E555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F7792-1C72-22D9-AF24-F8372637A94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7E9A8-AAB4-62CD-398E-51028C1BDE1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47036-3183-4DFA-4DD3-4F3B5316D5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2FED4-9430-949F-1929-4632204C5FC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79F8D-2D7B-81E9-57D3-BFB304A15A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9BD48-FDB1-62CF-F185-8F97D6A36C0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A27EE1-B906-42FB-802F-2B95E89D580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224DF2-6246-A875-3904-9B6A717B214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9A6522-8AC6-C901-B60E-6A7470B1168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2254E0-C85D-7E3F-5FC2-3F25EE61D65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23DB2E-68AC-8D25-6E05-7E31D0E32F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59DF5F-0CAB-36F7-7C61-B49CF613DD7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BD0040-E821-AD51-211D-E6CDDC9C54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18F755-E0A0-F6E3-A079-46FB794E633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6F36E-0396-EFEE-7BF1-EB5D2FB0F52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2A5E91-49D6-AD7F-438B-65D45768ECC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CAF33E-1687-F2E4-F8A3-F07EA954C15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F484EF-E4C3-1CE9-0E42-3D7E0F8473C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D7F4A2-1EF5-F224-8B86-CB372B81EF8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35FD98-88AF-FE89-23A3-E3D255331D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5353B6-9C72-76AF-3C02-06D9508D09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10B73-39F4-7F6A-BB9E-1E18B7FD8C6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5C99C1-21E5-7B4A-1F8C-9ABFFD624CF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C81ADA-EFA4-B8AA-39BE-2981D9AF3C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3F4D13-AF2A-8646-6407-F921AAA326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894AA8-8EAB-31D4-5639-E4B61A4AB47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EFF9EF-0FDF-A758-5F38-B7DD68F5FB9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6258A6-EEE7-658D-8A14-9367CE55F2F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B70B8E-7E7E-1802-27AC-9150532A7B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956069-1B75-0E7E-430A-FE7A6EDACEB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B2598B-4CDC-C6C8-7DFB-258D25B441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413CA2-DBEA-DBDA-E465-8C28DADCB7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A1CA0C-E851-2179-ADC3-AF90B042BF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D4FEB6-A134-0BDE-0FA3-1F2C600A6DF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91283A-FF49-EC9F-CB5B-61B0AB8DA26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36801A-DA21-ABA2-F1F8-26C6107C97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D232A8-2B70-E7B0-1FFB-7F361241FE3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184FD5-4090-1E6B-CE54-5CCE0B5B844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0F8E09-2AD5-737E-3FC7-80649892712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C1E48F-9E64-DFAE-C572-417173D80E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C5B2A5-A0BC-1012-E1AA-7F83B1AE8E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1E4E24-02C2-06AE-898B-09FCD1283FB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82AF9A-236E-049C-0DE1-4D40656BA60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F22E2C-35CB-2A1E-8109-18892046F37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058DD4-BFCC-A332-824C-1D1B2EA09D7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D206F1-F281-70FC-41DA-6ACE340136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6F5CC4-D1F1-C8E4-99BE-A0CC7C066D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2FB53-5C44-23BF-2011-B3D03307146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95EEC0-8E1A-AC84-6DBF-F7891D9C577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0FF5ED-6912-774A-3639-AC90EB8C6D8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6ED027-9778-AFFF-D076-B69650485BF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39D25A-1B78-5F7D-5E20-2B32232A8D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167389-DE61-DFF9-2A55-E75589D421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</p:spTree>
    <p:extLst>
      <p:ext uri="{BB962C8B-B14F-4D97-AF65-F5344CB8AC3E}">
        <p14:creationId xmlns:p14="http://schemas.microsoft.com/office/powerpoint/2010/main" val="143686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BC1D-2136-B574-3C13-53E10FDD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E017CF-3CB3-27FB-2A6D-C35AE0268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D2EC67-DC73-55E1-1129-D2BF1369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A254A6-44FF-1ED0-B5EE-BFDC67DA5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32D21D-B05F-6ECD-7017-C5A1E5136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0ACA36-99DD-6548-562E-824B291E9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AFF6C3-6579-3F10-7997-BB908062B7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0AEDD-819B-907B-93DE-8C9090F75B2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1E7DA-5172-86B4-7AAA-9C7042AF088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74E66-34D6-B2FD-895B-3CA5FEB019B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415FD-99CE-FD7C-59EF-AE4947AD653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A4697-C780-0BB6-8F42-A4FEFBB1AA7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6A26C9-0E66-1BF8-14CE-2D0EE7D653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E262B-88AA-AEAB-BA02-4D02109FF6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B4BF2-CA07-76B4-0684-72C49AA1E30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C98DB0-8A6A-9E57-9E8B-EFEEBBDBEAF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9AF9E5-5C7A-6F5E-6908-39B631CCBE1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40772-61E2-E16E-31AA-7510F22578F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8F1EA-893F-09BB-0301-4FA34795C20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12955-4303-CC02-858F-E554F8BCDD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9FB08-8B67-73FD-19AB-8466C02CEDF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9EFE76-ECF9-39B5-90D2-71D0F2567EA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6A63D5-8214-4F67-B682-7A3296D337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B89CAD-CEA6-B61F-5D2F-18987BC134D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8EE32-1781-0A67-5863-34EDCFF1057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4F7D03-51D6-AFE5-CE66-3C9FE2A172A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D97B2C-D98D-724B-B19D-5D2223145C4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F43999-1D59-929D-53CD-8BAC9AADAF3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987CDA-E4E8-6F9F-3B73-473088309E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296C5F-F01C-452D-EC30-58B7A72D22C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0283D9-4CEB-1FDB-1512-4586F7A0E1E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618C99-C856-F771-78EF-3A88C627BD8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888E84-71FA-43D3-C8EA-99ADF1D594D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3FE225-944B-D726-6943-49D09A47354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7D449F-DE17-FF8B-40A9-4E4BF3602A2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75AD3B-5E4D-88E1-323B-4411BD5881B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0DCD05-95A4-FAC0-F1E9-74F1EFAA94F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71FA6E-FDEC-6C99-C119-F06E91CE46C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E348AA-059E-E80B-DC41-D43762A97C7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4ECAF6-7870-5801-205D-84DD8B4F229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6FA7F9-4DE1-AB2E-BE83-C523276093A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20034E-173F-AFCD-4A1A-568002651A8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B44F6F-556D-5CED-32C2-05D9F3B4642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04F7A-B1E6-A9AF-256A-132996F0D53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3B4E82-D076-DD1D-E1CB-01D70D2BFE1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6A823C-E93E-E269-5C64-B1AC485493E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C3FB72-D2C0-E371-5317-71A6EDC2212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897EAA-2BC1-17A3-B325-6C4FC38E739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A915B-DDA1-87E6-6719-9E4065A50E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1BF20F-276A-2E3A-9DDB-15C234C308E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9BA976-1601-7A74-3274-DD616BD61B6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FAD4B4-58ED-EBB6-FF4E-D5B24652AE4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F8AF09-7BFC-DFC5-B726-58849E07D86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19E15E-1BA8-F8F7-02DC-7DB1E587872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C8DAA4-C26C-C6A2-2F11-1647A5A0B31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10D82D-DB77-3402-D99B-0CBE4688F29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B9EF78-9E20-F450-6AC6-2FDBD957658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BFFDFB-01C8-6DE0-7C49-5715743C062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D8FDA8-7B92-0572-116B-8FA6681884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39A37F-2EB1-3A47-8766-B4E112765C3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30FEDC-338A-FC50-C755-5799E093BA0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F6D6B1-21E3-9B38-098A-ACBEF8A04F4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9D2079-DFB2-FBE4-ACC8-D820B60A273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061E7C-3548-9076-7F2D-3EB24D79EA6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689C1E-8387-22A3-E862-6FD16CF6AA2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687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5732-E218-077D-4C2F-E31B4020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20D4A3-3639-8EE5-4755-86C73EA65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92C82D-6BFA-80FA-B0E9-7560C246A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4F9403-CA9C-29D7-E828-012018E39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37D90B-FAE8-3174-C6B3-14C6C6E5E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4C1161-EEF2-AD13-0137-86602EAA0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72DD26-8372-8076-8481-2A375DE29A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365FD-2377-0131-20EE-075FEFE7D83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EB0420-0699-61DC-5D96-63C519533BE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CA081-3351-6309-C931-CE910CF1C49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29CC4-2C84-9387-76F0-6B2B770480F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0DAE00-25AB-E8F4-EAB1-313AD77BC51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DEA78-43D9-5119-E87A-69605B127D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29DC6-BC07-C121-29A5-AA372E85652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68435-DF0A-75D0-8363-F82652AE73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91E35-E369-C147-4665-D81904D2F20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4DFBA-12E5-8AD7-DD7E-FAD38A996AC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B52A83-958A-03C3-8498-A373942C82E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E8FD3-7024-2531-2F31-F49AB69E72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E475B-C677-315F-B3FF-F1FDF7A006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9A2EF5-72F8-B3AF-5C20-70AAA189E8F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3CDF2-6FE6-E1A8-5A29-380116385C5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8D7A08-5822-68EE-5BC7-E19986F56D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F24544-59F4-5D37-921F-1D6196225D4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0FD745-7C34-30DF-A6E9-E00CD61E53C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FAD4F-152E-5BA1-EB6E-F1ADB6A44B5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3CBC45-2A77-BB45-E8C5-E7BD0454EEA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771372-9F59-5496-9FC2-2E47FFC2705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2F8B09-CDD0-0763-9B2B-06DEBE8D137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A989D4-FD45-7E30-1E86-FD6D6BD2D29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FEF9DF-CC54-EDC7-4CA2-6521CA6C50F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6E1F8B-625E-316C-9B33-FDCCC825C3B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06EB1-6CC0-06E2-E1FE-06115EFDE8C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15F745-9CAB-C997-19F2-6110B8F7719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43BF72-89B5-C36A-B768-501D77632B0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F406DA-2ECD-D762-484C-B42607CDE3B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7BE22D-D9CB-75ED-C822-9BCEA50C5D0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9178B5-C7E5-61E1-3DF9-F9CF9984EBE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ACC1D9-14C5-D682-5733-41808D0D49F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BB1431-AB88-5A3D-B28F-08E209276D5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294616-175D-7B97-E364-90FF49510F3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3C87A-F637-32AD-CB02-3E74B9E7C2C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C00CD0-8F5B-C977-3480-13807D2570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578AF2-0A71-E408-F20A-483F9805F2D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5C257B-EA74-9AD6-1275-49B6AB7E913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7E9EF-7CCB-110F-8F51-D4C5998D375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F2A1DB-68DF-4CCF-7270-7256FC4849C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2C37A7-6DC7-9565-58C9-3803FC2B4F9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A3D6A7-21E3-4DFC-41F2-8436164BF0C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FCDD73-5AC1-3CA7-852E-C82EB3D1472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A88871-0339-9891-4E07-39FB0117B19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C631FD-DE50-4BA2-26A2-A785E6E61C2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6AF70B-ACEE-F0EC-42CE-761D1360CFE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581E4C-C575-6825-7EE4-0541ACE891F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EB8891-EDA5-E51F-68E3-9ACC65A1F43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A24935-2098-0725-1BE0-93A60E84B44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01E9D0-D6D6-D262-0319-E0751DB214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2F54CF-004A-33F4-A748-F9DACBCD3DC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E6D90E-070C-099C-6DC4-A9E16E376E2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C03074-E0A9-3F69-8E60-DA843531B17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41745F-BB7D-817C-94F3-B90CCD12C42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CEB84A-A337-9B7A-DD94-785756FE218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8E6D46-E786-06B1-8961-7C59AA1A346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CC5A64-D4CB-1456-9315-75D21EB0F6F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315DDA-E8D4-03BE-5EA2-C5FF339A45D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80083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5D1E-BD3E-BD9F-77B9-D3922EEC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262161-3BC0-901B-9F67-34C2376FD4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6 must be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2E4BA1-856F-B8BF-EC61-D06104918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9152CB-E917-A358-92D0-16131C494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BAD985-8DAC-6D91-3B24-1E283353E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E26215-1FC9-E145-2575-DAD8A1EF9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37F098-ED0C-772C-AB33-57BE30524DE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5F4C6-C659-C660-785E-18003FC8ADD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95541-0B59-349C-F55E-97CC2933B68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278EAF-63C7-69B1-4A08-CB6F50434C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E2EF73-9887-4F57-F546-140BDB6BFC7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26328-9ACE-659B-EE70-7FAA06FD333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B11F2-9DF7-32D9-AF1D-6FF80446407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A6C5AB-629C-C577-FFCF-E4CE862E8D7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0B2C8B-2C38-3B40-0C47-7BBF5353F9B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D7E0F1-B457-7442-E9C6-A792CA306F6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5259C-0C1D-12F6-F77E-51C1A9A3DA5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CEE014-97D1-FFA9-1F80-D76A85189A9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9980EF-D263-CF66-79CD-9704062A52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09F933-D2EC-A0BF-F6E6-5D58174CB0D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C32D3F-B6BF-C055-88B7-B9403BD7C41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340B54-55B6-EEE9-70CC-7F6A4D32FE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0C5E6C-091A-055C-108F-C874EF0336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65D088-3F54-3875-DA0C-684851645BE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B356B7-0C17-A348-EFBD-9C9D5FEE527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56A6B-826E-FE82-CFCD-47520B0CAC0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1DF308-F962-4133-A0C2-19A971566DD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C9F175-514D-DBB2-C81A-A2837F5758F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FBF1E9-79EB-6C87-EC79-96B3BFF734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0884B-E105-018C-C8BE-FDB0BCB9B9A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0815B7-702C-975A-1BEF-3D7F5DE2F15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84BFB1-3D84-686B-27C0-620B4AD60AB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E4343E-A098-CB9E-9CEE-1BE5A1C37BE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E5132F-3B10-F328-654A-B8F6DF15428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8F2792-88C8-F329-95D2-6151F73B06D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94A10A-175B-5888-058A-03B32A20DA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445BE6-5B07-216C-B5A4-D1078AC3D8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1798C5-A700-C8DC-39FD-E87A1DDB2BB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65B5AD-95C3-CE6B-DDCB-C5F3C26DF44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8B01D7-3FCD-9CA8-AA66-36AA3BC6EB7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660CFA-887C-0D20-A3C2-CB1620E345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922170-8EB4-BDEF-D8BD-BD51127B8A6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E5E1C1-70E6-16F8-E9DF-F0D5D24BA1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B1017D-E5C0-2BFE-4A0E-24BEFFC2D53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48DE35-0A7A-5154-2B5A-2DD48979E9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3CDC82-2056-A98B-4C6E-72CC9828561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9212D8-1813-3384-7130-D02F64C743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D80367-9457-CDEC-7E43-B7C3668D5BA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9AD041-BDCD-3822-DC23-D1450B58EC9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F9AB2B-150B-F7D7-BB7B-BE73E4B4ABC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999800-48CF-199F-72F3-97619B7611B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23BD6C-1C72-C2C7-7B85-2AED1F953E9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BCAEF6-3996-5C8A-D051-5E53EAC6FCC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D34C87-6094-C4A0-B25F-0F417D096B9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88B5A0-B770-5101-6B5B-3A851B069D4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5D4D48-AF58-599E-C6C1-05C536846A0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6C0CEC-3045-F16F-82B2-A07BE7F6B7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D03365-AB8D-F0D4-0A0C-933BC956274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61F2BC-DCFD-35D9-A119-D7B15A0644C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60770-1ABD-4DBD-7415-2084F42B0E3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ACE794-DE4B-7A3B-2CF1-F9288A98856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D5F56B-8AEB-BAD6-755B-032D93ED8F9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9069AC-2869-3480-1EE0-3348BF0BB55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FA7133-4603-3272-31C5-A8E058E661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3D3FE0-D460-D2A8-E972-EBF46EEB669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3192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C7B6-B54C-FCAD-44D0-6141270D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03E96F-1C64-CCEB-D7A9-853E4FB9C5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FB77F0-2427-999C-32A0-D33D2DBEC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87735F-8273-1949-C546-CBC54DDD7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C83A5C-A2DA-295D-FF17-022D8DE3E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05A0EA-92E7-C85C-564F-F131F38789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EF7545-2723-5D96-3EB6-F543B848D62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EB9A5-B4AC-3589-C963-7AD0A165BB7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86CB0-D9CB-92E8-2479-5D44462DE27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C36A91-6E1F-7EB7-6E12-0CDD91BE4AF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9AA7E-0CB7-1824-753F-5473E994D89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2A1A4D-1908-721E-A89F-9EF3E12A371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535F8-4724-7403-88BA-2ACB3ACA730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69B7F-8FAE-C11C-331C-7A1C7088B97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6C1346-E132-ED58-EBF9-708F5A19518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3371E1-6CCC-73EC-30E6-555A98EBBE2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65383F-0E0A-AAAE-D765-E7B483688D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1AEDAA-4C0D-F626-260A-323FC7D7C6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0AF410-618E-790D-8570-1C5AC91E2C2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3A4502-85D5-E3FD-868B-8A4680A18D6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9E3F6B-E7B2-B325-C720-586A0878CB0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F09D2F-B164-333D-C4D8-21E9597B4C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40931-5009-CC62-3201-A4FCDC9E74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57E31C-338A-C2C2-326D-72B0550AF26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B0D226-48E9-9B96-9620-4CC77A3AB3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C1B671-200C-39A3-E5B5-069928F1B29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8A9BE5-188D-F54B-B2A6-3B5DEE493D0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1414F7-21DE-DA83-C38D-8F28CFC929B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921AB6-22AF-43FA-6B2B-AC9DA3AB9E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4DFA80-6826-821F-CB1F-9F4B0A999A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A65DF0-CEB8-F4D1-89A5-BC142B4D594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1AC8FA-99AF-4475-450F-7DAC541D6E3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5A44B4-D718-4B73-AF71-6E62F0C3051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DD0692-C81D-D32F-2FFE-5375F4FBF57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B428B1-125B-44CA-D2D2-C88E7859C9E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5DC5F3-CA0C-2750-9AC8-B8802EBA413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738592-C2FF-49C0-01E7-C74AAD7FE6A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7E4A6E-0E4E-9D55-3C97-69623A51232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E9DAD5-2A13-049E-B245-211FBEA928A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B399DB-0A21-4346-D14D-43A5EF3158E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965E3A-1C4C-3ED7-9A83-3001CC76DE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A5EF3A-B304-F332-9DE2-2B05B2F25F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67C694-4911-CD16-731F-31449BF5440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BA61B3-80C3-0BCC-7F3B-2C8C5166E2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D26452-155E-7314-5EC2-74EE4753E0B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309333-D1A9-7C75-3114-15EAAAAD23E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65525C-A5CA-F79C-B4F1-3CDB111678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5CB23F-C056-B2A5-A67F-99B11664AC2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9F2EB0-B6F9-D920-1E42-8F6E95665FC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C4740E-F5BE-56AC-58D1-A7FE1000EE9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F7DD28-2E5F-2CFC-3887-64907446C70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17FD12-A692-CC49-F396-71340D81797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F91A55-A3A1-E09F-33A7-A756388BF56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1FEB4C-4B0B-2328-C800-D8226D7E57F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A5F744-925E-16B5-99EE-2D72154ACE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09F0A8-1D99-4ADC-033B-2EAF43C134D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1E8010-8B72-6C0B-E300-96A1786A293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7F432A-0046-57B6-669F-E90161502F1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A36B76-D9EB-44E8-DAD9-957A01D4C01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B7E70F-7A30-AAE8-0881-FF8FCC387DD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5DED81-C1DF-B677-669B-6D7950933B8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B21DB0-C1E9-DD30-8F4F-B8CDFB13F5B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C05D79-CBA4-F219-C186-41351C559B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C942C-0D9C-EB4C-673D-A48A5FB2828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817CCE-76EF-BC14-AEBC-C446A6D8C68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512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11A3-0F66-A615-838D-D8770774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B02629-3EFE-C206-956E-E86AD82AA6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Row 7.</a:t>
            </a:r>
          </a:p>
          <a:p>
            <a:r>
              <a:rPr lang="en-US" dirty="0"/>
              <a:t>Then, complete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0D94E9-0D0A-F4AD-AED5-1223F638B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CDD887-DE2C-F930-D626-DEE4EEFFB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266016-0894-3D4B-4B35-BBCA2DD32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4B5E6E-94FC-F0E1-D9FC-141E817C1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3A4ADC-F149-FB2D-08BE-4E73663A14D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CA112-D6B6-55B4-E5BA-56E2004A76D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129AC-D66C-77CB-D207-EC4F9D74DCF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ABD3C-3513-5BC7-066F-B8BA37BD91F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D234B2-55A1-5EAF-7558-95688F9BD6A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D4935E-A2E3-FE10-022B-0B7CB8B416D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45CC8-BDDF-811F-0EA9-79B31789013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BBD2F-B83C-BEBA-2845-D9FA52494A2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AB50E-ABBD-8686-56C5-2146A52C3DC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53B99-E96A-E042-963C-2E64C69BBD2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5E07A2-FAD4-FF86-270A-A82117A4B5D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C75DF-DBAA-4335-1711-7CEE27A520B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9C8F80-E680-E16D-0428-B7567C5702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AAECCF-9062-3C6F-DEC2-50E61E97D7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E88F5-5EC1-1849-77A1-5EB87F2E4D8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B6BA92-8C7F-3DE2-EA4B-26C3951D6D2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1CB0BE-CB1F-524C-D7AC-D7AD1AF1E27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0BB4D2-D2E4-793E-9E94-E035CA77283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A8536B-E25E-CB87-1B16-F96AF264EE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3BE7C1-9B1D-F234-BBC9-9E0E164BD8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DE157-5BD8-D2F6-A2C1-2FDA4CB1FC5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384359-712C-6AED-1C3C-932EA80FF7A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1D05B6-5E3F-8598-A7E2-B3520CFAA0E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B86F31-855E-0379-62B1-8E4DA2EE8E2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BD4F2E-CDFE-A109-82CA-23C18ECCDC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82DEA5-C6A5-7E11-B310-447D4B72D6D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BC0D41-2E6B-0FA2-83BC-49ADE85283A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8E8D05-97D2-402E-D758-397BF31DD59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01D530-C4AE-5DA6-E4F3-BB8BE9E29A4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1DD536-54D5-318F-7FC9-22D4DC8A35D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A241-28B2-9845-DF2A-BE5A85BFE1C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98827C-197E-0FD0-9AA2-4F7441A0126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F1F294-05E1-831C-F1FD-DC70091FDBF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115F54-5071-2D67-82EB-0F4A7F8525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88A360-D0A3-A77F-618D-3AE24BFC51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57C1DC-E4A4-8091-3221-E8E5DF4D29B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B19389-475C-74C6-0F69-811595993C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6BC6E5-B945-B955-EFBA-2B9FEB835BD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1AAE92-A23D-C621-4CF9-C814972D406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116835-AF2C-CF04-E10D-211B734BCAB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EFAC39-4D7C-0F6D-06EB-F4F99A0DDAC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C158ED-CCA1-2D5B-7A14-1D4C72ECE19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C18F63-6DA0-12E8-9728-1EA5FDE6B8F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D524A7-606E-0682-57A3-324B1B4F978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2A075B-19D9-512A-8CC7-0D934D50957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B6F1C7-0592-8463-A4F5-6FD62D63E36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85A11F-4B95-E8C4-58A5-086ABBE6DD1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B9F89B-83AB-4C1C-BBC9-31D92DCF596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D944E4-4835-3D85-9C9C-C293B441860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4B2FA1-AB1D-5A86-2E83-1D23C9B9F87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A8204D-2DD8-D89D-D026-7BFBFADE2CC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48CA05-FA11-1832-A298-72AA7AE714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DCA2E1-4E74-8D87-ED00-6B621FE257C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5C64DC-5305-F0C0-77B2-0AA40A8798F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8F119F-92BA-DC63-C3BC-08D4DA261E5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48E3AA-47A1-9330-BF66-5AD55E98A8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B678E8-76A3-DFCB-043B-0A780A30993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A3FA61-2E7D-F669-1646-30022349367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95D9BD-D758-0CEA-68B6-37986392BBF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AC47F3-8D0D-8F89-4463-DF66FCD2D0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</p:spTree>
    <p:extLst>
      <p:ext uri="{BB962C8B-B14F-4D97-AF65-F5344CB8AC3E}">
        <p14:creationId xmlns:p14="http://schemas.microsoft.com/office/powerpoint/2010/main" val="3480058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B3E0-72D7-8A62-1366-0A0A8DC6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6BD90D-70F3-19D6-C11E-873484CBED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E75396-E88A-94AA-97C3-7AE9B6434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72BE8B-423E-5095-19ED-960767F65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5DB5D2-C0E9-B801-3DCD-C9415DF3F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24202D-1D2A-078D-F39A-74D88F213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1B8A83-B757-EC42-D26C-E2316B29784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AAD0A-870D-D0DC-8997-389D13FD2FE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BE694-0DF8-E40D-65E9-941E3CEBA66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1C987-1BD2-7CB4-D9D9-335BF116BAF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6B6D61-8483-95B2-5E82-CC517DD2C51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D1192A-50DE-A0D2-2FC6-D2BC631FEC4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D42B4-F80F-C8D5-77AF-8C8B010AEA4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0179A-0D10-B93E-24C8-C35463B175B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AA50B-8487-1C32-B1D2-5D2F0C7D769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F718E-1F2C-B09E-ED60-F50053651AE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820153-B7F2-EEBD-9BB9-8F15BAE934F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06B86D-F800-B925-D237-1B8707240C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03C908-61F0-2CDD-9754-9EDAEEABE70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18DE51-73ED-AB57-91FD-52BA8037BF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47AED-017C-BF10-25AB-102B25EE61F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B50E86-F5F9-35A2-22FB-614B8744846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59A1B7-6F26-02A6-4C20-2F073E827F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51FD2A-20BA-C239-628D-AC983309F7F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2A62E-5324-22EE-680C-0EE26181E62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BBBCC1-F8AA-4FAC-31D0-7C79C8629C7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E59121-A337-1A2A-9D26-13A6FF531D3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444C3-BD96-2A52-637E-7CE963C2263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ACADF3-B5A7-CB50-3C03-67D05E033CF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C3D22C-5EB5-6C6B-D93C-991442FB3E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297D60-D30E-6DA0-4ED2-9BB82F23DAB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99E526-F7CF-DB80-FEFA-DF5C7CB5064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EF441-4748-5445-9895-9CC64C6A3B3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69D705-4498-AE3F-6AA4-F14D35BE79F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07B8B8-2B36-38DA-2A17-986B3A5CA43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97E0AF-6CF7-9706-CCB8-125A31AE47F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F9CBD0-492C-B16A-E3BA-915F07253E3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469324-5C3D-9969-9505-182D5A085E4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138488-D83C-2F0F-97CE-7569021442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10DD78-BB99-3BA3-9154-E93EBEE228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CA3C5A-4C11-B1DD-008E-D7EE9864AC6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F56F89-53AD-A20D-4C6F-838F1FAF5A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72AB1B-7CC1-D953-0FF8-F343B48A8F6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121469-E67C-B1B9-D6DE-5A9A68E2627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F8B892-A550-309C-FD7B-213C598417B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9AB1F0-880B-014A-35EE-60D2238BF25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B05867-87E1-D4F5-78A3-0D2CE429F1A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1183C3-14A0-2FC0-A484-20387DE4E16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10C6B8-2E4B-CD13-6402-EE27B1B837C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D51458-D663-262C-B249-4B3E64938A2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0B3EAE-BF36-6102-5D17-0A94C9FEDC3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649C73-E12E-3643-9E0E-F7E1E76DD8F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158906-83CC-88CC-1C4F-30D91B2B418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32926E-BAC6-EAA3-9B62-A3CAFECC698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4628C5-117E-0F4E-B8A9-2EF5BC4338F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3BB6B4-42A5-7CA5-17AB-D006A3936AF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04295D-E47E-1FF2-561C-C7A6E190F22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E7DEBE-6E60-B6A5-FC83-9B75557880A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25D568-C9BA-6925-F5C1-6594C94C1A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27AA3C-B188-CFB7-7FB6-1B0361DB0A4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CA0330-F7CF-5AE8-1DD7-6A2AC1916C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13A425-EFD7-471E-FFB4-396D17ACC24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57A3B4-A725-8DEA-C95A-47AB79BDDC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638790-4F5D-E9E1-6DB9-5E95157458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4A9539-686E-A930-A814-26A60380627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24808C-E4AD-D3E0-420C-141B077708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28807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D4B2C-D7B4-89E3-CB37-7110F0D3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D36FCE-E63B-2313-65F5-0FA78DFFCB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last possible 6 in center block.  Last possible 6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36BA76-9AA6-C63E-92FC-FAC8120C3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BD3083-B616-4255-868D-7415C2850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36C936-A25A-9C10-571F-98DE8CAB8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58591C-7F22-11DE-B425-36228A972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1A7080-1488-81AC-71EA-C5A795C95E2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753D0-8444-F267-C22D-7B11297B4B1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ED467-096B-5F08-1BF8-73290D1B6B5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7D364-5A54-285E-9AC7-E4A4BB244EC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73F07-A16B-0EF8-8D74-65C71CF402A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46AB4-8E0B-0541-6FB6-AAE22114A86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6D99F-4DCA-F589-31DE-305ECBB0E55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D52BA-DF20-593B-7F70-90A35AB26A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F242A0-29CD-5070-7E88-064407EC722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C29F9-AB37-5A04-DD3F-A985109A112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82F03A-7F78-4721-2C00-E8CB3117F47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97CE68-5B5B-7E89-F7DA-CA3D80BFE15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CC5B32-C632-A58E-8CC5-D815C13BFE2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D91182-4EE2-AE85-3F00-247961825F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7BEA9-D534-FE7D-8417-C5A55786138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6737A-E50C-9FD9-DB0E-54FF0183B20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56DEC2-BAE5-CC88-9092-9FBEA255C8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898DAF-6BBB-D581-D8B9-5AD3337B4D9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F5A173-4ABD-C19D-7B2F-583F18A11B8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3F40B8-EBAE-3AF2-2151-4BEEFBC01AE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8DFD33-4AB6-E3ED-1792-4E5B2122250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6BF80A-F8D6-4452-8F02-16FCE5B4E5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0B5DC5-2593-B838-0216-6F95727FFB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27A615-D552-1B00-021E-BBEB6D8B51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EB288D-550E-0BB1-C80A-BA88DB32002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D47EE0-1CD6-2DDD-7C40-BD13278A22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614CE0-CFB6-D60D-DB2B-391A0F4A09E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30586D-62A1-1A3F-C789-09809D3B7F4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F971E6-32D7-FF0D-83CC-3221BB30078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F4D8F1-86C6-1C0D-90CB-0E96963159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5622CB-5232-AA17-42DD-B17496AE492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9C13C1-06B9-4C92-FDC6-41EDE5921E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CCE54F-C362-1F8B-E58E-967BA08871E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12C6EE-49F4-45D2-5FFC-E745D75A985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810D79-910D-080E-E86D-5FDD5AD9B85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412A90-4689-F0AF-A74E-4D4C2809CE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650445-0663-D702-BA8E-0CE8CBEB2A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73D51C-5AB0-2A17-B6F9-0104BF063C4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1EA380-D6BB-D128-5C64-869B0A570B0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678AE0-AF7B-9B26-6324-8A823207FFA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626CB1-A835-A63C-C241-AA46B4641F7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EFCEA5-2240-1521-5EB7-0E72DE17138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E7986E-28FC-EE7C-30CB-1ADA53F912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8E1727-04B0-C437-1EBF-2EC6097A9D7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CAE42C-C70A-FB9E-8D09-DCE6339DACE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6B23D2-6E3D-552B-8FEC-8BC7B1C846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165A8D-C0FD-0C96-163C-7A8128A0F71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11A920-3CC9-35E2-A5CC-9C1C21F8FA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3CA1BB-C519-A3FA-9569-3F2B73B250A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5C678B-6543-8062-3D78-7A32CD2A702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9BA6CA-4D3D-815F-F75F-6BCBE0FD66D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066EBC-95E7-230C-BACF-9DF2B9F6F5F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2BCAD3-A086-A158-2803-36E4FD49224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C0952F-4653-3160-5ED2-A807B928EE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094ABE-E9E4-3D86-C51A-BEFBB8DDCCE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A32816-07DF-C18F-B810-A864615FB21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19710B-4B79-D51E-9008-F182E4DC3C4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1967B6-83E9-3A18-824F-5BBF58CF428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747D1A-2FF1-723E-3A66-C35E999D03B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41B5B8-C419-C98A-D40D-40A344CD1BB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2EDD73-6D71-F7ED-05BA-C3158FD1382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918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C784-2399-7566-496D-75E0055A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EBB201-3893-F509-695C-1E900C8FA7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29DA21-BBFE-8A2B-4886-52187E0D9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B16922-BEBD-42DA-1237-22C0A8DCB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ECFA48-BEFF-D9E8-ABC2-B628AC0F7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5D02C1-B216-7F07-190E-236473B25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68B280-B6E3-D2AD-A7BE-D28BE9835F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A1701-F875-5E2A-8849-B7B91202E4A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B0E8AC-57E0-3AE9-906E-ADD99318B82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56D3E-0B33-5CD6-067E-FC96A164B0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0394F-6930-022F-F67B-81CE3CA2E1E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20605-9E5C-C16D-652E-494FCB42E48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C4DA3-A5F8-C69B-1E25-C6940017162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034BFC-92F5-A9C5-4720-9319C3B71D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68EB0-3FBF-B0A9-5A52-602C041FF4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53782-FA4D-F6BD-DACC-27E2AC6EE38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97F74-1392-4405-9B1A-606383DC32C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19F989-59C2-70FD-BC13-06DF2376CAC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ED8795-2FA8-2464-B7EC-E716590F204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B41F48-16BD-0922-7AF5-03AF3F7BF83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180D7-559C-686A-00AC-40460886DB9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14E93B-C75B-DECD-FC51-7C8C64BA798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8BF31-D60C-E8ED-4286-737F14BD41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9A3654-606D-F0E8-613E-63D449759A9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D30EA-6EA3-48A1-BCD1-B18E5E184BC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677390-7713-F307-210D-C7BB898057C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CEB918-4BA4-0CD2-F1E6-4C011BE34CB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AE04E3-8B2E-C043-EA60-747A5FB43CD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D228CC-45FA-BC9B-1713-DE65B4854EE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5C170D-1B42-67EB-DE83-A6DBE9EA122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DBD2C1-50B3-B3B1-6960-0EC59E0F53C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414C62-D1FB-A08B-44F8-CC79B0A4759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E2BB6F-62A5-7258-9B69-B5D472AD89C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695A20-63B1-7F37-DC90-3EFB5B0CAC4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E5F1F6-2F42-4B33-1312-CA668BFF91D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5810E1-5DEC-7D50-BC2B-3161BF4FE05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8EBFBF-7D66-1531-1F09-09411821447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7D2AFF-000A-F6BD-C872-3D6B363AF1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F2FE07-81D1-B860-F6D1-EEB8E34A89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6EC950-54E1-1FCE-7232-825F4D789E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E90F42-839A-2107-F2DD-70B5931FEB0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1061FD-3785-3BB9-FCB4-6CDCA3260D2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8AD89C-2DAC-27CB-481A-335E682C51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DCAA4C-C41E-5290-D4BB-2C93EDB97BC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51F714-1F46-B0D4-8DF9-0DEE9644EEE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74425A-402D-B93C-B12E-D8A877C85D9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66A339-40B4-DF5F-95D8-AB90396FE90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0EECFE-9D31-59FD-3093-08DDA30A265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B5BFAD-9B21-9492-5285-CFFB12454F6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ED7B62-6E51-8D15-DE28-4F7816E73D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364568-7A38-4763-8C9B-8B8B7C4AA31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772A27-4D39-3D73-0E26-E8B8385F9B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D48BF7-6E34-62A9-3B2D-A499EFACF6C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05E67-0FD2-A568-FE6B-F3CF3842FC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A2A7F6-57ED-1199-46EB-8C8077027CF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509A96-8A45-EF32-77CA-48E7B431403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453CBE-421C-D3DF-918C-020C8A2825F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675158-B62D-4799-10E4-2DEC49A8F2D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E11DAB-2C0D-B2FE-B4EA-CB25DC07105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608141-FECD-6CBB-AECE-9FF99F3138A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315BFA-3169-8771-66B0-C406F88A7E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AAA72C-FC51-120F-C19E-BCDC6D56905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DE5E27-EA15-1A21-8F18-07D4F8E9C42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0E88C2-8C14-1059-C69E-666D7FD45D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EE4304-D21B-0F6E-CBD8-29225B38BC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FC9A02-6D31-D703-8FE7-C95D464BB45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2BCA19-4B26-2A7A-6B2F-819D4856D2C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2AA8D1-4354-67B7-C146-F6CBF7801E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7737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4375-A333-1AAA-07BA-87254846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061F35-A73B-5DB0-540D-F1C93A51FE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D1DA61-DE3A-9242-2E5F-4779E5805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B80455-CFFE-D44F-C8BE-032E39ED4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425A74-E262-CDF5-261C-F1E38254C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6CF909-8AF7-988A-AE4C-250E0AEA6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113D17-3377-46A2-B719-650BF9D0A0C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4F5C6-902F-09FB-E7A3-7D90751FCD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BF493-09D3-0FAE-1223-382271F0BE2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EA13E-FEEB-D884-82C1-584E758B960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1B77F-B771-10E3-0B54-38834CC982F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BDFB9-BC8D-9790-3FDC-2919112579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A9FF4-B8D9-0459-441A-66E38D5B37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15A9C-FD8D-763D-F50D-67652426A7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00484-6CB4-23B8-D8C3-E5388A1C9DA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0A358-91B8-AF70-3D20-732E8E74557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AAE80-11ED-9224-04F9-DFFAE17D3FB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2DF91-A108-0626-3E91-54DC5AF3390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F23F1E-76E7-D4C1-B020-700F7469EFC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C83061-3801-3756-47B7-BDAE421010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DC90C-7879-774B-019F-8F90E18E636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4F735A-E7A6-92F1-8A2F-5D7B419DC72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810F1D-59B9-8AE8-63A4-A682ED3718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4B6087-6D72-E457-0498-1FCAD6BD177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CD22F4-E9BC-CF20-4DC2-BF7095B8243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425A09-4F7A-7456-471D-301767943C1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DD2FA-94D4-DCF4-DC09-F23DF748B72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DBA028-8A9F-4E47-7FF2-8A048CDC937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97AF4B-25E3-C9BF-216B-EA92112A40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E47F21-A526-B2DB-0158-D2270CB27B0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8D3414-617D-D357-158C-7CEAED9CC2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1CC126-CCBE-9ADA-4CB0-BC130E51629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A95922-0310-9C4E-1AE1-975B42341F2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E7649-3BC8-1C55-FE47-C8E7D1F32A6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F6E2BE-205D-656A-8914-ED1F0092C21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558AD2-F2B4-ADCC-A57A-40BB41A5901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415D2A-79BF-A74C-DAC0-9E5DEEFFA24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09FA2F-C8A5-6BA5-12C7-FE54EA352CC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B3F4EE-0242-26B1-6DC6-157F522B8C6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4B62B6-8D9D-E2C8-3FE1-ABA47D4061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C5C0E8-27B0-B62F-1B26-AC43874739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04EAE8-15BE-F664-D7A3-C9756F7B057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0F0EE7-7EA4-247B-69B4-458A3BE00D3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2109B6-AA18-8E51-EB33-4DF415FB16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0F833A-9B94-3B24-0322-EB5F731C66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20B8C6-E56E-67A0-3259-9BB56EAC38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E30CE2-768C-DDC3-4F71-3F759C69002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E3FAAA-FF1D-A654-80EA-84A5C3B1C6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83564E-FC8E-B088-D226-038BB0B26A7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048286-30A0-5855-E031-1A9EB54F24F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541E3E-637F-93C3-96D5-C486229A227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7964E7-80E0-0483-2CF8-CA64765BA91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B047A3-FC3F-6269-8C2D-D77C6A19FB6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242447-DECE-0DBA-FA90-7FFDEC58CE3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EEB8B0-9DB3-9C97-4C57-DC157FA0605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2A4A4F-90F5-A96E-09D8-1E6B10D23CD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E0DB31-5561-2F78-63DC-6F29C0653B4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E7F76C9-C4D1-48E7-775E-2AD0B6BED3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F69D76-76D0-2168-9EFA-61C7728805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CF3A4D-71B1-6271-1422-8352BA63A6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8A1AC7-1117-7289-95C7-2899C918A61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CE5F4B-83F9-D82E-491F-020830FDA17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65DE95-445F-2194-A956-C621E376CA6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1A9021-EA57-5335-F8BE-CC7EEE0754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77D2DD-D3BC-BA9E-EA2B-7B46A2D5B3F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DDD6C0-7319-893F-1E07-F802C77E44E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A57A24-8449-2AD8-F530-894A44F209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9CD7BE-F53F-4DE3-833B-D13EE55426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4E1680-DAAE-0643-214A-9D2B107BF56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1355997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1C833-400F-6EE9-4BE4-F01E1500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FA312B-4702-5F4A-FDF0-5C8B9A55AF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6, note 247/2479/247/2479. Reduce and complete 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0B7346-7987-5729-35C0-78CA34C7B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98214F-BDCF-E802-B4D5-AED23BE3D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1D391C-5278-FE48-8163-0AD946A0E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46A86C-9FAA-CAB9-884F-6DE3D2026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2D7B0E-8D62-D6A2-D3B9-165BADE57B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8F428-7145-267E-6DCF-15BC6886CBF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809CA-54D0-95EA-EBE2-2AA98B7BC95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A17C6-66EA-E4D9-3C35-8FD8C562F78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61EE6-2CD6-D2EC-D28A-C95EC3D33D7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AB1890-02B1-7710-A53E-772CFD3CBCA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6E4D3-CB36-C453-7A25-810FB5D82AC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4E3FEE-F743-D15A-321D-3862EB9FA1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E3D3CF-5514-7A0F-0440-F3188779D8B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A62C67-7613-C813-EDEB-4B4B00D0E42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704ACB-D18F-5DDA-F6C3-F51F5E6ACC6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DA2AF-9880-8602-21F1-F42F8B815E9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08CA76-2408-AC88-3D69-FF290D84322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491C68-D231-DCA6-9557-4882DC3040E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8BA354-036D-897A-ED05-114137AE0AE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04E9CD-7091-0A7B-D3B2-856FF16023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46989-D7FC-2D29-8D94-F3562129D63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5E9D1F-057A-9055-7B1D-3A7872469C0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7356E1-566C-43AD-DB58-552E9A663B8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C49520-5217-C92A-C805-6E0ADA4129C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80F799-DC7A-A023-0219-BD8D7BD34F5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D63F97-CA72-1DE5-9E9A-75D6E467FE7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F1E059-067C-96F8-4A7B-6D46F91B2CB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BF191-4AEA-8B2F-319D-304F5719BA0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669F06-3278-39B5-C8D5-C5989331B03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5D1320-AB2C-352B-6E42-1DDB48D02F6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ADF91E-5DFC-4CF2-F036-0E29EE24381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9EC8B3-6392-5D3B-0021-7A8CEE86FF1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4BFFAC-CE46-F700-5A43-CAD61018107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56B3B3-C07F-446F-1757-357D6C39EA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2C1E97-EAE3-DF18-7233-982C5C84C0E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C385B8-1E14-CD31-FB01-43CBE476800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B9D2D3-BC13-1F2A-F527-F4F689C3A6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B2A392-E3F9-5BCB-BD4F-B3A6F3587A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E3F585-E4B7-F434-2216-4B513ED20E2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387B11-024B-C5E4-1448-0AA98D343C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12CAE0-DD2F-81AB-3A9B-82768275D1D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892B46-DB65-3F3A-BEF9-2386D4F6E6D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FDB3D3-1A3A-A953-69EC-B5474E83BD5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92D01A-254C-8A5E-1783-802EF427A71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84ED31-586A-614F-0905-A1B47A21772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86FA25-5028-05AE-1FF8-1B40F2E6E76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831290-7393-89A7-3C31-2D22EA652D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39CF46-80D0-D8F0-6B7D-32D8D22608E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DBECF9-5FC3-C8D1-DD3B-8D15B051877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35D74F-8257-7648-709A-801E222A073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266278-C16F-381A-C10A-AC58E1407F1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71A9FB-1035-FE6C-7134-D589C3B1CF6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7A67DD-F69C-36C3-FB8E-B53679BA06A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207E16-4928-AF37-D088-92676D29870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BD67CF-525A-5C28-2A6A-019D8C0FDE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C8B8A2-7152-EBF7-FC46-0CB63DC73D7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1057D0-4E6F-0396-8AFD-A63E3E56FF4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9EDC6B-8219-13A1-2DD0-FA81D449504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41C707-94DB-4B6E-C722-602AF5A342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707D9D-8A2F-4F31-7DBE-1CD39FE6D39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CC509B-4CCA-4C7C-246F-406E928239A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09BC5F-7548-B7B2-F24A-0B50A4A9420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751BB1-4B33-F79C-8836-B4C1C0C439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56ECCE-AE98-49CF-BC51-13697AF30E0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C9DB09-F3B8-4810-EBFE-CEC96EEB381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E4750D-8C48-EEB2-34F1-0F932865AF4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F8058A-8DE8-18E8-317C-0A17BAC605E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4AF8BF-1C46-3F53-AB26-02142CBE78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C8B6AD-1D55-D593-9EB1-0CBE7453502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422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6495-13B2-00F9-981F-CC3BC488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8E4DEB-D1FE-B347-4417-369D6E19F8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A30A9E-31F1-0757-6E14-689940003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6A7F13-CEEE-96ED-C307-E07BDE8FA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905140-8424-D402-6829-7DAA8BF53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74FE6D-0F8D-B6CF-6FE3-47F16997FA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97A35-AAD8-6857-2851-2D9F2AB07B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C9F7C-D6FD-7C92-BBFC-6B0514DF2C3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CD347-3A05-E6D2-5626-CEF3A74F9A9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D2328F-7531-B37A-94EF-31277376F12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972367-8D28-FAA3-071F-8BD37560FFD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657805-12CE-8460-40F4-299650CD8C8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36D3DC-18AE-975F-69CC-343F323F190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3BC669-3097-720B-A6A1-F40388D296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AF778-6D3B-BA91-642F-B324AA29FC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D415C-FD32-A486-A895-AA32BB509EE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6B821-E48C-7B65-1746-B4F79FBF6FD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F2D4C9-29D8-4F51-95E9-C79ECABD0A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4C05BF-360C-337A-75E9-F343C5159D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73BFE2-3B35-C6B8-729E-FFA2F2B95FF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A4E138-EE4F-DAC8-AA4F-13E78203256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964110-F46C-2D2E-1F08-D6BA46EC6CE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E5D1D1-98BB-03C8-5F17-F5CAA1EFA06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740FA8-47E6-F986-1A0D-E83D1E52EE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C08CE0-C4F9-36D1-6D45-03AAA77FB75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D22595-CD80-1049-85FF-ED6F9B5DA23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DA61BF-88FE-710D-C0B0-8474BD36E2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3BFCA-C689-EC8C-7575-A35BA093AA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DCD31C-1924-A780-B745-232C4437C1A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3F2E7-2197-F6F8-5267-6F116E512F2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10BCA-4FA3-0E29-E38C-F344DE2B8BA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58A6AE-241E-B610-7DCC-A8267D98544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CA1662-8BD6-D4C1-B539-FC9850C572E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C49F6C-0823-E48C-BD4B-471DB40ED4F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5EFD6E-85EC-0698-F66C-77FA16D42F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405305-FD2C-CE32-E48C-A3AB6E2768E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E89C53-1FB7-4084-5F12-65AA696E5E3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1117FF-D713-9ED0-82D2-C04014C46B2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64DE0C-A041-1BF4-D1ED-AB7BF3FCD9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D304A0-0A57-80DC-5C02-71ECD2EDFA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EE3645-4FA1-000D-D33B-60AB7932A0A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0C7648-E0E1-BE07-E87E-234FF505FF1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FFD006-3C1F-F189-1B79-B44262A8590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3514D5-E30E-A7C0-0B70-42D6A4E0BF8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D4571B-42D8-711C-F94E-D4249677039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6A708E-7536-AB0F-1F55-4E4D431A163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807ABE-150A-D752-9798-C3C5B84F11E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74B9EB-E78A-2D08-9307-32205FA2203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536697-A83A-A9E5-B7D1-1EA09BFA8EC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BDB0EB-294C-19B7-D0C5-63BC86C49D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9CBEA-3F44-E756-79A1-DE942412809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E1F37F-FD65-BD05-5B54-F8C9BAD4C8F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40603F-B9CA-4839-1932-19041F7BFA6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4F5E65-3AD2-7BD1-843E-6D3BCD94F4C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CA8143-2B0F-6466-4E78-8A18084721E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A70357-7FA0-CAC1-45C2-80E50FC129A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E06AD2-72C5-7644-6F0E-37F1ECF4802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12A87D-C59A-1685-86D4-DFA6002749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34F6A8-7D1B-30E1-307B-333238B685D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CB8B51-3FEE-B890-3711-9B25A42879E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816644-998E-2CDE-D483-44842D3780E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474354-6ACD-9E55-C8DD-378A9DECF12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03BB18-CA21-E1B5-6619-2D16516ED3B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88E2CB-4043-2A83-C32A-5BD52764EFF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3A30B0-9C09-8864-D30D-702D5D2186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EF2CB5-724C-ACAA-F5DF-C734B33CC5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F3D220-F093-30EF-0CE2-6AD23A46043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0DEBC7-6D64-8CD5-DFB3-C544CC79BE1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B1DE30-3BD9-C4DD-000C-A0CBF4E2BF4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F2502B-C961-80A5-6E94-157467F0042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7DF367-3F97-E365-1DFD-75ACC25DDBC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2588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875E-1766-62F5-F330-57881551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62CDBF-4153-100F-B0A6-74FC8B3448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8’s in right center block and top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B00C00-B576-5F09-BFBA-0C666BD01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C608E3-280E-0FFA-DBB5-C8F29257E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10A40B-DB2F-8B53-FA8B-432654AC5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7AA9D1-A221-FFC4-4094-497038F51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14C681-1B29-CECB-D9D9-3CF4DDBEB29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B1B00-0F85-4EA6-C4BC-5271F5002C7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8FBF1-33C5-7BE1-03C6-C5B5F73FAE8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E14A9-0645-E0B6-8BBB-B5539FEA1C1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B294C-067E-B7B8-50E4-F5B7361746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D6F3E3-EEB5-27F4-B22E-67C7447332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75299-4E09-DCC7-EFB4-026A420D2C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F7969-9F2C-0143-B4C8-D58A31E3C9F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F75B0-6DAE-EF58-C177-B6A76882A1A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592D64-F400-A4A2-A96D-2C082183A38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3D1F6F-AA4A-59E1-4D8C-B1A7BC1A1B0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136755-2F12-B7CB-F0B5-C26D189C474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2CF4E2-81FB-C8ED-7329-9B9B911AE1D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2CA46-587C-A058-1420-FA8D35020F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DA0E1-CA48-E8AC-BB4F-092870C978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D481F-2B09-8624-E584-F6B3C5DA651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15DA1B-97AE-8337-CD56-D006EFFCCEC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C30B9-EC5B-950E-A89D-7977A47051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04F8E2-A607-864E-74C0-4F3C6D21DFE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013471-A472-EF96-9A76-88AA32B540B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68E79E-9ACB-8E6B-802F-CA7CAE34F7D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D23883-9683-4CB6-7B28-5BA1A3F7E34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B31163-FC1A-26FB-AF42-3EAB27E0A8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E3AB60-305B-B60B-F3CC-F29B947D7E8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7AC44D-BA87-6DDF-66FA-5A9D89EF248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458A1B-B4AC-5307-E902-83B69CB2EC5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8D6FFD-5657-08BE-BCA0-D91028E8CFC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3290B6-E897-6438-13FA-EA69F5D6F2C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284844-C234-1027-9781-A954ECE5AEE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F0CCEA-0A07-1E7C-8F6E-542ADC2470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AF28C1-9652-7582-8BE4-FA322A5916F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14BA96-F70D-EEEF-1AA8-94F2605A20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9BFEEA-E956-7AD5-5318-60EB67BC1E7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700D13-779F-3621-5AE2-80356582B23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C1417B-618B-5B76-014B-296BD7BF8B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FBAF19-D67C-401B-F89A-26514CF9317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0056A2-FC73-5A52-4783-A64E8CB2505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78FB5D-61EA-5E80-6307-D7CAD94B73C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E36D6A-2891-4351-85C9-BFAF2E0DE62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9F5C64-93B3-6E4C-6E19-23008C03409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D5F773-3188-6D96-9A31-A2D349AAF0A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E67A7C-B262-2004-69DE-95731AAEDB2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9FDE82-FFAA-1813-CEC3-B3391CB4593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B54EE8-E541-2797-CBC2-22B44211A4C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5A2DB6-8CD3-4A98-3A7E-9A1E46623F1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8250B3-D0C5-4EAF-1B3A-DE2FCA54D57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A692C1-AEB6-C5E0-C88C-6D9A59D0EB2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BE2899-7CA4-EFE6-5DA9-6186B47FCAE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CD85E7-E88F-BCCB-28EC-0629291DE8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5EBB81-2FEF-A0B3-661A-C9D76E7CDD2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6F8EF5-E198-9720-8E82-45BE35B10D7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7BE92E-B591-5257-21B0-80ACFC7D3FA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9E7A57-5878-3F6C-3F24-714E69D9562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7E4F50-DE46-7A74-62DB-0EE89AECEB8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D982EA-3A1E-FAA0-69BE-6D76D613E9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B98AF2-1481-7C38-EB3F-7093FD602A3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4CA872-2BCF-EE3A-7FF0-79569B80CC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82B49B-DCF3-D7C1-47C5-72A1AF3031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17F681-C327-4165-6E1A-36104B766F9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95004E-394C-5B3C-A1B1-47D024F9527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E827F9-4A2A-8F39-1035-89264DAB09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F961CB-EC96-1171-9982-5A0FB8E199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03390E-164B-E12E-1477-8859869C8B4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00E683-E316-F87C-E925-AF527500F20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483D7B-5682-76D9-674D-E7BB2153290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652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4E54-1838-01D9-B48C-F278FDD5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62C53-551D-E1B7-57D2-1EF2C122DB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last possible 8 in top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2B0AEA-1126-E7D7-E147-00BF1CE5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F2CC0B-ED52-74FB-AB11-96730D29C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B96F37-BD8E-A82A-871E-EA617944B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A65357-BBE6-DE8B-5C1D-D692ACAB3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DD6560-EB55-7D54-04B7-197B2A8CE9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C7231-7751-83A3-F28D-80DAEF85859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539AA-51F8-ACEF-D520-F311FC7D28F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ADA85E-D5CE-8ECE-776B-4BABEC54618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A99F3-1D1B-9B53-264E-12F1C60CFD8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679ED7-88DD-FA24-8933-831F345D177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DB03F-FB96-71CD-5EFE-B5BED9C3A72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CCBAD-872A-1E86-9C1D-331131896F4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64AD1-A8F4-B638-DA01-D1E66F25720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10B21E-BC0D-BE66-0351-75FFC252CDB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426A19-1061-8C2A-6C63-842EA5ADF02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3DCA8-9F67-DC98-EE5D-5DD30425681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B5FBD6-7286-D765-81A5-1F3700CD96A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A84C76-8257-3F7D-9889-207B4268C7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3D360F-1BDA-EFA0-27C7-36DA2F9E042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52ADDF-4B9C-B157-2A5A-61FEE771A4B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CB7B4B-8858-C184-6C45-FA2402CB89C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EF300-4CE7-EC6F-8FD1-95AA64316ED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E7EC4F-F045-6737-5B70-C24E4D2BD88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EF892-7B03-50DB-2D1A-284E6935537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7DAEA2-6DB2-29A6-CDF1-950F188BED3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F8DA99-9ACD-4F81-BE24-A1F604A8C63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22EF8C-7E82-F4C7-2F27-F1BE8D58BA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A12FD-67B4-92A4-0801-2F02F4ED88D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0E630C-4BA1-57B2-B4B4-BF4DBED9B1B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AEF66B-F510-C885-E0F0-282F7303788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9C2A82-A9D5-9EF5-4931-7B9FCCA0881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A61C40-E16F-A188-7CEE-38E5384579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30B49D-8415-0959-EFD1-D73BF600FF6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34BCDD-1524-0BB7-F3B2-786DE0A75FB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415D88-8A9D-D03E-AA20-2084E1267FD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3B1B49-D401-C3CA-7707-2010A090BB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6C409F-5DC2-EFDC-E0E1-FD0B77B3C4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146B9E-4A07-31C9-F0E9-CE5448A71B5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E81F5E-6910-D5FD-9B81-D9FD3D8E30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5EDFC-2A3A-1A5C-1999-3A1FBBBE88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7D6639-CFBE-A1AA-70ED-AD4ACE2DEB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69F660-5017-AEDD-032C-F37F9A98B8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CD0574-9366-77D2-3B78-D0954030FC2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B415E4-EB4C-E6BD-39A1-A37B799F891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120730-AC2F-3DD8-1207-3D5D5DD795F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ADCB46-5B08-30DB-6B21-F973F085676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656929-FEEE-1EA4-5DA3-C5D484BE265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01F8B6-BBDC-4153-DC6D-C91CBDB4826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726D56-C850-E053-5032-9A4BC8E5AC0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D22B57-A580-A1B8-42E7-B6EF5A9B510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1CA41D-7CCD-04E9-71D0-03F1CB9BBFE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CE7F4F-BE53-6AD1-742E-8BF4AEECA4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F35D5C-54F5-6695-6DDA-A0BC40B262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736699-4E43-3C0E-1066-EEF857C58D2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90B739-1119-DF02-9A48-DFFCC427219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3A7E49-488E-6850-7B1D-E66C00D3AB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8F09A9-7465-9D3F-43FB-99FDC753C9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9DB670-3BAB-C9CA-5B2B-211A4B73EC0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185164-BDA0-5D5E-FE0D-730BA37282F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30D0C9-2BE7-82BD-6665-1D24D77ABF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F5A29D-F9C0-674A-A25C-002B327109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8F55ED-4D88-8A61-1791-A108E2B9C03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2ECBD2-9ECA-4F7F-C3F3-E81D7DFC530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591988-2FF7-D9A7-EA7B-34C291768BD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DD5089-A608-6656-C20B-1D25079C28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DD249-3C12-FF2C-05B8-DA67109EC7F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0C4BD-5013-7AA0-3FCB-93CA66D429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C15FCA-D60A-2AC2-A7E8-29F2F85BFB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048560-5706-11ED-1654-3D8C5900A26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37669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A0C5-1936-47E5-5736-A274DA6B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B875E5-92A1-FB41-4B87-69CCD06C7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3’s in Row 6 and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01FB78-A9D0-C909-406A-3D773AA5D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3D1237-5DB9-B842-59A9-BFD788501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C86088-B0D0-A2C8-49C5-1883314FB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5A0B91-52DD-F25E-A5F3-1924B6B508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15338E-8EF2-D112-77FC-D09CB500D6D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4D1DE-3AA3-AB9A-6529-6B2024E95F2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6FA97-DF42-4FC5-904B-6CC531D9A33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DE6EEA-717E-79B7-E41E-40B0C8A57BF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83BC6-1A5D-759A-C5AA-1E6D9F4F4DA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BC2009-63C5-339A-55CA-E10B12D7A5F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24E219-5D2E-8334-3B0A-D5767A146D8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410A2-3092-67DA-0C94-47EF0B6933D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E49C59-7342-816D-76EE-642E43CE8CE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C7B7FE-FC98-3CBD-28D7-0DE55E500F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D30FBE-A379-2263-772A-10E540563D5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DCEBD-F86C-C33F-B5C4-C47B5B56C1D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AE94F6-35B9-5856-F68B-B1D8F81DA04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ED4872-4EFD-9B84-0EB0-00B85082210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C42D8E-93A1-F65E-F4B7-DDD768962B0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79C63A-6A88-37CC-A979-D10F660A2EC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49B470-BBD8-50C8-0FF1-AA43C063AE4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D0E8C1-D6F5-E3A7-5699-C6396D8411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FA7290-A1DC-5EAA-EF8F-1B2B6A5A0FF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1EC92E-4404-1B96-19C1-DD91EF7B78B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26A157-5185-14D8-1069-A64439ABE33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6DB3BB-1EE9-777D-8035-0377556DAE4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2318CB-465E-C2A3-63AA-0A0714805E7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8C668C-C139-70D4-B706-109C10EFB5A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11F247-26AD-9C0F-3E6C-83E08905E0A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B6B10F-6955-ADA7-28C7-54B00AAB4A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547A43-7DC9-4A24-597F-18F8CFF2F00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9F2825-D37A-83F4-F080-BE959F5171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19F09-3197-4081-06CD-0F15170CD93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FA30EA-EF7C-275D-CBD4-E433BAE5D3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E7409E-82D7-6A38-6BB7-3DCA9AB2607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1F327B-0CAA-DAC7-52EE-4174C28E06E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F8BEB4-5674-1821-DF3A-AF8E715AEC9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87A5AB-50D6-E4E0-7134-B268B3A132B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1A16D2-DB54-9672-B4F1-D6E46FBD50E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F4A4DF-E7F4-33CD-4BE5-01FC3A16526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5EE123-6FE1-9F6B-C301-F334E1243A0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8356D7-6B74-FF54-1800-DFA648AEA89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E52477-8881-004D-099D-DC18D4E83B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557C13-089D-BF45-4E32-51BA81201AD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95425A-49AC-2FCB-217B-B0D56159FFD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78326F-A626-188B-872E-E50C5715891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B9A67C-2299-5B7A-20F5-7509380033C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7F87FB-64C3-FD53-2A09-4DE8F50730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579BA0-5074-3639-B1CF-B0EC08CF189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88D9D7-FA01-70A9-D810-D98E2C38E8C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0895D5-DF09-610B-C315-D5B944FD1FD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EB7DCA-0EA9-D433-D8FE-DEEC5781DB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4094A0-CB13-3A1D-3DBB-136301D8F6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6C7B33-96B2-2232-505B-41BD17CB09D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A15F68-2F92-20DA-768C-F868EFA38DA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6191F-27C8-ECF1-AB37-4C1944025DB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8E5C49-80B7-F756-3B5D-49ABC385819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1415FF-A7FF-233A-98F1-99AFC68392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CF5982-E948-6870-4581-ECAF9EA5C1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8AD640-8CBA-8A68-CFC2-2775A91E10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AE7B5E-92FF-85E8-BDC8-CBD76F472C7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09ED98-20C6-485B-A75A-E7A5195B47D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5CB20-8A7D-2E02-6BC8-B21D0E0E390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05FE9E-D954-8CE0-E62D-31FD5C52818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B98AEB-23D3-5C09-4F3B-E3B2C791B39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FABC2C-468D-9B21-7F17-91C21E8EE8E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7ED144-D42B-A57A-E7B4-DBEB01920B3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57EFB8-AA42-BC49-F8E2-0F665F0613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186038-3C1A-E4FE-06C6-C444412D8C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1798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FBAD-50DE-5DC7-1689-5B066CB9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AE1B77-76A3-D4F6-14EB-B4147ADFC9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last possible 3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02FA40-723A-3255-7254-7BBCF8146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A86C9A-D13B-B129-388F-E594247F7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5E3032-915A-5A83-3F32-EA33C115E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14A404-6986-0007-0E17-44B623E06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4344EB-E068-0D14-78C6-C76BA4BE33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E084B-D4BD-C9BA-357F-BC7B5B655D4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03BE67-4531-900B-6506-21081B932E8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FF08F-2981-79AE-6583-89E74CFAAA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3DCD7-3500-CCF7-D18F-99B54128A7B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CB4B-4962-C39A-EF75-B21C09D91B3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2BDE52-1DB6-9622-7D64-E9942F73A8F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1F199-DDC1-514E-D281-28F18561F4E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AFF557-449B-A868-E607-E9265EE5D49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4B5F9-F250-E471-F1E8-B2936A4076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D1E7CA-DEF5-C0D9-E51D-8D77DE3783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83F070-F838-5F3A-B944-FC69C9B3C3C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4E4A5A-655D-94CF-83F6-BEFC54703F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C7AB4-9E13-97AF-3252-936516A6569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EDAEC4-66F2-1762-4442-518CB5B69DD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825C4-34DA-C5DB-90FC-9E097B90D50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FA42B-2F9F-D064-D838-0BBD419A272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52128-D446-2122-706F-F462FF2E71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122A94-46B5-D409-A8E7-0FA36663159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C77E34-B111-BFAB-E6C5-01DBA29854F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7B73D8-6F53-7253-5BED-AB2D59E99B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B83A00-DBFD-919D-1D37-A87A294F1F3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834161-8807-DD2F-40F9-A321F851D12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37E47F-E025-3A50-0A5D-8BE5E64FC06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D49A45-D273-870C-C185-BFEDD6ACFC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794FB6-224C-725B-9FE6-EE0EA0C6522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8F78FE-C274-C04A-3EC4-298D1BACFB4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3EC431-302D-0ED4-A29C-7C952D7C30D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5ACEEF-B423-85B5-ED5B-14C96DC14E5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238B60-8DE6-AE2D-FE65-23810BF82D5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026751-8D20-84F0-CD36-65F9737FCE5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102E15-1D87-FE28-C393-77C21E4F941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5E5093-F863-9877-99D7-804475FD2DD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690C9A-4745-209F-A4C9-CB41C61758E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B967F8-5684-C08F-9A4E-8F8FFFE6F28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C7D263-B633-817B-F9CF-329A990E85D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4D455A-5FF5-5CA6-26D1-A155E4A6FCD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1F3F66-8735-56DD-8240-68C16F6CC20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1068DF-0208-6C3F-EB03-2B340837988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A842AF-E976-3983-6D03-68BAFE8E7A9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BC7B70-C530-4AE7-3173-1AF20062B4B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9F32EE-50D2-F602-6230-8451EB70244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FA2A59-DF36-D70B-D78A-55C076597CB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38D541-F897-EF1C-1C31-A1893B02BB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FEFB03-7B5A-4FAE-B05B-738BECEA1FF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160A6A-FD31-21DD-3B86-1B536DDB1BB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8CEE58-45F1-A9AC-82AD-6A986312CB3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C8BAEB-C0A8-23DE-8F45-D25EE76933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F1AB6F-CD8B-2CD9-1F81-17D3419BEF7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06A8D3-479F-9419-F073-93E915C6F1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E936C8-6534-486B-9256-87940F872A9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F40F48-D9D6-7A8C-91D0-2B1AD8A0FA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61BBB0-89A5-E122-050F-2E3B518F504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49ED22-025D-A715-8376-BA0DCC506C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56274F-4AA0-5FE2-2FF5-019C07682B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6E0911-34A5-B936-6486-93C8A3761AE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FF1029-0805-0C86-5BC9-4E5197EE171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EEEC43-8034-42C2-5D82-390289241D0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8ACC05-CDD3-A40A-0FED-1BC7BF7C760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74895B-232D-84C6-00BA-D6596DC3E3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AB3399-9115-A367-C387-42BB2FBF30D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65CC5E-974A-FA6A-B378-5924FF54EEC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EAE597-0540-BDB0-825F-EA11DC0E8A4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3EB995-99FF-7C93-2B92-87A7F5C616A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964C0-1547-C68A-4C06-38E4F9A8E7A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1766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56A5-BD77-2A68-353C-BC11A5CB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F1C23-6C74-FD79-0220-7BC0D9D116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bottom center block, 5 must be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7D2300-A7AF-8F11-3736-33087B462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CF28CD-1476-1BCB-A358-4C4CBBA33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8F44E6-4C00-43B3-62F6-045CAB448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B42A1D-FA5D-5000-ACEE-3E8D6CBFC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AC7A33-70F8-770A-AF07-983E0D62473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CA6F8-3FBE-8214-BB8C-2F8624C46BD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73B8C-894E-BD7E-09FE-D44BA2CB574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365DF-BA6F-0B24-BBC7-B9EF26EE8EC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08091-D584-BF49-DDE9-1EB3B458E5B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5672E-489B-EC08-3816-F09F2C4E8C6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7B6A0-A8C4-2C40-46D8-5CAA539CD00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03825B-6735-BD50-AE47-6028A1C26F2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29F087-2DDE-44D5-C1F3-41CDD3D8019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A4A6A1-0B48-7A4B-F9DE-50DF4BE7405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4CB678-CF37-1EB0-CBA7-AC239C14D3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1F0163-2963-197C-6B0B-430DE4FDA20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597F5C-3CB8-9E0F-AE26-AA2F1D7606D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5CE73E-A3C9-2E13-7EAD-832470ED680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DCB45F-3131-D1C8-12D9-B52F8912911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E7DD87-8DEE-3258-C735-CEB7C952DC7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A5C17-0E6C-D0E5-1BA4-4A83634630B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F97A63-1165-CE10-EB99-894952D0066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A8E3AC-4E40-04E3-FFC9-E5A5CF3E4CB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CB3169-AAC3-FA22-5A48-62ECC51E835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090CDD-ED9C-0424-B62E-3FB4C6FEAFF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490C1A-3214-BDE4-5722-26D59AE1DA1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A882E7-DE47-4041-9304-A0C4006DDD6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05A605-FA17-A15B-895D-268E29F6000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5491C7-E360-DC59-F0F1-2819AE89394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F42A9B-DF17-717D-3914-0772A6C722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D73EB-665B-1A3A-0DAD-41C629BC852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3764F5-F7B8-2DBE-F92B-C775F62031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551C44-C361-E788-0D22-7748B77267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BAA6EE-5153-202B-F433-F1B4A0AFE87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68D92E-2F0E-3C14-7F96-05662AEEFE8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181CBC-1DFF-1288-4F73-90A4E855C22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3C152F-A493-ADE6-CA99-A5115926B30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205DCD-4B88-7841-3D47-8E5F701383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0B871E-1667-1260-D800-76396365498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66B485-9479-AADF-C658-81C211DC99D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F1F0D6-F3DE-6AB4-8516-54C12AF17A4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35A319-ADFA-487A-954A-1B6F9B01C8D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C035E8-33BB-2563-AF5F-603F483899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C1DA0D-EB3F-B1F9-4F0B-B6103482411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38C7F7-8EEA-A1A6-B00D-4811F936CE2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A868AF-10F3-5D22-6DFE-2E2541495A8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A3888E-4E9F-3325-63EA-F674ADBF0C6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BEFF97-F5E2-FE34-447E-F35B48BE6B6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615DE8-A8DD-E903-7FD0-ABD07226610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6E435-0450-9503-F466-9D6C569304E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F50FE6-29F2-0727-13D8-3F68774104F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366390-2884-D737-847B-807FFAA7956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ED1577-9C38-47A0-6DF1-EE2BADD160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E38C2C-73DE-C944-4F15-9D61AFEC92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2C4FBB-2A91-5585-1386-100DB907C8C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C1F34-72D4-AA04-51B0-485B4F6C647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7E44EC-BAA1-2C9C-7398-DD2CD02E90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D10A6D-C963-DBAA-0D24-CF26CA6D2CD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FFCFB7-EF7D-A0F9-D08C-5DBDCBB52AB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2C23C7-B6BE-FA38-AEB8-3EC598BCDF6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9D5A3C-6F8E-42CC-CCF4-6EEEB7C83D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AFB436-5727-B3E7-81DB-C3AED301F5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B28661-D34C-C672-179D-61419E2B1CD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AF6FC3-1329-0FA6-EC94-B9D4E6180E5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7393DE-F85F-0F78-A487-BB37A4419D5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B4033-62C8-469F-4EC7-93B6053EF4C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EB8845-471A-CAC9-BB95-C1A1191E1ED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87018B-4F35-4C2E-5BA5-4A216AA6F36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EFF01-9879-AA25-C424-88DA599CF81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57753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F10AB-80AD-AD6B-CCDD-9EC73672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C04EAC-4FCA-1B05-A640-485DECC4F1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bottom center block, 5 must be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C8110F-5510-D256-299D-423CAC473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F03BDC-7C72-57B0-2D0D-F032D8590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B052F9-800C-BA67-6D2A-199B1C30F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964B50-DE6C-1A5E-45CE-CF5C089193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B5695E-D546-07DE-2D69-FC7BB839BEB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51260-B8BE-DC6E-F23D-18EB34843A0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39135-603C-FF22-85DD-344668A9282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F0205F-966A-4423-1A70-D1D228B3583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5648D1-901C-3214-6A07-ACFF2FF33BB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8FC3ED-8A32-6843-9071-C7EFA25A3F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BCEBF-38B3-91D5-0521-47F7FEF850A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F309BA-CEEC-5803-8CC3-1CE943600C1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C22BB8-B8EB-B276-A61D-CB302E74B7D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2DD0D1-3C8B-3ECB-02DA-D15CA31FF2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399D2-6D85-17FD-4D68-DE3B8BD7729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611C5-1E82-3E7C-1276-3A0C37B46CA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BE1D9D-D1DA-1862-7932-4C836A4D04A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BAC461-3649-F89A-9341-FAFCDEE717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11D42A-FEA8-EF60-7A8A-DA04930029B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583DA3-7284-D9D0-7C6A-A51A612E935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86C325-067F-25DE-7A5D-6DA4EFD3557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06940A-3D12-B673-C66C-FDD88C3D6D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57101B-6B1F-8400-5623-0F7332AF90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1CFCBE-E2E0-F16F-A723-3C220F03F91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F98219-C7FB-8033-01B3-8C7F8A63886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76616E-9153-7537-BE64-9B7223E6B0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D3CDDD-7021-436D-2271-5392CC4C596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E42DE-9004-6864-7C0E-52B0652B485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1219DE-2A37-06F9-5E9D-0D60F8B5654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4D527E-5C80-E0CC-A0F5-6567709B1E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772E39-6E00-545A-39F9-3E97FD1ADDD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B2496E-4C9B-5F12-60C4-060E76A3EF5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07B517-FA40-71F4-25F8-15CB7F0B1B7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9FCC4A-9B21-D3D7-B416-A55794A591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32CD40-2370-BFE4-A30D-28173409D7C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C4B52B-7FEC-FD19-B9E1-A3E59D436DF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859EB2-BDA2-366D-510B-E98E0C48CC0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7E326E-C75C-4B5C-E307-8D23C3AB560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B92770-3C1E-EAE3-A30C-8334235F1B8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E23745-F98E-9517-4E47-3E631B70E73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829851-F8D8-498B-E728-8E920D47C9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D98370-6413-EFB3-C6FE-086C8FBFD7C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BE5FC6-E988-7BBB-000D-B4151F40060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024C6E-E56D-A36E-6871-7789D5B40C2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509DE8-BE52-A79C-FFCF-97DD6D8F6F0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641F68-75A2-AC3D-AE67-47875FCF81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A51CE7-E959-3554-ADC6-6E4FDC3733E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B5E948-D8A0-E06A-BBED-D489A5328D7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B4DEDC-B026-8E41-A826-22351F574BF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A5C1D0-2DA4-1E8E-4F7F-B90CFB1F60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211789-84A0-6002-88B1-AFEFF87839B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2CD386-784E-8A1F-99AA-BD0FD88EDBA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40BEA6-A0A8-5A51-6A39-7F70FB13D00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68F69-E585-D7E6-87D1-15D0C1836F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9363AD-4FA6-1D60-D788-30A1ACB753A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F98A7B-68BF-F6E3-5583-FF994D3195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6BFEA6-5D76-82E0-0FA7-73E5439B613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242A3F-0C2A-FD8D-8A01-D1A5D92B066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6E32C6-FE78-6CD9-416D-73569BE4ADA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5EFF82F-15AA-C5D9-1D93-A7E1D67173F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FBE9AC-ABFB-CE48-7035-F7F0AA3E9A2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A22AB1-50B5-7FCE-6540-1FC76FE07BA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C025F5-AA8D-D821-BB53-9E13AC271E3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748880-D102-3F27-78D0-F1B21712295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ED34D1-C074-BE07-38EF-14F8BF0EF3C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4427BB-2076-E13C-F529-BC66A486657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CA57C0-22A8-3A22-D947-F610312F90D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59E9F7-F8F3-3C79-7258-E71A44047F6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85976-2DA7-9006-668B-F2A0BDEA704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61349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A237-34F6-2AC0-D903-EE12FDAE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C131E1-4C78-96C6-30B9-CE7A54AEEA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71DD8C-723F-E551-9478-17D78C9D6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83FD1A-8306-4AB9-2330-368BC0B5D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02F162-8361-7375-73C6-0BB604487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424F49-61D8-6905-7594-2A3AFF0DA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2765B6-415B-EBE9-A789-6758D84447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86725-C3E2-A1A1-D2EA-2D41FC92C3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447A2-ADF6-7697-C222-AA62803778A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1CB53-4C1A-53D5-F3DE-261739E5BAE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40723-D40F-3BF9-11A5-3B6F17E09A5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23DD22-91CB-9B57-4E60-591618B734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D62227-23E7-485D-A8A9-9B2D860B3DB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55375-14CD-A4FD-316E-2BD8E4A55D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5902E6-E612-1E55-4274-A2AB67C3C82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348E84-0007-C9D6-EF82-4C3458862A0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6B948F-7C59-6E49-4F15-CB150B5738C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F7C5C-E3D4-EA9E-CC98-A1B95C544CA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D812C5-5DB6-69AF-DA60-145E6C8FD44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E0B9A3-2A3F-56C6-7556-8A151D554C5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CAC773-A468-580D-0538-F084410CB88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3BFAF4-6579-12EC-A139-B44E436418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D6E26-E1F5-D236-1CD1-0331C2C9C1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C48E5B-7698-F5CB-5C84-51EC3B6F447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CB5D05-E9EC-93FD-AC40-C2C8CB834E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CCDC09-F0AC-A497-FFC0-17C55747DAE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3C0733-64A7-F5EE-D219-A45822B034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386A71-611A-F501-07DA-2CA7F03AF67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441728-B6A4-9CF7-1E78-995CD54C24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2A5BB-F45B-686A-6EC2-3E0663D973D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7A284-3BD8-FC4F-0AFB-D7F3B5BAABA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DDAA3C-56E5-D8F0-DA1D-0CFEDCF0482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4A78B3-C99E-3DD3-BC99-652234152F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11C680-785A-7B36-C493-ECC0B12DE5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BD913D-C5D0-12DD-8020-4B46C4858BA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9A6685-B79B-6D62-6D90-ABD5FBA8059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607B2C-6ECB-BBA1-8A1B-D372B983E35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4CA2B4-ECBC-160D-D26F-2D98BD7EB6F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048A7E-75C1-7CA8-80E3-1F284A4A509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B8565D-8708-4550-429E-CE8CDA994A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98B6EE-B35F-1B84-CB4B-1EDE5D2AA51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456ABA-CA29-F629-A2CB-67A719CBCB7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4DEAA9-64DB-7771-354C-25D2549FA8D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9D260E-9DFA-F1D3-53F2-869FE3FA80A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3CFD27-EA7B-7494-97BE-62C825D6F7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445FA8-86A6-F008-36B5-C2D46565D9B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FFA920-FA48-4B05-0693-0A7C41948DD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AA514E-4BFC-55B0-E1D0-3BDF3EC67A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17409E-35B8-6FE8-2C2F-87BAD8055B4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64785D-CF22-E53B-7594-1A7507B6424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73BDE4-A584-295F-35C7-8199F8660D9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D9206E-9415-EF9E-B29A-A148D0267A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4D5B92-4E40-B047-688F-EA870F5FF3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AE32E0-79B0-8E58-D3CD-E727AF8194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0F33A1-947E-6571-730D-2DD10F3244A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1A4124-2D10-546E-07E5-8CFABC3B26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3CB06A-A2AB-A251-D436-04053B50B8B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A43051-D2C2-A78E-BBB2-E8E00479C18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8D99E7-A8E0-096B-96DE-BF1829C213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44FEBA-666A-AD7F-1A6C-5CF0690ECAA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7E972-D418-4D9C-9F7A-C2997F46D8B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56F52D-589D-DCFE-2667-605FD7806CA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55BF2A-750A-1C40-CA11-937A6871C17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0996CB-7AA5-EB5B-18A7-CAB58E90509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0FDD3E-3C04-C141-0A3B-6FDB49450F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1D0D82-2670-A446-EFD3-8C8E97E875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2C4817-FF57-973C-1AD8-E8F6E346F7D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B077E-5F05-1711-688F-69175786B4C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C3DF1-B1A5-B9D9-2F00-009C40C872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E61F7-4421-492C-AA98-30D6316F08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764626-A7BC-9A9F-5C4C-DC8E1544B90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59541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880C-F3D5-89B0-D1A1-13188EAD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BD0C09-7D95-22BC-E336-A083C142E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F1F0E0-5D65-581A-D91A-FDDA552F3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1C3FCE-CCC3-69DF-3CB6-AFB92E372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9CA15A-FDB5-B2FA-E2DA-BFADAA558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F141F9-04BA-0789-7842-E77AD9325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3EE4A-8E7D-293B-2951-71976BA4AF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A0FBF-C1DB-327B-BBA7-C959EF7D6B2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25240B-1718-C3F4-43D5-05D450DE7AC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609B5-07D8-4343-5046-5AFEF8B47C7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AD5A6A-7E97-F631-5CA3-E5D2D1BE43F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9971C-0DCB-521B-B4B8-080EF64A8D0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B85AD-8616-A339-5BB7-436F204B8E5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5F62A2-DB49-53A8-BF5E-7D2524EFCAC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0A99EC-DFB1-437B-79C3-E199EF4AAD4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BAEBAE-6DF0-9B6B-E2F1-52309D45EC0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723873-72CE-1D91-DD1B-3A806017F0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F1C262-F22A-6E1E-A091-D4282930BC5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B9398-A5BE-CFD4-56D5-9A483857FA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D9E3D-6CCA-DC3B-A282-6A222F440EA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56C17D-2E74-2CAA-8582-3FACF5375F0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C7B1DB-2599-C9B2-1D56-32F28AD69D9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ECEC42-4257-2F9E-A34E-650F4EAFA1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448D0-6628-FE7E-80F5-625443B6B12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D45C89-87DC-ABF1-79BA-7A39F4FCBC7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9B4C6B-D017-5D0A-6481-670F0966520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B6B534-D177-6B4E-0BC6-5BC2B72970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5C25F1-0AEC-979A-7B52-6BE5D7DD5A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954FC6-79D4-29BB-E27E-8D99B24935A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865566-938E-AF08-770E-39C28C58CE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E70457-6B05-D6E0-40F7-9DDF095EB5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519EB8-E158-7323-A982-93E8221DF1E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2B9344-D35D-E9C4-8206-D3878B7DC5E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61E0D2-4053-C501-6209-DE2B28777B3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568956-6CFE-4BB1-376A-3259663BF0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5921E0-D724-091A-02A1-3F8D547BEF5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5B0102-78E8-53B9-87DA-8CEE5196E3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62555-C4B5-8C72-CD38-30E83CFAFD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2C98C6-36AC-ED46-5AF3-155D06B14CD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F1FCF6-7AA2-7B8D-3309-933E60A2F6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CF4585-B22C-6787-6D0D-146911A0EB3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1F733A-F83E-909E-8A56-6B8F3A470AA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75A87-B8BA-63F4-5F52-B80F6313A30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7B2365-C636-B9F7-7955-C26909F3A5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1EF27E-2B33-AD9D-2E0B-6E4064AB3DA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CAA90B-8CA5-D5C6-E53F-5352D779C1E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E0151B-24BB-09B9-2288-BB63E81B1F1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27017C-0758-C2D9-9701-F596E43A9FF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D0634D-F1B5-D4F2-CF63-A05BC8C7D5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DCD1DF-A37E-04E6-E5BD-910F79BF709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4E58F9-0F9A-CB76-B293-6D5EFD3079B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01C36F-410E-D5C1-790C-46093F9DC9C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09B07-03E5-41CF-6997-07F6E685E35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4BA773-D1BC-EF6B-D4A9-BB5CB5C5A12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896CD7-2998-C831-0D3C-A79A40FAB0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AB3780-5ADB-233A-7BA6-0A00523F59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7157C8-5B8A-BDBA-F920-A1378237917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063435-DC89-F6F3-F5E0-B9206E23FAA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0EAD4D-115B-8DE1-892F-7076776216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B35296-7CB4-2457-CAA9-11B2D7290AE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3C89F0-ABD1-3C2B-866C-C614B654024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BFE74-F9AF-A9B0-14BB-D07D61F8D43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C21942-CB11-0507-666C-4588EA1249F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CE0196-DD57-EC1A-D357-49B9AD964A4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07D65A-C183-6AF1-85D6-394AD44AEBC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F920B7-51B6-0448-FBA6-AB3E498C1D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2F8BC8F-9CEE-046F-213D-72D06440A40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252C0-2127-56B3-4631-6593AB93AEB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7D537-6242-963E-5CE2-43F3B1CFCE1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43E59-18E9-BBA7-CA0B-873B015131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EBFDC2-E0D9-EECC-CF43-BDB77B351BD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60339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DA53-7564-D326-8CBF-D851F62A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878C67-06A9-A0A3-38B2-37C218530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7, note 45/145/51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F5F1D1-BE80-83A9-E879-27415ECB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3F82FB-F109-4760-8B18-9173798DA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CF465E-FCDF-B057-D5FF-6B00BAD4B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693C01-5349-8DFD-E706-F5B116856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F2F2C5-1B84-BCA4-C7A0-16AA21154C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0B943-B020-6080-2023-C241751FBED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3D62EC-4EB7-765F-426B-FC06BCB92BF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AE3BE-094B-741A-2161-A949902D712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A0F17-F071-8499-15DE-2E2FCD7885D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B15E3-5493-F9B0-395B-7EF8923CD83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14A33-54AD-7DC1-5592-2FFF17D3DDA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0B5F2F-1197-CB17-4C23-44D9EA3EF5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7F318F-D701-3B49-7828-84A145AB023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728656-AD20-478D-EC44-244B0623C4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89E305-16B6-3002-DEFB-0DC8854E723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A0B298-D2D3-0662-C17B-5AAC9E4CC83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B45DC6-ACAC-9C59-C522-CCE7CE48300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8A6791-702D-4453-1D01-E62FA752CFB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5EE1E2-F786-875A-8303-4E0801BF08E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25A3BA-3D93-0EB7-2086-5D297E2BA2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A21F8B-6B89-CAB6-F16C-F9DB5809513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85A874-3361-02D8-1CE9-24EF60A8F2D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F86812-9A93-3249-6DC3-EAF22EE07BC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641FE8-6D24-A26A-4616-DB8726CC02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0440BC-05C0-93F0-4F5B-99DA776A0C8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4F6352-4308-D426-5943-168B82BD8EA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9CBFF4-7A00-F5A6-878C-A3506D1A9EB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070A6-BFE0-FFD2-E74E-8497D04859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B9B55C-E09B-5E4E-E4B6-F73678E1F9E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6EEF24-16AE-CB6C-6AFB-C87BCDCC5C0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F5D4FA-191A-AD30-916F-5024AD1C2ED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3FA608-9CED-8393-AD0C-A22E5C11FE8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C22E56-201C-5FFA-EF04-F02D245E1D5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B32D4A-96D0-B9C7-3CAF-6DA117F87C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0AF4DD-8911-B317-00D3-F552E577354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DB1DC5-03A8-C6FF-F7D3-076590687F1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4058CA-4BD1-C1E3-4331-F8E58F5C5C9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14696A-EB9E-9B53-E2DE-C3E5ADD7AD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835772-1C06-2D95-F0D9-F8899DF6F2F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7A02B8-B672-7E83-0DFD-C8030502B9D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F35083-B6CD-83C5-F80F-FBA248E9F8E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F3E39A-79A5-D614-BDDD-8204BDB4FD5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08A3DD-B51E-5D97-452E-C0CF0F4FC17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F8DA81-CB78-90DC-D339-6BB01DA30DF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36086D-BBE8-5382-1CBC-8B775B1DD4E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BB3341-F16C-F9E1-E9FD-B8475B9AE6D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AA8C4D-A490-36B4-4400-D0D01CB6DBC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686EEA-D609-22D7-3854-3CF15540D1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9CF753-EDE6-DE95-A16A-345AB5E124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F0F33-3CFD-C932-B498-CAD9AD588AA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65517E-C493-4B60-C5BE-C36E728BD0F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A41FFE-B9B8-5BF8-90B2-654AF049BE5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E3F75-DD90-80D3-1AF5-33BF523B03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0243FF-9289-7573-6830-4AF2E874F33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C8F025-C90F-0414-4E29-AC8B5D4FBC7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27D863-2E23-48C6-57BB-2D4A4E43A4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509134-33E3-7E25-CE10-779ECEDC35E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145B01-74B9-0C3C-608E-952A64FC265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68A7F1-CE33-3743-01B0-D897C8E1D0A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7BFFEA-4378-D68B-FB50-7566D2D462B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2D625F-4A00-83A9-D36A-71DCFEE8E5D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206163-5C4F-F0B8-F4F9-285ACBFEF83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12F39-0D34-C6F6-750C-8AD46F2A530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83E32-8D77-753B-7F37-5128975EA1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28F55-1C59-6EFA-3796-210F03E4914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233E00-CB78-D8A2-7265-B0CBBCCA47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D7FBAE-646D-7A5D-947F-6A636AFC5F9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07A96-A725-8406-D1DD-E598ED2BFAF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CBDEDC-D5A6-88FE-CA1D-4D0A4C695CD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44657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7C71-3D7F-56DC-2B4B-1F6D2BDC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6C900-8EAE-0977-9AB9-D3957EB054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C67E83-C09D-EE2B-4CC0-4EFE4561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61A7D9-5478-4414-AAD4-826B2C27F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4AAED9-7A34-F1D1-F7D2-DF3F54D50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3F0645-12EF-1E8D-89C7-E8010A3E9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FFE7AD-37A3-C9F6-C9AD-F3271309B37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553CC-C132-BD04-8983-362B1F5C30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6830E1-19B1-C666-7633-5576794A0D1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67AA52-18F0-FF2F-8374-AED485F63F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9956E8-708A-9E5F-5915-B303C2C07D4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7EA48-7C7E-FD29-CFB0-AE17D71302B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B0C3BB-366B-E0F3-6C8D-C86DDCA147B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F2C85B-535D-2CD6-C1B1-5680A48533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CAF381-83D9-8BAC-B89D-7B9FCCCAF3D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127B0-D45B-F556-7DFE-B821973368C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737B9-3F2E-C292-5C27-F525BDB8739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0F4E30-9F0A-F12F-5D54-A4D519F7066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EA3B43-9072-84D8-A664-69008D00708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FF66AF-E2BA-1448-984A-7DE27DC8A6C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EDD008-BD8E-D31C-6ED7-DF35B178E62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7279F6-BF99-B0E1-A303-B1F89907F06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8D314C-808F-16AE-7561-1D26D044372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82B0E4-A0EA-A703-A4CE-AFCB3389D8E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1AD7F2-350A-7311-6A06-7ED4E94607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32F53F-9D92-85D5-647C-BECF28A8A0F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CBA33E-8C3E-16A8-6358-E22175C9B8A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37E89F-A1D0-9E3F-DE4E-FD784A39EEC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1AA062-E732-768C-B5F1-7FAD26C253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7A586A-B5DF-D3C3-7169-D32AE9891E5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52D9F6-C4CC-EA0F-9A6E-A66E1DB4B4D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1DA264-5CAA-624B-D217-939D48CCE80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555A7B-2D25-A61E-091D-3A1A5320520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65CEE6-EAAD-52DE-188A-F7EA7C0272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0E2D03-9D61-0EA4-56D8-F2A074193B1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5118F8-F073-1D5F-FFA8-913A22C8AA2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B2A4BA-E8F1-F5AA-CC52-DA9D846F4B6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3AB607-1BF3-B83B-F614-66501D9C8F2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EB90C3-35A5-31D7-3AC7-62AA5AB4BD9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46D7C0-9D92-D427-8F2D-053576246A8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128A6B-351B-2184-CB2A-AA523BF636B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DCB80B-959F-E559-118A-98D43C3828D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8EB5D6-DCC4-8FDD-15EA-94EA089D5DF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614320-A479-1199-F18A-04BA3795B8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D15D5F-BA62-996B-53F5-7D5D6194E9E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4C6FA8-C6C1-010A-17C6-02D6A052798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7C98EE-9DFA-D74A-92DC-1BAEDEB8F7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88F4C9-3669-6ABA-B865-F1383C8ADC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5F2A18-55E1-6CD4-CDCB-DE42B33C22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50FF5E-EA5E-D0AC-9905-BA476C8594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3841F1-4B3D-FCC9-5646-0CBBBFB900D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2FFD25-65DA-49DC-32F3-20116446C3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BA8DE0-751B-378B-61E0-17FB84E98D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4992FA-F831-266C-AA0C-66CC46F7901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E8854A-06ED-55EC-A92E-FC8825745C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805E76-D084-B876-F82D-B992BC61D25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FE688-6D13-E2DC-BFDC-06A22ED0FAC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2819AD-FBE8-BD47-1AAD-23D851C7C68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4F31AA-257C-BA7C-2644-11E1CBCE9C3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82444C-328B-4CBC-9882-0AC74F6EC50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ED2999-8857-332D-0BC3-33A44380359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F01F27-6525-D942-186D-67269A429A6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F3E47E-1E1E-4E6A-94BB-7F3A9CC61A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56E667-7E28-919E-A671-E017AC704C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5FC7E2-445B-D7FF-B165-992614B3788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21F40-E4BC-9414-E672-28E0155A1D2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0A9369-656E-2BF3-DA45-4EB6F2FAC4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4BC9E-3062-8D7E-9621-8662C26B5F3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BBF9CA-DD0E-FAB0-5962-4D9ECC6A151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C81AB5-FD0C-D83B-EA2E-7B3FBA0AB1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CB569-2DC8-388E-2C84-D753F3B39F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83034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2332-F6BC-F7D2-6BA2-CD82112D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2BBAB4-331D-3719-E76E-2B67E304AC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65457D-A4FD-692F-0317-3ADB260E7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322039-7EDA-3D1D-9D15-24BE6436B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CA76FF-A7BE-D97F-B2BA-1510B584D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F1D0CE-42E0-607B-DB27-684825303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F2878-2BAF-7DC3-FB01-C1AB067D90C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2E6922-10D3-2278-D9FD-1F8622522BB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64EAFB-E630-86A5-1C03-4B142AA8BF6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B324D-E3E1-9BD5-7BBD-5B0D0932E37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8F9938-905D-C0E4-99C4-58DC9892C32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17212-B820-DFE3-F483-10F27E13802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EBE03-257D-8D8A-10F3-4CAB9D2AA76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577FF9-1180-1F29-A1AC-3F8F72D1557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699E74-C9AD-BD71-EC2B-E21E92A48D6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FFC2E0-EA8D-FB54-13D6-7F7AECC91D4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82773-EC4B-4402-3087-6C907A19410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9DD0E7-F306-75ED-1397-72ECAC124D1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DA31A6-DBB8-CE9E-C075-A0448A0694F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0D2071-1919-762E-22C8-1B3F225D80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DAE506-21F5-033C-3F4F-4C6667DBF66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A15657-6CD7-6124-6339-31BD17932F8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122D9F-9DA2-B318-7614-CFEE0D0BA38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A2B95-B827-3E8C-4DEB-5E19D7131E5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172A9A-FE02-EFE3-04E8-076ECE6EB9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1FA2F4-42D0-174E-A39D-6876C9FF7E5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D10A0B-2195-2437-6D44-37C182A7533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A9697D-8143-9DE6-7FB9-FD6384A56AD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0DC493-CD44-4B7D-4C83-FDC990B83FF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D6BAC0-12EE-F248-582C-898BF20D18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BC42B5-E0A4-4A6E-A1D9-C7D5514FB27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03F4F0-FD85-4B1B-495B-A82FB096C37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7CF082-00F8-718B-0AD8-AECF08583A3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EE3D71-80E3-037B-D17C-FD314341809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4B60D4-80AC-9670-64BF-25FE164F201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836EFF-5718-EAEE-4BDB-C449CDC2A6B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DEB84E-3C35-4731-874F-36CA12C2BF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B8719D-9903-87E8-964D-03A0F5C1290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6BBE13-4BC3-4C7B-9A17-0EE913B4A9C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7E337E-35D5-397D-5E3A-C561403FFD7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DBAEE1-B7C1-7657-A151-F98C7E19FBA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806E58-E852-BF1A-B055-F976EB463AD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24778B-219F-C48A-E3E4-62D791AD31A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EDCF02-A445-9CA1-328D-42C691C278C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9D6DC9-98EC-DCA1-84E6-132930F12DA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4DB068-E948-4FF8-9C7C-B8A068F5C73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0BAD81-278C-DBDC-043B-116E6427D4D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8D43B-659E-7E05-0889-C1381D32709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C3CA78-C35B-5ED9-D705-AA2E66DC44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49D928-85B8-BFFC-57DC-6DFD558166A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8852C7C-E742-5113-7C24-2B99AB8FA7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623C1D-6623-2237-D52E-327D79C8CB5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EE5B8C-57A5-C659-12B3-C29FC1BB644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8EB9A0-FC75-C130-7A2B-B181BB90F8A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65CE4F-5C0D-8E37-DEEC-47F8965DDC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2BAA20-2DCA-F446-71CA-620747F1D53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DF6FF9-8FE4-B4E6-5A26-B7E20E7221C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2AC045-9DBD-0082-6120-FC3A4BED8BC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6DF206-FADC-781E-BAAF-E203B2A7E86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3B6D1B-A3BA-83F1-8C40-F75A2B4C986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4598CC-D7E4-0BA9-63DD-C6E3FDE0A3F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3A4DA-5C9D-BD7C-B05F-293D3361122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E3AC1-0BD4-E2CA-2C7D-118685563E4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AF7EE-F7BA-109A-697D-6330659E5C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9CAA34-E0F8-D921-D92D-6BB15760F50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9BA1B-E28C-F533-FFB0-88B4248DC7B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D0B5E7-6229-6D70-54C6-7FD02D19B2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B26672-6498-D16B-AC6C-E6139CBAF39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48C89-78F0-AED4-B814-EDC9C8E2D3F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7E4E64-6BC6-014E-A2F1-46FEEB9FB70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5EF5AD-9C9F-DC5F-4097-8B5A02E9942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38080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6CE26-FA98-9CC8-33C3-6646F2CA3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3C665E-DF9C-7172-EA90-03F7AEDC9D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371B5C-5BBC-1546-EF0A-1353661F6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0ACC9C-73EF-3B83-DDBD-129C890F6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6D77EF-CF98-BF08-7A15-FCF67D208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CEA458-CB85-BA12-64DA-C5A5E793F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97DC67-CC2A-B523-6111-281583040E7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75F07-D48A-21A1-4895-875D2FA3724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D1B3C1-869B-D123-9C03-CFBB4CB5F43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E47D9A-E58B-5154-CF4D-DB3F2BCF643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100DD-9854-E257-DC84-4DCBC130185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A65929-360B-3216-A653-B52444F32C1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ECAA2-394F-E7E7-6F07-A6B1DF1530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3DA9B4-4240-6314-7AB4-9232086B81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70A8D-9D37-6491-1E94-8C45BD60BEE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DB820D-2224-D075-4942-60FB17FBAF5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D391F9-5AA0-6C79-22B6-C63327982CD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E6887A-05EC-34DD-887F-C7E0ECF3795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51F77F-8C68-B17F-CDCE-6248C8C6D35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C07115-9BD2-F0C3-1F95-7D79BF985D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53A777-17CE-3BBF-6474-823EC2E2D3D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786BF9-8A16-953D-A082-063C0A8E000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8D7723-023D-6137-44B4-DC606E4CA45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5C0492-199C-5DBD-07C6-08CA4B1AB07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BE1C8A-9242-B4DD-1922-3A6548C6457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A337BC-27CC-5CC4-9376-B9E8D67F60B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63F357-A468-D7C1-AD28-CCF0D39A74C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DA1B25-263E-A17D-3D25-D520A92BDC2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897BA0-C873-5353-A0F9-7989D31EBD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FB5C36-F82F-BC75-0CB0-2EDBAB2C14A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00CE7F-D4FC-2239-D9BB-3F52E0D04B4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B0C426-B268-348C-DE1C-32B8D629664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00AFBA-4FAE-8DA6-A68B-191C0B136F2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228FAC-E96A-821C-CA28-2FF2700E9DF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7B2590-3AF5-80CE-A8E3-4991E3DFE6B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70F143-9170-B20F-6817-F66C148D3FB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030703-BFA9-2212-70CF-6E03EC1B228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49966D-9466-39D2-8435-362BBAB1FB5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F6BAC0-3798-A0E8-7936-EC929FC0778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C1CA66-77B7-0020-139A-1F5252147AC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164FC9-EDBD-A63A-7260-8DDC4BD7A9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21FC57-B980-886B-9C13-421C960AA8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579C3C-C0C9-69A3-0271-5F9D7F05AE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3294F1-99C5-3E47-FD5C-BCA7AB1A743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BE4CE5-9240-E430-D26F-E824F18C987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64046E-D6CA-D1CA-9E4B-119E22F98EA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987630-4BDC-CD63-58DF-E8DF2CBDC04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C49A61-BECC-9E42-7757-1FE79A1929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5B6FF7-A2AE-4EE5-2D91-C5839F22076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BCE7686-FF21-1C93-D534-B9FA897BE78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AEFEE-9F03-61BA-548B-ABAA033FB9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BE14BC-DD4E-D4FE-305E-99F29A494EF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9C38E8-1E97-F9EB-1BAF-5B646181EBC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FB5C59-C8F2-01CD-FDB8-1EF9FB99FE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A8258C-D5B4-987B-391B-C3A6A8EA833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60DBF4-99A9-270B-7CEF-23F731C2EB0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6E33D4-42E0-E6E9-6341-4FF571B3FA3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A8D3F-B9F0-3FBD-AE20-C2D95F8A4DC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6660F-7A67-B1D9-4EE0-CE91908035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7FEC7-9DF1-282C-4E2A-9C490350D60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CF9773-4BE3-BBEC-972D-B87E026E0DC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44E855-EF6C-BBF1-DE17-7E1B0B2A6E3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B7B18C-A876-590C-9B57-FE595E269DA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F6D002-F744-0758-461A-70A5262FFEB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48126-2557-C261-8372-77BAFE754F0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73E61-7023-6D95-9A22-194C9B3F40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2D0276-F727-1EBE-9EF4-BBCDAA6D02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5A90BE-2BC3-311C-C610-12B66AA6C33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7C792B-73A9-A49B-8238-A8EDB42EF9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991363-D9F6-13AF-88AA-8E32CAEF5F8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D0C182-894F-6750-B70C-F7449B00AD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7750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885E-1C35-0884-E4B4-F3C8C5BF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FDDC6-0126-BDDC-6548-9983D2A8C6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2A5205-F1BE-588C-7D09-BAFEAD802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64A4AA-C465-4AC0-577C-C17D6F75E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643F92-7A47-F6E1-064C-A6082A200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6B646F-CA40-E327-1610-9642B0BAB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066876-2D3C-6480-7B30-3280B9B21EF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F94DCB-EB22-7650-F7B3-ACAD168DBD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AF1C7-123B-028B-65BA-085DBEE6C1B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3B71BB-B5DB-1692-9ABA-0E2FC7739A8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63A56-AE18-F2D1-BC91-5ECF57A73CA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C2D1E-D5B9-1F62-8A3B-9E409A29AE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E41AE-2581-A728-B9BC-C6266B9CF8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00046D-5BAC-18D1-2B3E-4DF422FBD2F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13D383-679D-ED06-BDDF-87FFA3F6810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8C0DAF-4E93-AE0A-3099-EFA4C4E8BF7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5DE340-F613-90C3-3D38-3DDB7C4D28E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9386C6-F53C-9BB8-1D28-15F6A5E918A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AC07A4-7299-642D-2DB6-9E79DEA633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D70056-7955-649C-3A37-8487029817C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94468C-AF3C-782E-4214-0A504DAB442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DC2B7C-6FB7-DBDD-675F-45CE3E56A9C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6E6B0E-D5C3-DA3E-63E9-2E0A3C5B93F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4B3D03-3B22-2954-9957-266F07A0699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591262-584E-BC76-E920-7BD7B3D2798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0A69F0-B964-8436-99D2-47B7864E9F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318E5C-3FEA-A39E-5E44-BAD2034C347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705427-003A-51F9-4A83-8F12A897EB5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EBBD00-A2E2-219C-7DAD-417C91781C9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AC16FA-EB0D-D927-C37A-916F473A63E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02A535-1BA4-4BA4-613E-E8E910B1CC7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AD025E-FD1C-6098-5304-15728F3FF27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BD2C7E-58AC-3996-1DFA-DAA6113B11F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82E32E-1C81-0ED9-A94D-D1DE98F9F2C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09EC18-8839-1E04-5833-C526B3FA7E2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C25EDC-C1B4-09BC-3FFC-AFB1B644C7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9F9ACE-62FE-0F23-117F-BE79D7DA7F1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C8F659-7297-FEC0-594F-694BAED0DC3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99B68D-5959-6F9D-89BD-49B5603C946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044F9B-6237-E737-D493-A287671CAC8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F27406-170B-A80D-AF7B-B68FA5D5985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57956C-BF35-1AB7-0057-476B231E326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D53C1B-E27A-6137-D6BE-D381E2D587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F00A7E-3A7D-B45A-6361-381D9D3CFA0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D5DB21-BFBF-CC5D-3076-BE32957CD2A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F99DC1-6688-F2A6-E021-0277DBAB91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DBE0C3-EBA6-F6D8-142B-C13543400B1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DBDB2E-5A33-4EE8-545D-B57EF832DE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3B4F24-B83B-8ACA-1281-4927BA190E8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FEE1F7-5236-56DE-77E6-F3ECBC85FF4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3BC805-1687-935F-D5A6-6C8142B9206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49804D-B977-8EC0-B680-AC1F168F9EB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CB971C-A9DA-64FD-C43C-1106320391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9552DAA-4D8E-60C1-7E5C-1E7D424CF16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F7A8C-7545-65E3-7C27-262EE40768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63048-AD29-D705-9CA5-4E9A7042C3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131FA-0A09-A00F-6150-4AADC1D3977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6A32B6-C958-C2DE-3C60-16B27AB1DCD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63016-008F-106D-C6E4-2A0E3DC6C33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D21A18-71CD-2709-BE50-1E81EB1F8A7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B5806-A431-A1F7-CFCB-B6A82F055D0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7E9EB-3F64-CDA3-8645-6092A99F79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B9C6CE-F19B-782A-FABA-8493E0F446F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05278E-B033-2812-2204-B3AC997AA63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81E354-37F9-888E-AFAC-3A1B6D64075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E094CF-BBF6-26DC-5ECD-07C78F7626E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177029-4503-B6B8-2523-7E4300E25F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69E7AC-AD79-7A85-A5C0-7C8CD546075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8C5B9-5EE6-C664-3AE8-180B028FC89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F762A2-4921-506D-24E6-120B926766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D68DCB-E80F-C7F5-033A-94F4D3D0D3A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78501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285A-F41B-5254-13AE-FE40D20B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A68CCB-0ACE-5ABA-33CD-6E63246A15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40C156-C628-E75A-3F61-378399AEB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5FAD89-20E9-CAB0-5E70-3E6D0699C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B647C9-B55C-9BD9-C9E4-7125C6474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9B81DB-4D60-35CC-3A74-F2CE4D44BE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F14388-3714-CFB3-D34C-9E6D50B7BE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8BD48-50E4-6190-FA7D-2BE8AF41AC1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653AF8-DFD7-4BFA-1F0D-B8FA584FAB7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3247A2-B0BB-DCF9-590E-D28DA55FF5E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3E2548-5B0B-6D0A-9C8D-A11FD78D60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0F1319-BD5A-FFB2-D348-D878F563B1E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7E7653-B92D-9A41-946B-DC33DE1CC66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F3835A-B35A-9B5D-9DE2-C2FC94C952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201D63-A783-4905-3584-5C555E251B1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5F2D3E-A88A-AB3E-80D9-E298916827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406F9B-EC59-0A68-E915-6ED9A580217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ED4F9C-2DE8-5E0E-0BF2-A878F4776ED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2F66F7-2A85-2DE0-61BF-5F297502478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2C3A78-6F9A-350F-1ED2-939F8A58246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DF72D8-4342-B76D-864A-C33F88D5AE9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0BFA2D-D836-16A1-214D-E291D01EA7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980ED1-DF08-86F8-A447-4F0D10EAD2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138583-15FA-B54C-667C-DE9321F8578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AB75FF-821D-A1A2-C893-5DCA8517ED9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D3A855-11AC-C465-785B-8ED28E9E0C3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DC1838-BD09-5D42-A3AD-65EA3A2DCCD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93B8B7-1F90-B26C-DCDC-59D89F4DE93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5CA2A1-3E3E-22AB-617E-788E6F0E07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9A741-D690-E767-A260-944FDFEC1E3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E8BBB0-C82B-6F87-2F85-FBF69744530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454AC2-623C-5B76-B3E1-509C0803BFD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5B31FD-903F-B219-1A31-3F2A9C8933C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E038CD-AD2B-DA6F-7001-6D52079F264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2EBEC5-EC78-4B5C-1F5B-5DD3CD0E6E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BA40B9-38F8-4F1D-16D4-DF73B1AECE8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B92F91-614E-EA14-712D-6C6B77890C3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58C424-DD07-42B3-34BB-F27E5A6B33D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7E5C7B-CE0C-C3A7-C739-2BC82FA3990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EC9CC7-CC6B-1916-59ED-76D9781391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376021-20AC-E2B2-0752-E58B5F3330D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DB916C-8D49-06AD-F998-564984A443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D0BAF8-DD9D-395E-F345-BA170DE9E7A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BD00E1-B1D7-56A3-EF1A-6CCFC083E33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E47D4B-13DE-2AC9-DF22-CBBA8E3FB3A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D1E502-D3B2-B23C-357A-02D29BA28B8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3D764D-7001-72D7-A562-14784524B76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CDC4A6-225F-64C3-FAA0-403C177E958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8AD1C-B565-0C31-3E81-4FAF9BA8FAD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03F43-01AB-3E91-65C9-C033E47C74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A20A17-7422-D270-CD53-AFCBFAF6979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BE5A8-EE93-2093-22F0-4755957B5A1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336CF0-DB4A-E167-748F-BD314A842B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E56C6-0F39-BDCE-95C3-B0EA6487A12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9EC0E2-214C-672A-8800-0BB63AAA031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E6923-D7DE-8CC9-EED3-A9F4A3B7118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9A1BE-4858-5D02-E098-4D67CDB0BC4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E165A5-1BAB-5864-1037-6AAE149AE9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C34101-82A2-07D1-3B7F-E7C8FBF6140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EE30B6-057F-AF06-1393-DA6F5180C51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137E79-0F87-C9B9-0764-B218F057CDC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2F9D4E-26CB-116A-20ED-CCB9D9DF8A6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0E0177-52C0-FF16-689B-1C342B4255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76E974-0277-C05F-949A-3E6D5668AFE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DD963D-7B15-D781-25B7-802A37960AE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CA511E-32B5-ED9F-6368-2CF9D639021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185084-B451-E985-9D89-8C1C2C6A9A6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4C4B09-8312-F1FE-EB2A-0AC286D468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F697C-1B50-4AFF-7682-B0DB1F12F2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86290C-13AE-EFB3-B9D9-7DDFABD4A4F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A4D4D3-FDB9-B774-0453-95653CD1ED0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6426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9B89B-4373-C1B3-5C98-F6620CB1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A92BEE-D664-EDB1-D268-3ED9C4CEF2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ABAF0F-D813-89C8-D91A-7DE8B4FC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76529B-B143-248E-15AE-D86D6F392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A040CB-5A4F-A0E5-6F0A-40F05BE5B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F28117-7AFC-9C39-0BD9-A1D0A4685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A5B7829-9C27-0B10-6AD8-886244EACC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AEC010-8E2A-A9C1-C347-78D4E03EF94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A8C58-1BC2-17FE-CAAA-BB0CF556C44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14EC9E-4EA4-C870-A334-C060E5B620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928BA1-8241-EAB4-B008-DF7F85C74A1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BFD826-AF99-842F-4001-25FD4827DE6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CE4CC-0222-559B-E07C-F11FE56415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4DD6A6-4196-3304-679C-CF0AC6FF8B7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1F6A99-C4E1-6762-EE4C-45C93888018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7DB148-DC30-B31B-5420-09E0459C629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653D03-34C2-4B31-A67F-C3B5D062541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C1C839-E2EA-CEE5-FBC1-0D020882DDC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30FD00-83F5-7CA3-1E85-A22EDC66611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72AB09-28CA-7579-AAC1-4DD0CF98FB2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3CFDB3-5FBA-A420-A339-ECF7A8880E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3D5F8D-7590-1B66-BE4E-A53ACAC66E4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2459C5-4A76-F338-139C-43C890793EC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0F57ED-1507-D3B8-FEA0-6303BE14A2C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E0D237-9AB8-5F53-C7EC-5616842CA14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21198F-5879-C121-C386-644F4A644F3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AAEBF2-4C63-D57F-8888-9CF0E64EDB4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B92B0D-2BEC-9731-9793-BCC4C45F2A9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16155E-C335-2134-3607-88C3529FBC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CDA554-536F-6267-B28D-296E540D0D4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5F7DC8-B68F-3329-FF6A-7FC5F9E1A94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92E091-909A-986B-90D2-DF3FBBE2EC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CA36C0-ADD8-6DD2-BD0B-08399B5D91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3128DD-63A4-5072-E5B0-5E8F495AC4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4ED1B9-6432-0FF2-91DF-45F6A8ED8F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445D2E-04BC-7F69-CA81-91B6A61CF46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C070EE-37D3-EC43-45DF-CD6BE8610D4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D0D07A-C00D-B0A2-5099-975E80A5DCF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3E9003-7CC7-8E25-0CE0-B95A71B6AC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401970-C3DD-B19E-2A72-BB2A227BF8D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CCA8D1-DED5-8B1B-4DF9-8E1A0F22D67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49B7F8-BB5E-B5E9-2A93-80BE0F4FD2E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BB96D4-125E-34C1-C68A-CA9DF60CD40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F8E82C-17C5-641F-2C3E-5CB48AADCA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A9D3C-82F2-17AA-2E6D-C851DB26ACF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F081A-32FA-D8F1-ED0A-154D37F8058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E5F3CA-98A1-1DF5-8AA3-927B6E16D9A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2E7DE4-6ACD-AD95-D668-52E50AF34A4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5AC003-8ACE-9E76-B37C-643C8A932CB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A56AD0-2807-9824-32C0-277DDAC157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A19BC3-0AAD-977D-1193-55C326D7E94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F1629-135D-F497-9DA7-2E635AE14D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4E0D2-FF58-A000-EB9A-7D2BD8028A1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0FD986-B37C-6499-2308-0327F8C6A70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1C9B0E-08C1-F55F-9F99-2DA3BB8498F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87B024-6B19-9B11-C055-A83F39B2F5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0047BB-672C-B43A-AC31-86CEB300DE1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85ACB0-E055-D9EA-9101-46A7F84246B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1DA0E8-F7F2-603E-4416-41B3F29F993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B8B40F-CCBA-F876-3E1A-3E8D645D24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AF17CD-6F44-4A07-AE12-E12DD7C123F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9A9502-24EF-BA78-50A3-C5C08C8B5F0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660815-DF27-EE80-3C1D-7A8FF3CD2D9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39F894-A97E-EC43-59D1-FA77CE6AE1A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54855D-F5B6-86B8-856D-E0404F81ECB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AA0DD-2B1E-52F8-3BC6-D9226252BC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799EA-18A8-5216-8C7E-15C88DDE82A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D6681B-B4CC-D7B8-6CDF-EFD7AF9FE1E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91D155-0913-29AF-38AF-9CA1D4A3B09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FDF446-A3DC-1266-3452-6C71CF92AF5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F631D7-20C8-567D-67D4-233C4E0A25A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22970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59FC-A247-7C1B-0128-CA9A89E6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BC9D6E-3FBF-E5BA-B32B-811DC6001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3A8C5A-50CC-B669-6A05-874BA5B73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50001F-A356-AF49-F142-E681093E3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732759-17ED-3148-1BEC-ED441FCD7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255FAB-4C34-A005-C699-2199EC799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C4F1F8F-27FB-59D8-2261-D5CF295E241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693E8F-98BC-0C8E-4102-CDF5EEABC7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B19FAF-0B38-0B6F-16FB-79F09A42542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A6034F-2CBC-8B04-2EE9-7C3040989E5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3E2B4D-413E-F436-3F12-A0D3FDE129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3CCAF8-C127-D7FF-1D76-4B3B247E44D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0DAB15-F4F9-EE1E-0930-F7FB16EDCDE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8CCD5C-D0AD-10CC-225C-A579DE6EDA8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4F30E5-B10A-22FA-732C-ECC258E4A9B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FB173A-C1EE-BA50-2DD2-FF10F3AE2F4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F46559-E537-733B-D3D3-822F50C790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ECFF2C-7463-516A-684C-7EC167147D6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67A19E-18F0-E1EE-DCAE-481143F00F9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97723B-01F7-D652-0289-2028EC3DD9B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48E815-FF94-E6BC-A2C9-3EABFAAAF1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8D00BF-E3E9-2070-85DE-167306C18BD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8C3B6A-1C02-CBDC-648E-0DCA8FE381D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868EDB-7F72-D685-BB41-4D08346ED7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BE40FB-DCC2-C83F-FCFC-B5E5ADA57E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30D6F7-2896-B328-D966-F4E63C4CB7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AAD2D5-6F73-B4B5-F3CB-6C01F1E5C9B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69F42B-E1AD-B81C-0AE4-07B3F74DD1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0B4D75-5DC9-BBEA-0E50-5113304D408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04EBBE-1A65-C4EF-BB3D-11C54A10A05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77EC02-C210-F446-5E0F-69AE2C18696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562DB-CEE2-AB86-3AC9-F3E3572064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D15D87-78FB-44CA-1FC4-7F431E0C21E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FF2DDB-5398-142F-1726-BC7DD2CE71D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9D6BAD-C592-6873-7896-A60285AD9E3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F3A55E-247E-3BC8-7CD3-3D6B4405A1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C96BB7-FCE2-EF93-74B2-3AC1FED7F04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BDFE15-FCD6-D544-2F9C-E9020BD5B1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1AF64-BFE1-A366-9A42-D406B11AEF8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10794-7895-4FCC-1514-9710832F07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C42C72-477D-2936-77D5-6510B79349A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E292751-76DC-F681-4738-6CAC35CCE0B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64554-19A1-1F11-B18F-996C0DDED3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D5E2D8-1E49-47AA-D1CE-68603AAB634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79029-56C9-2FF2-ECD4-75C010CCD3B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D29632-85D2-E67E-61FA-59A302E005F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09F54-BA54-5F34-D746-8F4915B665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6FDA85-B290-D8B6-B421-4206E51BB74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FD51AC-DEB0-D89A-5CD3-A8910356D66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5B197-64BF-3097-72CD-6AF7EFE1560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825B8-1785-61B0-AB7F-C6F0B01D4A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AB6A5E-3CED-E501-EE75-3A4F55589CD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6754E-A56A-B137-D94B-14041EC6D76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DEDAA-E021-8AAB-5A38-98A25ACE31F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584986-D125-6C48-3297-DCC748EEFD4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32C39E-ECC8-A958-1834-F62E3825E9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873DB9-33AC-2D3C-A17F-B41900DB717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411882-E128-4DBF-B754-9B44834B2FE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C947A8-7419-EC93-843E-6FAC10F5AD7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0628DB-B66B-DD3E-165B-953B1642782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A624D-C611-6664-140F-F491B980E89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3E2354-0951-6DBA-D94B-782AC51EDF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A3E34-113F-4A58-0349-8C776AA8FF6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E44038-A9B6-6FAE-7799-FE2CAB009FF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A53881-CAE3-B450-72A4-0505F6A6964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54F4B0-8CAD-F9A4-D6E6-73A1811DA2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71C3F7-7DF4-CD28-3934-5FACB551E44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44F102-8093-7846-5168-B77600C247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892502-AF3C-F015-DFBC-366E3E27E2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ADC2B6-9843-2B34-F181-7FB2DEEA4BF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D8E61EE-3B67-D170-B6C3-F8AB3FE505F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0454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BBD4-CBD1-666D-F54A-0B9F3187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9A9B79-9BF2-5472-9D77-DFCEECD984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89207D-37EE-4647-BB8D-8F1082C5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19F9C6-8B00-28C8-51AD-46C7BA3F9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84ADEC-CA79-AC67-5593-41678D6B9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EA5A3C-7947-AFD2-7227-481B9E9BB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984AA07B-C990-003A-7291-DD23A3A7EA9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FF347A-8933-759F-C3F8-44058E429B5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837F0F-0784-5744-09CC-DB96FCAA6BC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2D075D-8CF3-B456-724A-17FF9371B3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800A07-41FB-E6CC-198E-5012D45B2B8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7436D5-1A0E-1817-4E3E-CB7F5D99120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063DCB-3E6B-4684-6AB3-8AA393E9479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6DF481-6880-7A7B-1457-1DCA19CBC3F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D297CB-03EC-8DE1-DE6C-B7D95413136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225770-207E-6FEC-C69F-B15612F0DC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F9FC9C-0DC3-06A5-5325-E873F655D6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7C68BE-94EB-BB8A-93FA-C6A2A1DB02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DC398-D060-BE28-000D-3D38FF0D0A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4E1BA1-1F2D-2E68-FBD5-B71BD139391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C6B020-E395-64EC-6392-778D9EE6AE3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A5D2A0-61C9-73A0-D801-8D28C90CA7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294804-65B2-5851-F7C4-D5A31D12FA1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CBFC2E-656F-DFCA-DA95-5DA9B2BF4E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E23647-BCC4-2A54-145F-7F2EA769FB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ABCC69-57CE-C2B7-8078-A0F084DFA0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F15C4D-26C9-A5BE-D1C4-FA11EF0FDDC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67F600-4F3A-6FDB-03AA-F8E9CBD9262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C3162E-964B-C228-3DF7-5C0FAC0BFE6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1E12693-449A-7E1E-A7DF-35D773B643E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99823D-6FD1-4C5C-D789-1B7BAE06F2F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0D314-6C01-F02C-0067-A567D188568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7F6D2-D15A-D8F8-4585-F3952C76637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61635-07F3-5D77-B9BE-F732151DD12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F5B06A-E88E-845C-8322-BADCD81E819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EB7B8E-A13A-C3EC-1C93-F30BC719B79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8DE85-2D4A-695C-175D-C8F260660D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5B799F-04E4-A407-8C15-AF619562A4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665F3-13EB-5343-5210-2E48A8BBB0E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D344E-2C44-E58E-9131-A7D70D04B3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A71B1-7D22-44A3-EE73-E8B848333CF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985208-3817-8225-AC14-58C6281A5D1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A6894F-388B-0199-288C-97D4DBF4B16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5372A2-877D-D725-BC62-4BC8C2AEFD6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80AD0A-3C66-D354-19EC-C94CDB8DA71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1D4E6-DF07-9CD2-06FE-0E76B7C1675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BD5759-CB9B-C15E-3E3C-2211951D60E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2A74BD-C481-8AE5-3B9F-A47270DF666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CA9A0C-3C3F-9897-03DE-03537450AB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4B3116-8FEE-B412-092D-EA5959A0AEE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CCC14D-D8BE-3783-1BCA-77A7CD2D176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6554FD-C07D-FE8A-6F00-81C858927C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6606D-EA3E-E40E-FD3B-58AB7BFB25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AAC55C-FAEB-A515-26A1-54EDA020FA4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919648-48E7-0413-1237-A9A1EC64E3B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0456F-E6F1-EF42-DBE3-9070212820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EACF1-DF43-F7B7-A8AD-487549497A7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73C058-283F-CF81-F6F1-FACB23CC9AF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7AD6B0-656E-06AE-AF21-C899A8A21A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F21AE9-7F51-E629-9025-2991E0DA65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11334A-DAD3-9F3C-3D52-AAF4380ACBD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0F9045-7F04-2647-0523-4D55270A7D6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0BBF71-DA44-7E2F-973D-A231FE5D6BA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866AC8-79B5-CD88-1528-A8361F46B97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3377D6-0C20-BF1E-6C80-9453308E57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80B29-6C84-2709-EDA8-7381D326A37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A65ABB-477E-999C-25E0-3E3A1C61D4E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306CE-9EBB-C291-B5AF-8AFC0C3B3AE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EE32A5-7159-7659-2E1F-B958DEA422D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B898FB-936E-F65E-E805-ED4CC0E79B6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45DEA6-95D5-0DC6-1069-84844EC133A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8997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1D08-B9A9-1344-BE10-F13A58DD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406D41-9E56-FA40-BCE6-208A60EE44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DC42A8-E4BE-9C20-F59E-7B101EF4B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22040D-EFC1-9B46-492B-4D38817E0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F9AB44-2DFB-FB72-C6B6-4FDAC7612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5CD1FF-7F51-1D55-760D-FFC1E5613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FBFE6C8-5D76-55BF-C1A2-5CAA1D35B0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C8EF1B-309E-A9AD-ED1D-B380ACFECBF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48F441-70EF-4B51-F7CF-B3ECE466ED0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709BBC-27A4-5C2B-A090-2C9DBAD3F8A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06762E-4B09-6699-1966-FE8086B6BA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FAF50E-7922-263E-0F7A-C2F2CC89DC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1E9E9F-7FB3-9E35-213C-119BB938741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7C811B-C3DF-71EB-1FA8-8AF77578EBA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B191CC-B8B1-FB84-BA9E-60B83B4549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A531D0-D221-03A4-8117-0FACE4EC9C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0763E4-1AC4-F55C-2F8D-02B7AF3B259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322326-CF30-5C1C-C7A8-69D48232E47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B6085-26B7-4948-005A-DE7AEF7A366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B14DC3-ADEF-B8FB-E790-7078924616D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6ADC78-9161-5153-A75E-60EAAF10611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CCAC31-CE64-4787-5B7F-F9328EB417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6277C6-B499-621B-5CA6-759B326322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F58BD3-3A2E-63F5-97CD-3D49C7A57A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0F90F2-B9E0-D98B-AEEE-94FED6E654A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88A5C-1B00-A214-1865-69D1B946EF9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CEC3BE-9B0C-2EFE-9DAF-2E8B9DBA53E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680CB4-86B1-AB7F-EB28-20BF4150AC2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73C27C-2A3F-11A7-F2EA-D3FF227F0C0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527DEA-0110-8E7A-5EC5-8078FCBF59E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6C70D-DBB3-9214-9B5B-68DCE71063A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067900-3E98-F2D2-DD74-1009C88530A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D62FB-3136-C13E-6B72-02ED57F352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96027-0460-B1F8-48B3-624CBE7D12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2006E9-5F2E-CFB8-B77B-CAA96E39F79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07A414-C200-7A18-FD88-ABAAFB6771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CFEEA5-8817-A2F4-F169-1DAFD1DAC8A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855E08-DE03-471F-6E64-028AB2C57B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43C070-C9FC-2FB9-1B32-4A3B30DC4C2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10F4A-0EB9-0A1D-3FC2-4087B6E83CA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7E84E7-28E5-4C9E-90DF-1CE678688D4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83755-1390-AB56-5783-B83B88583DC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FF5F08-D0AA-7AC0-EC0A-AD2287C4A3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4912A3-052E-D0D5-CDBB-E75B4841403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B62E70-78C3-6CBD-CB99-0F73980F915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A4BAD5-6C5F-3E22-8257-04DBC0B2822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C399B-0E48-7B8A-7F39-E8465FC50F2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31A5E-4B0A-AFA0-4AEB-448B8ED57D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D15C12-A953-19D9-4CC3-6E5D30B1FBF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AE41E-633D-2448-D71D-68AD80E752B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7F448-0BC9-7E7F-3D1D-49AC84D7087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ABD4C7-D584-579D-00E0-28757AA0A0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15A543-361B-4592-3521-F0CCB10C10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F6F2E4-6779-903E-880B-67DD2758001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B59807-7B7B-156B-F817-17896FAD6E9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BA520E-D8E8-2C70-EBC3-5EF8770D8D6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0BAC15-AE0F-E88E-7149-C129E586B00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7820F-DB7D-3DE6-AF3E-7A33E3E0F0A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BE4F22-750E-1E49-CA89-1F896D7F625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0A650-3700-9CD9-39B6-26F19712C9D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6EC481-D4B5-5443-5D6B-3616464D2E3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60140B-8F90-1C6E-ABD9-B191AD6D8D6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717DC3-0825-0BDA-F318-2EC76E9C2A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9EEE55-E8EA-750B-19CC-B07C798B6E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6477D-EB26-C48C-9B35-627E45ED860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E69CEE-39B7-FEA8-972F-79D69F470B6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E82A18-BFAD-17B7-E763-149BD0860FB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5BDD31-0BA5-5092-A7EF-B0E404D64D0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2CAA62-845D-C611-0B43-7380A8441DC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5B75E3-98E7-3523-8CDF-AFBD84D563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525106-1C4C-ECAD-B428-D5D64E81B5B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9482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10528</TotalTime>
  <Words>2249</Words>
  <Application>Microsoft Macintosh PowerPoint</Application>
  <PresentationFormat>Widescreen</PresentationFormat>
  <Paragraphs>2049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390</cp:revision>
  <cp:lastPrinted>2025-12-02T00:08:17Z</cp:lastPrinted>
  <dcterms:created xsi:type="dcterms:W3CDTF">2024-03-19T02:13:08Z</dcterms:created>
  <dcterms:modified xsi:type="dcterms:W3CDTF">2026-03-09T22:41:43Z</dcterms:modified>
</cp:coreProperties>
</file>