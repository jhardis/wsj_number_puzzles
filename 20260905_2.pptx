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457" r:id="rId2"/>
    <p:sldId id="531" r:id="rId3"/>
    <p:sldId id="532" r:id="rId4"/>
    <p:sldId id="533" r:id="rId5"/>
    <p:sldId id="546" r:id="rId6"/>
    <p:sldId id="547" r:id="rId7"/>
    <p:sldId id="548" r:id="rId8"/>
    <p:sldId id="549" r:id="rId9"/>
    <p:sldId id="550" r:id="rId10"/>
    <p:sldId id="551" r:id="rId11"/>
    <p:sldId id="552" r:id="rId12"/>
    <p:sldId id="553" r:id="rId13"/>
    <p:sldId id="555" r:id="rId14"/>
    <p:sldId id="556" r:id="rId15"/>
    <p:sldId id="554" r:id="rId16"/>
    <p:sldId id="557" r:id="rId17"/>
    <p:sldId id="558" r:id="rId18"/>
    <p:sldId id="559" r:id="rId19"/>
    <p:sldId id="560" r:id="rId20"/>
    <p:sldId id="561" r:id="rId21"/>
    <p:sldId id="562" r:id="rId22"/>
    <p:sldId id="563" r:id="rId23"/>
    <p:sldId id="564" r:id="rId24"/>
    <p:sldId id="565" r:id="rId25"/>
    <p:sldId id="567" r:id="rId26"/>
    <p:sldId id="566" r:id="rId27"/>
    <p:sldId id="568" r:id="rId28"/>
    <p:sldId id="569" r:id="rId29"/>
    <p:sldId id="570" r:id="rId30"/>
    <p:sldId id="571" r:id="rId31"/>
    <p:sldId id="572" r:id="rId32"/>
    <p:sldId id="573" r:id="rId33"/>
    <p:sldId id="574" r:id="rId34"/>
    <p:sldId id="575" r:id="rId35"/>
    <p:sldId id="576" r:id="rId36"/>
    <p:sldId id="581" r:id="rId37"/>
    <p:sldId id="577" r:id="rId38"/>
    <p:sldId id="578" r:id="rId39"/>
    <p:sldId id="579" r:id="rId40"/>
    <p:sldId id="580" r:id="rId41"/>
    <p:sldId id="582" r:id="rId42"/>
    <p:sldId id="583" r:id="rId43"/>
    <p:sldId id="584" r:id="rId44"/>
    <p:sldId id="585" r:id="rId45"/>
    <p:sldId id="58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07"/>
    <p:restoredTop sz="94670"/>
  </p:normalViewPr>
  <p:slideViewPr>
    <p:cSldViewPr snapToGrid="0">
      <p:cViewPr varScale="1">
        <p:scale>
          <a:sx n="113" d="100"/>
          <a:sy n="113" d="100"/>
        </p:scale>
        <p:origin x="1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DA5D3-295C-665F-C807-3EA378A67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8341D-AE86-9665-CC8A-CB9C8D024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87E38-E96B-D920-23B9-6C1100321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137D1-849C-9701-4344-2DD924933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08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24D7-285A-39AB-5C03-48B477E0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1AE9E-AE19-17D8-58DD-F12965BE4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53710-8717-5409-8395-17F23BBC5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6D24A-B02F-9EA4-0B53-03DBBACD8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47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06BC-DF84-4441-ACA5-BC2B6BD7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6CBFF-E972-51D8-FDCB-9BAFA7B13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26462-EEEB-B85D-6B2E-75805F466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72C94-A8F0-7014-4E1C-03B330B17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8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D6404-6DD9-9BFB-E30F-29AEDEE5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C0FF0-6520-01C0-CA62-C00D170C8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2B244-16E5-1E37-6887-7526F7E40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20-9869-DB6C-4DC3-D8DF8AB67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75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D2CB-7848-7EC5-1436-664382A8D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086C9-C381-13B7-5C01-B4F0443C7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A4F38-3D5C-93D4-6DC0-E52EA5931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D5022-CAD0-1EE3-CCF0-93FA2280F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56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D26AA-99F6-106B-A671-6E5FD4417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B1CB0-28EB-2511-FA63-6B4157EA9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3489B-1F49-2E4D-BA16-4B9AC7865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1A6CD-320C-6F25-6FAB-E3F157D5C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07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3AD2C-FF1A-BB9C-C446-A2D2DA41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28506-E6F0-0033-9712-30F2A3D15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4A53E-3CA5-C3AD-78CB-28B11C49E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B1EC6-CCD9-2C81-7706-ED2A4A561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55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BC42C-B864-CEE0-716A-C4C241F7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D48BA-5220-34CA-16D8-A564CBEF6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1CD17-4BCF-13B2-4A6F-3E17A2676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46DC5-E02C-B59E-8EAA-A090FC13C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48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A6783-203B-FE18-000B-74CDD738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3DED3-9AB9-CB41-62EF-7E2866CC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1F561-656A-DE6F-5422-03898A9F8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F1245-F40B-2C71-BC53-0C5272A30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35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2D663-C516-5EFA-1BC6-E242EB58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AAC99-2348-A219-1ADC-8CCCABC4B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DC971-000D-C07C-35D3-0B5AE0236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D5B5D-8448-4342-CD0B-0086745F1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43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593E-2E57-A479-892A-E9B1A931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34891-E8F8-FD0B-48E8-14FEF8DC5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8E1CE-3167-A77C-F576-7C9A36C9E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84058-26A5-BDC8-B833-61FBD2018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48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1C55-EE1E-B090-1D4D-E355A4363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990A4-99C0-80BE-8887-17089075C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82602-C429-1E2B-0A34-30CEB145F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9AA7B-6516-EF2A-EBBB-40A21725E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51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4340-C6CC-84B8-BD72-99708AF6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3F0EA-1EDD-E371-43C8-4B82A29C8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4D2D8-4985-23FC-2B7E-AECBF6D25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4AE80-CB3B-A47E-5A0E-A6D7D9F9B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37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2576-D03B-FABF-A4DF-5DDD61EA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B6CD5-96D0-C119-58B2-5434D15DA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4B54F-26D6-D8BD-ED65-B1665E015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0CF78-B884-2F97-B784-1014165CA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03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1F46D-3BD0-4DD0-6776-43FDFD9F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79E6B-515E-56B1-A820-A1BAA9BEA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75240-495D-6B6D-C1B9-0EC2BD131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62AEB-740C-2F6C-CB72-F610F1E1D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17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90F90-4813-E3FF-B4C0-36382B80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071E4-5438-45DE-0EB4-C0CA24D07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FF410-396E-B3CF-6916-14DD64B93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B4CD-6C3A-5E14-6072-05352C5C6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19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178E-6C96-8289-881A-5CE93D0AF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D006C-6451-E63D-D3FF-56C436CF1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5EF8E-F6F0-D234-8E38-FA8394D81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62EBC-0C23-E37D-B26E-6ED788236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25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7BEC8-3A80-2E92-5C2A-6954238A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5489A-6A81-567B-B05C-6D6DE0403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7CA2D-D2DF-6E31-2B37-496E7B67B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5E572-9906-4550-73F0-CE3AF164B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18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D73A-5013-F56B-4F6A-D0BE4C11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8791F-5EBD-9C31-3D62-1302D3EE3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9F951-ACB9-7FF1-52AF-E892EE776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5C766-2BDC-AC00-15A7-0680C3722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4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181D2-89F6-CCEB-EC2D-7616AE28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A5ACA-762E-FB99-79C2-C0BC79CD7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BB76B-A25A-5370-16D3-FC897208E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0B836-90EB-DC48-CD03-6997BB97A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23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8FF77-2BB4-DC66-6D1C-9CD937BB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E7AFE-2B0B-871D-2970-82CE374A0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C91E4-1DBB-1BFE-B92C-4EBE09C0C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2F5AC-A893-96EA-A3C2-D2A9DA445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994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12BAE-4C3C-92DB-5BD7-962A9A9F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A14F6-1A08-04B4-D070-DF9412247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0F2FF-CF1B-62B9-E590-6EB8CE57C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E4189-8C47-9F1E-B3B4-E184F5AD7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057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D7068-8F37-66C6-1247-523D6A3A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1E870-734D-69DF-633E-748E20AA5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38F95-3E65-C526-27CC-4659A7440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43F8A-CD74-9F97-80EE-0A5A8E455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554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DD9AB-1097-95CF-B48C-4AFBC1732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E2185-148C-39B7-7DB5-E7990B2C3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45E09-F7F5-BD3A-97F2-D1D9C5A96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607E9-5329-0ED5-AC37-73A06F3F6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432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7F687-2A6E-F193-7852-2DA63A71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0D0A9-E3EE-C842-7109-AE8AD7E91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511F5-80EC-7330-D062-8907944FE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59107-DF03-5205-E95D-851DC5231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063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98E2D-62EB-9E3C-D7A9-2EFE9353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C6BA3-D53E-C3DC-B7F8-8EC873677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14819-B3CC-4FBC-C1ED-E44AC7181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C471C-EF75-727B-59C7-686504DE6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24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CC47-B478-548F-D74A-91CBB7978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7A7E0-980A-B288-95E6-DEC6613D8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8070C-148B-3D78-82FE-BE27D9481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B2644-88BA-A2D0-9544-891DD3252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002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12A9-128B-C952-BB4D-42EEF5CBD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D2B5E0-62A5-76C5-648E-349A492D6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AB761-631D-5F6A-FDEC-60C89CBCE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73307-FB13-7995-72B3-4DAB698D7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19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2A331-1E3E-223B-66A1-19216CE7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BF608-6ACC-CDA7-5DF6-98C9FFCC8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8EF3C-E57A-F334-7ACD-57E22E2F7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6B94B-2D33-E2C8-8C00-94D68127A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801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3BD3C-F612-305B-3AC3-9D1A4FF0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A5B6A-BC5C-9FE5-A4EA-0895FCBE4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CF3C9-4F99-4ACD-41F0-22CF1FAA8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85FA0-8458-7DE6-ADC0-6F7F1DE39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998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2B62-3B29-3F9D-315D-86192E46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E93C9-4412-04D9-9596-7ACD6BCE6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31CA9-CCB9-8959-49CA-FC54FFD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DA5A9-EEDF-16A4-9A2B-8526D64CC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995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588A-A1E2-E3E2-8566-866201A85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438C2-8B01-E9B9-10A2-E2A5F3080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16E48-D63D-BC10-5965-D539FC870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2D090-F709-F9E1-A5EC-E1A661F7D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197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7BB1-4C3C-4789-97B9-F70955E8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E443E-FAF2-A22D-7EB6-D4D474370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0D7C5-2F7A-437E-9EDF-2A6BEB7F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CEADE-D2B4-BADF-FEAD-C866412A7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736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52AA9-61F9-BFA8-A6CE-890C29881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F1FAB-BF3C-8F94-F972-414F474F0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F4865-9FCE-DC1A-E3CF-0491F0793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29440-762E-2278-47EF-61A85E97E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4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E210-6E50-A468-7E71-0012D225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41E45-5F27-174B-FDF2-59BA8DE2B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35BC1-B5BD-31B7-1E76-8497B20CC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5B9A6-D6B3-893A-2FDB-CE0B05F19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38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8948E-BFAE-3333-8D04-F1F6A758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12ABA-6454-FD4F-5AC5-59EE3BAB5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33736-B4D3-95AF-6EF5-FF9E3F005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36CDB-2E3E-EEA6-6553-E6555AB66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122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DDA0-D42D-4126-F720-1085BECA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0EDA1-7E90-FAF8-E94F-A3B8B39BC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F283F-954E-13CA-094B-2CE134333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37254-F251-65FC-442E-F0809F63B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142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E25E-6C0E-3349-00CD-6B4BE758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BE24C-A575-9F5B-6851-6F3F0A2F9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9C228-B2C3-4E94-7E3C-7F82D578D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6749C-B2BE-3D55-C14D-FE6FE2B64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605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1FC7-8D24-24B6-356D-EAC40C12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0CCB4-A8F0-81C5-8A7D-201970438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B094D-A5AF-0A91-3103-32AB3222E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D1DF-E284-749F-5B8A-15B9D6D1C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014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E845-4FE6-682B-EF93-562E8FF0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8028B-BB44-F167-845A-88E46107C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099E4-2EC7-9935-6385-85C4E87BC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AAC73-5375-0A35-B21F-5307E4ADE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913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EC50-DB4B-709C-C39A-B2531B0C3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75AC1-B7F5-0DE4-84DA-168A7C941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D6F0F-D689-BCAD-225D-9E9558109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26F-814F-CE5C-812A-581A31AEC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062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EA7B-2E8B-2528-9A7F-B8546D4F3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C5149-3FAD-8C37-F8A7-3B481CC76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C8108-CC4B-CCED-998E-DA2BBA113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E9036-FB09-AD31-3B8C-CAE09E025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410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FF430-9817-75A7-042C-228DD5B6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17907-39B2-720B-C15B-F7785AA31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6B9A2-58A8-C43D-2696-C6A3D9EAA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7F67-A23C-BE07-3C38-7711BBFBF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607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8157-9CE1-FE51-6258-3D8FE349D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8339E-A730-2FFC-5AB1-11AC3A4E2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1F1CA-928B-528D-BBE2-863483891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C1170-B264-38E0-F6D2-DE6A18F42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36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91F760-26BD-0442-E95D-B5C2C4A64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-250511"/>
            <a:ext cx="5548515" cy="55485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D64A2-8BB1-7B6D-D460-7148BE9C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4AEFB3-347E-6533-A0B3-55AD41FBCF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Grey cells are larger than four different white cells. So, they must be 5 or greater.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646B69-5601-3B43-315D-0DF0DDB7E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35B252-0687-F7EF-EFD8-CC4D7ECC0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0762F1-8404-46E7-EF2C-80FBD51F3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4A6B78-E7B3-98C0-ED4A-FB8340E102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39EA65-6943-4A30-A861-DF9FC32FD2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BF180-6553-C8AD-2E0D-931ED34BB0A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E97F1-4FC7-AA77-0177-790599CB962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137D16-1C14-E286-17B9-EB5371C8C50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6B9A93-2550-4A68-0160-3F0CE18A6AE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6423B-FE1E-23B3-E9F5-48EE7B14336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D71856-E51A-362C-2B58-93D7B4E2E9B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883FEB-2190-369D-7600-8F856B74BFF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EB6C5F-133D-0A73-1CB8-7DDFF347CD6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2011537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0521F-3E4E-52B5-0DBC-CE155478E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364A67-B9CE-0620-78A2-73D67D3436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Touching consecutive digits must be one less.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B9A5BB-572A-4DF7-DB65-B11E3F634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AB9613-FEA3-FC66-98D5-7ECC2B891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592861-F8EA-0090-6777-432348A2D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C55062-CD8A-47B8-3F7E-61377B51B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D48EC6-4B58-68BE-5688-670DF337D56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F85F1-A3A2-B091-5433-099DE2D819D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6F9566-9244-FE91-6351-B78CE1862E3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5F47C-7F97-5FB8-5E4B-985C605F31F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A75B32-A66F-6D74-F4C8-3987A15499F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3E73B-EEFE-1052-AC9B-3FCAEDFFF79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D1708-7854-2B14-5C61-3D1BBF552D7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FEF25D-11A1-9B69-DAFB-A1BAFD9B6DB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3430D3-1039-C070-B556-4C5BA1AAB66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86A473-2F2C-7245-ED5A-936EC971801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06207A-F319-50E4-17CF-FDC0219D456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C8F49-1A37-8C98-7847-621945B35CB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20079E-E383-9A93-82CB-F1659FCF94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7897DF-3C24-D719-9489-6166C7B91E0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</p:spTree>
    <p:extLst>
      <p:ext uri="{BB962C8B-B14F-4D97-AF65-F5344CB8AC3E}">
        <p14:creationId xmlns:p14="http://schemas.microsoft.com/office/powerpoint/2010/main" val="209145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B2DC-6541-BC8E-FF6B-3746E532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A619BC-326F-29D1-8EA1-4104FF69D8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Black dots touching grey cells are limited to 3-6 and 4-8 pairs.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1B397B-B9D1-35BE-3835-CC1977981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0AB86C-621B-65E7-AD96-20A86F416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EC1C66-D5DD-D72B-7AAF-D4DED64C2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5A0824-D885-F1D9-CD06-32E6E3A11E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FE191F-F87C-5F87-FBA8-4DA68B6AE6E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A8800-47C5-B720-216B-A7B9A7F070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384FA1-7531-E5AC-E487-9D9E9761AAA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AB877D-B8AE-3BDD-62F1-5CC1D54D7EE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4F986-3F19-D46D-E833-D41FCC55316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B7CE5A-3C17-E184-A613-E455258EEBD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92037A-101E-0BEC-F7D8-30732D162C2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5528F-8ACB-AB20-660F-16216B6DB35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4C9A0D-CB31-A9D6-B2F8-A287D2C293F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58DEF-E32F-0F79-9B13-3A56BFD0E4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0F4007-D366-6180-4DD9-92655D6C1FC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8DE03-8CF5-910D-ABA3-23C7366DD07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8E5915-FA74-9758-06E6-BBDF2FE0249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137A23-B2BC-F4C3-39F8-42D8411B106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3CA70D-4481-3EF2-1A11-BF942742006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FA653F-864A-1B03-4337-8D67C8E56D5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802ACC-D966-7ED5-027F-16F2A712D4B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89A331-1F97-E739-CCCA-E9E5D0E35AE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D381AB-A4A1-CC1E-9844-6EDA62B0824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062356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90ED9-0238-286B-1834-F9AEFFFC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45E16-7A7B-8867-B7A6-29F7CC7F3F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White cells touching grey cells can’t be 9. So, these are the last possible 9’s in Row 2, Row 8, and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7AB4B60-152D-535E-231B-1E686F72D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4928B2-A463-BCEE-796A-5EEDA3DC8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93FBC8-EBE9-3C09-E5FD-28EC63A18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BFA08CA-CC8A-9D4F-8F26-5FB0EC1265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A63433-1DA1-99DF-0B64-89C7ABFF1B0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836EAF-D711-D5DA-419C-FA1D623A8A8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BF0FEA-A35B-ADD6-86D5-DC40E3A5878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0CC10-C553-818B-B442-140D1A6301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07D8B-8083-D055-D4A9-AA4F5A7ED4A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656A4D-BADC-1E5D-C2DA-A503A05DADA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61E579-1229-DEC4-76C7-82FD60C8184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57FFAA-3127-66E7-281C-BF38C5DAB59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BAC62D-E2EE-3670-3851-53021750474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FD3C1-C9D4-EEBD-D1E8-FC30A0187B2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24EDF0-0E3B-1613-45C6-BDA4E54C2DD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AF4BFB-6E8E-C906-AEB3-9F4CC3A8047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BF8BFF-FDCF-D172-BCA7-DD2405857D7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B20053-9BBD-CE97-DB9C-DD74C7E0FC1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A575AA-EFC9-0254-6581-92E90834745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F9101B-5798-7450-E6AE-E445F5BD678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0E7193-A9DF-AC68-C7D8-EF5202D6C53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518633-B1C9-230F-A577-AAF5129AC2B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13C242-41C0-120E-52B4-BD4BC67D44D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5545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11AD-39A2-53A7-C7CE-DF07914D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B25EA8-D749-5826-F638-1F881CFC3F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C24080F-88DA-E8EE-1AA9-77D8F26AE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E886E7-026A-B163-776A-EF7AE259B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B58899-7926-FA1B-09CF-E447CBE52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A1BC48-CDD5-6082-0A0B-03244E36A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77267C-AE5F-9D25-A497-474131D45B4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F311D-1C74-A5B0-FE9E-2902C9B0126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9C69D6-EFE8-396E-28B3-3C22FEC43A2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702DB-464C-AE8F-B299-97359A172F8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D4AF8-74C5-11E4-6B95-161AD43761E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56A129-EB01-E178-BC9C-DBAC505247F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F4FE59-82FC-5746-EE5F-89889B2E6AE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7ABFBD-1C8B-53DB-44C5-5CE514F9EBD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08FA27-023C-4436-5796-88E88E9795D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898885-23A7-466D-50EC-099F723E0B2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60DC99-4F93-20B6-0E8F-1A0B66E5C88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E9A2EC-A1DD-4039-122B-5E636F71576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DBCDF9-B3C0-733C-7233-4D23924FAD4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6A3B51-A75C-BF26-DEB7-DFDC850A890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C9A2F2-9AA3-0DAE-EF13-1AA8DAB100D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1E7080-CE8B-84CC-8C97-69852A985D2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EAAF88-40FE-88BD-7C8B-2CF1E272321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D5F203-2FBB-E8E8-95AD-02C5DF79C69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3CADD-9945-DE04-BDB0-04F88AFBFBF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55128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F6A2-654F-B653-BD1E-9EA3F5315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7B2C79-C464-5FAD-D3D1-CE71313281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336142-4831-DE38-DD8E-DEF44AE4A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DC0ABAE-728F-45CF-4713-A360907AC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D8DB37A-A789-2B00-8EF6-99AA6B077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41CC9A-B664-06EE-2895-4A4FE32E15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99F806-8478-C79C-54F0-B990A9FB40F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75D1D3-939D-E854-C51F-E570B11F239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C35484-00C1-E0C7-9EAE-2D31A6AE2B5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6A7D62-863B-35E1-7DD9-F05E4886D80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D0891-DF25-B47F-32F4-C5CCD67DC0F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369FE-BB4A-BEC9-3EBE-EC85FDDB55F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8940CE-E2BE-1F17-FFB9-73DD2DBC84F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38A66-363A-83B5-0CB1-640E5460943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ABA0A0-2B13-4A10-5F9D-511509C6CC4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A5E068-BAF8-3270-9F27-C778D1DDFF3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5382BA-F9E0-94C8-63EF-592DD4F108C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CCB300-7BCD-5278-5024-F91060DD5E4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00E1FE-059F-9CEB-3D3B-07039902A48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F7D318-2B25-079A-3ECC-F6B7DE4C235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9D6C9-16E4-A288-9F5B-BD52C8D67C3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E851D7-7677-5D28-B234-7AB6C6C81E9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218A2E-82F7-EAA7-5A67-0DE407AB9A7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481477-049A-12AE-5880-26ADEB50847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0D95A5-A44D-0019-053C-7E72A26AA47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66578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71A41-797C-356B-3C96-46551938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7CAEE9-6653-0FF2-611C-2AE4EAA1BE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97F689-B4B8-9373-60B0-BD1D54A6B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7F499C-780D-1D38-2E92-D9CB984AC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7881ED-9FDB-4517-D95C-B8E4D76C2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323726-384C-3536-9548-D8820061F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BD2A531-91F1-0B8F-DC72-247C07D7FA0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6FEAD7-D3A3-1E23-4E96-31ECB1ED22E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827ABB-0413-31D3-7CDE-7B82A08F700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65A81-F26F-0601-CB59-B809FE610F3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A6DCC-FE9D-A25C-0C50-8D8454EB0C0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358A9-1465-C0CB-867B-9F96D295C4B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415BBD-6DE3-A26A-E35F-1D7CED4A76C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2BC667-3991-3B11-2062-ED555004C36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04121B-EA05-9584-26E1-7BB6E720818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20F9A8-581F-8EB5-B98F-1FECA75D652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45658C-BD11-6889-B42C-E32DD0FD982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D8FFAE-A9EF-131B-7AD9-54CB98B189F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A37760-4055-2C21-149D-E966DBE2026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EC9D70-39F1-22B6-CA5E-41157B4DC4F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93CCC4-45C4-E69E-C33B-7B35C2F4140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52A44B-3194-230C-851C-5A1CB144246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64551B-A4BE-7DC5-FD42-D3359524C8F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283520-6C41-699F-200E-0308F8A5F07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E995E-FD50-81FE-D58C-38D71B4302D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7083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C2D14-039A-6063-EDE6-19DEB8FF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6BD5ED-3EAC-6E0E-0115-02F68B9050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consecutive digit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29A338-D882-0F37-1569-6FB994C93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AD4573-F300-EE66-D46D-73FF8BE6E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B57AEB-4BD7-2E01-32AE-3626B93D9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6CF557-CE25-FC70-1AC2-7C7B91101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1B3D939-2459-1D03-2601-3E8DD80839D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D6B343-1818-3630-E387-509AA1DA3CF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245663-4A92-AE8A-DEA8-C7A13EB5538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576EC-B89A-4323-6648-5B682D30BDF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CA4154-F1E7-DE43-7DE3-036C4A4B565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FF9745-5886-D559-2A9B-2EA6FD2DCC1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7FD889-A339-E705-46CB-20A1E1080B7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991C68-A7A0-B1F5-8EE1-B910E4F0A52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94AC7F-B3CE-748F-AF68-570EEDB7A51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BAA45F-0A1A-E788-B18C-356B62A0024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ACC027-E463-4211-EBD1-DF0543C7AF1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5CDF88-28EE-B318-B5A8-C02772D5FE0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FD5D5C-E6EA-48D2-88E6-C0160D79A5A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E777F8-6790-8AF7-1E69-5CAE8B649D2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5CD7EF-03E8-8486-3002-9BA0B190B51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518D28-35AB-7920-BB95-16F0FA533A2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CC98AE-5009-557D-8BEA-8659B262FE9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C9BEA4-E5BA-E35B-E71C-0D0E3D29AFF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244F7-99A4-AD0B-E173-3C3880C13DC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2240E-23B5-2FB2-5128-61A7D9DA4DE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06A9C-B95E-035B-C8CF-2449E5E4907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B8ED7E-7F8D-BCE9-F8B5-C1F949BF74B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054130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7408-5A39-FEA0-640B-164AD69C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82D9A8-3BEC-5632-C42A-94D02C0E8E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2 and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C731FA8-C244-9B16-9C58-E4279A03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D19C22-1A3C-AA9C-437D-C93171D84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589470-7D3B-2B80-E84B-08DF3A66C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2CF1BEB-BE10-D7DC-4408-4A105D7AB8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C739572-CB69-B172-66B4-40EA607F1A8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E0FC43-E90B-D176-C98B-E7C0DC9083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C18367-358C-600D-220E-916D031E6E3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E44B19-5597-CEB2-20FC-07117F1C8A3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A9BD54-626A-5322-FD9A-F6670C10876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90D323-DB59-AFE3-21F5-76CC6B594FA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605391-1275-6265-A195-AF8FAFE4A83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34DE53-3D2D-C56D-9325-9AF426D7257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B7C14F-1F19-A7D6-DE2D-46498594CC5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B0D5C8-3447-4BEE-6A49-CFEFDF3D017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B38CD2-32A1-EDC3-735A-35D08AC3686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84AB75-94DC-2D1F-7A2D-6DB3ABE911D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CC1514-4E79-3F62-7A73-88FC360CE12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4ADEAC-6A7C-6550-72A9-73A834140E8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3DFBA5-10B6-DFFD-0360-C92EF578DB4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46F60F-3A04-5441-6E59-D4F947AE958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7ABC53-EAE0-C5CF-A9C3-19975F5AB65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BF1CE8-708F-A788-A2A0-330DF6C90B5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57A83-0B08-0E2B-07D9-50021316088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5A334-8D0F-0FA9-3338-4BE0B4BBA1E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A40BF-6A78-0FAD-1B12-B528F1FC5DB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4B9DF-6C52-8BC6-3F6F-6CC76BB1D2E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8AE1A4-10D2-D92B-3FA6-3E8EAFB0AEA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2BEE2D-1D17-1C71-9B34-CCA1B44DCB2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449C13-9B6C-1F70-F018-CABE95804D9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125A5E-13C8-5161-22FC-778307ED508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1F65F4-4727-5E08-4504-F5230AB190F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8EED77-44F8-5F7A-EC6F-70FC2059EF0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670984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C0B5-B663-CE38-1CC9-7CFD92EC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413CE7-0545-BC3F-52AF-6B1263D1F1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394DE5-0D0A-5A5F-57D7-FD3C19E91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9940E2-DAFC-3F1D-5FDC-4BF7EA32A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D3606B-AD47-7363-56E0-F64B6DC45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4A7FA5-499B-42ED-12A6-ADA3BF07B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188F6EF-B739-527C-3E15-781E53FA3D5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7779CC-F400-A636-FFA9-7CBE2116BD8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058842-1864-8E83-25E1-D0487CF0022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74E58-C527-C701-5E1A-5595A4A5C79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990CF-0493-3958-645B-D2FFCB89198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CC7943-69EA-7A4D-8058-437D7320F80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492576-2D8E-FCF2-66ED-D09066302BF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696862-2AF5-14A8-8CED-8B2B15FD268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70F8FA-E2E7-BE81-389C-A46466FF71B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A12967-7714-BF51-0C16-600A368C011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0CB75D-B88C-DAC9-9EFB-9E167497DF0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036836-2634-D916-2CD2-86AF85F6B31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33F199-A50D-1860-381A-5933F01006B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D93F9-362B-71D4-C60D-80673C2DFD2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25F754-8F23-89DC-449B-752A11B26A2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575512-F679-1DC0-4B59-58A32E02C11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AD77C2-72FB-BB07-AD55-99B3554A46D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DFCFC9-8F89-8B9C-8DC9-3CFE7EEF087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2D64F-BA7A-0E14-E152-F14E48259C9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C93BF3-FE2E-0C24-D1D4-E7E90FD1C41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4387D-6CCB-F784-40B4-91ACC9942B4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1C0542-50AB-C512-B3EB-63763576A39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2DC184-0E43-6C18-5EB1-FCA74BEC215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7FD469-869E-EE36-6FE2-6E879E9EC5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7DC0BC-3D9A-A13F-2604-23B7F7C5052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524737-1F83-3DA2-B930-F8815B07DBA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185D69-7590-21D8-291C-E49B7D55126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DAC256-9F60-4613-8D3E-1C5F0CB6268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DEC04A-1EB0-DDBE-FFA4-F1291A6BB99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5F601D-DA67-56DC-0E24-1BB5A3D5EFE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83B50-BE91-8A2F-C019-0F09D637F9D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4A3909-9D6B-C6ED-2F23-62179707CD7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</p:spTree>
    <p:extLst>
      <p:ext uri="{BB962C8B-B14F-4D97-AF65-F5344CB8AC3E}">
        <p14:creationId xmlns:p14="http://schemas.microsoft.com/office/powerpoint/2010/main" val="1196319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7DEAB-B6B3-4B83-627B-0660D18D2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A78CFF-2909-88DB-E04B-470FBD101B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Work the x2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D5C198-E8C9-8877-49F3-61660C948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0F42D6-D208-2979-81B3-6DBCFE222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692FF3-1E2D-516B-58E1-E96EB75FD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2D12483-D14F-7A67-D362-E8F74BF7E8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D304BFF-336E-C3CD-242F-495219265CC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67BB2F-846A-622E-86E9-5F5C495859A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A6B514-5F66-1FD2-768B-116284D5F95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90257A-A993-4CCB-FFCC-4D286DC1B52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F6FB95-09CB-3116-DE05-C52960A6DA5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086CD3-2BF6-32E6-6F4C-F6065EAA842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D52A2-A6ED-2344-FF39-3FF63BE692A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1DF29C-DA5E-0764-BB26-EAFB63D67DC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400565-C0F6-4E36-8C6F-4C845E710AD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5908F9-E161-D9F8-13AB-CC148F885F4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0CC43F-5EA6-BC3D-13B8-1D78FF704E2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7B2866-008A-D8C4-CD34-855355815F9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97D3A1-F706-B294-79E9-15C8F44ED5B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9E33BF-4922-8CF0-16BD-211CB606B01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ACCBDF-8A2F-A6C1-C655-FDDA3F243F9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CEED7A-028A-2EC2-FB96-58DE86E3F75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C04092-3978-A685-1E2D-F7E9513A48C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D3E251-E5AC-21A9-30BE-19E6D6B2AD5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F76961-22DA-D858-AE76-2BB1410E365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46CDF-724B-47CB-4CDB-7B6AC33321C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3AB556-AA6C-1259-433E-0AF9EBB2D48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9C3D6D-08A3-34A5-3BED-2B5F5E9603E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9B328F-3A8E-5D34-5737-22FE4AB9868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B78576-E1CF-22D3-CE5B-DA094EE38C0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F8D66-FCB1-836E-5237-B054AAA8ADF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877B0A-F38E-5BC4-C263-32AB545A4E2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6E0FA1-9DB0-8631-8D89-0EF758D135D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978C53-995B-AF49-8519-F13F1D2041B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62FC65-C3CB-C903-0FBD-7EB2A9210FE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7673E5-CB33-3BA5-6ECD-32EA6F147CD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8BF7CC-8045-05B2-7688-DF55083C3CE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05577A-2A61-278C-2D24-419F9578CBA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549001-B60C-C4FA-3EA1-EB6B0F7706D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437201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AB074-5A72-DA05-9DF2-33CD0D13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B59AAF-6B46-6FF6-2278-4DADC6A0C9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665B7C-0567-2E19-606F-73FEF1A2B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EB333D-D11B-7BB8-8B69-84FE1ACB8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C64336-582F-4B61-3973-DE5A5F235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5A6241-7A4C-973A-D184-19E65C76C3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6B95FEC-7D62-E398-E190-1F0D3E71883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B1732D-4BA6-ABE3-5B2E-75E17297781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D4564F-7F6C-4D0F-F87D-2383E3A646C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8ADF5-487B-8934-BBBA-EB07FD0BF44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2B3C7-0E32-511F-EB02-6C637BADDF6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7BEC7-A5F0-02D6-90CC-EBB527E5AD8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C8631C-3406-D40F-6F5A-A919251E6A8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52A5D-C07C-5F95-F831-D9A3DA598EF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412A77-61C2-0679-68BF-C80053501C6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B93CD5-86D6-D666-DD45-47CCAE51D27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F6F480-6031-C3D9-8517-917D6B6CD00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71FDC3-C980-33AF-56A4-A39E05B4351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014FCB-0066-7B33-C3AC-5A9A6DA7372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EEFF7B-D8EA-34AA-BB02-5098EBA7474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911F75-0EA0-5F45-B4AE-9CAE466A6F2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A3A370-C89D-B713-385D-E0EF8C59F50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43F3D4-1826-D68B-C780-E0BA9725CA2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E7A00C-0C9C-85CF-B29B-113557D8562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2F8F0-BBDA-7082-1E83-901FCCC1CE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24947-2B93-2290-B7DD-F2BBD69BCC6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3A3B01-65E8-7304-A0B5-D03DABD1141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83D0F1-A089-B2D4-2C12-D681EDDCD55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C877D8-07CF-7277-3608-926F0D52FC8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5C2CB3-67EF-23A3-4CCE-2720F19EA59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B47D2-B144-B3BA-2AA5-086218F3815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7EAA0D-2849-0C00-9A65-1578D013B6D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DBA040-D9E8-F340-0BDE-4364A3EF3CD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984777-6CB4-208A-7B2A-3396D705BEF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82A09F-2C56-6444-4221-97DF8943CD8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AE605E-081B-2ED1-0E4F-A6B8105D6E9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9D02A9-4761-AC10-8A0A-032F74D76D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7F6E33-8B66-9DBF-C227-785E35A6951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B31CA0-6123-AA6D-65C7-C5206E34A65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73372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7101-9FB4-C034-3E03-A4FC7CEC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CA7527-9EA5-4A33-7BFD-FAD11AD187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EF60D3-DEC6-D220-BA20-2DF3423AD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4077D6-C61A-E7A0-7688-C8191E848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26194F-0C5D-9944-C2E6-B163D0836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61BE80-DCB0-E636-BD32-CC14C3A6B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233C20C-B31A-332A-B140-3D6395EE92D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DB7778-9899-6428-2600-3C9192CED40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582A97-3360-FEA2-5CF1-F2C551B4493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902923-5546-F1E4-055A-1EF87AEB11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B07C8-83B7-F38B-27BB-4FAEFA8AF1A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12C0FB-FED2-C92B-8F5B-D32C128BD87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B4D68-5389-A1E6-ADE8-09FD5BBA11A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B938FD-C564-EDCA-C5DC-D215849C7F2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E6EA02-F1EA-8B76-0F34-0E3291B44C9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F280A6-9328-7F53-0369-48D1D2E8EB8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8F0573-8991-F6B6-8013-10297303528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38D8BD-1CA5-6113-CD60-177E0C88D9C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CF0D70-F183-028D-74CC-CE8445472D8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EC5B87-DE7E-255C-93E0-CADE7F63B4F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6AA2CA-FEFD-CBD4-FA7D-ECBB54C9B1F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8F9641-4C03-C770-A0EA-16C7DE2BE7B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F52239-DDA5-0B2F-8761-1E57BFD717A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23894D-33EC-4845-1521-BFF1EDD326B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295FA-C4E7-31EF-A8DB-8AB362683E5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394429-7B8B-176C-0D9A-98E33E97CE6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913E7-92AD-E941-9724-E46F1F528A6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13E9CB-839C-0A2F-D3E8-5786A7CC3F5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9EB75-F78C-8871-32FE-64784CDDEE0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1A358D-8C87-E73E-C891-11AA71BCEC9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E3EC4E-C27D-A04B-E411-7C45FB6BC36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A219F1-F081-5D9F-5ECF-1272D789920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BD2B39-BEA6-C587-DE49-04B8980A0B7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592435-7CA9-2692-979A-052CCAA7F2F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888D49-C23A-5037-3542-EEB2F711FFC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E65F99-2FFC-C094-1DF7-1404FA040CE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688DC-2692-323A-808A-39A036952A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F937A0-B6D4-2966-9B94-29BD98A48F0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E0A5DE-5CCA-9734-2FBE-6B887B9D029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6792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9FE18-3E23-282F-2028-50AA8C3B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EE67B0-DEC4-6A15-AA2E-469334B682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x2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AEE3DF-95C0-76D1-EEF8-A9E28CA3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6B89A0-E30D-7492-DE40-5DE3C377B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2542A5-F438-02C6-F98E-9A372EAA2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D0B373-C355-A1BE-5B59-69B8D6DA3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C262D9-2275-1044-5ED1-2A7CD6092A4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1FF3A1-CE17-6DBE-1596-A1699C9BA1E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736A50-1914-F545-EB93-7330415B8B8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3F5BD-270A-817D-FD66-71B3E51ADA7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B501D-F17D-3F91-94D7-8631D599E27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50CFD-45CC-C896-63C4-A748231F4B6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53CB6B-1DA8-6782-4EDB-203AFA8AA8D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28A65C-7885-B565-D070-E45E3E34A72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6DA1FB-F0E1-7CD9-03FA-EBB8E4F51CE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E4C605-5E0D-AC6D-78CE-4452673A028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FAD149-C896-5E56-5867-2F14D4AAC5E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81B49C-CCE5-47CF-1FA1-ED32CC139D4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DB9D90-E8A2-12A8-97F3-0377696A612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35EB4B-8292-9913-5F05-573F3B40EF2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4F7ADC-754D-A7B1-A4B4-6D37D1BA8DE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E79D39-9151-D9E8-5502-D67EDBEEB0B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87E22A-559B-0BAB-5A9B-F491CD9D9F9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EFE5ED-B7D5-397E-1043-68EA4CA8804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0C054-BDF5-F749-B6BA-268C7FE8FA3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537F9-1A4B-BFDE-4148-D84B8F4E702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CA940-FAB2-6AB3-CED3-8F31622DBD4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C98F2B-C25A-2778-2288-A0A0C6C6415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CACD92-72B9-E696-AE19-61BB447432E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DAB48B-89CE-F6E9-0214-1C2CAE89EF1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A19A4-9EFF-EA99-E0D0-22100194A96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F96B2-AFCE-DBD8-81D8-0299C8D98A3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369DCA-16EA-6272-CF5F-4E2DB357718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44FD4C-5508-1F8B-CBB8-3D587BD22C8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5A69B5-8ABF-E811-3C57-D6257D698C6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988C47-1153-7DC9-BFC6-8F2BBD702B6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98819E-BF26-303A-5023-42891FB2FE2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E8378F-31FD-E8B7-3E84-03E7A40ECC4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E1B16A-21CB-0382-6267-EC8ACD2065B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A0CCFC-DC7F-2CFB-FE0E-8249291D423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11452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B846-B25F-B13F-BC00-FD9AE4E3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EE0BD6-0C98-7495-8225-99B201B756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F5F1D0-8BFE-7294-19A4-7BA271B55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5DA87C6-CEA6-BE6A-AB75-116A513E9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2F31C2-3FAB-92E0-0A4E-2F7EAE00E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50F58F-54A2-C37D-03F0-BCD77990F3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3878ABF-013B-36B4-25B4-F208F0AB571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3E7274-15E0-7DC3-68B0-5F81603747F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AFAD33-93BB-9FDF-ABA3-D51B3CE85F1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C21A9-47F7-A956-5875-F7FDDEE9A4D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3512B5-D39D-7366-472C-CD101AB0AFF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8708C-6171-BA73-B265-EF743E7E3D9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177464-FF47-2540-A36F-86784E58762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97A787-343C-61A7-70DF-1F8B16575E9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C67A21-CA78-E77E-377A-82692AD8CBD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F3D66D-0F26-6D66-BEA0-A2BFC8B4AFC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D66182-B7B5-6773-2173-007A0DCF50E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CEF524-27D1-B4C4-E0B3-E46D25D2640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B11305-7D22-5D59-6399-2CA1ED4DA54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027382-84F2-4F85-97A6-9B27726890E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9A7BFE-34FB-4087-00FE-93D624333CE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E591BE-C436-A8DA-DA0D-87629B45C36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128B3C-3877-2DF9-318E-99EF090C75C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9EB7E3-F1B5-5239-E747-584A6D91A57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D54A6-E503-FE4F-8F6F-4B71C8147C5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71FAC-4454-F7F7-E55F-C4D45781BE6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87B71C-007D-2929-FA07-BACC2A21504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D0C85E-7E8F-32A0-E3D5-BDA5662A6F6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164E2-B890-9748-0236-AF36B2226D0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1483F6-DD0C-5453-4085-D68D1B512E6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EC0B4B-52D0-D0C9-18D0-A36680452AF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46413C-B079-60A7-534E-C59259379B2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85267F-3505-1FD7-49F2-3EF0B0EF733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9C83D1-55AA-84A1-081A-520EE626EE3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BC9577-BE6E-F865-24C6-0D08D338419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5D7706-05F9-0533-C261-9E046476466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C8599A-CD09-E205-E1B0-A4419028273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CC90E5-7F78-F2BB-61CE-34B7F640A39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1426C6-0AA7-0657-0E27-F63B63FFFEA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517E52-4419-B953-3C6C-E6BBFAC08D9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4143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072A-56AF-B97E-3ACA-B80F714B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EEB620-C5E0-2E63-E823-FE1292C0CD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174A78-1B3F-36EF-989A-35981AD81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E4B4DC-6C31-77F1-9691-CED782904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14EFC7-F3B9-15D9-807E-B7EF2CCBA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CECB4A-B04C-B895-14EA-0812442D13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A638912-E46C-E91C-D89C-96EB4C0D4C1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1B4727-261A-3EF2-709E-5F2DE170E35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13CF22-B1BB-82ED-328C-580FF317CE4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576D3-05F2-808E-90EA-5FE5E5C31B8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CE8F4-4344-366B-24FC-F87A0A19C65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C49119-E83D-5EFB-AA9E-753A5C00B85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09B425-50AF-260C-43AC-6287EFD5B30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EF1829-5355-B280-D871-FEB4E0C3A80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838FFC-9A61-F24A-8750-5EF80315AB4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7AC106-129A-22A7-E09A-630714A4AF1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B1A619-5567-8C4C-1962-4D11C4E5362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FD4F66-F7CB-3B22-38E2-CE05D14FF40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E32464-E6C6-DB57-744C-B6D8141F369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CFDD24-4B08-E42F-4226-642ADEDE174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69A9A5-0BA1-D352-059C-274734903EC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17583B-D173-FAB6-02C0-FA825A72B41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1ACDAD-5C3E-1A3B-8ADE-70807132605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D7A2AF-381C-8F83-641D-4F95AE0C5C5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C64B7-0CC1-0A6A-ABC6-47DAB2FEA54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5D146E-F9F1-D70C-446A-D4148C26215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082A43-0D69-1CB9-063C-ECAA95123D6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8EE300-411D-84C2-C50D-E0092DB34E1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F97768-6AEA-8699-1C3C-03361599A7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83BA62-035E-C136-5B2B-E4C4C120E35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DED361-D212-2374-44DD-79AA3C461CB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2DA431-C6F1-0F73-0349-CA1B7C69090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8F4A34-168B-5B61-8B21-2112906B0E8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EC3F34-6348-5D45-0A80-E450BFCE488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A2EBD0-B194-3332-9004-5A41F310216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F72078-64E1-9D1A-84E7-497F8F39A60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DCDFBA-36DE-3B8E-76C7-39878EFFD52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FE7808-D47D-7B98-66C3-4FBC9E59F98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4E9CF4-6F39-A2A0-ABD5-31F20322AA4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8E1392-F169-397B-FE8A-B267DCF595B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BCAAE-5DD0-010E-B3FD-F9E61CABA8F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82011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5E3FD-84BA-831E-A536-7765607C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6DFC59-9C66-7EBE-7C47-ADCD34A51E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Remaining cells in bottom right block are 267. They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57DDF5-0C07-5A02-D5A5-75EC4B565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6E4EC7-9ED2-08EF-B025-CE2CCEB95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7553E9-D664-3E7D-7D58-A6DAD339F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DC46CA-D38D-D910-0092-C1AFA251C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3FB72D1-20FE-E6D2-C4F3-46B636A6BEF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9E83A7-D52F-2603-A8D4-1C403FA50A6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6923E8-6366-B61F-8231-5D58E24B62B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1C6B6-0DA2-1CC4-4372-8EF5BEC195A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34508-26F1-B03D-B1BB-6BABCCA3991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B36516-1372-D021-3C34-651FD89436C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AC3EE9-3796-5C90-BD96-F69D3C708A7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C33F2A-C40D-38AF-6524-29376C273E8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8CB6E9-6ABE-14D8-DE58-8C29387A7E4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6F40AA-8AD2-B5A1-D270-406E3B50C48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F76CA-15EA-CB03-A86E-FD61A939D26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0794FD-6E33-97AE-8ECB-6E09F5D65EC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50C4A6-0443-DF09-B043-7BF7268380F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B0E055-7065-7CB5-5A64-1673F4A9EDF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FF3046-416C-9F2C-0A4A-540C30C31F9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D0B1EE-7EFC-32D8-861F-61034B3A989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416CD9-4AC2-2504-5B7E-8E43D662E4C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1C3004-AE64-A72C-1EC4-A45E80B4D3E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969F9-184A-FCF7-8A9C-62AB3A452B4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7BEF95-EDBF-EA7C-E7AC-BDF529A00E5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7EBF5F-1128-99FF-B46C-106542BEFF4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0AAF60-6E4A-BA53-4348-DCE9DCDD0F7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3643D9-CEEE-C9A6-8371-72DFEFBA145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4CB1EB-2E07-7F96-041A-69AFD106DC5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5A5FC5-7775-872E-5089-6076C377057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6A975D-3A47-CF25-0417-E3C1D21DEEC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45D813-202E-E433-5291-8232121B06B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8E8B2-45BE-5704-C6E4-28FE61534E9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820FDA-801D-5220-3C34-99C4EEF4E22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F95237-0650-C9F8-66EF-402D1AAE41A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642C53-5C25-3FDD-579E-008CBA165B2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72F4D9-2A1D-2008-DB1F-4904A1FDC2E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7B6DD4-8536-124E-815A-A8FC5D19F76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8B419F-9AEE-79CB-8CDB-0D02DC0C330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95072-B4FC-6427-E36F-EE191C1A4B7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80D7D6-DD28-FCB7-7CBB-A111A8DFA02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FACC7D-D95C-DA79-4A79-02928F0F945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D90C09-75DA-78D2-0D84-9ED730E8919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18835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20B2-4809-DC8C-E16C-BC0BDC50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BF1D02-280E-441A-D631-F1DFC917C3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FBCBD1-BA8C-F539-25B4-1D53C0051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665278-67E6-F1FB-276C-8C834DBCB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F9EA86-F03C-102A-7A3C-3E40FEA38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EA0938-BAE7-77FD-AD62-E15478576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887F826-E62C-1797-50A3-6F8229ED5DF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68BF34-E576-539F-8D20-5BA926E3F45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B8FCD3-0A30-1616-9895-4F7EB4CF52F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BF934-4661-50CA-8E6C-83E8413533F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841FA0-8DBD-1A32-663C-A5E9543EDDD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43D117-3D1C-52C8-3D05-A31DA2761A8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81048C-FA85-6283-B0F6-C408855300D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03040D-0D23-AE5F-1050-C3DC91D82A6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7870E2-5CD8-744A-B691-2A0B449A7B5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5D1F56-ADE4-F7FB-8EB2-42E55C3E6DB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82E796-DDA0-E75C-738C-62EEB72EE36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E678E1-AF0D-44E6-127D-39D7A9DE195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D381C3-90E8-7FFD-D364-D9084F94AA5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478A63-792F-91EF-18A2-5C99F5B1B56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67EC2A-3468-94ED-80AA-A738FD86B20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484052-B34E-58C0-9C03-333D1E7AF19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B99723-696F-A304-3AA5-31493FAB56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7804F5-8016-5E89-6440-273DE614623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503BE-C4A5-B49D-A139-B47543BDF6A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A5F07-4B92-6C8E-C20C-D6FBA23AFA7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F7D9B4-2A81-565A-DC2D-83DB7C33DB7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ABE6DF-DE65-0C5C-B3B4-7A4CA8ABB6C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CA5BBB-D443-85A8-9516-1198104A2CA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DA7F78-A707-3612-5C2D-CEF9346018A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7944B0-346A-ECF3-F330-4101BBF32DF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4EF076-04D8-4530-78D4-E4566D9F43C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B845E2-EEDB-5EC5-7E69-97AC2552043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72DA66-59AA-0E8A-021E-F7A92E2CF0D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31D30E-249B-CDD7-74A7-CAAA3446E6A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0ADF73-4356-D33F-1B69-065995BFEA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B34727-39CD-B616-423D-78D83FDB27E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557E8F-E974-33E6-8D9F-A4E2F519C46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921527-2896-03B2-2125-BCAABFBC8AA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0F5F64-72B8-D6B4-3C85-2A2842E0DB3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9BC27-2DB8-0BF5-E50D-8E52721F227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0DD923-1D95-8AD7-AF70-477F089FE9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F242D-4A9E-DBD3-107A-814291FFA77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F50DA9-D01B-EB42-4E55-1A5E19B9204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FCE9FD-141D-2C64-1D71-8D65519FF49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C3D8ED-0D8A-55B7-2166-90EE37F1E6D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15E683-9BC2-BEDA-1C46-3FCF6D15F5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D1061E-8315-921F-46F6-1D77DD7008F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</p:spTree>
    <p:extLst>
      <p:ext uri="{BB962C8B-B14F-4D97-AF65-F5344CB8AC3E}">
        <p14:creationId xmlns:p14="http://schemas.microsoft.com/office/powerpoint/2010/main" val="1476579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FC48-648C-050E-2394-557DD1CD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9736FD-E077-F7A0-D6EB-A85741ECF2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D562CD-1B21-5EB8-4293-55365066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53C4D7-8F49-298E-8B14-106802350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198603-B060-A368-44BA-ADDBF9A67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C43DC4-05EA-FE43-649E-F7DBC2AF9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9298BD0-569D-C06A-B0B9-58130D72DDB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AA6124-7ED2-7823-EDA6-61B0791D38A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991DE3-B0FC-4D72-9BF4-EA8CD41D3CA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D0725-DB4D-DEAE-F24E-7F7D727FDE5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906E8B-7128-6AEE-3761-122655ADC0C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6EAA2E-A4C6-1273-A9BA-BE148B1E464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B0AEDA-6DE9-A25E-D026-666F0F9ACC1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A24B87-EC5F-0D53-1950-D2502BCC037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29635F-0990-6173-3045-CDBAA6C97A3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0D4DEA-2AE4-F874-BFE5-2737C2AC5F9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41733A-11BA-B6DB-133B-C60FDB19089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3F8797-D622-44F9-D38A-3435E9E07E1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6ECCE7-98D2-4A91-32C8-FF4791C38B8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205BA-F581-1F36-3C61-4001FFF03F2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30A69A-0938-152F-3641-73CE64EAECA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8E782F-1C04-4129-1E99-850DED64133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0C381B-E894-4EEC-44E0-1418CA5043D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D63282-855D-6854-DE82-4EACDE935D3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A161C-7A83-83F6-9604-7FE9E89D3C5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3BA23-1D13-2312-3DA3-F0FF459DB6A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5F4D9-D4A7-8E73-17B4-457D55A660D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7312A8-DB7E-A724-AE46-F4CB5CABD2E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ECFFC2-CCB4-DBBF-5ABB-CEDDAD2B7F5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3875FB-2EC5-92DF-58FF-2BEB00E41EE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558D96-4AAB-8C7C-BD37-EEF24DD6336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A1A974-568B-574B-40EA-30B990C92BA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B57EDE-C635-A4D4-0B22-DB1503E1011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7DB4CF-89F0-CB2B-3B21-D67840257E4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0E9625-9438-04DD-78E3-7E1BCA3CA6A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E0633F-3DD8-C4E4-F2CF-5D322E738B7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57BAA5-5915-4A0E-8460-4529A6471A5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4E2413-3C55-E91E-6006-F8015C7065C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D200E7-BEB6-A909-014E-1495CAE9A6E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619520-DCBC-0DCB-02F8-9A55D9543DB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F8D0D-64BE-48D8-1EF5-F0E3C22C3CF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05530-8FEF-2318-D883-486E76F6155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E4EB08-11BA-AEC2-9084-3E2045E5CE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7D372D-7E75-24D6-8F3B-89480FF13D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2774EF-27A0-4960-1228-5694AD3BDE0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FED1EC-09C6-5865-34D2-4EBD7D99C58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8FA5DD-EACC-05AB-9099-2D6D363DCF3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CB4737-C324-83CE-CC1C-DF1B83DC00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80971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3DFF-224D-3B19-A09E-DA7B0C54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09BD0D-B389-A28B-8FFB-EDD8BE0242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E50661-E0ED-83B7-ADD0-6F258ED98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006714-C2B6-1C23-0081-2D0338BAC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9022C5-C841-76BE-BDDA-FA3D0DA2E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D02C2D-D374-4699-6B24-6773486B6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7CDDEA3-1B31-4D00-C765-2CC6EC48493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408C2E-85D2-C072-4DF3-5D564BEBB65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939DB1-37D0-83A0-9D76-E8B4D578EDF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E2879F-3955-1AD7-24FA-185A32C5B80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1B4C9-74E8-A330-366B-3C65DA072CF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7796EE-07EA-74CA-3FDA-2FC6A2377EB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11651-8F05-0479-0C29-28ED9DBD8AD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5E84E2-29DB-23B3-B870-EA7DE57DE48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2622D5-8B1C-99DE-E507-55C238FFF47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E38FE4-E213-0E89-67BF-87A56EBBD1C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DEAEFE-3BDC-D246-0BC8-BDECEC53C7C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223C2C-F294-D25C-1979-3A2C18AA5E8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E3E7E6-52CC-2250-2496-C1B3F43F73E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82405E-10EE-68D6-CF51-56AC944D5CF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F59482-77E5-8C78-6EA8-93C0492F12D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BEE140-F29E-E1B0-8324-6DB18C51993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B0FBFB-A767-57E8-C58D-233E75CE478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31AA4-08EB-362D-E233-FAF99F2A195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E30C14-811D-38D8-A2DF-7940967CCCC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61B9B-8F71-F4C8-7561-64C71793C23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834D4-F833-B85E-F7C4-17EDA7324BC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4EA20D-5B76-BD85-58D7-57065F2B46A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3DA9D-C844-116C-2F45-150D09E47B9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52B42C-3599-714B-82A9-E368F00341C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142ED1-6B3C-AC6B-5B3B-4DDA30E6294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9FC757-70AF-A0B4-BF6A-A047D49B41E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B66F4B-167C-644C-A09E-1BF2C6F9BA1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A3D1C0-2B2F-1FE7-4DDE-9345E155868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FA518A-B13F-5380-E518-9FA49F26E3A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3C20AB-395D-DF47-42A8-A11FAD809A1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7C02FA-F38D-6116-1C95-14F624F0C61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456EEC-CCED-2E07-1689-2075289BD36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3EA7D-12C5-A68E-6A5C-3975A5326C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E4FDA-6289-032C-7DE6-66EFF1B07A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16DC5C-515F-9647-F527-F6483C64E2A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ED0651-DE51-67CE-E67A-2898C37DB94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C1599-5571-51C6-A6D3-E44E4548958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E549F4-293C-D441-8A17-BFEFEE8FC60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7C6C20-5A42-145C-E7E0-BE291D65302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585C3D-66FD-3FDA-8F47-36F14322193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BD6B09-BB99-7ABB-AD73-DBEA8C132AA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48A57F-91D5-0FA3-7A07-A4984112EBA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4623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FBF48-BB71-46C2-1F5C-56522C6E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A9FCFE-670B-EC65-FFEB-60E99031B4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BD9C6F-2856-61A2-A2D2-496BDE51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65859D-4CC9-A053-62EC-06316EF73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838F19D-EAFC-EC4C-96E8-9BDCF2666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90B466-B1C6-2594-4C4B-2D0254129D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AADB631-FF61-AC31-9439-9FD78160F27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C37A28-C0CF-C71C-C888-820AAD5F67D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D21A8D-17BE-11CA-321A-21B75F8D8FA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DB56C-AAF2-79CA-FC29-DF0281B9F6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C50870-254B-955A-F38C-271C2902852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3E03D8-DAEA-7A39-168F-659EA130ADA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6A3169-F1E0-707B-2718-437FEB08517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C165FE-FD30-91F2-469D-3359230F891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F85B31-3010-08CF-7D2B-71D92AC731D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70DC46-EF34-ACE4-BC42-F13D0B3D4AF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575549-8A79-4ED9-4F2D-1F41D2C64D0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DC3EC9-1728-A08F-BFF6-4D423F478DA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CF6B63-6046-6AC7-2F63-21DBC977B73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580BC7-E4C2-8821-B187-C33DB187B8A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6DC44D-1D0A-E06F-B0AE-F3CC5D081AA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D8D7CE-1D7C-1D62-CB85-B023A87278B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09EA1D-2870-81BF-2DA6-B31F041B764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498E63-3378-50E6-3DB3-4CC8C6BD368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0F728E-99A3-AE81-81B9-DD74D7A297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1D268-4AD8-93C1-3AD5-A97BDCD6CD5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B18D6-898E-0F04-3564-3DBB9F05C19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7497E2-5C53-39A0-97B5-88B6A3E24DA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C48B22-E606-2E86-3DC6-BD6DFF0A003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0C89F4-19BC-DCAA-7782-F781B3F414B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FF3748-74E0-8736-6CE6-74E433D7459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302C0F-1436-533D-128C-5218092D1C6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79E039-C604-21B5-B957-727DD81FE00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8FD19F-F8BC-18F5-B4EC-A387DC6F321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46392F-3E81-5659-F834-0F436469D7E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4844E0-FCDC-1462-B68F-683449357BA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BDCF1-07B5-A511-41F2-DA9DAED47F3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D68D66-74A8-2F6A-70FD-6504C8B65B1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8CE96D-18C0-87B8-2FC8-1353406BE5E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0C41B9-5649-498B-F5BA-EC3A14A579F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468BB5-876B-B7B5-8A2E-5E414938993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CBB0D4-BC84-FD29-412E-85C1FD0378B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A5A65A-7309-781F-3763-68180EAD2B9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0A1F3F-4AA6-0AB0-8E15-0B7FED75856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B4E340-5953-8379-E276-58440AB0A07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936F81-B82B-C415-DEF3-1CFB6A8AC84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AA66D-6087-1193-A532-C20DDA8338A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F8E44-D797-3365-AB45-FDAF890F1B2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35135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F83D-9D49-4FD4-EF6C-16C688F7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29F185-C4CE-FEFA-E2B9-38B1F3F6FF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8BB4D2-B0C9-1F1B-F7B0-405F8D7C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B2BA4C-746E-6279-848D-B5064FE1C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3498CC-38F9-F90F-9C95-21013171D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E95837-53F9-5BCD-5080-9D79A8A187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20B18D7-DF17-9E3F-6EF6-6A9F9AB3C5B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42335D-39A1-D5DC-9C08-9A65D459A8A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833AF0-05FC-EAE7-16C4-E368F3583C6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9584A-CBCB-DEED-99ED-FA783DB347D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FA4460-374C-D355-206A-5C4397BC97E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D6DA23-6E1A-12FB-215F-0AC50E62F90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E00563-7FF4-2207-57E6-AA595CB5CBE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3C6F5A-786E-ABB7-2AF6-943656A99E8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842511-F101-0E74-13B9-5A6CC13EE05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19303B-782E-1FF6-E007-3C05A19DF44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0CF6C0-D186-C068-A3C5-D0954CB34BB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AE337B-93F2-5063-C45F-F3B9046A4C1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F7431E-EFA7-8151-2378-F8B23859C8D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B937D0-0B36-E7B1-5837-E769AED1A78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9D6AFB-11B5-200F-6BAE-65875D4F5D0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3B950D-686D-EE3A-8080-05B72564153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4D5ABC-4F46-F130-A00B-13F1AC0B500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B8CDEB-3B28-5C1E-2007-D61BD60ADD2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AE7F1-A746-A145-349E-560EF7AB5D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AE35CE-D620-1BA9-C337-1C6CFA13FB8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67E94-66B3-E63B-A05F-1FA7E87561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B85226-3792-6515-1523-C6178991A14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7F14DB-F65B-1E9F-9EBA-EDE88FAA0E9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CF89ED-BC75-B97B-D5AC-D7B8B5C4458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CBF74A-1B89-993D-6D3B-2321F50E776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EC3E92-AE82-BBE3-B532-1BDAFECD62A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4DCE46-F335-33D1-6D2A-928944A3B2F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23A5C8-58F8-90A3-2F5C-54807F292E5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C49E32-8E95-A2ED-D478-D5FABC30683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E1710-E1F5-9273-B6D7-26EE01B3035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73AE82-3C5B-4D60-5F63-696CAE105FD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0AADA4-5C7C-0C62-694A-945700A5ED4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505325-930A-D9DB-7128-07FD559E478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B198C3-94CF-FD5E-FA2E-8D14E47D849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DC56EA-9562-DA74-A76E-0B50813B2BA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F6AD49-1DEA-17AA-CD3F-EFFA43B5926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5FCB38-142B-47C0-FC5D-F7A2E8486BC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0C419C-DD63-7C48-43C3-D74809FD30E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2B7D46-3144-50E7-447C-CC00C817583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EC7F6-AC1B-F172-00E3-88952322074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BCD22-3DB2-F56B-E55D-F895F336D68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3D79ED-B422-A287-A768-BF80B0944F8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8720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69296-0A77-C87B-24A4-D62C4EE3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BF5451-D15B-42D2-51BD-08A2395935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3 in lower center block.</a:t>
            </a:r>
          </a:p>
          <a:p>
            <a:r>
              <a:rPr lang="en-US" dirty="0"/>
              <a:t>Then, last possible 3 in center block.</a:t>
            </a:r>
          </a:p>
          <a:p>
            <a:r>
              <a:rPr lang="en-US" dirty="0"/>
              <a:t>Then, last possible 3 in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E739779-E3FB-97CD-9C75-6B0014120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F8C0FC-FB5D-2460-9079-EF8C66C2E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85FE80-7D0B-F366-CF41-BBC8546D7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A6A9A0-653B-42EB-AB7F-48641FCC6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476BF37-DA69-2FBE-4835-357664E9610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DEC27E-3C4F-77DF-44F3-80F32DB463F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396DB9-B14E-B3F0-1E60-D7E60B75A1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A1427-972B-E69F-1525-CD99A9A47CF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B7DA5F-4E42-6458-3165-690E818F227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081024-08CE-3F38-68ED-6BB4535E279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D9B3F9-41F7-059D-2B1C-D87911B46E2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B2B35D-527E-ED64-5899-F4A1E246610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26EE11-0A63-2D58-EEEC-6F2110C1CE9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DD946B-55C0-559B-10B6-A431BEEF68B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681AE4-4834-DBEA-9F90-554D36FFE45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075BC2-E743-014B-13E1-1C6D5B5CC39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E9063-1921-76B5-2C36-F553ECF761F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1A6742-8133-41ED-8B20-70099D0C8B2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B1F28E-C593-2389-42F3-3AE02DF6CD1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03226D-F1E5-DD95-D449-B108839C204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43579F-A04E-F1C3-BB25-8C26F6D195E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114795-5104-19C3-B757-58B8B6D7DCF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04652-38E8-408B-B47F-5C19A1DA5B6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4FE8C1-34EF-3AD5-4E1A-021084A40A9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FCF26F-29FB-8A56-4318-6BB6CBB5BA7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71750A-F789-8A9B-9655-D4408ABAA74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C6E23E-C761-B689-AD08-67F67BCD071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A7EFB5-B190-559F-2B2B-6A232C2C05F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89631D-5185-35E2-AAF3-CD753E141BF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1EB915-F656-5E5D-F91D-4C9049FFE10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F978B7-BA5A-726F-1EDC-D8F39D49D6B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E4A588-8E24-A00D-21BB-9F3AF3A41F3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279EBB-61E5-AF3B-5711-49118EAA8BC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F73A7F-ED8C-8876-E572-4E4EAD774BF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F9845D-A2B3-CB25-292A-298CAB25738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015DF-CB2F-6D7A-8761-344B023A91F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25E390-AE65-0C87-E753-F2DB93195CC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017FDA-C378-3D0D-0A50-9E9F76FEC55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1A78C2-BFE5-33A2-883F-69FBECFB45A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B9F40B-614F-1CA0-C827-811530606B9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703545-C6FD-B4E0-105F-18690E7DEBF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FB501C-F270-9B0A-B8AF-5FB2CBC0674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78F09D-D8DA-48E3-84EE-60EF73C9A97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B4B4E-EF56-77DE-D599-744C17DDE74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1172CF-1344-B369-CEFC-B910B7EFB39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AF650F-A7F3-AADB-493B-6C64CE2CBF6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7A908-D58E-07C9-80C9-7A9115CC64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B49EA6-361F-C4A4-869B-5948C7B0898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49A8ED-4B90-2FAD-3042-DAE6FAF36F2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95089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00B0A-2FC2-6A91-DEA4-B0BFCF21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343F82-1295-2983-8A66-5A74E79153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2 in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67CAC3-A14C-23CF-87C7-C66EF9277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48D792B-00CE-230C-85DB-EA74174B2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DEDD96-D72E-FAA1-2CC2-DBE874BCD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3B3091-AE40-A216-D4D3-2A594B324F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A9AAEE4-6FAF-7369-5C77-D95E77B66A3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AB5D83-AFBE-268A-7CE6-1063E580DF5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2AD031-2F6F-8B20-AAF9-159B75A7BB7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BAF6B-2DAA-DAE9-0A70-1BB1A397DE0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FB7802-EBC9-8350-2832-7009096BE4A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59E03-490D-C4D1-E1AC-CBD67259462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FBD59D-6CCA-6704-4CED-E080C194CE7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C3F24D-48DA-65F1-1368-E9B06ABB81D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4D081-53D9-F328-01B4-D8BDB6AE8A1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E0A0AF-5A36-534B-433A-B8254A1BF00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DEB44C-8495-03FC-257A-BBB33C8A117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3E4419-ABD7-63A9-6637-F12A0952280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E18900-161F-0FB4-49B5-BE2CB9DA4F8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7DA30F-52DE-BB0B-D376-34619A9034F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C3BB10-1FDB-91A0-9402-79F84C88EEF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181844-C1E7-4901-0292-61CD101940F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8CE175-FCAA-B000-D245-8BE0E56D74A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189815-F50F-96DA-115F-8C665B514F2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1C353-0ACC-AF79-96ED-DFA91621CB2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13121B-E8FA-55FB-FA77-B7232C5A102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8CA399-D64D-304F-B34B-FCF931D5A49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99F250-A921-39D6-70E8-23D902D3141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33C9EE-8BDE-82A2-E844-567492B0496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D8B91-0350-30A8-39DE-283B5DFAB3B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C16E8D-3997-132C-C9A5-B7B4E72CFD5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4B0D7C-3BF2-5656-3910-26A8EEB7845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CDA77F-33F8-F071-4464-570A4246E8A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ECBCEC-4EA9-FD0B-7D3A-A4CDA010592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F64D58-BF3A-92EB-56A8-1A4141F122A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B4B49-AD65-A480-F5C7-59F811B4050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BCB8A6-1187-A5BB-DDA2-132E8DDBA6D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99507F-B25E-9966-1FE5-7101CE45B0E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C3F9F8-FDB7-AA13-25E3-00D44AF53C6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949F28-B458-023C-8B98-60DFBFE4B63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66E5C2-B91D-9B6D-C911-E08BF187FA2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1C6C02-D810-4F41-6AE6-10075AFB241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EE12A7-A9F2-23B9-3FC7-6BF37F1C1C5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7DDCD3-5EE2-B8A2-8F40-2BE644183D5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39DE34-457F-EC00-DCF5-2F2BEA2ECAD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7B110-0C08-5C41-4F33-94C9B5436F3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0665C1-C3CC-49CE-F339-771401EFC1C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9556E-1EBE-114D-DCEA-A78511C9BE4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EE5340-A9BE-3B01-BB12-8AEFEA75117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032861-C96F-388E-39CE-EB4A60B8822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B7DB31-71D9-D7D6-7F3F-AAD0530F709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5510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450B-F92B-663B-61C5-108C44874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094F1A-0280-779E-E33D-28E81F3711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 Rows 5 and 8.</a:t>
            </a:r>
          </a:p>
          <a:p>
            <a:r>
              <a:rPr lang="en-US" dirty="0"/>
              <a:t>Complete Column 5.</a:t>
            </a:r>
          </a:p>
          <a:p>
            <a:r>
              <a:rPr lang="en-US" dirty="0"/>
              <a:t>And while we’re at it, let’s complete Column 2, too.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5862BD6-B1D3-C8FB-7A2F-7A8E6BD7A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A3700B-299F-6C91-8CE6-0DF20E285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F5AB17-9BE9-C266-2DDE-8CA5B8203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182A31-8FC4-E36B-390F-FBE4C1803F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71A7A58-4350-7421-11B8-E998DF02565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8F9CD-4A7A-ED8A-46CB-F1DC7FADF70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4CDB9B-6B0D-586A-9338-9A182CD3462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85544-96AA-701C-6769-BD8A9E166B3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D850F-C004-DED0-DFB6-076AFED621D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82D123-96B7-6A21-A74A-B3AE963D969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5D9AAC-991C-E4D4-8E14-25ADC971338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11D0AE-A7FE-0A5F-4EBB-DD65BAF33B7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B876D0-1453-BBAA-FC76-6E12ECA4364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F6EDB6-C3B9-4677-9B56-9B500B90377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FAD85B-CFB5-A9BA-460B-79B6EC88C52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545239-F596-3736-2768-6636D68E89E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939721-1F8F-16E6-50B0-7BD0EB8ADA5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BFEE2F-566D-5700-4DB8-E4AC812A19A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966C89-B94A-F902-7474-A20AA0B6E1E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751354-478C-B324-1BA0-3805AD3F09D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ED8B9E-5EE9-3887-CF4E-386E3BCE804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06CE16-BE78-9802-B2BC-4A57ED41C5E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CA5A8-3D81-FE66-8BCA-872F9DA341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A39F39-728C-148D-7BFB-89879FAF51E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6E1F7D-7F46-52D3-AFBB-2426284E57B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66917E-E810-1B46-8F3B-D09D1EFFE6A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B59303-924E-CE5F-AE96-C9F223D7820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6F94E2-A366-D4E9-6A47-384E6E768F3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C7E862-AAA0-8352-8A62-88CD01CE878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055B3D-2119-6999-7A72-35A7E9F2B78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01FB67-3323-D9C3-A7CF-E267380DE8D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B80726-476D-138A-A2F4-957744FDFF1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95CEE6-27A9-B579-C72A-F880BFE2C9D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F2661-3008-660C-A9FE-142AD8FD314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85769A-4F1C-E83B-4A6C-086C7C7AB02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25248F-160E-A871-D423-0D64816BAC0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1997B0-B1B0-C9D2-853E-9C824118287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29451E-D00C-D09C-C80E-0787B168388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9F48E5-0E02-2B22-8A6D-1D469742E0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FCE5E0-7733-B702-CCA2-4838FB7551E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7C5489-831C-AAC9-F2A2-16E78B24833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0CA0C0-81F3-5704-E2A3-A0F109B4ADA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40A720-B914-6FAC-6830-C9E80A35D43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FCEAED-FAD2-01F7-9F1F-D34685DB232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0278E-3E29-CEE7-5EF2-C91DC594D82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ED339F-E056-8678-1D47-12F3C5FF6A8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33EE4-2F00-EFD4-5A60-F898CF84FE0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9F65E9-EF54-5D39-DF5D-FE636FC032F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753474-29F0-83C9-E738-991BCEDD1F8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5EF718-2472-9441-C02A-2E23B1FDF91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C5731-A7D4-2BE6-04F2-AAA42CA4965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A44CEC-ACFC-66D8-66E2-751D564F0D9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20585E-F719-5E45-B906-FD494817234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BAA3D7-F54B-72BA-B126-0BF4D31CFF1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54559C-638F-267A-9A1F-F08E84AABE0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144656-0BE4-8252-B8AD-CCC2BB67782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0EB21A-00BD-4EB4-3C82-F51D08DA2EF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F6548C-5614-FC55-FD66-2D99B0B176B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87C35AE-C5B1-C98B-E50E-90C7B5D671E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09EFD9-656F-1779-AB3A-EE6018AAFA1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2B2439-7623-C7F7-E643-F7C395671EB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B21202-F569-26CD-C3AF-48F2049E650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67DB4D4-36E8-B016-4C06-038345AFF3F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</p:spTree>
    <p:extLst>
      <p:ext uri="{BB962C8B-B14F-4D97-AF65-F5344CB8AC3E}">
        <p14:creationId xmlns:p14="http://schemas.microsoft.com/office/powerpoint/2010/main" val="630216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A1C94-9A32-732E-13F2-A36C3401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57ACB1-2223-0D75-4DB0-0F817BCAB5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C698C1-E8F0-F1F7-E010-3F6808311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375D4E-B8BE-2620-4455-54AB85403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DF740B-0F23-E223-A02A-1D5F1B9EA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E41E48-5233-1530-664B-A69238914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B5D57A0-6259-2343-111A-FEEC6792999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0427D4-CBEA-2C14-3B9D-52F053C2004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ED6EDA-F007-2A77-024C-EFAA2E889D1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82712-AF8E-A526-7C88-ED97BC49761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3F737E-572E-1398-F718-E4D9BF7CEC5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597F94-6EC5-D710-10EA-20A7C150BDF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CC94D6-5C18-3B05-75E6-620DD40729D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BE368C-B1B8-3429-8615-C25E45A05FF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BD3736-ACB3-4A60-7DE6-870DEC3F08B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205ED0-EAC8-0BF5-849D-0E4425E247D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A11B5A-7061-311A-6C08-DB3FF62512F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7479FE-44B3-5859-A6B2-B5002D75B95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90FCA8-C125-D4AA-2F46-B76CFF83429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33AFB1-6859-8CA5-58C3-E2882352AD3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4F4B69-2844-7746-7D0B-82CF8F6F62D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DD8881-32AD-CCA1-A0BF-B47C4569F78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A4F5D6-9E52-6693-3C65-0043A0C1564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034A49-CC14-44BF-D330-D8272F53D71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D814D-424C-9D86-596B-94646FB610A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2A72F3-7518-E362-76B0-2C98FB9A678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AB3F97-1E03-93FC-1BD0-3705D0E63FF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4E59F2-EFD7-6992-5B6E-253E00DDC5A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D3B066-164A-B94B-8261-2B6A76FD231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0B586A-7CBD-B894-F79F-0E66236F3D5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5C8B8B-4F0E-E6D8-6A16-926330DD6D2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575F4B-25D1-DDC3-8902-FD8FDFF852B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831466-037A-2C58-933C-5453E0171C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4C83A6-B564-2F1E-B4F9-7F3861578DD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D0E5B6-5D07-C0C3-8F1C-2D0BD11A4CE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19B77-301D-C4C6-1B04-41849E643C5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91ED1D-D618-4DC5-D457-97921D9CDB1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320318-2997-524A-F520-F48AA74F185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0B0BEC-C059-E6D2-C684-34B97566C27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C01C6A-5E87-0939-BAEE-624E8336B21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782DE6-E7EA-EADF-036D-02E0712FF33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4E35ED-A789-9A19-C6A8-1F8910941BA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3A9E1D-3152-E626-C2F1-BFE7C256FB3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442542-0975-F871-8B05-C2D99A86D3F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762174-48EB-5EE3-4918-35E2D614642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E7919B-CD8B-58C5-891E-23B3A5EE204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3E8D3B-8952-FFFA-D603-5CC8BDBC74A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6DCF7D-6310-F82F-8C3C-E5D0F2C1662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0DBC43-64D1-C5F3-3CBD-7B82D2E5C61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AEC395-7D52-AED3-D0B1-529551C6D2A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88A19A-38DE-AC88-8CE7-5569DDCFA0B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282973-E8B7-2392-813C-7CA4EA9200C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43573E-EE66-E0CB-4211-7CC934D2882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5187EE-4AE7-1D8A-B203-19C87C7DA50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13287E-0E72-6589-38C3-E05018DEB7B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7A8B59-D123-A852-8C61-CE2A523F7CE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4300B6-51DC-6D16-51DD-F7A391EDB8F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62BE00-7F25-BBB0-A303-D60AB5A6810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3E4D11-24EC-8313-6BB8-BFE92C4EFDF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CCFE8D-3BFD-450B-51C1-12326A2730C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A5C59C-F8D0-A334-7AC5-F1D3C8B7AA3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A503D6-66E7-BEBB-78DA-5C40D82D513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C9F8D89-BC9B-5DD3-13EE-3141260118E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EB25CF-259C-67EB-3FAC-7ABFCBA75F0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F23CF8-E4A9-F321-44E9-1A82DCF5913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70093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E1B4-858F-ED81-6CF2-8E6BF5C6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716747-2A78-064D-9BB8-983503A137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7’s here can’t satisfy the consecutive digit constraint, because neither 6 nor 8 are available opposite. Neither can 4 satisfy it because there is neither a 3 nor 5 opposite.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1BDB92-07DC-3B40-1E08-5B88758E5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87F791-1962-2E3B-22D0-F4CA42227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0210A5-CC1F-EB01-2D2D-C77817358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D4CE9C-7792-51FB-BF18-2A59B02A5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23EDFE3-9121-DAFD-B031-29EC767A092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10DCC1-9AFC-8ECA-1BBB-1DD87B0A11A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5287BB-D36B-D064-D55A-F1F6A90B1E6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63CFC7-FA2A-2F39-9803-63D3EACD1F4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2E47A-6889-7873-A9CA-5A02811F50C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F0D462-2BDA-34C4-A825-8000D42AA4C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931301-330B-9C2E-6C3A-B52824E8EA8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2C40FD-61F8-B939-E26D-8F200DB1F01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F46EEB-D0F6-8EC9-8F63-144CC263750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E9526D-E30F-1408-15F5-22AEE6F8667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1025C0-C29F-34A2-F626-7771C01B7EE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F9EABC-9BB4-7471-430E-71711EFD623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034883-52AE-DE17-266E-6EFBD1436C0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222844-C922-83F8-929A-4DE03B3C142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DEB65A-7E44-1510-ECC3-5976BA066B0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449FD1-9F3A-2F65-7FA8-CE081BF4043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35E5DF-F532-EA71-ECEB-74BAF94D676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C47A8B-9A3D-A735-1F15-B852AC16612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FDF06-6203-2C0B-D314-E42DECEBBB9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F5EE69-39AA-E502-1D24-E1AB045841C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B2367F-CADC-F2EB-AD8C-C9B65DA6552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6C56C1-D30C-3040-B84F-A278B795623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C52486-5AE3-DFE6-CEA9-49A0B737C40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4F265A-279C-7E4C-D980-01BCD57E1F4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AE639A-1DEA-BAFA-710A-6A7C036B57C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69C926-85BA-EE3B-EAC7-0B82604561D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C23E94-30B8-13FE-0011-201A89EA6D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F5FC21-4BFE-EC90-858F-873584A8A08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4BC9E9-65F8-364E-DE6D-B3A585504EA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29E46-35F7-00BF-ED96-098A1BDDC26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1CBD34-8176-71B0-7C28-290891E0207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92B1-7979-376A-FE8D-F23CCF0C437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A95677-D899-94FA-0914-CD1993633C1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5A436D-929B-F2C6-0285-BED75602F42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B7B80D-9ED8-5E57-34A9-B9BC63FB73D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DD51F9-8CAC-830B-56A5-1F313DE89CD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65B916-0ECC-2865-9842-CBA0BBDAE56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865041-6D20-A732-9DF4-CA173721658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5640B7-6A65-E31B-2B48-A43AF77B2D3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9C26B-D8A4-3742-FE4D-CDF3DF1644E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30E15-8C26-5140-2DA6-4B8F826E46A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0B76D-B8BB-1BC5-AF37-0562D3E6190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05ACBA-CBCE-C849-E1AB-03683299C55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849B9-2332-9873-FAFA-AAB0D659000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8E74BF-9414-BAFB-C0AB-B155BC2FCD7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E8C68C-54A9-4598-821B-51A94E113DB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8E96F9-7B25-70E8-42AB-E037D050855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FB5CA6-838D-C5F6-96CC-416C5209111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BF0B60-7C57-E999-0B00-2037CF63F5C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4CE4B4-4589-2B47-C7C9-4DB43897204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C6A139-6BD0-BC81-8CB7-DFA96E9A23A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5038CC-44CB-EF3D-10F8-76B98CADCB2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F8AED9-AA41-D9C0-21D3-AFC84BB08AA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DA9D72-E2B5-78B9-B01D-F76E3C6163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B11B8B-BABB-FC76-4732-0289F51F726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BC7024-0D92-C057-AC23-B2A3D840602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0D5DEE-9288-9FA6-EC49-B8706686D0A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296A43-8B62-7042-5BEA-90EE3B274CA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916130-B956-88AB-D47A-48BB23AD9B1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12066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34EC-58CA-DBDB-E105-721624F8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85BC0-E48C-FC63-3CA3-35E0AD82A2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bottom center block. The remaining cells are 567.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D473B5-1E4A-3A7F-5380-B7E170CDA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F35F09-5417-C9A7-F34B-B0512EC4B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F2AC41-4A89-9B32-CAC9-021FFBBB8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CF2CE0-D4B2-0146-8754-3BF1B61A9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ADB1E73-652C-A56D-321A-BB0DB8C42C7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51BF43-545D-CF4E-611F-DD0188BE273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1B6DE-2683-3AFF-20D2-3F7DC92032D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B37FC-D9A3-E3A0-723A-02017E11A31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8C47E-9E69-D94A-DB35-E3827538023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9DBEBC-0D87-8CAC-3BF2-937DDD1A7D1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5B6BF-1A90-8302-945C-30B579EA11C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595930-C486-2295-A738-DFFCF056E99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48120A-9099-B75B-90AB-54AD5786DC2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22A87B-78A9-D436-461F-CAA88425305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6170D7-F781-7F01-07A2-CC08E3F4B2A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17596D-4E4C-DA0C-2950-EE6BAD1D590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4D0ECB-D9B2-FEA4-E496-B9C3ADF21E1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7F3B97-48D3-C10D-7AEE-C624BA18E4A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39A7DB-427D-055C-0285-AD1B3A5EE8F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9EBE81-A5BC-81A8-9CF0-20D084C0486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4AAE63-937A-BB19-7DF2-6B70453A5E8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3CEABE-7236-F8DA-31B6-781210A96B9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23DEE-BB50-42C2-FA33-D397ED1C8EE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01E424-4673-2759-B23E-E15D6104E56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AA2C96-2758-9D0A-D66A-03B2079DD18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A60F39-35CC-C159-05F6-BC67A135F56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0948D1-C9FF-6CB5-8AE5-867CFAD8029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478A67-764D-238E-DDA1-FE93193761F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C4811-DA9D-0A86-5ED0-0DC5E92207F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89AE6A-D628-AD5B-421C-21C1AD9C6D1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D62A99-0569-1762-C596-4831330A8DD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154DF1-F8EB-944A-23AB-468A00727C9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E07684-B567-724A-1F22-94CE08CB6EE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1D7506-D574-B601-767A-13D5F4CE6EA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2BBC73-713C-18F5-49D0-C734A048DC5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3A2DD-1E47-72CE-29AD-5DFCB96CD4B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536851-0529-9C51-490A-8C27FC8EFA5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0C09E1-9F5E-779D-D238-A06E02F5ABC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92E02C-06C7-39F3-C346-5E500B48B1B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C89CC9-4F14-78E5-0B30-E2F6C038600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AE005C-B66E-DA67-24BC-6AE808A055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AA6948-39FE-5569-B5BA-A28D5B16335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CE66B3-DC86-4A2F-2D48-7A4BB8FCA6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409E42-2504-35BC-DCDB-68943DEA04C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DFC935-1B15-3567-4034-E83B3A26581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79F14-C984-4B57-7AB7-4537DC2C33F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F6730-9711-EBBC-EB47-C9A8DCF4048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A531F9-5BA4-BC92-D60E-93B16143B7E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F2B33E-5F72-E930-33C9-0348102F95F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34307C-B9F5-CBD2-2B22-DFF878478E9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F9256C-78C0-C75B-4841-8FF26D7369C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2B4901-6AAE-4C6B-5A21-68BF8CF0870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6DB510-D52E-4A5C-1C19-9ECA506590A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B62552-DE55-CB41-F072-2DDE53585ED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14E403-5305-5305-E7BC-783EDFB2630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D41995-4AD1-1593-F2F3-21654FD4A09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EF82D6-B52D-0E2E-2199-46AB3954DD9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15ED67-D36C-D8C3-4731-2D1860FA603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945DFE-C7FA-8E87-CC6B-01E6685AD72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A06E1E-BA97-A2E1-6082-4A79B354080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B27AA9-4028-39FB-54AC-DC9B3D0E00B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2E99D4-9DD0-DB0E-4C2D-71603E6906D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C41972-42C7-6284-CC8D-CEB83446E9D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C5261C-8032-7A62-7439-5FFA5EA6357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4316E67-F063-A708-3849-1209499DC23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12AA92-94EC-CC13-0ECB-7215DADFB16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3990165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068E-7E44-57C3-331C-D35DF57C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D566A2-A703-90A6-27BD-0FF01706C4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1E598F5-0FAA-36BF-C8B8-EA1DDA057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27AD76-D777-E14D-DFBE-90448A4C5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979821-DFA3-04C4-12D1-DD115D62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9A9397-1BF3-45EA-284F-8B755CDB37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D88150-AEA6-6B6E-7C65-9E618FEF8DF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B08ED-727F-7583-F1EE-0ECD2B71D4A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683839-85A3-4B50-8644-CA0AFC36D6A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3518D-2F58-64BD-D732-DA504C7B752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2D599-9B15-B426-9288-186A7223DBE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0B25F9-8FF3-9C42-62C7-F4615FF6124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AB6C7F-3592-FCD4-3F2B-E1171F4816B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69DDB5-FDEF-1A66-EF7E-0AEEB787237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717954-D4A9-8E0B-027D-DF8D0B3F96D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237A2-13EE-41B4-FD5C-7BCA9E85069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D6701E-6C59-60B6-DD9D-FEB5068E466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6323CA-BA82-AF90-2F5F-5B58480720B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25E291-8595-F9CB-1A66-923988F23B2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43C37-DD23-893F-331E-F0A9BAD79EC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396507-7C2C-F52C-A90E-CD308889AEA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08A17E-9EC2-E4F0-5307-8DDADD6E516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6CF286-7FDD-B327-7A8C-40239FBF61C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197265-BF3B-20D2-4BF2-B60A6DA0154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A0DD8-1CA8-9EF4-4DB2-F60D1B616C0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12D8DB-4CC1-3D21-36E5-A473140DAB8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29A61E-56F3-BBEF-E400-C4D90F79882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FCCDD2-B607-737C-0F3E-09EBCFBF1DE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78FC2E-D981-B956-B701-ED106C90D6D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B6963B-69F0-B76B-A001-311D5F2053A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D1124B-C8BB-359D-E1C6-7D3651CA008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54496D-35D3-8E7C-4628-F03DEA9A405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44C472-FDBD-F4ED-EADC-32AC9C00A43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E08414-1F60-BC3F-1029-7F281C585FA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F1754D-4B23-574B-7159-01D806F6BA0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EE64D-AEE4-BF73-9F5D-B86AA95AFE8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758222-666B-FB82-0444-77C01B06A00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100F4B-A278-0E35-755A-1F9CE482C6F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CD08A6-9AE7-D36C-712A-83F8DC0DCE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722369-9800-57CC-7FA0-99F4593AFFF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8C81CE-FF56-6BA1-868B-0A4AC6BE24B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967FD0-AEB0-D54F-8A13-E9C2C732652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B6EDEC-D561-9B65-6C43-7AA31A0BFAE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3F7F5E-D3BA-DF5A-12F6-C032FB05EFE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E1A745-5DAD-B225-B4FD-38D58C95139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D130F4-9720-4DDD-2E05-F8AECC68F2B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CA0D51-CAA8-9EDD-18B6-8558255EB31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E1F42-E80A-7A47-0049-723577D0272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4A573E-6170-7915-5583-FD394BB9AEF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A84CAE-21D7-6237-189A-79562B358E0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D290B0-5A8E-D231-8BAA-BECFB26FE77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E7E270-FA5C-D067-85EB-08E4BAE83ED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48867C-C5C3-111C-26A0-C149F1FF4F7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8F5A0A-061F-8B7E-BD48-BEDB1F5BADC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A8C722-D7A1-F43E-7E54-AEA8647AE85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E5A11B-A067-C8AF-8193-2A7602051AA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2319E1-D609-C7F9-BE55-967A8FE21DB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992DBD-F7CD-719B-CEB7-200EAFF398A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2E96E3-0895-CF53-07AF-496B6C89811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66C45E-C635-E2F0-30BC-BA5F272F4D6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4D1788-18CA-478B-5695-2CB867571EE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79E7B4-C2F5-37ED-826B-68CF52404AD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FE27BE-369B-DD7E-A850-ABB6F9D9038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52C059-3780-F05A-9ADA-4F94A3DAAFE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147F59-03A7-1A65-8D04-B17F8B4E8F7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D17DB6-0886-371D-FFC4-2DDD7695D0A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25BE1E-C59B-E8E4-908B-4C4CD6BB781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1C640B-4CF2-A2D2-BB44-034B390A11B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19362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B135-2968-DCAD-B92B-440303CC9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F1758E-87D9-1529-406A-F1653A8DEC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786C12-AB88-69DD-84D7-7ED1185AE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F9F34C-F741-0D61-6D4A-928C5A13B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31CDAA-1954-0BB7-57FB-45AB77B91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B76CE8-2AF2-6CA4-58B9-3D5FC19B26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BD7B95C-A25C-43B8-6E34-6B2F0FE4FD2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DB5813-6044-B12B-73A4-837F51CAB75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0348B8-1602-999F-13BC-6B7F32F8725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DE2131-558E-90EF-2374-A021D2BAFAA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231607-FD26-7C43-6CAE-4BA255431A8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72739A-E51C-56C4-BB96-AAE9F1225CB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331976-55B8-F8B3-1FBB-3946C414844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4DF782-3B2E-6F42-2B99-44975C4F50A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479D8D-0D51-29F1-0D83-5931CFDAC94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198F9D-9BB9-6A1E-8EB7-F95A6886288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D2478D-1642-5027-B7FE-090DA6055BD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661682-78FB-BD19-B472-245D0D6C1A3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135A28-DA9A-B386-B2D2-2B552D48DAB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84D3F2-2498-3578-ECB8-0D240F4AD75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35BF43-8BA1-F34A-5B65-22871A96DB5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27A50D-5240-75A7-8A35-DFFEBD187AA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BD2972-7E56-6F0D-BD39-92B0BBECBF2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3CCF88-1B18-3F04-396D-F66C1686033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F9DB9-5407-883F-6695-57AC8EF2428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33D3E-0DF7-F5D5-F4CC-736F29F7AF9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DA60FB-17AA-1E64-F662-F9DF10F772B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3539E5-F5CD-CF1F-0388-D2CB87AC905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49BE4B-0BC0-2AE9-2B5C-B1F89440029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28CEB5-CDB5-7FBC-235F-3837BD3CC13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A07BCE-3CE9-9624-1800-66E393D3997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D4BF21-2DFC-7B82-A251-5CD24019ABA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DEB2D2-0811-8DA9-5935-23243772F91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94FE0B-518F-DE53-1C33-79523248102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59A9A6-EFCF-8016-ADDC-74ACF55CC1B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27E4B-92B2-1735-BB83-D3B9922145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7C8026-B53C-AB6D-B778-E73F87AC44F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74C71A-7083-A40B-B705-C3646D06C2D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BCF14E-66DB-4631-1565-AFCCA73E84E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145AA-1142-6E42-2291-148D7E87F22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1C7628-84C9-EC66-85CA-2B26FC10F80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3FA2F3-F4C5-0F5F-6996-7F327567135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396F5E-78B9-2DE0-9603-F8DEBD6A263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6D02E4-26D7-95AE-0688-E46EFF65DFA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EA67B3-4B09-6FC0-9B84-2160E9B4473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479C9-09DC-D169-1BB6-5872C06A2D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6CDC9D-925D-B345-041E-E96F5DFD5DC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F99B26-B349-CFC6-F388-5C47B2AAFA2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9B2AE-E5CC-75CF-D6D5-F004DE45B29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5BCF18-ADDC-732A-CC49-58A4600C4D6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476BF3-3617-4481-0F50-BED4FB00696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6D7464-E578-C4B0-06C8-886CA716910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DBC005-9FB8-A16F-0952-C1F8608791E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0D9709-8DC0-C590-840A-2B0665CE052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00F17A-53A7-9E62-3859-88FD8117510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B74290-E46B-362A-5F1D-35EBA950BF6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FA4895-ACB0-B7C0-BCFD-D545C02A6BA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58F7D7-7EE2-C580-4AD5-D3F3278D825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EEC8E8-76FE-786E-BDA7-51F31FD9A27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9E2A18-1024-5251-76F9-525D05A240E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C92A82-38BE-0ED5-9464-E5F66CF71F9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4BE7B6-65D4-8EB7-A611-83E5C11532C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20475A-8F09-31C7-47B2-4D37CC7FAA1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269EAE-637D-A1C0-6FFD-75142030EC6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8B50E3-6D6D-FDD0-3881-C5C7095F87E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F48A48-3852-B1B7-55C7-66884FC48F0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69E3D9-EEBB-9B6C-4565-02DCF48E074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B05BA0-1B91-81B3-A64F-7A0A9B018AF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9475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7769-A219-2BB2-A883-2CAD300F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029897-0D1B-4BC9-656A-FEE30F1A77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1A0A37A-7D71-A5F5-90BA-649023DC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AD37ED-C9D1-B2D2-46BF-E973C062E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58814F-9805-1CFC-991B-25A40E00B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9B6031-D903-F0D9-A596-2E9B9B63BE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DF77DA4-C2FA-E8E5-5C4A-A406C5CF850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C27119-478D-9616-060D-CFDD49C296B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A5F59C-62BC-806E-E830-1C6201CD9D7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6D9A5-F70E-903D-7D27-3388A0FB12F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EA55F-A847-D8FF-EE44-2279933DD0B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0FB1CF-C58E-847F-2311-C6AC4A48D96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F8437E-9A63-8EAF-4617-CA2624C80F7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4AC420-219A-7FFA-B383-E4964342A32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C56707-4C11-CA6F-75B3-58F0180DA1F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2D30B0-04B3-C4D0-9E16-7851809BAC4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1619C7-AEC5-16EE-6877-C813CD9FE9B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ABA502-BE6F-DBC2-8DEF-11D77AFD2D3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552031-C4DF-AFF7-09AA-8E46B0C9AA1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7971F7-D920-2899-B855-C02A04E7CC6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451CD8-BC94-85C5-DC70-7CAE5FF0FFF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23302C-DE06-83A6-0F1B-BDE2B3BF6C9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34AD6A-DCD1-0BCE-A850-81C4A1EA024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BF0699-0DF1-24A8-3B83-340DA9B6195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11F7A-C9DE-20CC-4FD4-858E0D3EA8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9173B9-86CA-8884-58B1-95B8B536AC5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D9D5D0-115F-3995-006C-C2832BFA53A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6DFC66-A394-DB1B-2418-62602F2E7D6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971B8D-D9D6-4136-9621-4B91CFA604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6E4DEC-5134-A13F-09BD-5EA96B6E230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AD364F-32E4-F8F1-A46B-46797331AD8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91D10-8D93-B7F6-B1BF-7298A6803C2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EBD8D3-E9E0-B542-BBB4-3C65F9884F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38A59-6DA5-ED88-9031-6F553157A4F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6482CF-C66E-77BE-05E2-45CD41374E4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8954E4-F6E0-1F6C-ED74-689535A983A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B31CCB-8D62-4AD9-1BF0-0E410E117AE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09FF0-B8CD-CDE8-5A49-CEEB433BBC5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F0B737-156D-6945-D5E8-C6C4AA86FC8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DB45F4-2FDF-8D5F-C96C-D766D6A49E6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9A02D4-2399-C46C-F8E7-78BE6898201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8C6A61-F34C-5FA6-6873-592CC8D0F0F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75A193-60FD-8B84-09F3-5AA424C808B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3C1970-92B3-CD27-9946-DEE0B7C12B0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7AF3C-945F-90D8-65E7-12794472BC8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07C39-C047-6F12-BE6B-3E9831B873B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FF15BF-7CDA-0A1D-6C60-20F53CAE7C5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761134-FE6F-014E-A9EE-C90E41C6D7A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4A2ABE-0C98-22EB-9700-CB13D9694E3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631F86-1E25-557D-3FC0-8EC2BFF1512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84BB1F-AD21-7483-F0CA-B85F2FD0022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0E1F24-6A48-3C4B-CFCD-5B4B7778228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7926F9-4615-ADF3-6297-67B716AFC3A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13A543-0380-CA18-EB4D-ABCD7609819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A58492-7E38-21C6-722D-1333C866B21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8A8E3F-A690-AE2B-AE10-D6080EAB60C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53AA77-87D0-62E7-B7DB-FC1B46C5914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CD1BA9-B2A6-7B9C-145B-EE3A26E912D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7302CF-A2EC-A5B5-CDBF-A1F2D40BFAD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9106E8-3AEB-6682-B611-87BDD1F04DB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F40F8D-409E-EB17-464E-795C193F923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523334-E4AA-242D-DC82-760898E031D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F88236-9014-0231-1D43-CDD65F9284A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683F00-5895-5E1C-FBF7-9A51685A909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F7B627-F8DC-9C31-F8F9-6DEE42725E9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5271DA-F56B-7F20-8139-C61596357A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1A0F59-CB36-395E-1D25-0FF62361780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E2E896-EBF1-3C7E-3D20-527C0AEC51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66034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26AD2-752A-3A62-0540-696DC511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037A2C-6150-DBB3-2A81-F979792C49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24E5C0-03B0-5DD3-6709-E6D1CA771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4B2F32-D298-1B24-E274-D42BA740C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519807-BA4A-6FF5-7EB7-7EBDA12B9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4DA70F-02C6-3957-7B83-DE78BDB3E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DBFFC7D-0B33-3498-B017-916084F84CB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D864DE-5AF0-CFC5-57F7-7E6BA31949A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3AE9A1-2816-E55A-C030-07D9A88DD1F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85D25-02FB-EC03-578F-639B7B8FB58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3CF19-7488-B41D-D3E4-84EF96E92BD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DB0321-BBEB-50B0-7D07-C2610DD80BB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C3A50A-187E-A10F-7E81-9EEB334D27B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A2DD49-202D-ECE3-7366-A6908B4D6B5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463052-7955-4AF4-CB5B-0A572D42EDA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C6EF7F-D1A5-FC7F-F55B-9D99347491C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8A3AF8-555D-8756-F428-CA665C82899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708051-4CAB-9280-5A8F-AB8D02AA15B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A01CA8-5A41-004D-D283-96D51BCE27E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071672-8468-69EF-ACCF-583FAE23951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B92DB-1322-5CC9-28E9-C672E4C468A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2B7B9B-74A6-C08D-59B9-2D6625999BD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1D703E-32AD-834B-37B5-1DDDD4C0A74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C93EFE-CED2-ABDD-D0B8-BAECAC183C8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0A6B8-4CC9-D941-2122-2A562EAEF15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077DD6-BCA2-8420-55AB-97B8E70A8AC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29E066-8D38-71B0-044B-62DFC535518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C81959-658D-5E44-2401-4528666E988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054499-324C-1FE0-B912-D85C2B767DB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49FAE4-F4F5-B595-CDC1-A3ED021487E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5528BF-06D2-B99B-4453-4FB2302E822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8AD6B3-AE9B-74BA-73C7-5DF8DA17097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193F8B-6C45-D3D2-CADF-F5219185617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2D185-82F7-5CD7-FC71-44D6D3E2126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EFFCD4-A462-8E57-C9B4-B178F4B2E8F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16B5CA-884B-84C3-A691-86CAF0F2A4D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C1256C-4C34-4C41-CFB6-4E3341DECA0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F513E6-18F2-CF32-A06D-88792E81564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84DF34-78B8-01E8-2E29-4B97859420B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F97711-DA3A-5A4D-FF7B-843DEC26815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7E3222-C22C-1A1E-A3EA-E3373B2DBD4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580727-B03D-0CF1-6703-A3B7129B1C4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3A5D97-B3BB-408E-3850-FE418CB946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7AA4D5-513E-A80B-24FB-0B1092F2C7D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3753AD-FD5D-CF50-FD22-691E23E16BF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5C741-4E6F-5154-3A56-0AFDEC36806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AB73D6-6E5D-EB6B-8963-157370E5346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3A18FA-11DF-CD54-062B-0DCF0595842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6CEEF0-B2EB-96D1-9EF7-6ECFF589A5F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ACBE9A-2C76-7C8D-1FD2-6A0DECB3710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EFE3E6-7777-F915-1B38-5ABE31F8183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A983FD-9BBA-E745-4D28-37D7CA24628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A7AAE9-8B2A-2C1F-3FB3-522D89E4F7B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2731DD-E86F-A5DF-C42C-25389065831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7D28AF-0E5A-5609-ECB7-1892C291940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18FEE3-C602-FD6E-E5A8-B3F8C96EEC8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31D64B-DC48-2996-01A2-33ABFC9AC11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97C4C4-039E-F857-EA5B-0EBEED0A3EA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5B9C343-8D6A-1FEE-1080-274D8CF8E78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22936F-25F1-68C9-A24F-3A29E0F8421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8D1C36-9B8C-4042-C9CA-690A1648FC9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BEE882-6120-37C3-374E-A85353A7D02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ED9B8-8336-931D-1BFF-E5BA2A51D17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3F4AB2-1A24-D485-2664-FAB11C07204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9B7009-C73A-21EF-A09E-58050F90A59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99D2F6-92A4-3D05-E278-45B62420BC8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AA275A-AFF6-5174-4EB4-62E64A8CB6C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5E22D1-46D3-205C-F96E-B973F91D856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72950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045D-6AA7-4621-BFDF-EAACFADB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455854-CA83-AD32-84C8-E9B8623F73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5BBFAE-96F8-2BE2-EC25-F8C7B40F9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1D4D14-12A3-DAE0-210D-1C07C2B75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323E20-EBF9-DE75-DDDC-45636D6DE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EDD713-313D-B332-A064-700044395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D1D5230-4F43-7E64-39CC-6F553FE8C8D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E82FD7-5F02-3B25-1EF7-9C2520AD15B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00A752-298A-9A93-64B3-60F3AB95BAC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0CEA2-B116-CBEB-6E64-B6798A63189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F6BA0A-7926-2B7F-C3C5-EE7BEB07F6B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C891A7-C8D2-BD08-E66F-5EFEF0FC928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4BB56A-DA37-BD7C-0D49-CEA3F6AA5DA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2E87F7-219C-6910-71CD-9E76D879EF6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8BBD30-73D6-CEC4-D651-34661AD6DCD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F35EDE-8EDE-6970-D44C-F6797C482ED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9A597-E1CD-7346-F49D-12AC801D485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093E9F-F268-BF1B-C2BA-2B4F0BFE555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1D958A-4967-6EB9-C8B6-540A692BEEB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AD4199-6E0B-D87A-2566-A13B8C8A47C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ADE028-B5CD-ECA8-55F7-BB3AC085046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19B68-72BE-88DA-B2A5-87D965E6943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D337F7-D4EC-3BD3-42B6-C41FFF3EA34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3A3644-7EBA-D9A4-85EA-359ABF537F1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8CD18-98B7-3B41-831E-AF4F8FC5195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B7FBE0-B7FD-0BAF-7815-B5D80B0404B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6D0F33-54F6-719C-4F32-C65567A075B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F3A648-49DB-BBCC-169F-3B903662B3D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D43E14-06B1-877D-0F15-5E306C174C8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F5496E-FC3C-23AA-8DAC-83DBC7C4DB3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1F5F4E-D513-06F6-EBA8-2C5D389D284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982FCC-9B77-68F9-9248-2B41CA46CD4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420C1B-A221-3A98-AA31-6D79CD5ECED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FE7ED-A6F4-C544-0E26-7B5D2B4A227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83EA5C-9A92-ABBE-72F5-AD77F3ED671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CFC4A5-8F6D-9B4C-31F3-F711436D966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740C06-7D6D-A82E-09BD-02FF9D8CA2D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A68F64-AB5D-08E0-FDF9-B9AB330E0DC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A6B219-FEFB-DCEB-D859-3842EAB3059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7139BA-5ACE-F595-1970-21D2E840064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8CE90C-57DA-360C-424A-962C209458C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4D1A5-E281-C9E3-AC5C-49D47885CE6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81ABA1-5220-111F-DDCC-795D4E2F52A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514CD7-E4E1-87DC-529A-AD7CD6C41E3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E47FC0-4892-573B-C038-DA4DABC44F7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116754-A47F-1EC0-94D3-C0B7521B22A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48FBC9-1B57-1A6E-2D56-CDDF80E6E04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40424B-6CBA-93D6-31E3-4BA3B543D17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7B3C40-80D1-531D-E407-ECC9061C4A3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957D9C-235A-63C6-04D8-D4BA6BD3FB7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9B6C01-5C6A-80BE-7A94-6D8B2D0BDD5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58B8D8-34C5-978A-CCA1-3B2D2035781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185DBF-C5A9-4C18-C30E-4F23C1815CD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C92C8A-D03F-45DB-8554-D61551374AD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13EBB2-A954-10F6-EEA4-6CE29A6B2DC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105385-6D5B-B4B7-1BD0-E4B4BC56F58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349E8B-3017-A5AC-9713-8498253D7A2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321F2B-1480-4854-B354-E03D99838DA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9764FFF-85D3-3CFE-2156-40B70F6481C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0B026C-F0AC-7D05-72CC-A2FCC8846BD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5634EA-D547-65E1-9F16-351CA045EA2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B61EEF-F7D7-72B4-225C-9EF13B3645B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FAF0D1-42AC-0033-8729-7F433DC7658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EA8199-7D43-24CB-5220-CFF5F300E5A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4D22B-9122-936C-DE8B-CD1C0AD15C8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51ECD6-B6F0-DF52-B374-F66EA6223B0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8055C3-32FF-8E10-FE8A-8AC9543C822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6D448C-2097-AD05-46A4-728D205B7EB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52308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7533-3401-66F8-DC34-DF345942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5FFEA9-4BC2-87F7-65C8-8B01AABA8D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7. The 27 fit in only one way.</a:t>
            </a:r>
          </a:p>
          <a:p>
            <a:r>
              <a:rPr lang="en-US" dirty="0"/>
              <a:t>Complete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C989D5-BB6E-CB47-E426-DA42F769E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3F728E-08E7-4421-3153-CC75C4E66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79595E-38D3-3356-51D7-84A254CD5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360DF9-5158-F58F-6135-E5115A0E7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8DEDA30-7FDE-8D3A-7279-6057C37F10C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D498CE-EE31-24BC-5CA9-16751A2D163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47F679-A655-4EB0-22DB-B56BB36C93C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BA4B4-3B36-39E2-25F7-F93B5731954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9A458-3C5D-DDBC-D479-FE0709A5661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E9DD94-0EA3-21DB-ECD2-8CC9F6BEF1A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84B081-9FA8-19BD-5C21-EA5F350173B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2A6299-1014-97DB-1CBF-1F6E7A033D1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F9CA00-9635-6A97-CA51-08733491B8A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E4EEC6-A423-5050-B0AB-F1560BDCFCB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F326BB-F560-F008-F8D6-EC8C2A23B91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3814D3-3F9A-12AC-5603-12469D8110D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EF6471-C459-9A90-F6C9-60F426BCAE4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A9FC20-E4C4-5D02-5A48-36E719C619C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257CCB-893C-8ACF-54C3-4677D1FA2CA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C94AC3-398D-549A-3590-953C212E610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94699C-6D30-079C-5545-76E467CC79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2A4593-EC63-4D42-190C-0FBC049E1A0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7FBFF-B690-F433-863C-CFFDEE045E1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34333F-4BA1-1870-D53B-01FA4154EDC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78FD7F-2AA4-715A-60B3-5122CC0AFFE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30C16B-F420-9E79-43CE-4F62D8B10CB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B5723C-73F2-935B-919D-335ABDAB2B9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EFF812-8AE0-8F07-8E97-D696089BCC9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D46E09-1D76-8BE7-1906-AC28D3FB8C9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CEAFB6-4A00-FC73-B5C2-643B872C8B8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1EDF5C-F1F5-6C2B-DA3A-EF18AEDC886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1F7B7-0C09-C68D-F066-CCBD6AEA075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8C50D-14E0-4290-8581-80B7357E125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72D8F8-B08C-F7F7-1D9A-819CA42EDBA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1C6124-8AB0-C0D1-E1F5-76B7FD5EE2A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E9FC56-EC2C-3B3E-562D-F66E1840B7E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8B9710-2691-2B06-5F59-7EA6A4E5A1D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CB4F24-877C-1414-B556-ABAE833248B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525D5D-8068-623E-9036-4BC30AEA512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212731-55F7-5061-0C54-5978D15C432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A11EB6-B41D-29D4-EFDB-4B297E8FB6B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A7E90-7190-8725-038A-A0D411E3F82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332EB-CB43-0DAD-E70F-BDECEB5D949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4FE9FB-CD02-F1D4-1EAA-64EB1ADBA69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89B47F-B126-FEF3-E634-EA49F86FB38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7C68BA-3DB7-D628-E799-4A053B92E9D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B86351-4FD5-FF98-4DB1-7F710E67DEC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1AB4B0-7032-C0F3-4FEE-A0DDCA5F4B6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236F64-E84A-AA7A-C6A8-296444DB78E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90E068-ECA9-F5C7-29D0-3800461EBC0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E9E66D6-B1C8-AA62-2048-152B0494449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B5B0CA-BF11-E3F4-5395-4E08BAA4888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75255E-8277-926E-6E30-9B3F3A82619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75BD34-5D89-6609-BD7B-111869B2EC7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8ED757-55F3-793A-1FF6-6B8A2158A60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C80B47-4DA7-745D-6B5E-E1FB85B1FCB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F88B209-9BE0-1EBD-BD78-AEFCCDF4CBA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C684ED-6224-EE60-00E5-3DC757C3BE7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CF81073-B6DD-8EBA-09BD-1666E394956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F1DD1F-F12B-AB58-AE0B-DB1CA7336E7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466F0E-573B-9C28-28BA-E8B33AC933F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3F93E9-2FC7-BE55-5638-9D5FB297113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A2BDD5-56D8-2A1A-49E7-498164F5362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47EE53-C97E-F1DB-3372-6226FEA7769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78D99-0396-4002-FF03-F7076B5A824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194176-D071-C99C-7BD4-A392EB95818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181B4E-1412-20D1-27EA-0A92F4975BD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08CF03-3679-8A8B-F554-E7FECE0B5C4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30BFA1-A8A5-7EE6-CCE8-7C27FDB52DC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4E9904-B644-CCB0-FFF1-DAC2F084477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4962037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F9FC-ACF4-77E5-837F-AA0618C96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0CF702-85A0-1C92-20F6-1200D7A4F3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0A3FB0A-D08D-7807-1CE2-AB50392C0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A00A00-2B4D-1EB7-C7DE-9F6AF45A9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AE85C1-5178-6C3D-7F34-E9C12F863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2F8F1B-F306-3521-8174-3F22F7B126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4460F75-3E3C-9089-D957-2D70B0EE06D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7BDC7F-D40B-6E9A-EAB2-08A6B4FB2CD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581CDA-ED42-C4CB-CB75-D9230083C2A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73A1D-948A-73AC-2ACA-4D98C5D5110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980026-32E0-95EC-75A5-9DAAAC8CCBA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80D417-FAA0-9F91-82C8-C17CA14E246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1169F7-EF3B-C16C-345C-4D1B77C7F2B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A50B5F-AA34-69BB-8C57-C7B446841C4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7F6140-A05C-981C-9968-9A91F1BCA49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1A3723-BB5E-37B9-B625-785601D13E2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6B8AFF-B401-02CD-7051-29F32A5E58C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0F8C77-07B4-BDCF-D689-89AB78BE17E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9BCA47-DFE2-F9ED-40A4-06E1FFFBC2D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F672EC-3DD2-EDA6-6DA2-1C9964FCDB5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5F3F2C-24BC-66DE-B9F2-18F05E966EB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44D997-D158-415D-6071-2DFF47FF5DA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70DAB5-17E8-DAF7-F897-B76E7BDE82B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C8E1E2-0AEE-E98E-1AFB-9513E372D7D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203D6-AC07-A20B-FFD3-070A16CE374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0B7CCE-56CF-D7EB-8691-DF2F608DBE3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0A6AA2-6EA8-FD48-C3AC-AA9EF203193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EBFAE0-19B4-0E53-0E70-C8126ADB919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3692DF-8D11-D9A3-25BE-200AA55E873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8A03DD-28A8-FB3F-36CA-2CD3E4DAEBE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910CD2-52C3-A4FC-0526-1C1344A5F40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ABA70A-EC43-85C2-2087-8635436E852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0A25F3-D4EB-684F-9C6D-A2A4BBA034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840D8-782E-F165-F423-2EE0CC5A320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A08AB-DE63-FB77-56A1-79326FF2AE1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FFF7A5-F5D4-70A2-F184-DAFF6FF739E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71FA7-9429-6AD4-6A34-7DB745D8DCE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53F0DD-AA47-54E6-8069-AA8FCC6082F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80AFA3-4DCB-21C6-82D1-57CD591113F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FB0FE8-725B-4A64-8283-8BCDA2DAC8E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0A04A0-832D-4DBE-D8B4-58CB754E3E8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1106B7-6CCE-E208-6185-13679CB442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55D5D5-9466-3ABF-2F61-6DE3266A574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A46769-C541-140A-AEF5-AB1722E6FD4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87C94-7BA2-C52C-9FB3-E2E66C989DF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3F0DA5-EFC1-1330-BC28-C7CC5E3ED92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40BE5-9673-676E-C708-C78CC9565F0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6BDE9D-C19C-73AC-C7FD-F5CAB8532DB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946CC2-C1E7-815C-6E41-70C47A56950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915291-79BF-2CA8-4C9F-C899B2A98A7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E67728-CBB1-70F3-7AC1-3C8CEC08EDC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0214EC-73B1-4170-838B-145CE1EE335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32ED22-5BA2-EAD9-B8DF-8BC53291744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33D74F-C9D0-4AF8-3293-D892F3A2FB4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E344B3-238F-3014-8782-CE27434455D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85954B-1D5B-AF95-2E9E-95AA6909243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CE6095-7110-4829-92B8-F0772ACC40E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B1D6CE-C425-1E02-4F84-F0915DB4E1C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9D11672-1CCC-A1E0-BF55-11ED31290BB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ED624D-58B5-1CB4-5E0C-79EAC444A64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7528D0-D0BF-0AB3-D0E9-FFEA44F1062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6FA4FC-E2F6-ACD3-58E4-4E06C5A9812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C88C5F-8831-3A1D-3482-03D53E53F2C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1FA933-0BF5-1A07-C148-8ED7160E0B4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C1A1FB-EF48-B016-9C52-90563EF2A84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4739E-B3D4-1DA9-ADAD-5BE93FBF689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062CE7-9D28-08F7-F894-01FC0F456AF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451A2D-DC9F-8216-B88C-5E3705B6A83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8E598D4-32D6-7B1F-C303-23F5DD291F0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781B65-E65F-61B9-5200-6589029539C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832CDE-71CC-DF27-B22D-AD47DB817B0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507038-B40C-42E6-C85D-A6A871091B0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1557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02A32-058B-30FD-540C-1D60DF4F5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BEE2B6-1FDF-EE9E-430F-016C46C06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consecutive digits to are 1 and 3, but 3 is precluded.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1A42D2-E9C3-441F-43D8-381DB5125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B9CB77-1672-926B-7328-78A01250E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6A672E-778C-9683-F647-19A5192F0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2D331B-C24A-402B-5770-3611805E35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5A61B9-74CC-5DDF-FA10-675E4CCBD21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C1F687-53C9-AC95-2649-FF686448EE7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AADFF0-4BE9-1121-CD0D-100700E3028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98AF3D-7E3A-BE30-F25C-AC58B79E8D5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C3918-2E67-0BEC-F53E-5318ACC2781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4941FB-F0B3-C6C0-3D18-AC355FE4DD0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59AEF0-C08F-64D4-C913-EE8825DE477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AE8855-B467-C3E4-C591-47712AE322E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4D3EFB-9F7C-A592-AA7B-8D632D51B86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E81147-5696-63F1-96D5-A484D29D005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1342C1-B8F0-5C0F-98E5-13A2C1769B8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1399F9-AC21-5242-76B3-34C0D4305FF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BD72EA-4459-A720-710E-F483A822027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4B6943-816D-8801-3EE1-F7C4358E917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4CF91F-08A3-4F5B-FCF3-970CFA21F9D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E12E03-2F5B-70E2-3D00-461C6C34E5F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B4C35A-D849-A880-13C5-B1A682A8E15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22877D-6F1C-6F7A-C337-E33E5C1E2BB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8539F-2EB1-C6C9-94C3-313FBE10803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3618A8-10B0-66D8-5D59-27E3A0C38D7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6FE100-8EDF-85B7-5276-F2875D04DC8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D2D6F6-A851-1118-1E01-7E58D3FAF7B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57D75B-41F2-FBB1-93D8-846C287E935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953C40-22AE-B34E-628E-BD14F308FDA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CB6325-C69B-CF43-D0B5-FBF86DEE441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A97B28-3E2F-81EC-8DF8-0A012F5E176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2C8660-3A59-2607-ADDA-E620067A0A9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6D04E-110D-A2D8-D4D4-BDC63F6A76B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A7263-DA6C-FF61-D261-460549130CE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7C81D1-BF9E-FED8-43AE-54370BE3155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4CE992-6731-7D21-F408-74456B07B9D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B2174F-3169-95D4-ED35-81AB1D5CE1E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FDC9DF-7A64-4C26-8BAD-64C7996C96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90F41E-DFC9-A817-B885-A02FAC58044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503D9-FA3A-FF56-8CF5-AF19426A52D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E80780-C025-3FF0-C8BB-B8989B25DC4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D20484-2C95-16B2-7CE0-0F51783878D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587B1-17AC-8420-EDA5-3F02562A6E5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615BF1-39F6-8705-03C2-8A456D3B06F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F3FB7E-1B06-9509-9A28-2C42E108931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C3BCAA-0CFD-4DC3-E7D8-E2D9F58FAB7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756A15-28A5-EEFD-6A04-B2C79D1F72E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4EE3A7-B9BF-EF06-1E88-ACB9F14EDF6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16865B-8E74-9A29-D212-9B0950D3301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8C4BF2-C67E-AE48-DA98-834A91FB931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E189F3-7FEC-2972-4ACE-D5EF550137A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493A31-BA64-E220-5928-D05E55A6528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58C0B0-5217-93D1-A80B-9F9511CEAA9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9B0ADE-6778-0D79-E104-964FD6E926A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2CB43A-B8F2-F5FF-862C-083EBB0BD86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38FC5E-0397-F532-B46C-44D7D7602C8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D6614A1-B80B-8FFC-42B5-EF6074310B6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3086A2-5508-DA11-C3ED-44DEAFF93BA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589B36-6F37-BF6E-3871-2B44340926F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6E9AA2-F0EC-DC6E-2837-8EECAA5EC04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1BD308-0BE8-C974-96E0-A2DD6092E69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C91D5D-5F21-88D6-7CB8-065154598D6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85BDEC-D090-F276-C09C-8885B639614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1C104A-6584-A3E9-37CF-DFE25AF8251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9A16C1-FD4D-C6FA-D316-282EF2D0A50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DC4EFC-B01C-63CC-EB1D-765D18CBD48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652638-BFD9-300C-2C41-EACE390A140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787576-AC8A-4658-599C-0EF1B4E652B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0FE88E-9ECD-F6DC-435F-8E303EFF112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BFF9F1-DE05-D5D0-7743-60A30CDDACA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D3836D-AB25-B5F4-85D2-B21C9E85044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C2BA2D-8BDC-B479-AE10-38787759568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05379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6C40-8933-353A-7839-CE061BA0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920477-28F0-EFA6-FEC2-5637DFFCF9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A5B3FA-17EB-15DC-D048-36393DFD7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98BB7F-AFFE-CFD6-768E-04000156F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837CE3-0211-ADC0-38B8-67601C2BD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5615FD0-9461-8779-9DF1-B9777D9C7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525669E-7C81-54D8-48A1-32F5F441709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321952-8D07-5B59-3782-B55CE7568DE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10C46-C585-0317-790C-1003952EFEC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B2EC90-C839-90A0-CFAE-7E8FBC5FF8B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1F31C4-9BBB-1514-433F-FF6BB2F3355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8060D0-A556-C255-EF8F-23B7F24C30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01716F-E986-6CBE-7D5E-69FD4E2F159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7384EB-FEB9-35DF-6A77-123711E9D37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B7A3F6-FE86-55CC-2259-8F514973072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B33BCE-D4B3-0B26-E73F-2592C53F9AE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50428A-C101-83AA-B1FA-0C4925A7BC6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269583-5DC6-5C93-5B40-2D3ACD61926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BC3869-A40B-C883-1EDA-742BDFD0404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0E2F0E-EA96-D780-5F1B-66CA2FBCFBE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9C301-9C45-766E-49A6-EA004C40F89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07977C-90CC-08F0-320D-2B42E69AE7F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7FFD9A-AAFA-B0DB-B34E-B4D0FD0AEE8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D03B4D-1C5F-0E96-A642-1CB609A234C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D7BA9-D90F-B682-242C-7415B919C80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05B3B2-1C8F-D201-45E5-967378B7995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22106F-3043-905C-F024-5FD3386DC47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C4616C-8E50-9F37-2343-03B9C17A689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D4ADF2-32A6-273E-F677-58CA5A07976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01C2C1-7162-E2F8-07EA-CB745012E60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FA1292-372A-2ED3-F908-8FED12052C9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A26811-C700-5735-F9FE-2DEBBE4576E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CD3EC-0CA1-843C-5F52-B86B566ADF8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28B73-D267-EA15-60F2-6B61623599B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39DBD5-AEBD-7880-2EE5-E1B53B3AEB6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A486F1-8F9A-30A1-B43C-93E836E2F71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905984-958A-E51C-EFB4-BC4F436F2B8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BEC71C-35B5-49A8-E9A6-B17C4E60B34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BB88B9-6B54-B0FD-E1C5-4D2191777A0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33BF08-763C-B62F-75A0-91C1675BE17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9E7C06-4AA1-4129-BDA2-E3635FA9DA9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ECADBD-FBBB-B441-1B60-1B929A5C9F4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624EE7-1B49-E016-26AC-E4DB9D292E8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FCA4A-70DD-5B83-DFC9-6E7F4959911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B7B64-AB12-E520-808B-C7944B54380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E904C3-7D95-6F75-E627-A353DBB30E8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4B9C67-A737-5B94-3BE3-A374D42A96C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24E813-FE01-C4A7-6542-97AE4D196FE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825485-36B7-ED41-39D2-363B4ED8F6B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F5FB4E-208E-A9A3-441C-EFFBE2E5B80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937EDD-B4CA-DAB2-871E-F885AA6BFE0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994A81-13D6-6F44-E6DC-D4BEB0F4686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F135BC-407E-7BCC-1C98-FE4E789820D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4020A9-3DE6-0406-55D5-9D4021A10ED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047D40-D6C0-EDC6-14CD-C682D4CB64A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AC5F1C-5F58-3623-1B3D-6F8BEA19D34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691CBD-D2BF-4C98-B8E4-475D94FE0B1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4BC792-F76E-E7AE-D97C-38849E31752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2C638E-3D5C-0671-B05C-64DEE80C2A5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C2058A-9606-4727-3FA8-A58AD92098E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258BD5-D9D3-ED2F-B914-4B50453886F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82A5F4-52A5-E9BA-0855-6B1C66A731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13B3DD-CF8E-3BE7-D9B9-75AF766D831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AEDDB7A-6D86-8032-76CD-3A1A2174B39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10E95E-DE2D-5D00-E69C-D7942B6CCE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D9AD91-98EB-E200-420F-31A42BD1BAD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BBD83B-D160-37FA-1C98-BC0822C9EBD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1FBF6CC-8384-EDC7-8A42-A9169327160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382A8C-5461-B10C-9D27-A6372FE1071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2B75985-FFB1-6622-8C55-D30496418F8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2B0BFE-18F8-38CA-A140-16E075010AC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EC4975-6C31-72C7-A28D-8553251E4A9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D54BE58-64D1-1714-7320-2457CA8C930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156741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95A10-DE66-DE94-8AD8-05DB16C9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7F1A6F-3EC7-318A-2C71-377FFA1826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87B4C55-7CCE-DFF8-D267-90B28FFA3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C6C61A-89BE-FAAA-5AF9-5165453E4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3C5F7E-871F-561C-80C4-97A2119C9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585FBD-4CCE-B877-B748-6AD1B3EE7E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964761C-3ED9-6AFE-D2CA-0F81F3E85EC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77BD6B-2B46-5F11-C147-DB60442EC5D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4DC550-911F-1A78-430D-A67DF6601A8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ED51D1-88AE-669D-BFA5-35D47ABA77D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CF34D-F76D-2219-9793-8DCC574C629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8FB3F2-B59B-1279-CF49-679C0ECB74A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50CA9F-51C4-85F1-C69B-8375306298E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555CAD-2948-2AD0-66FA-07C875E0621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BC5F69-CA3E-9440-4267-6A29155F018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1AE7CD-93CA-4381-9440-5B0710BA8F1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752163-D422-EA26-99BA-02E5AC27334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998515-32E5-ADC4-FCD9-3EEBE3D83B7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0345AC-48F9-CAF0-E4F5-C8FA233DE34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601101-5B74-A270-4C90-44F204FBBC3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B01A4B-7E10-207F-96FC-DD80F10CF18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25EE57-D97A-BC5C-8D8C-0B1D911486E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F1B3BE-BD3B-DE6A-66D0-A41E5FDA658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9E93EA-F3B6-635D-9EF9-DB2D3B61E88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950FB-38B8-1B45-66C0-B10EA9F9A1E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3670E2-A14F-E12E-EE2C-C134CFA55A8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B81519-8DBA-60BA-1FCF-EC10A37211E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1CBF32-E20A-F279-73AA-1624774FBBC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A12728-7EC7-1519-F10D-413A93C8F57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701E81-9584-939C-FF4C-CF41119C3EE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6EBBD4-B093-B6C0-2B55-CC093CD43CB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D58994-6A43-23C8-DF53-A8735EC1792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262C4-3664-F346-21FF-B65D49D992A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FC77DB-0F92-F33F-392F-498E9EA73F9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DD76DC-2B85-1DCC-B654-32295DB8F8C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8F0003-D29C-A847-1BBA-F476D61FF9B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86B9B4-9CAA-8A33-C60D-16C809A6821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F09672-438E-6438-2598-FF241FF6D3E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7C2C03-7C1C-4ECA-EBAF-20C1C5767BD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049326-1D58-0980-BECB-F89FD4FF39D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1C0343-A8D1-6020-4036-3D5D7817CB4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9AD8C7-E266-649B-0DD5-33A27BDCF06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8E1EB2-C222-B64D-7731-CDBC3091CC3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2574F8-2D7F-EA87-64B9-D25E1453F20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7DB63F-7A10-AAED-8FC8-75E80ACFCC8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0D973A-02FE-A474-68A4-E227F575F6E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4C8DCC-8CD2-A700-3F11-59A1EC2159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484CF2-5153-3E28-0E13-C302CD28286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F02870-5492-6D37-BA3D-F643C1CE836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C6D719-93F1-7E24-0B5A-2B9356960E0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EB63CB-046C-9EEB-9338-A242C70A4A2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F2313E-91DC-9130-7F7A-1331680B988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005219-EDF9-2E87-9F5A-9124E9B1878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008F44-EB3B-FA66-5EB9-184F65EA94E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C1496C-3DB5-40F1-6B44-B1466B0C591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46FE12-40B4-F437-F870-DF1E66716F2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B27856-B500-C271-7F2E-9DDA2F7D7C0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DDEB10-F421-1495-D873-80196513FC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EA1D53-A20E-DE74-3BFF-E68F2CBB056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5F5DD6-CD77-DA65-4D8F-03814C6519E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E4974A-20FD-AC56-7A5F-22C964A7448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28648C-1081-250F-F2C1-3E9D17E1E51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5628D6-1004-DB3F-AC9A-654FDC10F49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EDB51C-CDDA-AEF0-4ADF-CF81ACB01A0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1FAEF2-11DE-1D9B-3843-92B7B7CAB36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5B20992-CDE5-29CC-AA2F-DF1A2E2EF1B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A83D62-D79D-1FB9-2541-D06FD221607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DB3D30-0E6D-3A30-05B4-067C1DEABBA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2A61A27-DD86-0FAD-FB79-69BA976B5AC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FD433A-F5F0-2858-C868-4F32FAFBC5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1F4A48-D1E6-1CDE-2D3A-39833DADE15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12B215-843A-AC1F-091E-6FD9311F6A8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E0A829-2E0E-FCA5-B359-A4AC28DE3C9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0ED3D7-84B9-E177-25C0-BA1E07B855D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CF5254-57C6-5727-F608-93DC28E2CD2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9F72EB9-FF91-6710-D993-938B4A84BAE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59098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739B-A076-5A58-96F8-775D9A20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99C10A-90F4-E5F6-DFA1-A3F3AF2940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left block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44B851-7744-EABD-41D6-8012D1B09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EC4F06-A7F1-4C87-7F39-8BBC31EA6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E24070-7E9F-3BE4-3E58-00A519BF1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DF3E62-6A90-AB94-FCCE-5344503C27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615243B-5F62-655D-E32D-DEFDB6132C8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72FF07-D618-659F-0669-A266E24A612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5AE0D9-BAFF-EA02-61B3-7588C8162B9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F88A2A-E0CE-8557-7B82-E383C3B30A0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31FAE-F5B6-C0FD-0D1B-30D1C870B20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89FE3E-941C-E6F0-3852-32A98551887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D87DC9-CF69-8EE3-8DC5-1E309ED79D5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A34A92-5567-2E7E-2B2F-77527AD2EB7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8D45B4-8593-905C-92FF-7D9A962761C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05CC36-4716-FAF0-D8AC-E8A725E8DEA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FD3D75-A6E6-C583-4916-02497E09857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F98DD0-1F76-56C0-527A-BE84F5EA988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1BCA3B-5834-2D45-3CD9-6EC610717E2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75F56D-4937-100F-880D-8E729BA0494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AA9C39-139A-5206-53B6-06A450B8586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15B4D4-EFC5-33BA-9F1E-F9CFAC17DBB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7E2B1D-2BBC-BB2E-4FB4-7952B91DE2D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B09DF5-7BDD-23C2-114B-15AC1052ABC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D1E4B-DF1D-1FDB-C983-290CCFF9D0B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8E8135-4CA9-C684-583C-332569D8C68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45C57F-2B83-A63F-1EB9-CEAE5A919AE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BF7355-50D8-9442-BAA2-735986A05C1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121062-190B-6FE8-6327-C1F8A31A6E2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B54F01-EEC1-29C4-489B-EECD0FC1831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89E590-3C80-69BE-EE74-E39DE95EC39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836F84-CF39-AC8B-1E93-8FD21537992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C0D41-C757-8296-1AA2-7EC21695FC1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0A4B9-ACBA-BAB6-8239-AC2C6ABBEF9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9A07E7-D321-6A0E-90F9-0A7C87072B8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299CA6-3607-34F9-FF29-9578EF6917B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8D0A94-8803-D9AD-F0DA-2234138B6C3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335213-5713-FDBA-F575-99FCF939BCC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677B3B-3F5D-4C15-6647-142E4FC5E6C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00925F-FEBC-F31F-5804-D10A682AFB6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2070F9-F958-EF3D-AB63-50180B10799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807937-3B28-2DCA-6838-995C4454188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61FBA-0C7E-6616-D35D-B26908CE7C5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A7060A-8CD6-FBC0-2901-E928DA7EEB7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C6879D-D30A-C39E-5B1D-D23C61F3DC9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A092A0-AE66-855B-EF28-AF938F3E744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B243D0-A6A1-F290-FA1A-4E01C70F756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6E645A-D9ED-9940-E4D9-5DB4C825FA3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F6C253-ACC2-4FCA-8266-419F40FACF2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28D2A9-5BF7-AC48-7F62-7BBDB6168A2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2F3CDE-603C-FC60-7FDB-BBE54ACF65F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E01D54-358A-61A5-8E69-09BCB2DB998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4A2D63-EFA4-2292-113C-04BB20E60D4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2066F3-FE5F-E2DE-2BAA-64CF7FF7FDE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69BD09-A751-5C27-C1B3-9BE9DE21607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C5F7BB-3F63-4E24-8FD7-9CB21DA74E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F039ED-D472-FABC-2E25-91191CDCDAC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5AB81F-9756-66EB-4961-B18E14DA8A2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F6F515-959C-8D34-28E5-F25A062F098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FF2E1C-1F77-BAB3-E69F-99BCC9D5098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069C28-F432-287D-3257-B1C2A90B00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23DC81-0A60-D21B-BC97-2C15BFC5698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05FFDBE-316F-7F5E-8F84-18A1C8A05A2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E2EDDB-147D-5BC6-11EB-9544B04A594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7162529-B539-C2C8-8186-3B8363BCE91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B9B904-F960-09C5-1266-54C1EE265ED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8FB83E-323B-20E6-9800-91765940F1A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3C4F36-F23F-EB02-4B1D-D7C15DF4C62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3CDF013-C2A5-E6CA-5B82-5F037E9821E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BB99C04-2D64-0FCF-A1AD-691BA39B236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F700C2-5799-AB41-683E-003B2E7BD29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735E0A-1F72-1554-1296-BDF641C4900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B4D35B-DA4E-4A3F-F969-9000D75020D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3DC7FF-11A7-091A-F9F9-DC2165AE71A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6F6BEF-C09D-6EF5-59C2-BE0CDB65EA2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1C2995-F354-AE81-3994-8080101973E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023A99D-84FA-39CD-8FC2-BACDF95B3DC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4235476-1341-FF95-CD52-62221BB3C6C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470DD79-92E4-70DC-CA93-40F2E864481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CE7D97-832F-CC62-4E75-EE0BD1EB5EA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37496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B212-57D8-7B00-8A1C-01E56FD7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0DC0A2-397C-6BE1-703E-C604C7D730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01A028-8DC9-9259-CF06-6476C3B82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B608D4-16B9-8848-2CB2-877A38F5B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B946E7-43ED-7A66-890F-94383EC43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93D6C6-8648-6016-8CF5-23555F88D0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99566B2-3AC7-9885-4374-0A786E64D9C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65969D-6D8E-E7A7-DCD7-4E3B53CBB92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E7A4AB-4828-604E-BB49-04A0F1E2192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E8A05-BB3E-4DB2-EC47-F27160A348F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34A2D-1F94-2AA6-398D-54C2CAF9288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BD30AB-94D5-6477-58E8-F38268405ED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1F551A-49DC-5B44-99CB-BB5CDE3E647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033DFE-954D-A6E3-50EE-0A8D48ABB9C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AC8477-CC89-F904-47A2-4AE9EF52225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33335D-2F2D-0621-BE74-80E01EA7D23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42E7CC-68CC-E6E6-CBA4-2A1787DB951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AA90E2-C6C8-9C01-6D18-7D1A5C89186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45A57E-7F8A-C85A-ACD4-60D1790B902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0EBCB7-65A1-D694-B2FD-CB8B7B8E09F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CA134D-FC8A-8741-8DDE-E79DB4CF43C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9F86BE-9AFE-8DE0-AE41-DCC8F7AE089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26AD58-63B0-9760-3ED4-BD05250BEBC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DF0951-1867-27E2-D6B4-8B5BD3210FD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5A249-160C-D829-5383-8CE801B24B5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ECCD3E-E4B4-E04F-0110-E3C4BD6FC03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BCA9D5-440F-41CD-8BDC-788C071A4C0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25E2A3-D71D-95C6-B845-97E3727436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14A760-1568-900B-EF62-5728DF6D9D9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80817F-4732-9564-1CAE-3E48633BB58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AC09B4-B7BC-C083-DEF6-125AB6480CF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4EAA4D-2918-BF68-B159-B24FC0CF231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7A244-EFCD-00BD-041A-66920AFBAC0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1E1CE-5329-65EC-D0D1-169ACA9E1E3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6E2A67-6819-9457-CA6B-8A19B5604CF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F1E863-48A1-985D-2DC2-B311F8F2B2F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61649D-2731-D131-2C83-B1C4E653C72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E4E744-3424-A06C-900C-001BF11C1F8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2CD834-2E00-C56B-4E07-7E558BB7744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9D0A5F-29C8-D255-2076-45AD3AEFF50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80525-D687-E121-F054-6F8A596088F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83630B-2BA8-7E08-6E8A-6CC19A7572D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8E846-5083-5B44-D50C-5AA29F266A0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92C50B-1B1D-CFE4-3380-A22A406289D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7F51C0-5380-5B09-2E12-5792B1DB186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8FD446-C359-9985-17C9-3750B835FCD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8D90D7-D858-7652-29A1-BC5CE429D48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0191F0-F398-797C-3DFC-7A260D25EA1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7AE2F5-C6E5-A5A6-0F06-ECF8B680682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CB69B1-155D-3C85-EC75-3869311E7F7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415599-360E-EEFB-195E-19FD938CD09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42E454-6566-92AB-12D4-B62862BD766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5A407B-32E5-7D6E-1633-9C33E0BFB89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C63B56-6EA6-DC3F-2B60-D5D884E1BE6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046204-8164-4146-9C0C-69FF14980F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9A906A-A429-9578-C0C8-484A38459C1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EAC5556-C4D8-EE8C-EF17-CF0912832DC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F6F4C5-E562-FA37-4450-8E91BF83B69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84106-241B-A733-9460-04D550522EF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022A46-8F11-96D9-02A3-E6A730A8A12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31DA89-65A8-51AE-A8F2-FB773BF747B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6AC91A-BCD9-6350-2D6E-F8FEC34A90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7F26BE8-22F1-368E-279A-9E6F01F3869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D906B1-B7C1-D57A-A0D9-D8E5A90D71F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9AE3EBD-AA5C-EC0D-C127-9BDC172A5F5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679418-F935-EF15-4DEA-1249CF173CC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56A10A6-A65E-059C-0310-7517A57B6DB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1B84B37-FC47-216D-952B-E095E3F7C0A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BCF1C5-8B82-C8F2-7517-C1EF7C10054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B846BB-27D6-A6AD-2788-93E1125946A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FFFF12-EE31-F779-8DDF-8D7F52ABE44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F9773F-7C9E-5AEF-FF10-8D7FF685794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3AC8CB-7B28-2835-A20B-9DA91CAACA6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32D1CAB-A66B-F79C-EAFF-CD6A6E688D3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882BE1C-69F4-C943-AE2F-EFA4A06019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A1AB68-65C7-1E20-97FA-6D9E994B6E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FA31680-CB7F-A922-5484-C8986C8BCCE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90A382-E183-37B8-D027-CBF07C11F3A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AC3CD1-2DB6-6EFB-37BD-69077A0B72E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EEA32D-EC53-1294-9FE9-A3BBA4ECFB0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010040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739F-D7C4-C9AC-8604-946706F6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A4963F-1FE7-F6C0-9918-C3BFC377C0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1F6E27-1F2D-C058-56C2-DBE6C874F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3069715-799F-C997-AFA8-F44632759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0500EF-15C8-5859-E667-881D51279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3DD41E-30F0-A74E-E82B-96B9546F7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06FEB2D-766C-098F-301C-5B5CF802298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784975-82E5-BD94-A68F-82EE3FE5395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F8F699-0E91-CE0A-F04B-EC4BFB5B158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A8C53-6F7E-5828-F03E-AE2701E3FF9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CEA39C-F16F-A632-6534-6164463B67E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0F4F00-9917-39DF-EC63-4A84E964DA0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12E70A-D45E-FF72-AA36-5941CE59A47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20E1DE-4E1B-5D97-2978-8D9DAB29264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918667-607E-F8E9-D13C-9B94677C8F4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23B28A-701D-AA49-5A89-56D98AE3A3E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0AA9A1-B9A0-B35E-72C3-4ED43DAA070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37311E-271C-BC59-533A-4C5826944B7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DC9B4C-D3F5-8DE6-DE5E-9EE64A461BD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B67A1E-8CA0-11D5-009E-8CF7270AF61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E47E6C-F6B6-6D7B-9213-ED2FF338DDD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203F53-9D45-0ACF-D773-1EE21807571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91221D-8FAD-41CE-93F4-B1E4726CB5C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EEA9BD-B68D-F2F5-FD9D-125B29C9DD0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B7E53-D686-64EF-F368-8FBE30B402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C989D1-35CC-5662-6A8D-ACB50A02567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217881-15EA-6368-2C79-2FF0BD006B5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390E4A-9246-D5A6-4059-D2A2A93033B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E6D5DF-2AA2-5A89-6F90-238BF28DFC1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16EE57-58A9-3EF3-240F-766CA80F7C1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F5670F-8C72-2489-E544-9A395C25E1A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7FE4DA-80D7-4CC4-5396-D730F1DFD5E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CAE5AA-F785-522C-F99C-CA6B0821782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373298-3B77-9892-07DB-6704269DD79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0FE342-E6EC-667C-5DE7-F9685668610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BBA250-AC31-CD41-BFB2-2D865B3BBF0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22C5C3-708A-F443-DB24-4AD5CC62D56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F59B06-2E42-A32F-DFCD-D14583944F5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1E2E5E-60BA-067E-361F-8D032FA5767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1A7812-BBF2-7159-1956-A191B16C2AE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F3CE8-AC5A-D350-DEE0-F7C071F8FEB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9EC0D8-7D28-9B66-EF09-FF8285FC3D7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C13FC-342C-3142-3A80-5CE84B9447D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BE9DD-BB1F-B2A0-9847-22736FE6719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04B358-F712-36E6-8F61-638DE5ABE52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4CE866-B7D1-01B9-E4C3-0457793B085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E8C11E-EB4F-6D6B-C13E-FABE6116883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153C25-3B14-490A-A9BA-06385CC7C42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2B382A-26AD-B7D0-A802-65EF6B34337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B8CD6E-175E-B619-5B3F-716040131E4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09630E-0E59-7E69-9485-3446952953A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36A0E0-B1F6-2FE4-E340-86F231030A0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A2310F-FDD3-4B83-819E-8586DD3DBB0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21E0FE-4BA2-7CD6-073B-BED5F0846E5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775E67-E42F-D858-AF69-E98C79A4AD2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D5018E-3040-33E7-D37F-322DDCDADFE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FB64F0-8F9B-8118-3F0E-B8AAF8BCD97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6A6FB5-B377-BB6D-2576-74DF7318052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F0393D-9EE0-4F1B-84D0-F461DE66EBD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0E2053-F65F-8F98-6C74-7225C4ACCA8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436FD-F23B-A9C8-BF07-21EAB279DD5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50BF40-FF64-1FFF-79D8-4D7D2A20CC1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66E103-D26F-0CBD-C89B-C2016316603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038903-A7ED-C444-CFF8-9A1B3419F25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D4BA77A-D148-132D-1D2F-457D1676B5E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0409F7-B161-B4E3-8562-9946C22397F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AECECB-E7A2-805F-0960-F011E6174CA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E32F10B-E307-89B9-4686-4C027AA546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FEA585-0CEA-453C-C2D9-B15B8AC12ED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652293-C3E1-D13A-32C1-A1D24F6B65D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A9F5A0-CBE9-F2AA-8E3A-A3C7AF85B52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3A0DBF-04D6-F0B2-FD56-39DF08ED122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8DE997-883D-D783-4B6E-1ABCD00E3ED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897B5F-1946-1AB8-6B2B-38C236194D1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BB23E54-BEEE-782D-14A2-8F48006F83E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EAB23FA-2A56-0521-4675-69C126F7350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6342BE-A578-4C2E-E47A-191E5ED770C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14DC79-3C37-0B1B-E7AA-DCECF622D9B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0BE43-AB10-A7E7-BD02-E3F05F6F60B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65E59F-098D-0613-1F46-98768D20244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F634A2-5C9F-E31F-F570-1B4AC3FB991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D3791D-C455-885D-D16E-E32E126E270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198882-8311-A026-590C-203FE3D4F3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935719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2745-DE4C-2184-C839-73AC5FDA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C3F38F-569D-A80A-B99F-F374856232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4 and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E9D031E-1067-54C4-7238-94AFA1D1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0F81CB-5539-5C6E-0471-AB1A407E0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AF9839-215D-3A9B-D6F6-6AAC90911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AACA76-5A23-A256-416D-E0E41604E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2BDA55B-57DD-022C-A4C4-804A3F80AFA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4240BB-6A72-971B-1BA1-A9B33870285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7B6A72-D0EE-43C1-2B29-76C698D4878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A83EF-A805-873E-2D3C-42ACF3DC686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B103A-CB6E-4204-E596-8B10451D99F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0026EC-3347-C58C-42F7-0FEB8C253C2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2CF3ED-2643-9AE9-1D01-A1179B6CD74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C9E3C8-C571-7F72-11FB-FAD0002F564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9AEAD4-A8E7-0DEF-8B44-0E23DB0B89F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931F90-525B-7431-060C-4A8627C7E1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DCF8B1-687C-05A3-EFA7-6086F804819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2F3058-978A-2AA6-81F3-E264A0966A5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A548B9-B909-7FFB-320C-C3B145BDFFD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7DA0C1-BB13-4A87-242D-16989148E33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3D7112-E6FC-82B6-745A-3E88CCBC83A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FF09FE-9C8B-1C58-0871-F4C42A6BEAD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E5EA9B-0F18-FF83-FB1E-7778853D5DF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2C5A5-961F-E24A-AF79-C5F80D4F0AC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AF6F3-F62D-E54B-70B6-99328F5372F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FFC55B-8168-BA23-4FE4-E2B6C59C507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4616F7-6264-BE6C-C783-F8DA356D6A4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8E61BF-6FE5-04E1-8A72-B692DC3E361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B563C9-C490-61D9-7C88-0433CCBAA16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BA8A5C-613B-4799-715B-C63879FF94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81EE4A-92F9-4F10-D395-05AAAA1A055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CA6096-2FF4-4C11-93F4-9CB8B22C9C0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AE08F-6210-83AB-4628-8DFEF0CD4C1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EC5144-9D3A-8693-184B-7BEAA8518AF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6A482-DDDC-C2C6-6513-6A404E2A6B1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5E1E2A-D806-DC36-6EE7-67E2E92114D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3A570D-817E-B2B1-C192-A72868142DB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4CF59F-977F-0B15-8599-23523249AE4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F44639-9149-CAE7-7992-BF407F41863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CA3F2B-E044-2DE1-457B-75D1B1054F2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16A1EB-7DEA-011E-47CD-B6968942C6C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E347E5-C969-429B-0254-12F7B885D14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BB1137-1710-59EA-EC69-5BD44049506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68801-ADA2-91C1-623F-283207D51D4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ED5F51-BE05-C5DC-3F74-AD453D7EF84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C64887-5A9E-C357-9F37-DE6CB3C8009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B8B28A-6D6C-EF4B-2018-C6A80794C49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3D4996-59FE-E5CB-208E-DE67914339C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25FBB9-B5A3-2ACF-ACE9-B2A12A5C0D9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EED0FF-49B7-4BE8-7E1B-CEE6F1E36A7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1E857E-D4E4-CFFF-BC43-39F9E95DB34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0AFF96-404F-3910-0040-5FBDE39AB48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D8EC13-AF35-3E16-6160-3EF5A6356C6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AD5ADB-9E20-6429-32C4-AC55EE3A045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B31519-0B10-AF6B-7B23-FFBAFAB109E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D310C3-01DB-EBC9-8315-CC519791DE3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B56324-980F-51B1-1BB9-C1C642DC218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C11DE4-73F6-2504-054D-0A5F0E40D3A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C8E24C-3E5E-E486-3864-BDDA9F3E065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91504B-3B62-F348-954C-CA1AEA1D343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AFBF57-F318-A5A2-F520-BCDADA8C80D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B07B32-9141-26DB-4621-B01CB7F79FB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E7314D-D226-D7B3-06E2-0C69F1B67AA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176837-3877-13BC-6110-C15BEA64604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AB9B1E-B509-DAC8-9F04-2C28F62303F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2DBC539-DA9D-9BBF-5188-3F171F2193E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652466-5D17-03F8-D915-0E4DD404592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1BCD474-56A0-E1D5-C1A9-C7E8BFCC8CC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B7280C-A544-C1C1-DB27-1738961BC35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F3DC9D-ED71-1BDB-2A19-D3C5CB5F1E6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0B2867-3A25-B2BC-A052-7A5BD2B3AEB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626CD88-AB8A-22B6-4538-FF748168776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AE72C3-0C44-2A8D-3E6A-C2A6655375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13F44E1-28F7-2EEB-38DE-F2269B6603F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B43C36-B679-D081-9A28-E3119BF4956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9E58B34-1776-1237-F9B4-1D2A39E0EAA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ADD100-0311-9BA9-7915-3E1B42FF4C5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4D8F6A-1321-8B88-898C-DC2F296211B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96F63D-8D38-3C30-37F6-85EB3C414FE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913368-8EDC-9857-8F04-0E355F69DEF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B25896-FE4B-BF8E-F2D5-37EE2B441E9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142AD8-8070-69D7-751C-C7C76B2A1AB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C81A64-753E-0252-FC76-77326D59CC8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0254DB-F1A7-A8E1-7804-739F7C485AD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4B50BE-E67D-B7F1-C0FA-E370EF6146F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6260F71-B246-3C40-595A-E5E53296A7C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9A21EF-FDF2-0C5F-2C17-73F6616AE7B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41732083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BF98B-541E-5055-C9B6-D099D3D70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BF5089-97C4-32FA-C388-43784E713A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0B4216-2383-399C-9DFF-787F62AE3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EA33C5-FA9D-5578-B461-A0C6795C4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889959-6736-4AB1-4C51-E77870EC6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F595AA4-FDBA-ADC0-83BC-3BF148AB7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4500AAC-9FB8-C15D-2D19-7C943B6A0A3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BA297A-562C-8780-872B-0A3D3D5944D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EB1958-C54D-B266-338D-64FE94954A3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D08CC-2A9F-7F4E-3CB1-E40C06C891E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65291-B038-D4B9-06DA-7F762D2E7D2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47CA9B-B55A-79DF-AD07-59CC8FC6406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9CB05C-BDE8-EFC4-8656-81A493F35DE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C22963-C73E-C91E-4C3E-1C6A87048CC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62B8B-349C-8150-E5E8-02B2BE4300E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935FFA-1FDF-7D48-0D3A-0AB9D728964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4639D7-602A-B426-309B-31C13E03683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E32930-9C66-4CD6-794A-9516E90BA58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8FE785-2B9A-F431-4944-908ED2B0051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1D0E11-2A39-A699-B34D-A65A1FF01C0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56002A-1995-2A1C-95AC-86C5CA9CAAD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415421-A404-1055-BDC8-EC968C08F3F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4954CE-5105-C265-4195-C4E080A5DCF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5EEAC8-CE4A-1F2A-EF3A-614014D2656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C471F-32FF-7AB6-B03F-A9EB5F8E865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E380DB-8784-F3A5-DC0B-C38CAAF42A0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BF7E31-0221-77E5-334C-9B3AC63083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049C34-6EFE-E3F3-A53B-2A9655E3525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0CA573-D23B-E180-6F5B-65DFBF47EC3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FF16C4-DFE8-E23E-89C2-CA495C576F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B5E9FF-3B05-986F-F367-25E021CB714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984661-AC81-48A9-2E65-F78892C2510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FF5DC-C917-40D0-DAD7-7B13B3E95BD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B71FB2-3E51-6C07-9AE8-9D7DEA02657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7E4379-4701-A87B-F15B-A6FAAD453A0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CE2E80-5925-CDD5-7ED3-AFA756CA02C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B82603-2505-1002-B311-A60DC7CAF47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5E7ACB-E83F-BB5A-3C7E-2A5D27E7F55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5757A7-30EC-7777-05F8-3AF7FC81A34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A4E6A8-FEF7-AF3F-CEBA-DCB1D8A514C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2765EF-8A7E-BD9F-2606-9AF2E1F458B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69DE18-2D32-07D8-C99A-F4765A81CE1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38CE2-C9A7-1014-DEBD-96FF6F467B8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FBEB9-7DA5-0FF3-7351-74668F7C12A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E00A8A-DFAA-1ABF-607D-173F49B66DF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26D048-09DA-340A-AFA2-8A2998D2BAC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96AFA0-9A85-6EC7-6325-66FF46A7C59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E6115C-B12C-928C-1667-884F7E00A67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AC14F0-0C11-002F-D96F-C4AF2DD60C6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6149B4-F576-E44A-9379-4D11D71D413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FDF427D-1705-0BCD-BEB3-846395BBDE6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ED53CB-A56F-0CCE-56D4-C878F6F5E7E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5166892-3C83-ACBB-473F-5629AFF4D56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63EEB6-BAC0-B9B1-D958-1DF4ABC57EE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CB6009-32FC-CACE-6B7D-CF135985E1B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036983-6831-2D2E-6404-4C6218A658E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F3A6DC-D1FB-7164-4D57-2107EA0DCD7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63FD7-AB11-2B54-30E3-5F719B3530C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0DB684-8FD4-D3B6-BEA3-28E19F9F4CE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247FEF-A1F5-F998-8E0F-5BBE38C062D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2D22CA-9474-C9FC-9B9F-ED75E95BE54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00DB8E-BBDF-9718-0D41-A57FF91102F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38D710-C68D-5315-3425-BCDD2354FCE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2E57BF-87F5-0FEE-BA1C-8135F4A318A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24D871D-774F-288B-1918-FC74C013EF7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1BBE0C-59B2-9059-8C1A-47726B53898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65F570-2233-75C1-30C6-493DA021AA2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1848F7-7DB7-3E93-4D98-C8D6894099B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ECA18E-8D1F-CE9F-960B-9FE83210C77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E0467F-8E34-2570-503C-553DA1AA13A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5F78D2-6174-4AC0-8F3F-4BC3EBD6173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A0D15A-1E70-CA67-D102-ED3109A7A79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736093-EFFF-E135-13DE-5DA6E81D916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B6C58B-39BF-7F85-F3C2-E36D57C7A72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C4918FB-180F-77BE-544E-A6A6B0E60E5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A84451E-7170-7B94-7A26-4234E780C09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2671C4E-0F1C-0BBA-C43F-FC412CC4179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22EB147-7289-A981-7FA0-7F6DB7FDA58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88C036-3B55-3D7F-D5AD-DCCF191AAB5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8327F8-23D7-41DE-7612-1B7AE8EC0A0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D5C570-0A34-A5AB-EA59-4DF86948E82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CCF1F9-07A4-28B9-9E15-9DF7B760ED9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F77856-E5E7-C3FC-CEFA-7871AA5162B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2A70576-3142-5877-E88C-FCE33D1B27A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EEF3F16-3EB8-16AC-7289-F206ABD2632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21BAB19-D212-3539-97A2-C102E05E198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CE6F4A-7A5B-07F3-0598-2CD06F5AE7C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481994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FD3A3-944D-18EE-3602-4E08CC79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B68BBD-69E8-CC4B-C6A5-ACAB96754C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822042-DB24-400D-CA30-6F9124272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C3ED72-EA70-DE10-5333-92D20A9CC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CA0737-5BDF-A6AF-58A3-1E01113B5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633B4B-C0BF-3D6B-E1DC-5671433BF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BFC6B4E-EAD8-0971-657A-775CCE4FF63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A208A0-5633-7465-DE50-6E947AABC89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901ED9-EF5C-5223-D600-5106BDA977D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D75FA-6E57-27FC-B778-478D7C04D2C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8E700-019B-DAD3-73F9-1AD38A52B24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3E1736-C42F-15E7-77BE-07D7FC4D7B7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1CBF56-1F2C-1A46-CA9C-1F21099DBBD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7C7E4E-95BD-EECF-26B9-1CA93B2EB7C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48A02E-7FBA-D9FE-B587-CC623F618F0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77779E-E496-1EF0-F5C0-145697966B9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9CCC00-F9E5-F14E-48F0-C3A927B3FE7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D046DA-836F-082A-7403-14A808AA53F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76024D-283B-1593-7B13-35DE5EA53F1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461BAC-707E-1D8B-F893-2D988C5EAD4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C30CB8-30D8-2CE8-18E5-F3A5A733AD6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ED8339-AAE1-1919-A508-4225786CA34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5477CC-733E-63B8-00E7-108D71D59F7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6B7E88-9253-3939-90C3-BCCF7382101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77C60-2F85-95FB-96B2-EB6FB49C8F5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FF5149-BEEA-DC85-7452-924C99BDB9F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B13F23-DFAF-E01F-49C6-D4009474708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43D078-E12F-6DBC-09CE-B77DBD7F7B8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7FF1C8-8940-2951-D853-8E795D89C10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E6A6E8-2B2C-388F-9A1C-BE55DB27C5F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376217-30DE-34E2-DE0F-AAC4369EA15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3CC195-3E0D-A824-B5A1-FF7269C8097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F7055C-862F-95B5-9F93-9750BAA9569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C4C4F6-3BA7-BB6B-26BB-40C0A5F1C34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3291FC-8E43-3B0A-4EFF-64B93D70551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83D11D-C2E3-DA9B-4AF0-78EADA29C27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51D2F8-4CE9-34A3-A616-2DE814709DE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E31C61-BD13-9EA5-C14A-21F0BF9955F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2D9D7B-5A30-5E55-9CDD-06BA7CC544E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8D16A9-8D7F-9BF7-FA62-4D3381CEBAD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D2A164-D485-6ECA-73F0-DC75CD0FF8A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B9265-1CB2-917F-FFAE-DA17555151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A066D2-EC79-E774-5336-742FECF53BE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0C15E-4829-F4B1-2009-D60E66B05EF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AE0C0D-CD30-31F0-BF3E-2731E098D5F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ACD2CF-7C11-4B42-FD77-1AB86A5CA2E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34375B-D68A-8164-BAD1-87AE75770E9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9F1D4-7A6D-4349-414D-9EC136A9CFF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CE5CFF-D3E8-044B-5A59-CF6F288D6AE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B1D662-C759-34D6-1FFC-20B34470660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027F8B-52B5-B02D-B2E2-85F881104D6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E72B5C-69B6-030D-BC3A-D0F489C7700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0EE9CD-6CA0-FC70-154A-BFAA94724C2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F15832-A097-0F94-A8BC-00968CE5DFE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8A0C56-E13C-3091-EED0-4D890E47796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673BFB-8C36-84E3-3558-027B42080C9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CDA9EC-E497-D830-6F29-6BDE63A0001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9235D3-B6DB-3DC8-E06B-047200B974C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827D7B-79CA-4FBA-B316-1F8287FB88B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69FACD-EE76-FDD2-229C-A1B1794836F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7AD633F-7DE6-7BC7-B97B-EF4D1BB5FC8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FE6071-DA28-E479-4458-AE83819249F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52797E-3D36-870C-7888-D1EB97F9180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FA2E05-43A8-FB3C-85DF-6CEB1A7532D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FFE349-1D6F-263C-4A07-715475C7833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4620461-95DE-4B7D-A196-6609574BEF1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DEF511-ABBC-3AB7-9A70-AD70636F17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470A41-A9B5-0E82-D22D-F29A916601F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61FA98-A258-44A5-0B7E-AD414C1913F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A39F12-7254-5D1A-4055-B2212266D65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EF0260-E872-45EB-EC23-BFB945A26E4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A33F032-9F42-DCC6-CD72-1346B64C89D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CF6191-AB68-99AC-9D5D-91DC39F9CD7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764BDD1-B14B-0D4D-EA4A-0F7D89BFE2C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AE9820-C52D-CB4B-4263-DC70606D55F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12625E-21FC-F99F-FE37-6BD5D5DF054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380741-4885-137C-1B1F-57A3248B6BF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A369C1-CE92-F273-E00F-62062033E98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2186ED-0BEC-5F6A-C859-2DAC6504ED6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AFAACE1-2239-4F66-6166-F0A1B3BB3FF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65B9720-21F5-3969-995F-6A0DA9FCB3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87247CA-5863-9BEA-DA0D-51180229668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1C097D6-3151-ABB7-A2E9-8EB39C37DF7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D46DB7-5C30-AC8D-991C-2C3B20887C1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063989-AD38-2910-A8D0-C37B60618B2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8D44781-E55D-C611-F6D0-A6526988C55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05868F9-9560-0755-343D-670E11D6B16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8686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9914</TotalTime>
  <Words>2469</Words>
  <Application>Microsoft Macintosh PowerPoint</Application>
  <PresentationFormat>Widescreen</PresentationFormat>
  <Paragraphs>2191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394</cp:revision>
  <cp:lastPrinted>2025-12-02T00:08:17Z</cp:lastPrinted>
  <dcterms:created xsi:type="dcterms:W3CDTF">2024-03-19T02:13:08Z</dcterms:created>
  <dcterms:modified xsi:type="dcterms:W3CDTF">2026-09-03T17:43:51Z</dcterms:modified>
</cp:coreProperties>
</file>