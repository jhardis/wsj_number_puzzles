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457" r:id="rId2"/>
    <p:sldId id="531" r:id="rId3"/>
    <p:sldId id="532" r:id="rId4"/>
    <p:sldId id="559" r:id="rId5"/>
    <p:sldId id="560" r:id="rId6"/>
    <p:sldId id="561" r:id="rId7"/>
    <p:sldId id="562" r:id="rId8"/>
    <p:sldId id="563" r:id="rId9"/>
    <p:sldId id="570" r:id="rId10"/>
    <p:sldId id="571" r:id="rId11"/>
    <p:sldId id="572" r:id="rId12"/>
    <p:sldId id="573" r:id="rId13"/>
    <p:sldId id="574" r:id="rId14"/>
    <p:sldId id="575" r:id="rId15"/>
    <p:sldId id="576" r:id="rId16"/>
    <p:sldId id="577" r:id="rId17"/>
    <p:sldId id="583" r:id="rId18"/>
    <p:sldId id="578" r:id="rId19"/>
    <p:sldId id="579" r:id="rId20"/>
    <p:sldId id="580" r:id="rId21"/>
    <p:sldId id="581" r:id="rId22"/>
    <p:sldId id="582" r:id="rId23"/>
    <p:sldId id="584" r:id="rId24"/>
    <p:sldId id="585" r:id="rId25"/>
    <p:sldId id="586" r:id="rId26"/>
    <p:sldId id="587" r:id="rId27"/>
    <p:sldId id="588" r:id="rId28"/>
    <p:sldId id="589" r:id="rId29"/>
    <p:sldId id="590" r:id="rId30"/>
    <p:sldId id="592" r:id="rId31"/>
    <p:sldId id="591" r:id="rId32"/>
    <p:sldId id="593" r:id="rId33"/>
    <p:sldId id="594" r:id="rId34"/>
    <p:sldId id="595" r:id="rId35"/>
    <p:sldId id="596" r:id="rId36"/>
    <p:sldId id="597" r:id="rId37"/>
    <p:sldId id="598" r:id="rId38"/>
    <p:sldId id="602" r:id="rId39"/>
    <p:sldId id="603" r:id="rId40"/>
    <p:sldId id="601" r:id="rId41"/>
    <p:sldId id="604" r:id="rId42"/>
    <p:sldId id="605" r:id="rId43"/>
    <p:sldId id="606" r:id="rId44"/>
    <p:sldId id="607" r:id="rId45"/>
    <p:sldId id="608" r:id="rId46"/>
    <p:sldId id="609" r:id="rId47"/>
    <p:sldId id="610" r:id="rId48"/>
    <p:sldId id="611" r:id="rId49"/>
    <p:sldId id="612" r:id="rId50"/>
    <p:sldId id="613" r:id="rId51"/>
    <p:sldId id="614" r:id="rId52"/>
    <p:sldId id="615" r:id="rId53"/>
    <p:sldId id="616" r:id="rId54"/>
    <p:sldId id="617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670"/>
  </p:normalViewPr>
  <p:slideViewPr>
    <p:cSldViewPr snapToGrid="0">
      <p:cViewPr varScale="1">
        <p:scale>
          <a:sx n="113" d="100"/>
          <a:sy n="113" d="100"/>
        </p:scale>
        <p:origin x="1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B3EE0-E6A0-E7F3-4920-62C025D3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98F79-326C-DF58-1591-2CE40B7F5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CD5780-EEF9-F7F9-7171-EDC75FC35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347D6-E723-AFB7-87AE-2DD6A958E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662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8CF50-DA65-7B87-69A5-78CDE813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C18814-C9B1-C85C-37F3-89BE44BBF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9177EC-583F-5515-3606-1EBA7AB91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33043-EFB8-9F24-D12B-B8399BD99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342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132EF-0B05-34DC-5F99-0A11DD1C8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846BB-8364-BF9D-882F-A81502C6E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2DDB7-AB21-AD4F-B72D-82891D452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8CB77-F6F8-9EFC-280F-95AFF817C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85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D76A7-5163-12B5-1F69-3AC89AE8F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3FB012-5E75-8C2B-80F4-82F35D1E0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D71A8E-E10D-8F79-BF96-837EAF61C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C9FDD-2BEA-F17B-05C3-038501BA5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435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E5352-45B8-1C85-B717-369977E6A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EF9AC-D232-5204-1DB1-0CD273BA2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27D6E-52A0-51BF-E8F1-F66FADFEC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C9EB5-16EC-2E9B-A790-BB2BFB9B3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23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42215-AF9A-604B-AB0C-F4445F9A8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59939-03FA-54AA-DE80-580184F04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DCE24A-0BB8-4B74-38F7-E1DCCB2DD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A16AC-39B4-C395-6DF2-DB0E871A87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406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BFF57-6CE8-621F-8F80-8A6D561F1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79A359-01CA-5BED-F8E9-214B54B20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69F3C5-C877-ED21-3B0A-E98152595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1F194-810F-C683-DD5A-52EC747AE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25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E2101-2884-7605-2CCA-FC3E8AA6A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55DDB-3431-5B48-827D-4D00F09C0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1D0D5-ACC1-0851-6693-5B1457297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1C949-6DBC-F92B-C3DA-491B21CC26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0644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B6227-7720-1ACB-D3AF-71B901331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05A7BF-4F8D-6ECC-5442-EA4F8C6924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AAF58-0733-B406-EE81-748428B71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C1849-2EAD-B1C6-123D-973297D13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604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279D4-88C9-1546-41D9-88E647C3D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AB259B-D750-6642-D4FA-01C0C7A35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6C65F-D264-6F04-EAE8-F9C072053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3E639-7A8D-B2E8-4780-364A23DF19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91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49ED-DFDD-2197-B424-923533C83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1FA401-5B27-C100-AA40-4286B3FD6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ADA272-2F11-3A11-2E4C-D06F9275D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F93BF-A345-EF1A-FA3D-0D524E470A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659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03E5C-5268-728A-44E1-96EDC149A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BFA57-91AE-2C0E-433A-5F888F60D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C2219-17C6-BB50-8D71-4AAAF583B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43BCD-71D0-76D8-A64E-70551723EA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449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E086C-EE94-C450-A093-6D6E6B128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D3514-8C67-1888-3DC5-76B502478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2AFEFC-8AD6-AE39-1380-3687209CD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9563C-602F-3DF1-42A5-70E3070F08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212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C0726-B5F0-A472-247D-68BE6F318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8B9EF-4186-88B4-D1D0-44836AD8D6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9A891-8543-F364-42BD-9DF24B45AC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91F90-7B2C-0A33-C435-8D3C1369F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8293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920AE-40F3-6B7F-ABE5-802BE15E2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E107F5-F649-CE54-DA19-4482AAD80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DAEA0-3C94-7628-00CF-5117F2447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2AB85-A6EC-6CFE-CE01-4B0BD8D1F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8711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9ACAC-DEA0-0201-49D8-E73B0A9E1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4196D-0D29-22D6-F669-DB5CFAE11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E3587-89A2-3BB5-7619-64343243C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0495A-1084-683C-8655-96A0CD99FF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1118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FA9B8-D780-A2CF-0429-DAE93A71A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9FE82-7E33-D0A9-71E8-2B984E160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3FA152-5DE2-93CC-E4A3-9819B4D35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0CA9B-A355-CE50-7FA9-F7713F1082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498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ECA45-4DA3-4E90-4769-A558ED804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E17F34-ED18-15D0-1E6E-334E78105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B9CAE-BCFF-1080-03A4-647339BF2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9C0C0-2892-D08A-22EB-BC6816E9A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731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F5435-B6CD-B6BC-1CD1-FBE458790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5C040-4141-B1FA-F76A-D916758E1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FABC3-CA1F-43B7-9CB3-B4F25D227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04DDE-E103-916F-CC21-CF4A137506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978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C43D3-F7D7-BBA7-3917-9E1B6DDB2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A1244-7405-9A87-769F-57739F815D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CDF20A-530A-14BB-9F9C-E1144910B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0E673-3BAD-E849-1261-F1BB9DF17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7796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DEE43-9859-57A5-7C9E-FDA7769B5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EB06F-B891-71F6-F1A2-FA4AC387D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C29432-7E43-6B32-7271-BE1F59C13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AB248-ADAF-7325-3CF6-BDBFD0AD7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7653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F4F36-6748-DBE7-EA7A-253058C16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2B410-6E40-B18A-3E3B-03D22DEBB0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EE317-F28D-259C-91A1-8050D12A7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C0E0A-CEB6-7155-DA2F-254CDD9A1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7986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666B0-7BE6-07E1-A9D4-3247A17B9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8955B0-635A-6D9F-34F3-9FFB7C6130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338BA1-A8A0-65F0-E602-A76C8C70D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3D5BC-133D-313F-B7E0-2A622C4A1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73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632FD-3E5E-7229-DE81-C2448CE4E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60C23-B9C4-A8D5-D2CA-F0BEF9ED8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84F5D0-0D56-D6C7-1050-ED5F13449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256D6-E72B-D1F9-7ECB-D6232BB63B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489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16475-6287-09D1-E6D9-C7E26477B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B89E04-1616-0E67-EA71-510088570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F55AB-59F9-D2B5-10B3-40382A401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29C40-4284-1782-ACAD-7D532FB50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13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C0B4D-F91A-70A7-F493-8A12AC230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6B9796-7F64-1444-AEEB-204035E48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3F5E1-DF70-C98B-653C-D4E47885E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F1F08-448D-EABA-9BBC-A41964217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621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F4618-69C6-493F-C5E0-CE9114A78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3B3E9-3840-4049-687C-0601D67EF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7E4057-55A9-C122-6289-4CFF1E2FE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A9D51-2A2B-169F-5256-5BC1B522A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40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D1DE7-1513-8AE7-D747-4805C1DC4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5F97B-1362-2293-ED1E-75ECED01C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ACDD8-134A-1459-699E-27D158A1C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EE57A-A409-FCB2-DBF3-D889C3B061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707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7990D-92A0-1640-653D-51B25012D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4D675-C4D9-A5DC-7F23-D35568D6B8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C8A32-1AA9-80D4-3656-F8FEC7217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7F8B1-C6E2-B1F5-DCB3-E1AB52D362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19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6069A-0C77-F6A6-A62C-BE05356FF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CA905D-6B2C-659C-C00E-876F9BA0D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66F97-D636-E810-4B89-78B33249D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7B68D-B90C-3313-1CC9-E9ED08736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743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10F50-B1B5-F892-F3AD-1A00E6416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10361A-3190-3842-2079-D0B29EA9E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A6968-6736-2872-12DB-BC9CAB4E9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846EF-8635-EEF9-FF67-4E4BC56B9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7747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99CB2-13C6-CA78-40B1-1404174C2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DD5FA-7EC4-1435-C19B-9444DE76F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20313A-B102-6893-B17C-2F338AE7A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88D1D-56BE-E636-CA8A-D58D8EE9D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9947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8AC61-E9D8-186F-975F-6B6064B3E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89D202-3A87-AC0E-E5BC-60662CFBE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62EE15-04C9-A729-C88F-F958CFC9C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13C71-CDEC-933B-AAA9-67D9ECA453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3880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66B91-1300-2828-626A-D603EDCAC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EB70FD-0235-8500-7C48-DBB70A27A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E651F6-4B2B-D922-9BBA-9E1F5A622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8D6B0-3088-F9F0-2BDF-9F4B8C450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5663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22F33-D974-44A3-F686-7FDD3C48A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99F09-A235-CA8F-ACD0-CD0ED879A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CC103E-EB60-7B32-1392-D714420F9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8F10B-107F-D839-4480-0FC10FCBB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622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AF4A9-686A-DD39-D054-B710C9DA4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17193-2802-1C4B-2B1E-D4B3A707F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FB854-D4E5-271A-7EA8-133AC7721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CDD32-149F-4746-56BE-B4910450B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4322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C1831-B753-48F9-28BC-DF18F5790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0C111-5CF1-8D4F-9BCD-3114FBF37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95E0D7-0804-0FFB-51BB-51158DC24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22787-D257-0FC8-7DC7-4B009EFFC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276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CCFC3-7C48-7E03-48A3-16890FA7F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29E05D-B49F-A03D-B4B5-B2BED4A91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BC2F57-C6FD-C849-83B5-9B0537503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7E4C8-867B-5521-00DA-4AB69BB4B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639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7D53B-D8C5-22C4-B6E3-D8C872DE0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A2082A-179F-B16D-4219-3DAEC9879E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B3116-33BD-949A-1C1A-D75E1DC2A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1E810-1A33-3E17-7028-2099008CD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714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AFB78-2FEB-7FA1-5CA1-8158057F2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95B67E-F4EA-0DCB-9844-CA4BC900D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3C24C1-F70D-5942-3135-EE970E874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116D9-84C4-E4D5-D6BB-D708D948D1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209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91B2-110E-9370-BEDB-7C597D031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D7B63C-69D7-FEB9-0897-1FB3506F5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DD8A9F-DDAA-EE71-E0F4-38A4BF919B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EE94C-7CE7-CE0E-E8AC-022E6E8214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2395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91C07-19AF-3D66-1E8A-4496A36A5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8189F5-9930-D727-4C38-5ADFD9E5C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A2C93D-71B2-83CA-5E30-4D782C4EF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A1D55-5B89-E55B-4A70-3DB8FFD5D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2305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AEA26-5F24-23D1-C353-67299A65E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73E693-F934-73B5-B167-0838F5A086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020E49-CEEC-5EC2-D53C-D1A4C1399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70E40-D91F-35AA-BC4E-7FFB2670A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0858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ABCC1-A313-183A-90C2-098876D78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057EA-E2A2-DEA0-F2B7-F0AFBE8D3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E182C-CABA-E061-CF14-A9188E09D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11BA8-85B3-376E-6D8C-788385474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52172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2AF23-98DA-F2E4-B768-42BD088F9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48517-2B1A-11A4-EF74-83F7332EE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D8D25-4DFB-DA11-BAF6-F0B74B699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77F0E-8C2F-E3D7-388F-56CAD5B13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9295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1C727-EBBE-35CA-7BB9-6F3099701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C3E2DA-15B9-8691-3B06-5E7F038E0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4DFC2-6EB2-5D39-210B-72C6FEEDD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3296D-35B3-3964-CFCB-59D8EC0A7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6297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0640F-7AD9-7BD1-76C5-D7F86AAF3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D15E0B-829C-7625-B72A-5A10BE4AF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AF231-4B1A-9E75-8932-1E784EE49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88AB8-BC38-5B92-ADEC-169F07905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1036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0615D-3A32-F792-80E9-40785B693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A5242-2C5F-414A-116C-4F47D257E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84CEB-689F-614D-D87D-71C3FB8F2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8290B-C316-5EB5-C1E4-2CD8EB060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4259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02D7E-194F-3153-FAB4-06D8561AB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594414-75F0-EF7D-720E-F406D443D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01FC93-867B-80D8-C8EB-F91A81171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19670-BFF3-9927-9AE1-2CABEA117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1352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4D903-1638-7C4A-5387-DB8B95BD9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C22D8C-B1D0-AA98-8B5D-542A66C3B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5FF350-2BAF-8534-F017-9141C30C9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B055D-EAE3-BB6B-BE37-F9A59281EA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5044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950AB-A09F-FF26-0579-F70F962D4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1FEAF-2A86-DDD5-E308-55EAFCB08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27282-5756-FDBD-FFFA-E1EB58DDB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F596D-EA18-0D8C-B443-F74720F7B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69790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7BD22-4A29-DA8C-6FBE-16326A90A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843BF-85A0-0DA7-D6F9-75DAAA01A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43C6DB-70B5-C6BB-F0F3-84481FBB7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20114-BC57-B79D-8DB5-D9339575C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6302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1A6CC-EF13-D261-E5FF-944C5E695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0C9D51-6A2C-9C0C-2C48-8BFAFE69B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F3C93D-CD09-DF0E-5890-6538A0C09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8ABC2-9E61-2219-CE49-34FF48100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903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097EE3-61F2-A2B3-E18A-0479686B5A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7569" y="251067"/>
            <a:ext cx="4540216" cy="504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528F8-E3F8-E7C7-CED2-4DE83DCE1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2FDDB7-9801-1F02-4825-BEDB34DCB9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[15 in 5] is 12345. [16 in 5] is 12346. [23 in 3] is 689.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1157BC2-FE60-F1A8-DC0E-EC733FE5D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719C55D-5042-B09E-CD02-6C0FAF6B9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5372C4B-A2D4-89D1-BD81-BB3F7077B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F864751-B48A-D4A0-EF8C-3D516337CC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CB2852-0E44-132A-B2B8-3E1E19A9215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BDEC8F-D642-47DE-82AD-BA7011FD6A7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FB861D-DDF3-8003-C82E-7C242056B11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0969FF-BF30-9ADB-5A11-965AAC827CA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BBE309-CCCC-B45D-B922-2F69DB463A0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9553F8-668E-148F-0DD4-8891F90298D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E854BC-6168-680B-526F-F8B87B5C612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42CD0A-D445-C297-C768-C4F4F7BDD1D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11BDA3-8978-0118-7B0A-9AA39CBC569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38FCF1-7424-CD54-B7D5-7956EEF99EF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31B43F-9A6E-A69A-73BE-7B2ACFA7459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12C3D8-18FE-761A-7C7B-82F941B173C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5CF530-BEA6-1A44-A19C-3F0A7B698C0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181595-0AEE-DECD-6186-2934A783C2C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69659E-6E85-FA92-4DA7-EEA2C7E43E7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45228D-B0C4-47A8-F0DA-12D4354E629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2D3303-1172-EE7D-E802-6D68E208E5C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397BE8-3260-5911-664E-3432631D680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A239F1-6332-F0DE-A47B-AC966674D2D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5994A3-E9B5-856A-11EC-F07DAE3F7DE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3AA79E-42ED-2D87-AB2A-278042F3068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</p:spTree>
    <p:extLst>
      <p:ext uri="{BB962C8B-B14F-4D97-AF65-F5344CB8AC3E}">
        <p14:creationId xmlns:p14="http://schemas.microsoft.com/office/powerpoint/2010/main" val="1240713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801A9-590F-560C-F9A9-F0FB695A1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6D7AD6-06DF-9DE4-14A6-5227347025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Complete Row 2.</a:t>
            </a:r>
          </a:p>
          <a:p>
            <a:r>
              <a:rPr lang="en-US" dirty="0"/>
              <a:t>Then, complete [27 in 5].</a:t>
            </a:r>
          </a:p>
          <a:p>
            <a:r>
              <a:rPr lang="en-US" dirty="0"/>
              <a:t>Then, complete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BF7668D-D963-EB5A-E691-4583870C5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DD0C2A9-C6E4-DD88-2CE5-A1594E2C3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37998F3-F193-2B8D-5571-6020FFDA8A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3C4923A-7630-D4BB-7E97-C175F8FB3A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820C38-299F-9EC0-BDA0-F154F02620C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A1534C-9A7D-C237-2C60-CBC7BF3975D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CA2C46-45BC-65B8-A6B4-BBBFA57CBE0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A60D61-C6E7-C5EA-2C5A-5E2B4B20125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5465EF-836C-58C4-8B70-4FFFD878CF4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2B0E73-46FE-0573-B37A-F051B9F75ED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D4C5AD-EAF9-25B5-EB3E-982D87B78AE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9FB003-3314-E741-3052-C1EA1622AFB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AB4575-03AC-AC7F-265C-994400717C1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A327E5-F776-2E12-D201-B2BC24A3D8C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1BEB38-AB78-8FE6-AA74-8A6C14A3929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35A42E-1D83-447C-9D5E-483939D018E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825D06-EB8F-0026-6D55-3459B673665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9AC44B-CA17-4018-2B58-D675E3F44A6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9907FF-CCD0-B694-5BF6-F77D9CE375C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6E1DBA-D9CD-6F50-76D5-D0B782CE335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EBA703-0FB6-DCD8-4348-19E9297C982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421A56-E877-92D9-A833-07559A9EA76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2F5D4E-5DEC-B5B2-4089-CC0BC82A359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34CDC1-D75F-7AA0-42F8-2240933304B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728E25-F4BF-B08C-886F-80679ED25CA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518CC7-74DD-C820-B8E1-470264867FC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CDC6CE-895E-72F5-E058-B311AC031B0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CBC327-D1E7-733C-9603-5535AF57343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0CC681-0EFC-DCC4-477D-9DE913A6B77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742842F-311B-C3F3-F3F1-5C5D954A17EC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1CF386-210E-3082-7B46-5EE5C6A1D1A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119965-C949-C95D-6277-BF03CAFD836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F01D45-639D-946B-EAED-A3CDE742BB5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6D6D4D-52C5-0EB3-BDB1-7E464798BD8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73330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13073-5827-1339-5CBF-452F6AC6B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DD3DDD-FEB7-9538-8894-A3D8FAE73B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 5.</a:t>
            </a:r>
          </a:p>
          <a:p>
            <a:r>
              <a:rPr lang="en-US" dirty="0"/>
              <a:t>In Row 5, 45–(22+14) =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B81DFEA-0C46-04D2-E32F-2D2DD2BFB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5611F6E-BA16-E482-3751-A81455F5F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4B12B25-721B-DF06-D20F-DAC4BACA52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20A6C35-E68A-514C-D0D4-EE8685800E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761E8E-AF07-7E20-1109-4E522A6ECD0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61CDF3-DC07-6498-1BA1-9EA319DBEFD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B4FF3F-57A8-1CE3-2C3D-CD8626DB15B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E3DB4B-28FA-B2B8-9F3B-BD58DD96E0D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A8D9EC-A50C-0BE9-B431-26E69D8DA85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93D4CA-46AC-E01C-ED5B-0B13C276410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79ABA7-F1B0-5B3C-87E5-0CEA2565415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F7F8F8-DC2D-3A38-18CB-91D11987582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870DB4-64CC-E9B6-7829-8CD711D18BC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9EDC20-9D24-1507-55FD-534607108F8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7F6536-22D0-2244-C9F0-A1616228598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3CCC58-FFE6-E088-791F-865004F96EC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49F583-AB2F-98D0-CF84-FD296763F73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8F7333-B1C7-06A1-75E6-6F6B0C96997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448237-99A1-6AFD-59AA-BAA8BCCB825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A48B89-DEA3-694E-3031-0F9A59290F2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5E1466-EF97-2539-BBC8-4C77174AD04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F1C67A-717E-05B9-B152-9C9BFF52BE9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058225-0B84-2573-E2C9-028FCBFFD38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F9278A-E672-F009-C7AE-4CB48779915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135BA5-A02C-36A3-7011-572484A8690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E2E181-95D5-1074-DADD-0781C4867690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97E49E-116C-DEB7-5313-B3109F44D94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397BF3-D7CA-CCD4-9E8F-367E9EA4C5F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E70A82-DB57-C91D-5CBD-64C1576A314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B6DA9D-0CA0-C610-3E55-9612E861321E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9B279A-297C-EF48-AD70-F57E72D0C14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8CBE65-5521-A157-4858-5BF9A35F33E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CFEB50-5A15-DFFD-49D0-75214B4786B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9A1D3D-A4DE-A5B7-7A27-428A7BDC1C7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0D3F97-B58C-79A8-B679-CCF2CFAF042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0BC7BDB-BD63-6640-4394-9769778CD79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57CBF0-8AD6-388E-F8C3-2C3419A1A27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959D760-9E2C-FC18-1841-C35153B1D02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07E8C44-E562-7509-1CFE-759C8F7395E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77319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4E027-5CC9-3782-D6C2-EB3ADC183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18B543-964B-C42B-26EC-A977D0B9D3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Only one way to complete Row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75A783A-F80C-67DA-D67A-9905600A7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FA741AD-5D83-CB0F-6154-BADAB1DCF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D55E0C2-8D03-EEDC-E329-AAD24557AE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71B99D2-1548-6CF6-0638-09299F2EE8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C3D46B-ECCB-D066-94FE-880FBB2B81E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95E84B-F7F6-8DF2-0A17-B49163BDA05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2E2B9E-F446-7693-4434-31C408A5F1F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B76107-F278-7E7B-83D4-9E52FEE0A93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1EB29C-6DC6-6487-DB4D-6DE0C290063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536D16-38DB-8E32-8BE9-A77C1A1C6FA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C388A8-773A-87BB-7055-97B2F2AB507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54D91D-F427-3FD8-4835-32082FBE624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C943EC-BDB8-6096-9E18-84C32499C02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22B6C5-5289-3152-8EBE-A1BBC9D16A8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06F871-59D1-59BB-E86F-541519B768F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54980B-0DF3-D24A-7061-A5B82572FFF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3773D2-A71E-E62A-E26C-EB2FC420C1D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A016D3-887C-AB19-0FC4-81981841830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37C38B-B334-3A5B-3E24-904F8A6269B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0A39DC-AF09-0E7F-2EDA-3AB97FA1AA3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C0DE9D-D21B-999D-EBBD-92C52B7B151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DAD510-FCC1-252B-8538-2382E7D9A62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D7D2A9-E448-72EE-B71E-FEC985A39D8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F4B839-D3DB-16E2-7D71-FCC2C9707CB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230CAF-8D1C-E77F-CB16-29B5B729630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926369-DE3E-71A3-E764-454407D88F4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D0879D-C5C8-E1C3-B478-15E196785B9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7A25DE-061B-754D-A6BB-9623EBD68D6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6A919A-F0EB-8A9D-2E27-C16EA2233A2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782A1A-9ED2-0B91-78C9-0A3D8E23CB1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D3AD87-C22A-D70D-B216-2BF473DC566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780681-971A-A1C6-C986-6E85E9664BA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464971-6FA5-209B-2878-20ADB9F92D4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516157-8B73-0E06-71FC-775E63E95B7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C5A064-CCC3-21F8-486A-09D487BBB84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DA3CD9-C4A5-E188-337E-E240E690640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9C4763-9A99-7006-16F6-5D1ECDB88A6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AE91F4-6946-C88B-D1AB-C09DC2E263F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5E5911-5375-1A41-054D-CCFCB2894FD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D8E528-447E-5187-4A0A-D3CA6EEF924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E90F2B-1E25-4E87-39AA-E142146A06E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044C67-83B6-BE86-B0FC-5E62A1F745D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7482FE-9464-EEF9-952E-06D9FE3BAAE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449AF3-31F2-BB3C-83C9-3C62A37E85C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97C0A2-DE78-776E-D23B-BA4454C7BED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</p:spTree>
    <p:extLst>
      <p:ext uri="{BB962C8B-B14F-4D97-AF65-F5344CB8AC3E}">
        <p14:creationId xmlns:p14="http://schemas.microsoft.com/office/powerpoint/2010/main" val="1905856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3CFE6-ECDD-75A0-A42B-49A813002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D41A24-F915-76A1-B31B-6F9C1CE553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[12 in 3, no 1, 2] is 345.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C623D45-3959-F23B-A433-6A0896380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D49C16F-92EE-3E62-0517-95F55FAE9B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789CC46-6045-E6CD-ED2A-4850B91606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F419CFE-9A88-CDE1-DE4F-CFAC77C72B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55C618-9F81-29D2-5CE8-6371D29CFB9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E11E31-6878-B27B-4794-5640B59FFBE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0D496-F27F-55A9-EBA7-D59188C7836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471F74-4005-3C23-D971-F4CD6B537BE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5352E7-586E-1523-6735-C7A580C2AF3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DD2E03-C8AB-C893-18C3-AADDDD8DC2E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4ED592-8259-C3F2-991D-C993F0DB9FB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3013A9-0D04-447B-EFFA-C13E83776C9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029665-5C8C-2438-7233-53003F1E79D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0A8E0C-7E48-BD21-B616-FABC4E8F566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4768FE-44E4-E721-885A-4737CE6E5EE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F6CB2A-B934-1F08-0345-16F60701E02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36F119-9B69-1D12-D13B-6542576E270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6588A4-A5DE-29AB-8779-31B6F2E8499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5FB677-E281-7DD6-7A87-4BEEA40DC04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DF1404-979C-19C7-3B17-699598493A8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089AFB-842F-6BFD-C017-08817277FA4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523C60-1AA0-E7C2-B618-B79FA7ECAA1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257E5E-F593-F6C6-3209-EF1E5AA40BE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DD9DDA-A560-DD9A-9E6E-1C3EDFCADDB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F0BBD1-3400-8958-08E4-B3351B3FA45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EFD5A5-ADCF-0B45-3E12-E4693160F3E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9EE661-3849-9C35-1564-497A1D18E22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521933-FA45-143D-BF85-FB01F8C847E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5C5CF9-BBA4-A2C6-3849-6AB9602CE7E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C4B218-EAE1-BEC7-0837-54D88CCABD2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3523A8-8821-696F-3B89-F4B52937C86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572106-9395-04A9-1022-E7D90E802EA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515950-5AD6-C524-8405-F2F9C77DABE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757A62C-1ABE-0EDB-2973-51FEDAE1A10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2B257A-883D-DDAA-7BE8-BB3A9A21774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E1D41E-94D4-1E16-5D54-1620230E210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444407-8043-D368-3FDF-5E0F303B89B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C220C0-3DED-A0DA-217D-DAB690B5B67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2329B1-CC6A-8A72-4833-DD5B944C2DD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0E4592-20F0-9AF4-34E5-D9AF83D854E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75E6FE-3EED-77D3-1006-C0FC371B5CC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25F7E9-7418-17D3-6108-0E4C9C5D0F2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9A4864-85F0-3505-8959-38F0C8B5FE4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349F63F-941B-1D54-0ECC-5F5A38E3A6E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BFFBE69-840E-E589-9F87-98C77C265FE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1CE8340-930C-E3CF-BB8E-91072C34714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9B5862-9B89-8875-49BF-37D5D993F3C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E5A3F5-8C9E-1DA4-3E36-DEF8995B071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</p:spTree>
    <p:extLst>
      <p:ext uri="{BB962C8B-B14F-4D97-AF65-F5344CB8AC3E}">
        <p14:creationId xmlns:p14="http://schemas.microsoft.com/office/powerpoint/2010/main" val="1245951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85C4B-5F3F-5B1B-4361-378CAB258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A92EB6-8C9D-EBEE-5840-A68FB14D67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9B2AC23-28B9-1BD3-6A4D-677E7578D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B6A5023-785F-8642-7B28-E8AE37AD6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74F0AEC-EE86-DECA-EEE8-A0A7EE5AE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8B86764-5B21-B9A1-1840-87F7B93D9B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0448CE-29A8-DCFD-3DA1-81B1DF2B4E4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FFE1C8-1366-3D82-AECD-1B301BAD4B3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C2586E-5A59-4336-7E65-6A4E62E0125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8FFEDC-88CE-0D75-440A-D180E5DB5C3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B0E433-CAA3-7D65-71E0-7A2564D57E3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FE0515-57CE-8E49-37B6-A1F340E14AD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CF3672-3163-4C06-0B85-777147931CA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8CB864-2546-31BF-C211-B37EF4AD0FA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18C33-1B3F-C5C4-4A98-22A1BEB0584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12DBE2-0A8C-5AD0-21F6-1CEA8832289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271890-6730-47E7-6189-654F981B765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4BC6F8-8DDC-5C4A-C3D8-E42A12C991F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BD268B-1483-CA07-AF73-1805DE17404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4311F7-24C5-7D18-6F77-978275DD3BF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934E50-796A-53EC-F6C9-63933C4DC8E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F4E03A-9E7D-D9DD-5D39-52AF91E2649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CC03B3-F37B-94A8-639C-9A7A5E481FE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33DD9B-4072-F296-3C8C-8FC5B93EE05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2C3681-8130-0498-A16E-FDB7C2956B1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EEAFF9-EE46-604F-3C3E-0FB9210424E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2491ED-68CD-627D-3390-27C944CA3D8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8DA616-88F6-88A2-5199-2BA22254416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A2DD15-662E-8C28-C1D0-1D27598253D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94C402-DD4D-287B-2EBB-39C07B841CF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E7860B-503F-A251-E513-58266986E2F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86485C-07C8-5DB0-360A-64A40FA08ED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BDA2CC-3B59-5007-C2AC-7CAA1133820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A661A8-4ACF-CF3B-865A-B06E5436A10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133BC4-7D47-51BE-3120-D3D91D548D6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180BA1-8EBD-2DC4-8A55-C2DF61606F1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BB435D-A779-35D4-CDD1-63E642AA53F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1A447F-3398-6062-674A-40FD249CA9C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C44784-85DD-12C4-E60E-43641004AF6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58BC56-1D18-9E44-1E1A-F8AEF75F1A3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A2E69E-A5F0-6BA4-2BDB-99F44F5A6D8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D6833B-519A-2056-DC7F-B3C9D35547D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B2CC00-6A3A-02A4-BCDF-98D37E362DC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BE419AB-26AA-F804-B517-097FE60938D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DA3D06-6AFA-0086-C029-55403938835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700A212-FDCB-FEDE-2CDD-02FC0616F46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224EB10-6C2D-76D4-3A86-2B1D6DA2751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603642-9366-60DD-D330-5262A05E2C1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F359BD8-1E04-8C92-8992-C1F24084F1D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27E83CE-8C1E-24E2-C2C6-A4571D24B6B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22123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ED1BA-79B2-A8F5-E9E9-5A657FA5B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366476-48CA-67C3-85BC-4CDF372ACF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7A319DA-B5ED-2C33-478F-9067EE705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0064344-16CC-C1B8-0B7E-C1AD2817F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A7A19BF-E97A-745D-D6DB-8A99672A3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A735671-B765-BDE4-9676-EC0C162535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866844-F608-88F7-022A-A7C7C811830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253CE-B777-006D-65D4-744AE6E152F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C325F2-7B17-6807-93EC-FECB541F3E6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B4C32-15A4-F1E1-7A5E-EFCC62EC73A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5C66C5-7DB1-17BD-0EE4-E402ADF6AEB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879DAD-757C-1691-B4F4-10457B59893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F57F6E-ACE1-C313-CAF7-9210FA9EE7E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15784D-0E2B-431E-7FFB-2D182B2A26A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BD2BD6-5F5E-6EB9-DB85-F70D9183A76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70BCF6-9D9C-86CB-997F-67ABB092800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2251D8-7E5F-65BA-AC78-24C6CAA83F1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1E9747-768C-AF47-D8A2-78D679CA2C2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CA8855-2B34-0C43-8292-468184B850B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974528-1475-40F2-9854-4BC5252C52C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06367C-D81D-8FD0-5E7E-0CDC4C076F1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4E19A8-718A-24E0-5E06-1613651A6E6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85F395-FF71-6022-6106-208EE31D463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ED4615-4AB3-A35E-08D8-639D38A9D07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8E357C-D43C-8809-4BE1-97F8FB175B0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D0FFF1-AB2E-7D07-9875-F83988FF470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812A33-AA31-8F14-5DF1-09BA46E8954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CC25D7-1CC9-FDDD-9AD6-F96EE6DA197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E6169F-ACE1-6FBD-D7C7-A27C4FBA37D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CBD0E9-D374-B1B5-D74C-2122E846C18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A9C792-BF67-5768-7B86-44FD505FCC7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16D408-E8D8-99EC-29AE-3F6E040E7FE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31F9B2-024E-0D4D-AF29-08D329B9448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235AD79-871E-1D39-F49E-96BE1566C76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BE2400-3771-925E-2386-36A13E2F78A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F6A6D8-AB76-4B0C-9AC7-AFBE7E28EC1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34C653-CD47-E79E-027A-88D62A964F2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D63F32-5671-BB35-C731-7A4EDED0AEE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4F9852-CC13-3994-2D39-4E5C280669C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59EBC5-D1E0-F6ED-C3B4-02B39FEC389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4FCC0A-104A-EFCA-946E-9168ABFB025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4070A4-0F0F-BAAE-D5CB-0A9448C1629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A5C058-FAF5-1EC1-8F33-449EF7B0894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C6EF73-6227-7E06-79D8-B049FD3BAB7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7B9B018-8733-4C23-C059-D490FE12BD9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2AB592-9295-62B0-3832-B004859943D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D731545-EAF6-130E-AF74-E7356170F1C0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163589-4571-767A-3A32-6287D503BE0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2A46A9-A566-D1E8-EBAA-6D5A0C161A0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0EBA43-3DD4-F26A-71CB-20436770312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09421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467F9-AFD2-CC98-A222-6EBF2BE4F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CA1408-8370-BD47-F6F9-23F4A960C2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Row 1, note 789/789/5789/5789 quartet.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10490DD-4E66-B9DA-1504-3989BEBE9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6CEC997-3C35-7AD2-537C-5AAA03CF2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3E5AFB0-BCF0-EDEA-6F50-D9BE9D82FA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27CA5A9-73F7-C7BD-0F8A-E6D278021E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A9AA60-90DD-CAC4-FA16-904E0EB196B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2F04C-C187-10A6-FD9D-5894B1CC13E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13F947-ECB6-06E2-AF0F-9596C9041E2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264DD-1B86-E51E-456A-2F861ADAB79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0107E2-0F6F-8D98-95A8-A1C02B30413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453BBE-BF8E-3B2E-AEBE-CA1B3DD26E4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3314A4-457B-28A3-A705-6D87063959B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1885A1-A4BD-DFE0-D159-ECC81EEC98A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18C26E-2B53-1948-12E1-246B39BFAB5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28CF63-88D0-A154-F49F-0833D3B1B90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C46C15-36E5-C14E-A011-EBCD70AA0DC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E3603A-EA6A-3265-89A1-7578608E060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804342-275E-82D9-2CE6-3421CAC545D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5697C1-65E5-2687-7D45-7E54AD8D88E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AF8C6B-3CA4-FB1D-0432-889A111CFB1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F0825A-9C5B-2379-3A17-F16D473601B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63F808-C5F2-D881-F2C4-A5F32013CAB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ECBD77-3F8D-29E7-DEB0-1C01202C87E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D29694-B289-1BE2-60D0-0B29F590F04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BD4199-1023-648B-BE1E-9CAA5BB0DD9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C00B12-1B46-2D90-343A-8E39FBCE7EB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3ADBA8-57B6-52D3-C6F3-1EC4D58D64A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FD15AA-4C08-2B5B-0C84-7169E6F4CDE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8BE040-1476-737A-2202-E803731E245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A73E23-0264-5179-315A-BCF6F9AF924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E10A14-B98A-582C-7747-63750AB5507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4BD897-2DE9-5936-456F-188C887B057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803DB2-0458-28B4-A970-5972543B694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635098-879A-B05C-30B4-29E8CA22557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EBFF76-B876-1968-81E9-627F8217A7B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1D13BD-918B-E80D-8E18-49574C5EE5D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235BE04-0E45-6429-C4C1-BED201A072E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1AE038-157D-BA53-37F1-608A7A34D7D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7EEE22A-F529-323C-ED4E-F8E31D492F7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AF230D-4832-278E-01CD-09F71B34CF9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83AA49-6036-1F80-09F7-A87F4015887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5746BC-7DDB-44FC-6F20-1BE9C221470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16AA4D-37CE-023D-91EC-2E980367287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9314F23-48C9-E4A2-D0D7-EFAC51E7880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D94AD7-57CE-5982-C3F5-C6060A434B9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510423-E14E-93A5-3C43-216A16AA891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2CEEE9-502B-DC0D-6307-49DA9E2DA7E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7192CF-716B-A495-1690-319BD60DBD8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9F4889-D6C0-1BB1-A5F5-F41C50D2B8B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74330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070BF-9DC2-FA8B-C452-437C7FA17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4E60D9-0564-6E9F-1D58-CDAF8CE5B2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upper center block, note that 5 is in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5B6FA09-3927-D3A8-5029-758415936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C369361-0455-A976-3B93-F7B691F76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031A3B2-91CA-BAC6-BED2-32DD11AC4F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8227FE5-DDC9-8FF0-5538-B97168B417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B10ED5-4745-AEE6-9887-7EBD0CD181C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3A3B27-EB48-F797-B7C1-53EA046A3DB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E08176-B317-01DA-B19B-1437859EB4E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E380C-4CE2-E402-13E7-ABBE2A9C600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703E64-F373-5F1E-C935-F8EFAB544FF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CFFCB8-1A62-C557-4938-AC4C10CF689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360692-B6C8-E92F-7998-3DF70EA46E1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7FFBC-1B70-24A8-64DD-7409165523C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9EB11B-8BA1-DEF4-B73E-C4847207192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FEDD3A-F543-2498-8CE6-C39813353A2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6F31B3-A989-5195-622A-161C1F26865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D0DBD5-7425-B13F-C22D-EB41007AEF7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38AE1F-8BB2-B4B2-1FB7-67080026824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2A67B6-88AB-426C-1820-B7470904DAB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31583A-8A06-8018-6DB2-980406F8D12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867E89-0FD7-AA11-9A70-3AAE5776C82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D980CF-C434-E750-6CE5-29D834C09D5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12F4A0-614F-0C00-BA2C-47BF7D5EA4C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99AFC0-7995-8A84-0CC4-93E4A44ACED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F7DD27-88EB-BAC5-5A65-806AB3AB5F7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D0C3CA-CCB7-6AE8-AC5E-0D7FD859144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F36BC8-0CE2-80E4-D280-E08A61CB16F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946975-EBB8-4D21-ECDF-9151CF92690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438E24-D941-EB49-1937-036354A7B0B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B09535-C019-276C-1F46-97AA7921C4F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F64FFB-0EA4-DA47-F3C3-8DE9AD158CA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0F28DC-F6BC-F90C-C0D2-0874ECE42C5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3BE3D4-910D-8BB7-1114-AC5E98F5F92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8A45DC-5905-12D7-100B-71D22B3AA3F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7E3D80B-2231-42A5-AEBC-996E3C5C6AA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C21572-978C-DC82-F539-266CDB0E30F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6A64460-42E5-1A76-5496-661D5B62E9F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1ABBB75-E920-82EF-DEC0-3C3E56A9E1D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F3F712-7878-7FD3-F9AB-D8448F5C2EA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FB1EFA-9631-B954-11B2-610B9E14FE4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9E3849-2CB3-A782-EDA5-E83DF01F0DF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CC58FD-EB5A-0A21-9451-B0AB1D07464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2A625E-5C07-90B4-E8C0-83DD12E9BFC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992AFB-9656-A3A0-6382-6D145FE0266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405DE5-9FA1-8C12-AA4F-65B7899FA74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D8049E-DFC3-19B9-1B9A-5EF9BE45798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834107-1DD4-A66E-4B0A-F55258A2990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E7619F4-4CC7-6BF5-02CB-71A70AAC46A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338526-E037-58BB-74E0-94761B17AA9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54490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F01EC-05AA-EB83-54F8-C9C2440F7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8C5F13-37DD-E0C9-49B9-005EC4E156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Row 3, note 6789/6789/789/789 quartet.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98F9D39-D613-3E8F-0C81-8E16F6935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1B5156D-B71C-B62A-5DF0-1DEA8B1C1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B79F307-4096-6D63-135B-B39188DC93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6ABCC97-04D8-4864-99F4-4D5B7C1D29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5735D8-CD60-2B64-9FC4-95CF5D11623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236003-D46C-398A-903D-320F4691455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FD4121-3942-9477-9CF4-27BC0B2B12E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CE53BA-86E4-9BF0-2F14-1805CB85966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F8D86A-F9E8-D1EA-FBB4-E140B5C8C2A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7704AD-D82C-8D24-9B03-B1529174875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F294E3-C219-C342-D058-3D1EF4CDE29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CBC44D-2B0A-10FF-AE87-B63ECBAD157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AF552D-6005-E83F-684B-B1C279966B6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72FCE5-3E7C-B043-4236-2FE97D55740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65EA44-9DF5-D124-F63B-A391947A5AC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9D9DBD-F573-2FF6-A2C2-CFCA3CBB2CE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A1D7D2-E657-EF0E-B562-E1A8810CFEA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E34815-3831-936B-912C-6B2F6E39A31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6E6F59-3758-3210-75CD-3B379AAA252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02F260-E70F-6908-B228-C6E6868D8D4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4785CA-91FE-7EED-1B56-B82D68C0EA9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A9B331-23ED-A0A2-59AB-F4AA31A8391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82725D-F531-54F6-3DE4-42CC83CFDC6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3DC3CA-B931-D8D5-D8A8-97D36351EF8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ABB8A9-5FD5-8B9A-7139-C3FF7B7E803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6E22F5-1E50-2B5F-2584-42681546B70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5B2571-C4F4-0AE6-3B9D-2DDDEB83081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455F22-EC42-4CA2-433D-CA29674D048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571C5C-23AE-B6C8-025E-3B463FE9236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7A4976-D3C6-68B9-7770-4FBC1E4C844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EE9405-DA78-49EC-E460-8A7EE5CA8CF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3D82F9-03EE-6593-76C2-477C3B6391E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0AAB79-8F57-494E-BB14-01A04A8015B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F95FF5-2E5B-ACC4-4683-3453EF4548A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12B6D8-6E0F-12B5-83FA-8E54B6A5547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30443C-C08A-4FB8-AC9F-B560F5B9377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02CBA7-9888-E98E-CBB0-87EB81BAE60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3D9B17-4FAA-649A-553A-56EFAFE7D0C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6C5A27-4263-0FD5-AB79-C15D55FDFAC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3BBE91-BFAE-A114-58F5-CBFB698CF07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F8EA75-6520-1EAF-2A5F-A7D90FB7F75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0A8AD5-ACEC-6DB6-1C4D-361CA1CABB3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6D6BFAF-4689-CB0C-D129-7DBB857F6C6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374333-C484-C67B-21C7-815217297C2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89AF17-8C39-E21A-2228-BF36CCCCE16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C76373-C960-1685-9F72-2D6A6444127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C5188F-D63A-4D44-8E19-7B5B5BC41E7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82E23A8-E8D9-492A-34AD-C487B6F3C0C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66261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87A6C-CA0B-7703-644D-D7056FB10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C1EB34-1A75-D651-E9E5-ED88C33583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3994DE9-9C96-6F02-A38C-9DE6B82E9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4C41186-7AB0-9273-0F7C-9A920DAD5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86AB51-0EB2-3AC1-5342-77A5510AD6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B2A12FB-A6DE-F90B-955B-8C3F9913FC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633C8F-DBD7-2758-A7B0-952E6A27955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119DE-9C60-6045-4EF5-3C57F8264CE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335E2F-FC40-473F-DD15-95200A3E62E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BA37CA-A4BF-F43A-A77C-64C55DB03E8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57BF00-5C57-7E60-CA23-61383E0D3D0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D1C309-8CB7-23D0-1D7E-8A4F8991D52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CD4DD6-FFF6-0080-3D2C-AFE5E734E5B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43BD3D-8F86-DB4A-C2BD-5ECB3FEFF37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917058-F85C-1A41-D213-D63293789C7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142B19-BC36-8C6E-5F98-1F74C8A0729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41DFA8-CF53-8AB0-3258-9DD070102D5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C6726F-5595-F606-C622-FDD7A4EDBA7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6A99EB-4C05-77D8-5F72-5CFBED7B3D8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71E224-35F3-EAAE-D7FC-7B4E4284BD4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A03F88-AD9F-5626-3843-25950E725E4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2441AD-BCBB-4BA8-A578-1EE163448AA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51A073-CC56-0181-3A02-4F6360CB2AE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24E467-8FF8-285F-7E44-308B5C8D01C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DFF36A-3024-73F4-A3A6-2E6871DDFDC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12CCEE-7E0B-7FA9-95FF-86B072BC52B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3BBF63-0218-FBB0-0A8B-105C774A2B89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7DAB1E-A455-3222-A54A-54E22B0133B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6302AE-50D5-628B-3607-4F2772ED3DA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85DBB5-8B6F-2BAF-BAEC-51AAEB70E73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7A7E2D-117D-ED64-DA1D-C50F884848A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A5634E-321E-AE32-CD4B-3351EC37A26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0DA4CE-4419-19E7-2996-A0B50B1FB17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06A6DA-9D78-0B93-DF1D-943DA2CBDB6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4B1AF8-C8D8-6489-F6AB-ADB7D848CA0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2F641B-F4DE-8DA9-D05E-35EE630AFA5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AF035B-62B1-B13E-1828-DD0B993E5E0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80CCEA-438C-89F3-D8EA-330749DAB4B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D2747E-58FA-F1EE-F2AF-53DCC948D85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CCBD90-32CE-378B-E9A8-91EDE5BF852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1C562A-B032-C7B1-8E4E-5152FBAC4FC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E98D4B-DC20-8B22-00EB-D0A68F3F04A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93866E-B796-7AE8-1468-A6D02DD0CB9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ECFF73-746B-47FE-CDD3-81FBDC4E6B2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968FC8-4415-046C-FEF3-CA0697AA080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022221-55E0-8A84-7DAF-6947E10C8BB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886094-7F20-65FE-895E-8424BE586E4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D269C6-ACCF-8333-59A3-E061D01DC78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15FF1E-597E-9CDE-D037-C567A786AA5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3E222C-F95F-FCAF-0076-97AD26865BB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CD622C-08C4-8691-9175-26669B70C25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EC67E11-A4D1-E6D9-BF67-09DB9179473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18899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DD77E-DB79-BC6C-3B62-D20016A5E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6A2858-5CB8-D42D-9736-2C56C6F1A5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12433FD-D494-81AE-49A3-EE3F03100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43D2B8A-FB11-200A-F228-13E91F5BA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6039244-410B-9D39-E6F9-302DC10B12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84E6518-158D-A37D-0BE1-80CEC7968E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5E5A4E-F9D6-671B-8AF5-3C16CFB634F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E1CCC4-228A-75C5-72B8-CB6248B78F4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4B57B2-4C65-8B08-D8BE-2324EFE8FF1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B04FE5-E2B4-0308-D009-9B79FE1072E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84D983-A1A5-4E22-1B21-95BC3F36C4C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35BE01-9094-676E-EF65-6394A18BCD0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00FE81-5F32-05FD-15A4-3C3DD7E0648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1482EB-CD2C-F802-18E9-15B42A47572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F5C82D-E71E-6DB9-B5A9-CD48B5F1347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5FE82B-F5C1-55D1-B708-F18FDDD4F81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28ECAC-7924-59A9-7086-DDED88085D1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863111-B568-8CD0-51CC-94CEBB82CD6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499384-83CC-2926-BF68-A3B395195DD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749C8A-76E9-1D8A-31CF-64B7FFEBD95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395970-501E-AD10-4561-FB20BE04F83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BE3D72-1F58-735D-D897-9CEC87A13F2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BBF883-035B-1B24-7D24-DA67117861F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D7CB32-E2EA-9F08-6F1C-A6187413661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7DDF57-8F27-D0C6-5E25-F2FCD06E589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1446E9-644D-046B-DBDB-ABBC0B4DFE9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56899A-7142-0E57-5B00-74AB477E5A3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06D8B6-FC0C-ACD8-D5FA-454377B8E4E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11D4DA-7C5B-1E17-A98B-BC735D1ED72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21B428-5485-9BE7-789B-EF89BD5F86F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BA379A0-4146-7667-95AB-47C1B81E249B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DA6F8A-D3BD-FD45-5228-6EF7AAE0A8B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85D83A-C0C8-4BD7-6DEE-8D416657ACC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243718-4D75-DFB7-C1B8-2E3D65D7C8A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3B6343-598E-4FB1-B6AB-15C52997AB1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C67FC6-8CED-4705-F541-32F4A143019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F7552E-220A-DF0A-04D2-56F3EC02CB8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28BBF9A-84F1-1C16-947C-EC986EA4818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0442AE-BA26-4AE0-90CE-585191A1AB9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93078C-79E3-7E51-FDCA-04E1C8C8897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0811E5-D453-1C7F-569C-DC8715BB83B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78127D-7079-28A6-C04B-50F7F19C6CA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089622-F94D-B0EC-8B51-3421DDCCB1E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0E2ECC2-5FF5-8AE4-2097-DD5C9BF08DC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4701B3-9E21-239B-CFCB-63B956D7954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3D90CF-1FAF-9384-CA22-5D45047C2C1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EB0D9B-185A-17A8-8104-F6EC719D055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5D0EC4-DD56-0F2D-17B3-B3549C002E7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4A5B69F-EFB0-2DDE-A04A-897F4B35815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36F181-9BE6-4312-34C2-21A9AA57020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FB47C7-2E32-C991-63C6-7E792566229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792F87D-B89C-EE6E-E0A7-CD9FE47F94B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311CCB-EA90-2F87-23E7-D4A5F3CABB8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9C5160-43E1-8B1E-F8B5-A7DF8AE6408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</p:spTree>
    <p:extLst>
      <p:ext uri="{BB962C8B-B14F-4D97-AF65-F5344CB8AC3E}">
        <p14:creationId xmlns:p14="http://schemas.microsoft.com/office/powerpoint/2010/main" val="1748265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C950B-1B07-021E-0F72-EFE4C796E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B6F41E-045A-BB13-8893-E7641DD54E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Column 4, [11 in 3] is 1 and two that sum to 10 (doesn’t exist) or 2 and two that sum to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B53AE33-2267-08A6-87B5-02277D833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1A5F6FE-1C53-BEDF-D0F4-0B54CE7C5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987976F-C558-14E4-3E08-6350C09F13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683EC50-8A09-48A7-7854-391D4A1D61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3B059C-67A6-69CE-8BE6-C5E68A6A252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F00DFC-D282-7C79-CC8D-401E0E02DB4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D7FAA4-552C-50C3-E16A-FA90085E50C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A3C5BB-1D09-0629-6DCC-C415441B747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0855EF-1CFA-AD2E-2EAB-9D6FB459485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820E1B-4906-890F-6EA9-85954FAEAB0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73CEA0-CC39-7F3B-41C3-2D41A5CF39C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177623-DDB7-B4DA-CB0E-98E03CA5805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6A15D3-C109-0546-4F20-329F4DEBDD0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F21B5C-C476-2690-1FF3-0FD503934D3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884D3A-E066-364A-D8E2-37110055C55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5A57A4-A216-3A31-9EB7-8326EA51C2F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75E622-AAD9-25A9-E363-8AC33627A1B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C94E75-6F1F-60D0-06B2-4C1EAF841FB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5095EE-54A5-652E-19C6-77BBF7F40C5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7B7238-DFF9-03AD-712D-47F003A7DA3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67219F-BCC0-B9D8-24F5-6F4748B83DB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6A6192-FF73-C475-EB07-8D80C33741F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8808E1-C473-D275-703A-6BB667D39D8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E6F4B-6002-3C35-9F8B-D2A3FFAB19B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376B6B-1676-9E78-70A5-3F8B9662D46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0CB155-2EA6-D376-2F3B-C292C84A485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1043FA-E594-3607-7BAE-A74A97F7D56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046D94-4227-C00C-56B1-7953AA73AD4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9C07FA-A58F-D382-6AF1-C46FFB4BAB8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1CE7FC-4AC5-14F0-9F98-0622F075C92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7AA86E-AEA8-C9D6-E1BD-8DB8145A4E7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1A761D-BDE0-8471-B23F-056A374A4C4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B3900F-BE1B-4A77-E01C-3DB6C539DAF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95AE3B-BFBF-7D7F-590A-1178D6F2EB4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1469C1-3B46-253E-3E02-643BD39ABF7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F52900-D4EE-45D2-D657-1B760C0DF54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5F02687-00CA-EB44-D616-7A72C5C572E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9009AF-4941-0843-D7B4-C9C994EF1BC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EAD70D-9C6F-EC25-CCF9-B1F5A610AC6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AF2C86-C016-D477-FC03-B3B8A18D6E3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232B10-7C46-D533-E53D-3165C428598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99EE30-153B-955A-A49A-329654A4E6B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C15F3F-3476-6899-1236-9AF8D90A0C0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00F0B4D-F69C-C870-F9F9-204032DEAA4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C5D9A3C-4A43-DAD9-D7DF-0176478EE29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D1C3BD8-D2E9-7FA7-1065-EBA018D464D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89C417-A61B-57ED-8198-CC3830C0229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302F0B-2CB5-CB37-DF56-FD0FC6741E8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E3AFE9-75F7-B7F4-55E3-534530F5FF0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4777093-5C12-7040-3366-71B6ACC652D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96DCB4-A413-4DE7-185B-B785F4C9C2C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398AAF0-9030-C26B-A3C3-B69A5956E48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39426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1C746-78C4-1DA5-7447-E1ED62CD9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6670C6-87D3-1AF3-ED67-54CBAD99BC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6F5B32A-6013-EE02-A619-85E06388B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4A24265-529E-D428-A0EE-1BBEB6A02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C913BC0-8612-4BF2-4B34-04478A66EF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24CE449-88A4-68EA-9E40-23C756E9E1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FA7A24-8A6D-A2F2-652A-D528253FC4C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47825E-C87A-D7C9-A5B1-57AD34BE533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1D2B3E-5508-F28B-5C65-19A7A265BC3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48639D-B664-366E-313C-F21B623FDC1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EB36B9-E3D9-50DA-1BB9-CDAC122BDB0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034C82-4435-9417-86B3-A3A4E381C4D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FB67E3-7507-5BEE-1576-D169EB734F9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A64CFE-F390-BEEC-3E12-1B7AB882ACF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60E70B-6115-7F02-0B5B-8B82776A2E2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2C8FD2-72F5-6FA8-DDFD-81759499310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20C480-3579-87F4-D1A4-946B0BDB2F0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DDDA94-B94C-FE7D-AF72-22CC0E91705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30D7F0-92DC-2A61-8AD4-9EB3A733F4B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C7656D-94E9-F280-2188-E3C39384E7D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E83EB8-3CC2-338B-F0BD-500E6B6FFD9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BD32A3-6C4B-2E29-6CF3-BEE374F06D4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961BC0-53B7-335F-07E5-779D3923144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2510B8-B02B-436D-7025-F5025781C6D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97165C-62F5-0779-93FA-E2CA3B166B4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F4985D-6E51-DF89-126C-AF7CC824B55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F8ADCA-6590-6D33-1006-EF98FA41243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039A16-963C-5947-2271-914D0ED989C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773BEC-62EA-3DEB-3DF9-9FAC7DF46B2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82592C-1400-4165-B752-FE5D8AC03EC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616705-E998-06F4-1798-EEC330F2420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B4CFC3-7C9A-559A-56C6-87D0428DA37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6019FD-73FC-9FFC-229A-1E6A76B1FFE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5F172F-F183-118A-692B-E33B8F28BBC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92FBCA-8144-EFED-D5E1-70F88C44EA4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182614-82DA-406F-C52C-0557E7AEED0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DEEE70-3DA2-6FB1-B06D-9CC70927752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ED28FE-472B-1818-7EE1-FCC37705C77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153FC1-FF93-23D1-14B5-193B72AD66E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8342C3-F53F-42D2-D844-08F81A8FECF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3B930BE-F44E-05A4-9F2B-8027649A4EA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79E06E1-222D-01A5-60F3-89395D7F7B3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FA997F-21BA-C47C-152B-43FD505003B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90CF20-AE21-5664-B97B-0CC99D591DE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F4FC83-EF74-7896-A765-B4DDABC7F8E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761110-9A31-12AB-2BAE-EAB3F47D9A0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6656E5-C634-06D1-744D-390F5675E76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E91144-A1AB-E3AF-2090-2CBA0CFDD9D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4F85E7-EE3F-80A8-ACAA-1752A7781F0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72AB23-6965-51A5-F547-2C0A16A5545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7428CA-6F8B-251E-62C7-5739B30708E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C15F686-F94D-CC45-B435-F18976B342D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D64E5B-5F1C-E372-E226-062D03D3E31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1B7B62B-7CA0-3F24-1C47-222C45148D6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4268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DB8E1-7B5A-408C-AAD9-F4AADEE63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82285D-08EB-98ED-A2AB-C7E370FBB0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90D8EF7-A8D5-E7FF-ABEF-DD805B2E3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F8F34BE-B2BC-39A2-A887-5E9665AD7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E4ABFD5-5AF8-3EFC-BD46-919669072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6982B51-D51C-6491-5B01-81F7DB7B43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99935C-E735-C6B9-18F4-82D2EC3EDE6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6694B5-2DFC-EAAE-9795-3F2705A36A6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B2A4C1-A181-3E70-D743-A199455BC86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625EF2-2BF3-D4C0-2B1F-C02CFE1E985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55FD89-3121-1859-644C-0F105207DC7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01FFD5-CA90-26B4-590D-B5164C51D21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36D89F-7C61-EB66-59A9-4B0EC69E682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CC38BE-9874-F3B3-F8F5-250964CBF27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0F4CAC-78CC-BCBC-1D23-98F4A67017E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CB43B2-AE5B-5A28-D585-C8314A2C6AF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034B7B-1DB2-3B74-655C-32073FF7008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BB1783-8F6B-4BC1-D218-0D4611DB7AF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3FC72A-8265-F317-F056-0849968DB61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B75D88-82F5-CB8B-FC11-631FC49CE14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15B890-A637-6941-9844-08B7C85145B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E586DB-F7EC-74E1-515D-826AB78E8C5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B7BE05-BDF2-9181-71B2-77EF9D2172E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033142-E8CF-07FD-2651-EB909FD07EC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8E039B-06DE-EA84-52DA-7D96E919576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C04CD4-89B4-1622-E407-FC3B5123161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BF37F0-1C62-B341-3E32-E2C8296AE205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558BAF-70C3-1341-7A78-7606C1AFAD1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2EAA4F-2D93-F1A0-356B-379B660A397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ADDC81-3029-0C5E-9664-917ED1E8B3E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738C40-7900-6F1B-9DBE-5059DD362BA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240C47-387F-27C1-007E-BAE21CF1493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E2F7AD-E4B4-E453-3FDC-71BB1081613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B30801-DFA0-A4C6-C2E3-9290EA5AEBA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2963B4-EC24-24B3-86E3-6D3B71D1A91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A59AE9-2A80-4A00-414C-71FD4D6A234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89C196-A9BF-D9BF-1355-AEAF7D7A1DE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33AFB6-7C37-DB50-6EE5-64F090F4295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CBC2A0-98EB-FE50-954F-C33A8821A79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455723-27F1-33B5-D97D-371B41A3B4E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F4955F0-7407-907D-85EE-6AE493BE53E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D27672E-9E73-CF92-7F5C-1AD5492283B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73645E1-0323-A0DD-5A7C-AB989FA131E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3F657F-8919-A84F-1F2D-A20E23A8FC1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4E7A89-005E-CD20-F70B-F7ECAAE4EE6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18A62DD-80F1-FDAB-E287-841ABEE1693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72EE6E-2358-7628-47A4-E690066F22A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096706-AE57-9F33-774E-EA6F6F1A249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E785F1-E52A-D661-4C91-6A3A27EDB40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DF55A7E-D625-9266-5AE4-8E44187EB2B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2B57A8D-7AD7-E42E-739B-FFBE900B29F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F886FA9-19FB-17A5-AB59-9DACCFEA438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AA1E17-3D0A-CDAA-0B78-97D8F5E4F71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2335C6-EE85-F11A-D609-229A11E2609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85224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CF940-923D-212D-BF01-06C61D10B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CDF7F9-DEBC-FEA0-933C-C7A054B3E3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top center block, 3 is in Column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58556D6-A8D2-74BE-F277-456E30914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6E2F4F2-B55E-C898-9048-EEDF612F5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4E243AD-2839-5641-1657-EEB0533B71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A0B6C3E-F989-38CF-283A-99CB2D823A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6EE11F-596C-B03D-B707-35DB4558FE4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E53B62-35AD-E704-0D26-3740574ED67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BFC25A-9113-75E7-A44F-C1AB49826E9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F1585C-402D-C299-8E38-B5E9F9909D5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F02CCF-EBED-88D8-4D69-D58A8760E34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BE0D54-F67A-DA2A-8D80-7B984219129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51675C-5FDF-D4E4-CA39-01A6AC24C44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14ED0E-BA5B-557C-E94C-5EFA8B92F45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1005D9-64F9-ED8A-CA4A-E09C36E60D0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C84B70-E2DB-D47C-7F3F-FAC5490C27D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2F1003-92B3-200D-54F5-45D91015545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8492E3-AD19-0181-11DB-27BF7B237FA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C275F4-8C2E-84E3-205A-0CECE75B794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4720E3-46C5-469B-B37C-3ADD68CC291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A31384-3DD6-8FB2-4CEC-D4EE935B38B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F71998-B8EE-21F7-69F2-3FFFBE49857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BC7A75-E974-7245-62FB-1E0EABC0B4D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DDE395-C59D-5B0E-236D-76A7F77C861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F65211-8CBA-89C6-C066-315CFFBE3EB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15BE17-D8BB-7789-6718-125B02E95EE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D10200-9ECD-8D59-80A7-EA62ECF4014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992E6E-3630-A1E0-5AA9-D87B567DAD4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E86F01-1F3F-05D0-0284-85B58341372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526DB6-6B3C-3FB8-27D4-3EACBB31613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A254FC-B848-B5FC-E017-2F2FE0977DA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97E532-901E-0FCB-52A2-2551113C450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F9C6F4-1FA4-AF4F-D0B3-1862FBB823F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458145-2F57-E2CB-5AB8-0C9D2AC7D08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50C2E4-FC26-A8FC-132B-2C7CB1756AB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43EE93-9E34-77DA-A9D7-738F6B39EE7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A68264-F895-558D-C3EF-705F79654A2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97D7B8-420F-5A5D-3676-BE14DF9F4A1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9111E0-3296-3B97-7EBE-F1C82828B9F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A3DC7D-9B4F-9B13-44A4-04ED4DFD0D9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CF0FAA-18AE-7677-AFAA-B35085102F8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F4B2CA4-A0EC-2CC1-2E9A-3A7ABA2FF2A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CB66D4F-02E7-93D8-5913-EF3DBE48600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63137A-B439-0BC5-CC96-1EEE25C36E8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E8289C-9994-3F2B-056F-2A401BC271F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D51209-D8F3-5FF4-E0A7-87149833122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FB3E26-5CC9-5894-78DC-C060165F01B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EB2B9E-649C-A625-CABB-AA51D399DC5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746D166-F423-85E7-7C8D-08CFD30EF8E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D0D406-D603-E56C-CBE3-4F5E37007F3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2377D0-75B0-5FE7-FC7E-52084B06DC5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2C46AFC-37AA-C99E-7872-8CE54DBA76F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68CA009-8ADC-3317-0F9C-623B35F4F94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F83F1B7-5E99-157A-FEB1-91080460DB0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30501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D2854-0C4B-A02E-45AB-EBF28E39A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5339EB-8BF1-531D-4E22-78352918B1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DCF9881-447D-0923-92B8-04CDD2EAA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9B77328-2252-9C5A-0CD8-E304F414E5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B8A0A99-53C3-F463-A29F-34EB889D33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173AA63-7CA5-245C-5BEE-DDEE08F3BD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DCF5A4-4930-C577-61E8-8B47C1B84C4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56ACE1-5615-D606-6736-ADE324AF9EA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399D56-F920-DBBE-5C24-4C77169DC7B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61BD9B-D829-4E25-0C67-4BF02D23785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2E5ABE-BF89-BAB5-75CB-2D9CA76ECF9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58FA63-892D-414D-36E1-3159A2C37EA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F98296-CD1F-B120-D482-46905097153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7F7576-CFB2-9907-F28F-EBE708F7F9E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28F50E-8622-B0D2-22B9-5A938C618BC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42AC51-4973-2C1D-F4E3-25C8AC62E80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30833A-C959-9160-28DE-E0CE8F10009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5E9000-E764-4236-50DE-8D888078292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FF7E8A-6C14-DA2A-3F6E-0B9702EFC97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A4927E-BC49-5C5C-9615-AC7C66A8E6D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A23828-7C33-4495-ED81-89806FCC218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4B4169-03FA-2223-C3AD-83DABA3E470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9BC532-AE97-25E6-A8B8-D989832C195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0F9B2B-A1FC-79E5-182A-F4604C82B50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255626-D179-8549-82C2-FC93A8598B6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D5C9CE6-3022-503C-6108-058E1E72402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3A3382-D4C3-A5B1-035E-32C7EA3AEDA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A98364-9589-6542-BAA1-3DB40E6356E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2CEAC2-F300-EFE0-62EA-726222835AF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F4328D-BE74-3A06-73D0-77A918EBBAE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CCFCDE-7A7B-AC75-15C3-31CAC1A63B7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C0B3B8-1F0F-C5E2-7E4A-AEF79037E0B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3B7B13-70FD-B7A2-7938-9023BF26859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D844BB-DBD4-1140-6DAA-D016F86F18C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2F0E0A-14E8-1D0E-ADEA-18DC06AE0A7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576302-6147-90F0-7961-16FC96BC53B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AC7EBB-6EE6-504A-5E1A-668DEFA6BD9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97AA91-4B1B-3160-0F5C-00160D361FF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A07ADF-D8A2-C620-840C-481AEA2D277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45666E-4F78-B44D-E4EE-89815778AE2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C194C2-0682-1F19-E5FB-0177E9489F6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1D8B26D-6CF3-9C24-D27B-2FA7E56FD1F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898656C-E650-7847-68E2-F5ED223B156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09E9255-B2A2-CF54-2382-22B81B3F32A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0109823-4AB9-68DC-AFD5-0D249DA5A48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C664BB-32B9-A4EB-9963-6CB7673754B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DF0F37-1A61-253E-9192-985FC1F6C06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92E1AA-77DE-6A64-7602-270A15DC8DE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2A14A7-02AD-4B46-2F9E-048E220659F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5E6EA9-27EF-DFD1-5992-C13728F1242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9F66A3-9BC7-9CDF-B51D-4567221C23F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8EFEB1C-2CED-726D-6870-7292D111DE1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9C2047-D90D-5DA7-2058-B78730E5C32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280803F-ECDB-46CA-8F59-7EEA82FBDA9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FA8D01-2283-58AA-68D5-B7D20104985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4CA9C9-E037-E959-BA08-30D3054478F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D814AF-46B5-FAA4-8DA2-6A0BCABBA71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</p:spTree>
    <p:extLst>
      <p:ext uri="{BB962C8B-B14F-4D97-AF65-F5344CB8AC3E}">
        <p14:creationId xmlns:p14="http://schemas.microsoft.com/office/powerpoint/2010/main" val="2511332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FC29E-4BBB-92C5-2749-2E5C7FBBD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1871D4-F05B-E5F2-41ED-6ED689F1E1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Only one way to fill [14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0467850-D76E-781B-2BE4-125E3C865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DC62720-D0D3-E19F-42FB-E2F27A5C4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BF3DAD3-2FC9-1778-B817-F14EF71EAA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A407FC2-DAA9-9338-51D1-5E6EBC9509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614EB8-4685-7C6B-A552-69BF99EC392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BD3F30-6014-51F0-6E41-E55D2A6485D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5C5CB-B645-1F1C-1C56-E5772E83A99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D92A62-48E6-F4AA-0E19-2ED93C9436B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C50BD9-144A-DEEF-65D1-C1BC9FC4575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AA8487-BDFB-3295-F919-F7A844129C1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D5BDE6-6A43-F767-3827-32C2BF4BE98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8E8077-8F3B-B702-8744-6D6E579D590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8641FD1-374F-46BE-98DA-BD21B51D9E0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27F034-7EAD-03ED-27F8-45A40E49A47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21B351-70E4-C7C7-9943-94A68844880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69928F-ECDE-BD70-F866-483C1D87F32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C7FBEC-BCD9-DEE0-583B-99FC2CE803F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5CDEB8-85CB-8FBA-A566-81F39B49E96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320C18-62A9-9125-091C-DBE1BD0FA98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92EBB1-9D8F-FE56-8222-E565A504BED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0192D5-882F-E444-34DD-65FF0585BE3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1ABA1E-AD80-E472-FEE2-9C876E06210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32DBE8-4F8E-62B5-EC07-FC9A0B9426D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646ABB-7068-8157-D434-B919F66ADAC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192CBD-0615-D9BF-43D8-0EB0EE292DE6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005D8A-5F69-42FD-EEBD-3BD0C3F00FA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80BC0E-36DB-E512-8B9C-A0B2DB08978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3A707E-2473-6A37-8230-93112CC6C7F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EC7EED-70AE-90DE-8775-1CFF4F2EC52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3F1C58-5487-671D-323A-45EBAA17C65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0189BE-B7D8-71C5-2CAC-D58C574B29F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97E4C4-9901-C0FE-630D-FCE9B56C80B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5F6FE4-30A9-045F-280B-AECB4EBC35C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60AF7B-C90E-58A2-265E-44C6DF8E9E0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B370D1-1E79-2C3E-2CE0-2B9B24A9FD6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76106F-586E-58E7-7AED-4E080061F08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84E91F-197F-3E3D-4065-C411E6E7E21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FCC995-8197-A181-EBA5-876923F374B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536425-056B-A9C7-DBCF-7F01A85D906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2E3AF9D-327D-BD8D-7CA3-4605E4BAAAB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53A1AE-3156-2DB2-BC3E-B3E1781F975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28D2F8-CE6F-817F-C0E0-FC73D46CBE5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C5555B-63CE-EBF6-5A2B-54B988A96D8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D81D9CE-23AB-E9F2-23DE-57E54734FA3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91EEAB-5F13-99A8-1952-376B58FC702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2E8E23-37DF-3C3E-FE4B-6D027FB7269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EDF784-2C46-537F-A055-E13E9E5BFA4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F7F576-2F8F-9306-935A-917620889EA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E493E5-9381-7355-4A15-0F4D8CC1224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802CB9A-D19E-3698-EBBD-8BCC8541B7C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70E0593-F3FF-A6F5-AC94-1E160F61BE5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8CB85D0-190C-9621-425B-FDAD311A117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9AA1D7-FA59-6FE5-F50A-772713570C4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8ABF59-AFC2-12F9-2189-DAE85261219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4FEE04-8027-7117-0420-24C64331955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42E3D5-1208-4ED2-4673-D96898EE287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01288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C07B8-1F7D-6EF7-A202-49065718A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6A3E96-5A5B-2230-EEA5-45997DF5D7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54767AB-D69B-5CF6-7757-B88A0A816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359D654-0FC4-5542-9EAE-86A56705B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CDBF399-D212-E453-D8A1-567D2E728D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A3D0569-A944-CA17-D360-DE3365DA2B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50515B-06A1-E6D7-3115-62EA72DB4F0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C045D-6350-FE5A-C881-494AE0040F1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A95BE9-9B89-D059-7280-1A29667BAEE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9BD0AF-A0A7-9588-2372-4D2679E3737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577295-5199-3DE8-E634-03F73B239A5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FA4E47-44F1-B2AF-F000-38CDF8279A6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49FC60-014A-1D59-996A-F798F40732A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D07165-B602-CE99-9714-95FA50C0E33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7D0A6F-09C4-C503-B64B-215DE8DCD55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1A4F29-2A9B-2E96-2F39-8827988E970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4996B1-EE9B-A6F0-58A9-378B076D7B9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48E1B7-A100-7CC0-956A-751FEE19554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D7EC6C-049F-35ED-7017-E39FDA5F241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8ACB65-6154-BBAB-82A7-8A89AFD17D2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2F8CEF-002B-FB45-B5C4-B559E144068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6E6704-F855-AE62-3D47-DD1BFD7674C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46D5E5-784A-1FAB-C92B-6B48EF6396C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6AB838-E867-2B87-F8B7-A305281FF4F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C3B9CE-611A-43E5-5067-C4EBFC6374A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2BE61E-5A64-2498-38DA-43930F19718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31AE253-3CCA-AA83-4788-8BF7D6CAF7F3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BDC647-1F60-EB1D-8207-BB497DEAFF3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CF33DE-4A6A-BE0F-07C5-1BFCC160EE0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40E424-9583-7B49-3695-789CA225D6A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A7C934-678B-EFA8-04DE-976F3272DE0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55A61D-D61D-D5B3-FAFA-7DFB9E06A43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85CA49-4CDA-EBE8-7588-B9F8FB5DAC2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346F88-498E-3635-FE86-CC7D42C0317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CF8902-EF6B-8231-0768-DF38806D61D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54342C-9D4A-C972-D9F2-4609288C2AA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169BC4-1D0B-9C86-0B65-EBDDF1700C7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92C7A3-3E34-8FE6-F275-CA1FD58175F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1B05C6-D866-F87C-3465-211C36CBE8F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3E1143-AF4A-A558-D7BB-C72AFD9E5BD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EB4B31-A881-6F6D-5200-DDF2E55A678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966FA5-90C3-1441-E3E8-A72EF30016A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A6895E-9F85-08FB-3D71-34F511527B3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DF652D-E6B4-F89D-364C-CC0462B2A49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6B02D3-F493-2306-0D8C-4D785584E8A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23EF5FD-BCCA-205E-FDAA-AEB62403224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A483A-7646-6F03-EF61-202154D8433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F8D496-4276-448D-C334-1E9F3521999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2BBC93-CCB6-8358-04AB-741C4980192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4D941CD-954F-3947-1804-29110D81ADE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6BE386-6C81-938E-8038-E19353E7B3E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EB6E85-6E0C-9EAA-6B50-C6B1D157B16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956A69-13D9-7D98-66DE-39BE90F31D1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2D756E5-B845-EFBF-50F4-5F64984E097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3C22DF-0EB9-F9F6-BC0E-0778F458CB6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32B310-7EAF-F419-A322-AA1D737025A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578EDC-F842-3161-50EB-61EDFC04827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EFA645-9CF0-97BF-D244-F496F8946CE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07098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86EEF-BCC3-8CDC-4814-783957945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C97C21-BDE2-C472-67DD-1C94CADDB7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Row 9, [22 in 3] could be 589 (which is precluded by the 98 cell) or 679.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A9DCEDE-E502-9099-4387-EF8D277CC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A2BBBDF-91E3-2FBD-652E-18F1BD6B6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E4967F7-A2D3-53A4-52BE-C67B304425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68C4C04-0061-EB19-3403-08748284AE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E2E8B6-0560-8FC8-CC37-CD0CBC1970C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E2E8B8-602D-F674-43FD-CB780C29346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438E98-C0DC-965C-C925-DCCAAADEC93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C4E900-9B32-8790-6E78-DD8C9F6B7DC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5319C8-00DC-9C0D-7D64-880A3D57D8C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781413-9BC2-B214-E62D-4A242705B95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58E4B7-2B45-D146-01B6-0D82EADD685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A912C2-C88B-C762-6F62-F893A2CE90D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0386B1-566C-A867-EC7E-530EBAE01A0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BA76E6-2DAB-3414-7668-2943286EC70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99548F-C583-402B-0A1C-085CAD8BF52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08BFE6-654B-4FBC-7BFD-DE4CAF94B83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A14956-9F09-0503-36DD-84BBC2955D2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456F76-F556-8AEC-15B9-7E9F7896E8F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02EA29-6FEA-EB76-57BF-284A56F94BD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096E33-CAAD-E398-6F5D-5D101C3B024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283E98-8A16-5C6F-36D8-2E3F8D78F2D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C3393D-6B2C-7292-C1B7-7FB3FDA2351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5F9152-2D31-FC99-5FDF-5025AD7FA51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AF9E08-5E9D-1413-F6B4-D2B742923FA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5CFAEB-6E86-106D-652B-30A79824075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4AD876-869C-45B1-6F8F-1B99B6B3D32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8F720B-D805-F231-AC3A-B1BCD80FB2E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F437FA-9DDD-1AFF-E7A7-02D46C733B8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A5747C-ED23-545C-9075-6BF7E0C559F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FB7500-A28F-66D7-161F-D9C87F3AA44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56AA89-B438-E562-3A93-2469642A457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2B5F9E-04DE-66BB-9422-4899138739B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310CF4-7D45-19F1-42E9-6D661F2F24F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2A133C-B889-2DC7-4411-A41FB8002A0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0753AD-3E13-8FD1-24DD-1537C25F04A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855CDA-AF52-A10D-43FA-6C3A8406AC8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7F712C-9770-0230-E889-6C425B2C121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C5B7E2-8138-7724-D32C-B2CC066F679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AB74EA-E6DC-E43A-438B-08BF082C50F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E6D06F-C794-F369-52E6-2C807473853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25DDDE-B31B-CD6F-236F-B67B015EE0B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BE7431-12F1-6026-4ACA-4AB70B471CB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D95FC6F-8FB2-9D42-0774-8AAEE6055B0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55C949-371F-2710-D8D7-FC9FB656CE6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038EA2-252A-1E9A-6FD4-FF1A5C2C1A6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5BC8DC-BBBC-5FEA-24B9-BE50ED3D90F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AFB91B-F794-E6F9-A4A3-188523D1495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263220-15E5-ACE9-3211-4D063496A82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5D743E3-619D-D7DB-261F-53D690626B2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6694C5A-0FD3-6AAC-815B-76E3EE0702D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D30A4CA-7A57-D04D-521F-2E603AB636F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4F5E00-32AC-D122-D54F-372EF71814A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C321F6-7BE0-BB7C-F506-4FA2DD68F15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E3B60F-F294-A923-3E41-ADFB4C8FBB5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AAE33B-AC11-B10F-4339-02DE0FE5224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62F15C-92CE-8319-33F8-5F2D5FF5AEB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6C0FAD-AFFE-33BB-A1D7-40F75EBCE65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D1BCBD9-D0E8-1930-F681-7994D50566C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897513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14379-7FCD-CB29-3FCC-177D9B802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76E2D0-046E-4559-27E5-636F0EDD31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09DDF25-5B36-2B74-B037-D6BDD1A81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427E552-D07A-820C-94EF-88915C2CE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BCAA29A-1FA1-4E40-2080-A32F97892D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3192B17-2C1C-68A2-A229-454EFDBA54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11AD54-841B-0870-E5C7-3DEE3B00B47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58BC0C-9BE7-20F9-F4BC-9936EBB8E12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3CEA31-D873-0859-3170-E3EDD67791C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84877B-F004-4027-AB06-6C65BAAF9B4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AF38BE-B834-8401-9B59-A57F9C5FF9B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ACEBB8-9018-B814-F9A3-8355D75D8B4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44F4E5-F340-3060-BFA0-F47FF760D1B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89E824-6B09-F729-77EE-4E62C2EA826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5E7CDB-390E-F039-F62B-84463511700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4090EC-8A44-8618-1856-F22B38E7F1F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61571B-03FA-5D1D-C921-D0D65EED0B4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7C522A-F748-3428-F20D-21FDD06C59A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09F4D7-B5F5-F66B-C95B-EF61E9B6C43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D4A83-107B-AAC4-11CA-5682D1826D6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222334-B85B-BD71-FC03-FA99A131FB9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0C4697-E16F-988A-99F6-0A2CB6B7C45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DDA8E2-C6F7-6F90-CE95-AB8F65CFE91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51EAE1-6B27-161E-55BB-2986CE43E78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420801-9F8D-2090-31AE-8B445E429DB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18D16A-78E6-0BEC-1A19-7A51F762591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06F3B8-1FC4-8567-1397-5E4A2BB31E8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834D1C-7B86-063D-E4EE-8CF81DC3901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74CBCF-8507-2D03-F196-1AD4B525A0E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73479F-2620-805A-FC2E-5BEED42F017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ED09B8-24F3-DD07-0239-4A69E906F73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ACB15D-B873-43BA-F60C-53F08314596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FDCDC9-0AA7-A1FB-3A9D-00881102DAE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93A569-5FF6-3718-7A3E-ABF00D4CBA3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1C7BBD-5E87-6E40-7DB0-0C1864E90BF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DA2531-A821-9A04-D12A-68FF2399E6A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ED74ED-C450-24CC-DB91-5C9483B6AE1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F78704E-0F30-D6A4-663C-6D5557E8B30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A079B8-37B7-E61F-BA55-B3B4BC7FF65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76F6CB4-034B-69A3-CEC6-61E9774B92E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80E2AE-8882-7134-4847-3FD37FB94B1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468FD2-3596-E587-DC4A-4AC50675450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9A00CE-CCA8-D51A-A5CE-3F2B8773666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82F5920-08BC-9D6E-7713-A45574B6418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B8B80D-F16A-D1D4-0A1B-BDF4EE51909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E2CF42-1702-1BC6-F5D2-F9F52DEE871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1B355E1-395C-51FA-1579-7524BAC1CF1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0D5048-21C4-A7CE-C37D-CCD4517FDAC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8D1829D-1B29-4F65-B74C-BAAC2301819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5E48C40-8D2D-D869-DE36-E29C5F076E7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BEE1048-4439-5DCC-4D79-91EF2F5AB09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763B29-30FB-3B46-D237-D4A7C7A84A6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F377EB-E61B-AD01-2859-66ABC99FBAF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07970D-BB77-BB88-8722-69826802D9C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9BF993F-4497-667B-EEB5-1EB983E1FD8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5EB050-9543-A546-5529-792A8297567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C91A31-6047-1287-F38F-DDC654B16D9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DCDBA0-C5E0-5F5A-038A-CF0DCA80014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700C75A-E95E-C0EF-E5F5-917A0D00698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43E26FF-72AA-0839-603D-04E66168B38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97628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0EE65-0C6A-E0A1-41F6-EA76E3B9D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B64EBD-EE53-29D9-838B-F04613B221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0C2E16-6E6C-BCC5-2945-670126F69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65FCA88-7114-3379-42C5-DFEBF02B6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17D80AB-D7FE-24A6-9323-D20FBAD60E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F41653F-5292-D59D-64A0-E08A93CFDB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CB69F3-C117-EFC0-C506-E4614726100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9257E-3373-9509-6614-5DEAD2657EC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9C3FF9-4DCC-F0C6-295F-49C63ACAFDA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717019-91D6-5054-490B-967994D0AEC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4D6E8A-9080-8CCC-98D8-8BD9AE8D327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971315-02C5-897A-81B6-34455AAD433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588CB3-ED0E-FDF4-D8CE-BA83BFB14E4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D43AF8-B746-0265-957E-19FEF44DCB7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67833E-5B4A-2CEE-3DFD-A981C542127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48F8CE-2838-A4D7-8749-E09EF549CDE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02DE22-CAE3-5912-208B-006523220B4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D52FB8-3F1A-7A70-E62D-A97649D00BB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A1E950-304B-E2FC-0EE6-472CC0AFE27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1F7C2F-433F-0F03-C743-7C2EE1BA3CD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BF8C10-10E6-0F0F-19F5-2212EE89893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E4255D-E649-1AA6-3E25-32255E07B7C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9AC43E-B877-0924-D5AA-3CF85D37400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A6BEC2-8BAF-A307-E982-617ADC7113D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F1E7B5-AA48-6365-1C53-F8211341788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AE7C45-4722-582D-D342-27DB82D7A4F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A1ECE7-D895-50FA-3419-43163779B8F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1D9D02-B6DC-F12B-7AFF-E8CB73E52DA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7BF702-6431-783C-7CFA-DFE2E837C91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508377-4A0D-DE01-B814-F21C6C7E1EA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80932B-5C71-8E38-C12C-E83B00ED731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58938A-34B0-EB36-85DD-498D5AD9A6F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9F8869-2219-F7AF-371F-BC402BA4EA0E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00096A-3434-9734-81D0-C319EC27009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E20F3F-7BCF-BCD9-AD3B-9708BFB4D12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D566FC-3839-36D0-11D0-D566370E7E5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085E20-40EE-E9CB-EEF0-80A7269DF14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BE0754-5703-B1E1-E1C6-D09C573B084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7C1C1FB-CD8B-78C0-E9DF-ED64975417E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F867372-319B-5C05-D879-0E20979FA91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B280C4-2680-F319-B7C8-182A696EE58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AF4C39-A443-D1E2-84AC-1D58752D6AB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325366-C44B-F414-4DA0-B076854BF76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5AAC7C-8A4A-6644-8805-817FFEFF1BF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498AA7-1305-C151-5305-ADA30DF81BF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23E028B-C334-6302-8D34-0983BF29E92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19AFCCA-AE15-7A52-38C6-F3C0A912A4F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E86A67-7147-7941-6CB6-1525EE04E1D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748AF88-1957-9255-2663-1DE8BBDAAF7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5FA1891-D011-005B-9597-3D6EDB32EA0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DE9A51B-8AD3-5EF0-7469-DBB1852218D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4CF624-765E-7CB4-5855-530432A6418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8B4CA0-FB3E-E974-566E-2699CA45B1F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B7E397F-CDFB-1BCE-5F8F-C1F56B70EB3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2BA637-ABD9-2274-781D-277E9CFB4F4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0F3003C-F39A-4CFE-45B8-ED3D8FF63B9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C155BF9-D0A1-2CF6-1004-AE91A8B8F95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1EF2F5-7ACC-7FB9-FF0D-CEE2CF0BC83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BE8E45A-85B6-E851-6683-41A8B9B5DE2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4DD36B-7DD3-0359-CD6C-1EB08AC578E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7FE8D03-FE3B-97D3-266D-537B01FCF9D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E81815-0719-707E-AF8E-CC24A5B4653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3FBB12-185B-AA3B-F3D5-967EFD5FDA8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BA6E6DF-D3B2-ECDA-7D79-C003E843455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</p:spTree>
    <p:extLst>
      <p:ext uri="{BB962C8B-B14F-4D97-AF65-F5344CB8AC3E}">
        <p14:creationId xmlns:p14="http://schemas.microsoft.com/office/powerpoint/2010/main" val="3475301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A7425-B866-7BF9-F602-6CC2B0CB0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712E04-DD65-D107-03C7-E53533F4BE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[23 in 5] -&gt; [15 in 4], which is three of 2345 plus (in order of dropping one) 3 (precluded), 4 (precluded), 5 (precluded), and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36DC8FE-1886-6A42-E38D-409625E28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CFE3545-DAA8-5C53-7943-8BFB3AAE4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B5E9001-8518-E320-456C-7C9A600732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E09FCDF-6134-E8A3-1F6D-DC6A720622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42650F-0778-2578-E2A9-43C5DBD9CCE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54B30E-F43D-DD8D-1D4E-6C9FEAAE385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160205-13E3-7D9E-121C-E14BE0131DE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5FC995-A631-9805-45B7-CBF46F3F378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38F0D2-28A6-63CD-12A1-368BCCD33AC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BB5B21-9A1D-ABA8-7F29-3E2D70FA683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49F7A9-017C-D504-A3E9-3211B0A0574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B6D7E0-EB8E-7D41-4739-B5216972C0E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8ED79E-5519-28F4-D295-182AA13EFEC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1BF620-673D-6FC6-3FA5-F212020BABA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2CCB7A-9CE1-04EC-C7BC-0D955EA072C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F1FA1B-13A1-FE3C-5455-599AA3BD627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C9A6D1-CF84-D916-D9FB-7F420321615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EEBEA6-8742-5927-43F2-F3F155E92C9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687789-7CDD-CE41-E2B2-5CFBF686555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1C1F60-EB01-BE82-79B3-6D793731874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9F80EF-973E-3905-3C08-6216D053BEC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E2FAF6-F752-7D4C-A589-4093D330836E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551855-2C6A-030A-438E-719AD69E745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D7BCE5-6EE1-8788-C18C-0CFCE4E9729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CF150A-EC1C-D130-B79E-EBE5E17837D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E421D4-AD5C-AEEC-34BB-703742453E6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5C936C-9EB5-89D4-AFE7-C8DBC964F78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4E2DE6-7EB3-C6C4-40C1-CAFCE14E09F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F6C1FC-F97A-E137-39D5-EAA42650127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B6EDFB-BB3F-9E85-5D31-AA5B7871451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9498D2-FCA8-83A2-4AB5-04F57683C50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540E68A-810F-FC64-B793-9D386833E69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B4734F-9D52-3271-4238-FA004F42CE1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44C0FE-E0D2-98AC-7E3B-F7695317CAF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53B0D8-99C5-575B-E099-31B3F2BD348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5FE653-0A8C-D0E1-E907-ABC21097347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2DB62E-41E2-810D-51CD-5CF1C4CA162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DBF1B9-E3E4-1A0F-30B3-1D2B4C51C73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92F537E-FACA-4414-F937-233358FE3CE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47E035-8902-27FD-0338-B1A5473F96D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A71340-4257-8278-26E8-996C173F68F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C481A7-3E4C-2147-88B4-C40B9DE6B32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E9B0F4D-7567-0181-E5A8-94F81D0859A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61CDB85-537C-0CE0-DC8E-6438331E8BD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180ACE-EA2E-F805-6FE9-13414F43BEF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AB8E48-9B9E-E6F7-BA09-7FB6BC38E0C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7D3051-338D-2CAC-8FEB-FCF9D4C5C87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5E38DC1-18C4-6CDC-5563-CED52D03A49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EBBAC8-60A1-2FCA-83C9-8E344268845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EC38A5-20D7-2E6D-CE91-102D2C9BF09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07BA15-E627-CFC2-8292-8FF6FBE412C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B799102-2B23-F4CE-0C13-EE8E0FD002A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112DB85-4C71-5C1A-8310-C39701AA6E6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E7B4B32-2931-B8A8-6C48-B18FBC03539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F4B283-285A-B08B-0F73-2E22DB4C1EA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1D13B6-CC26-21A8-62D0-3FD72794D39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F294C62-66BC-B6B6-5022-BB32DD597A3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63CC55-E27B-97B9-7EEF-DCD1EF25381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76B7EB-1A78-211C-B6B7-00EB6C5DC89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E37AF5-190F-94EA-9ED8-96D72109115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16DEC4-5BB0-5884-D5E0-B9C3A10514B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89A608-052B-7181-BED7-1A93DC620E0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EE6A668-69DA-4E53-C3C6-E0E21C4EC79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6763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8232E-4274-C2EB-7243-08B7E1661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B5DE6A-63C2-91C1-3214-3E7A767F68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2DBC3B7-AF4D-2A76-1FCA-361579C20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29CA157-2056-E248-48A2-2E5ED4D2C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3D265BF-215E-DFE2-CD4D-49BBC766D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048A35A-C787-8D7B-62DE-D0386D29C0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269D05-9D71-8F0A-0E74-55CBAAC0D87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70DE9C-6BDF-E988-93E1-FF03D0C120C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901FBF-0536-9D09-751A-1EA5E9DEFCA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ACA54D-C8C7-A4B8-911F-9C15C0F2D33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16389D-19D0-71B9-F367-08E7E8684AB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DFCC2A-8085-CFC3-FA29-9C567E08FDC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F463E4-F738-9E5C-B98A-C02F3243824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58B9B8-FDFD-C797-01D0-8649F1FFB4F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5B6D78-58AF-56CC-4881-5AC547B46F1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95E8B0-2B9B-C0BD-53F8-C481D1FEFE6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125247-9EC6-F2A9-F151-2557565C790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4799CF-8EBE-09FD-7B87-CD9BC3AE08B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300AD8-8391-1E1E-9BEE-8216240C05E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A2066F-9524-D6DA-8594-9447A09AC13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3E930C-3559-6733-6D1F-0863B4CF89B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7904BC-D3D4-0F9C-30A1-9EB6DFBBA19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BA1B3E-A0EC-47C3-E16A-B1B476EAA31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F5C525-3475-6CCE-9275-A035037B624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99AB59-06A4-7F7E-5504-6B1A4246E7E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DE1E72-3A65-E774-705D-9397AA3F7CD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4649D8-9390-3030-B38D-86CB14768D1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CE08F0F-1881-DF7C-DC7D-C834E0A841B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F50582-2BC7-1938-0CA7-3BEDEF3E28D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546AE6-E666-EEBC-2668-A1986A3AD55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EDE2FC-DED9-5205-615B-E8484B05DBB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B741E2-3257-390C-4A9D-0723069962C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A2C216-1720-B0E0-A028-59A9CB5CCDA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069DB1-31F9-8ABB-0258-5EA2BFA91AD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C7F2CC-591E-9821-7BCC-DD6D869C0C9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CBC9E1-9338-81AA-F0B5-0C87B6D3B01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6F6C30-1DD7-AEAB-8716-D834EBBCB67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A0E63D-C528-8AF1-7C5C-D647C29B3DC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DEB6E2-3E8B-8C1A-BAAF-8103465AFED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7F6007E-655D-9EDB-5D6A-7C8A6B1A5B8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EE6290-4027-1D5C-4230-BF1372C375B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ACD2B7-1741-EA54-E85D-7FE28ED9ED6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36933FB-9A93-A4DF-96C3-73F49F0027F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FA9AD5-52D2-F7AC-B5DB-5BD1CC1C695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404D11-40D1-5BE5-D550-9A3C0593379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55D7B11-85C7-D2DF-F9F6-690A26F416D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9652E30-9EC4-CF82-7F93-B69075DBB0D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C58EDD-3FB8-CE0D-238F-94C39F0ED12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16A2BF7-1AE4-0C62-9A59-9BD6895CA8C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5E94176-8583-34A4-2A6D-9D72C44CDCA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1400986-4808-C2C5-86A5-0FA35A441A9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13BC3C-9832-E5CA-51AE-0388E5E3D87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A09691-BA3F-459E-CEC9-C9A470DDB7B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14B954-9D46-B59C-A02A-D9720BD415C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F1A4C91-3707-5431-18D3-D6CDE943C28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A4A14A-A411-9471-1955-B1CD214CB78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CAF97BA-D4D8-D59B-B63C-C9955C92425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68A2486-9327-5AF4-34B8-6EAFF465AA4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88A5D2-ED7F-8EC2-830C-F563FA1350D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E549A0-F9F1-2A24-008E-D0003972C82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61B116-D2D0-4099-D95B-0906A0BBC52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CE205A8-A1C8-4A08-F384-41D25DF804C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C37253E-4B0F-8944-9864-EDB99DFD8DA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00E0EC9-4B52-645D-3D42-E0757A03BD2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C2A9036-03DA-36D6-1533-6DE0A0D984B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32197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F0F3B-2433-8557-3616-239CB2A16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4C23D2-73B1-4355-14FC-11D1F13C62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97459AD-2357-D7FC-DAC9-8D20419E3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410271B-1E71-5E00-48D2-15575E446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8DEE052-671D-2CC7-9206-7765D9544D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34064C4-D9F0-FA42-1594-DF4A66225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25DCAF-E6F9-A91E-1BDB-3126F6A9064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168608-9832-0607-4AC4-A179B1D69D8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ED7C56-A804-EF80-D659-D086AE2CCD1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7D5A20-1C25-5A72-9D13-8D1CFAD8726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181B1C-39E1-09C1-A5F5-992254C5F43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205774-3687-8EE0-975F-699E68654AD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DBA575-95D1-1475-AB7B-C299E49C68E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5F7771-1043-E399-FF60-2F3AE07ABC3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97732E-1D5E-FA25-C390-E5ABA03CC09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E8FC64-7319-88D5-B7C4-20CB9D523C8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DBC14A-8D77-529E-743A-0A981E6F262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54A46B-35FA-D96C-3E1C-E6091940FBB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809871-8549-6CFC-BA93-44C3B4E0D0A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52C557-603E-211A-578E-D8889D23D89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A37A92-4318-A0E6-0262-A871CCB0627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225AAB-788B-4D01-4777-DFBBF4C197A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E8BEDB-9891-8E9B-C483-8C108AA3E1C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0C5A93-4981-128E-0CF4-E4198A75195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1901C2-8EB5-131B-9BB1-6C24CEA5D2B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AE1FF8-C75B-4297-2BEE-44EED71ADD8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A5F73E-26EB-D938-B8A5-415B57A43DA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F2F952-3B02-8DBD-0AA0-C8516F99034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DB0402-C792-C2A7-22E0-9D6BDD61C8E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F45175-949E-3FB8-52B1-75F8EFC5E96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9761DB-630F-F80D-DD20-E6531E010AC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313E7B-BE7B-2017-7063-DBE75B57AB5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DC8403-E809-4D87-0E36-2D168B72F16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1CD38B-A00F-1B88-908A-B715B2428F3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7DB986-5D83-F653-49B1-85284C6E94E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A160F9-F58F-4579-0E7B-EC372A016A2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A0F3E4-E45E-945E-DB69-BBA304E0AF3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829EFD-EA15-9EA3-23AC-43ACC0DC74B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0A9A3D-8804-212C-84E9-80CF0556473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327212-BB8D-DB94-5BF4-A88DD55A56C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D1E1750-2061-2292-8337-0277B2B4C5C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85BDC5-90DE-A228-89EB-B7FC0059582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958FE3A-0FF2-1872-2F41-F4831BA8537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6A451A7-EC6A-B02D-4280-8438C1A1F83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F8151D-8A29-04BA-38F9-86E80E1C5C4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6E3737-AF7F-0C04-7681-D155D487FC0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120431-FC6F-138C-151A-01B7DD3792B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C31521-1CD6-8509-5E71-E13E61D15DD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7E3158-BE1B-587E-0E3A-E0FF7E2868C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6032B4-0550-3418-592E-31B02ED501F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B95EF20-1F26-FDF6-29A1-63FFAFCC301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F066EA-F8D8-5A78-0131-2A87768978C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D924C05-7CD9-4150-B0CE-EBEC582C9E3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28CDE1F-7125-273B-EBB2-56799EA4C63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211357-8D1F-35F0-161D-8527425D1D4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D4227B8-289A-B93B-F9E5-1BB235E36F4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C128143-D4F2-5A36-35C2-9F9A38ACCE5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EFBD94-6004-DDF6-C866-3E56E46EA20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0FB3D9-EE51-9A78-F4CE-14A2C011744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6966F2-6D14-CF5A-2E0C-58EA39C08E6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18A22A7-52C7-8CA3-850C-C0175A6C3CE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9559911-1B19-7845-5DEC-AACAB96E025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297B8DC-814F-91E1-0687-9E39183ECC5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C47C1AC-E86A-997D-4ED6-EEE5B54E428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72EAF7F-82D0-6E32-5EA8-9D4ECC9C89E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954789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25E96-1D07-92E4-DC31-EE5C9467B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CE7961-BF3A-8576-CAC4-4D44020522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Column 2, [18 in 3] must contain 7 and two that sum to 11 (except for 47): one of 25 and one of 96. (38 is precluded.) The upper cell can’t be 7 because nothing in the two lower cells sums to 11 (2, 3, and 6 being conflicts).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87214C1-6E51-1954-5987-210A08E89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34D1B3-6524-33A2-6098-757324EE6F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26AC073-1BE9-E427-5474-C3F4A602E2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A36FBEE-CA8A-8D2C-7C2A-25F4988E78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C61E07-FD9B-35E5-3DE0-C5787B5B4FC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6D759E-3D26-8592-C69D-A95189498F7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93C6D6-A64C-4D04-60EC-B5559977332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3DC436-285C-07F7-79D0-3178EB44AA0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23C4AD-2DBF-5184-3EA9-029076B5615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C2CE5C-2A8E-352B-2117-6832FF152CC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195791-41F5-F874-8AD9-0868EA0E81F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CC0F88-906C-F35D-2303-1B58A2F533D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978D17-F49F-6D5B-0806-5309475FAD6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AB8888-CB28-FBEB-33F0-21F4638CCD2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D3F24C-576A-1F43-F1F9-AA17CA72136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F541A5-2272-4353-75FA-2C292C5F3DD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A650C6-E04D-1CEC-B830-E697A49FEE1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D10CA1-842D-D534-C13E-DED77FFA62D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08F169-351A-1576-913F-09F8EDEAADC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FA3834-1C7A-2485-5727-0CBB13C7E09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1CEF23-3BAE-9E6B-14A9-B38F926944D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0BD8BC-3C30-6795-836E-29BE5E3AB92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AD02CB-97FF-DB4C-A861-1834BA8C9EE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058DC0-91FE-0A6E-E2F6-8151C5A816D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6D8E3E-0C3D-D8D9-ED58-788E48165B5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E4F5D2-B08B-37F5-F234-3FFEF178E4B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C86FF1-7A22-4A78-1631-8A4D4FD1845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D1CF66-A28B-09C8-E5B6-C17882DAA98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1C164F-B229-65C9-F6A1-D4546BA42AF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A001E8-A938-5C9B-5C87-94566E0B187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9623DEC-B2C1-C0A1-0971-DE3E364CAB7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09C8DB-7B94-7CE1-D5EB-DB74EC0AEA4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0E2F66-4E0E-3EB6-D73E-DE24D94379A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DD0C3C-4042-66EF-0440-790F055EB25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45C47FA-591B-539A-1DDF-30A59FBD4E4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338E8D-3C76-AB36-A354-633BD176967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60CFB6-AE49-AA77-4C46-B3C075C266A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751D1CB-C9FD-9EBD-C894-C1F1A4D3172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37A468-065C-02A8-37E5-C99F0E6FAF8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96C28A-E20D-31A4-F304-CC02B58DD22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34E03F-43CA-3E2E-0EBA-DE019E439EE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2C152E-274D-A51D-3DD3-847AA0076C0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F11B0AB-951A-2BF7-B7A7-F6C5F3381B5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9CC026-3F8C-DB2C-640C-AAED25B69CB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59C23-9192-BFE4-AF33-A9A3C0E8485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340245F-5775-B5EC-697F-3100097DD9F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C4272C2-6581-F5CD-CC78-B1262073B09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BE220AF-FC3E-961C-A2D1-2BDE311C276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4C8673-A7E9-E9E6-A3D2-CA22213DB73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AEA990F-D233-0194-1F77-42475E3D384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58D5B5-DAFE-7B00-9B37-5DE28ADF685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9723E48-12D8-CDEC-8592-8025C2CBFBA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D23C44-AFD1-6ACF-C5BE-28E312C8F73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777501-002B-5654-BB83-42AB600B04E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03E931A-8287-AE66-B6ED-64449BC6AEF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655B42-7790-799A-8BCB-67A339D06C4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5B4D1B1-A98C-E157-4505-AA0AB8F7478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E7EDC7-89DF-E9EE-3D68-8AAF339E628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E348942-8E67-CBBE-A78C-2D47F8B8E04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86E4BAA-C291-78DD-BB0B-3B57391FD31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5E759AB-E71C-9E54-F863-CD35CFF31C3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0380CAD-325A-D324-C512-E78067033D0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D4AC251-5A35-8A57-62BA-47D9AFD409C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367FA6-5B10-DEB3-A7F1-4B86DDC25EA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9E09DA-641D-051D-E744-02F8A6F250B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36BC17D-0FF7-E12B-7A9A-12946EDA575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532903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64FF0-7849-609A-F6D7-CC56783E9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C35FF8-9FA1-DF96-3314-8EFD4A5D71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0E94821-3E66-ECAC-7359-3EBB70BF1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203ECB1-799F-EE8B-B7B1-1DAD2640A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4D0FE1D-7786-125C-D547-12CADCA1FF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93D9373-D809-C8D2-D294-7727A1CCC3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4F5913-3755-716F-E029-FDA5039C105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A827CF-0A72-11A9-A95D-F71C788A948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971FC-8058-D74E-B6F7-EF6F0D06898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D20EC4-7A9D-29B2-F0AB-F776A91D264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0179FB-E4AD-799E-6B9E-A01E235F860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19485B-6F27-1699-6024-33A1DCEE652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7D204A-8715-6220-34AD-079827FE490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0D7851-D633-210A-98F0-D7CD8BC78B0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186589-D01C-2677-277E-4BDCCA01945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CDD56D-BC30-1C1B-35A6-22EC0FB3FF6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4B2D9B-8318-EBE1-7F6F-A60E77C7C78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3B205F-DD55-E30F-9E61-385D0399D74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A68F7F-B3EA-8718-D33F-22EB1E8F224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67F86D-C39F-99C5-0CAC-6801A84D7BD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895BE4-1571-0804-E7AA-9842CE36BE9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244212-6B99-5DC1-9BA8-2735A28BD9F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71B7F4-E61B-F026-6973-D7B731922A4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3A54B9-0BC7-043D-E8BC-1688D49D75F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0464BC-92E2-F4CE-CAC1-90CA9421C4F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78B876-4076-6ADF-5795-BAEDB3D1668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593005-576F-B8E3-21A4-F5BE4B77042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F318DC-22B8-B52C-6F82-5662EFD0422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812137-5F59-DD97-AED5-5021BD6FFAE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7D6716-023B-92B2-6D1A-41BA972F8D3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84A76F-76A2-F2DC-BE68-9205054FD2DF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FEDBD0B-6660-8B75-6261-5FF9E7AC939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E76FAE-7944-F207-AA4F-7A2E1EBB3E6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D3A957-308B-E76A-D8B7-03101EE809B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11D294-1E8D-BC9B-16FF-78C78A4F96C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253767-4358-F54D-61A2-041A9D5E822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B2B7B3-55DE-DAB3-0058-5B0FA4C7646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2B7BBD-B342-7FD0-8056-76B4ED3C8CB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37C909-0088-D52F-9DF8-8D64C8FF463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D4CDEA-CD6C-FA3D-13E8-37EB7CB40EA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22D080-29E3-EB08-B76B-DC942887CC3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F789BB8-FC06-FDA4-6E9E-8E30C597E31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BA1506-088B-4140-56A4-F05C01AEC1E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D614E1-D689-7AD6-2F3D-4692922FAC3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0A00CD3-6690-63D9-FD56-E201D0C186B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6FE4DB-F933-44C3-8ACC-DB02008F45C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2695EB-6154-CF57-CF68-238775369E7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530D9A2-33F6-1BE0-A747-C42CD2C7B72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C5FDAC9-0851-096D-2DAB-D3C71D7E06D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52A0EA3-E5F4-09DC-BF88-D45034E34F4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78BCB6-FA12-710D-B8BB-1321A843FC0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637B0D9-728E-1DE7-B764-F093A7EBD28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E3E780-ED00-8808-F67C-338F2B8219A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C3EAA2-2A41-8F8C-6113-30B58AA4167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2BA2CA-9133-C45B-6081-ED98296F526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5CAE4E0-205B-ABC6-40D8-6E37B21D090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DC92E38-2C60-C74C-97A8-14207BECAA5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5DD267-1944-C5D2-DCE7-83847F917EF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0A947A-30BE-1796-AE82-89794AD3751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66928B-7877-24B8-0352-56ADC57EC73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09A0A26-087C-5C8C-657B-828A9140E0D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E5E05E-6449-AE14-2E8D-641E4EEDC2D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4F0AC5-1C70-2F71-F2C9-D66650C42F8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633E18-898C-AA0F-8D41-4BD136B244C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60DED13-5B64-1825-603C-32BA83FB2A0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941DA7-AF4F-EDA1-709F-7802D748450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376D9F-47D1-CB4D-81CC-F2AA7C9AC06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35CD557-B253-8514-B902-B48457BB90C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761741-B235-7332-3795-3032D4F7F05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74D687E-2CDD-A3C8-BE67-305479C7853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</p:spTree>
    <p:extLst>
      <p:ext uri="{BB962C8B-B14F-4D97-AF65-F5344CB8AC3E}">
        <p14:creationId xmlns:p14="http://schemas.microsoft.com/office/powerpoint/2010/main" val="548528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5AAF9-0250-BF4E-5257-E37526B3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EC6880-56C0-7923-EA40-1B4A85F0D4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Column 1, note 789/789/589/589 quartet.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3608513-B66F-31F7-3B33-E7A6DE53A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6CE6134-F5FF-AD03-5353-AFB7529C4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3AF9AC-7176-B3CF-B44C-009A94BB3C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B95617C-567D-A61D-97BA-BC0CAECB30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1254FE-CEA1-4E76-78CF-BFB04638719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297B7B-AC35-A3FE-16B3-2186E051D4C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34CDBB-2E24-F89C-17C0-EC2A9348E22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66C338-AF6E-0DA5-FB51-4D43DCB3344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23749C-55A3-ACB9-A3D9-DB4E9CC7BAC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9B891E-6C1E-FE36-08B2-FC296DFA719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557C80-06BA-48AE-FB15-2F5DD6FA2DA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38067E-66CC-CFFD-E12D-272AA10696E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6715B0-AC4F-18BA-B7FB-E7292A27E2E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60BE15-A396-15D8-F333-4F444B2BD5E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2710A3-72C2-EBA1-6A87-2CBBB8E7534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043BDB-3301-59BD-75F7-A44B047C252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E0D8A8-0F41-6434-BCC2-43A502848D4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06F5A0-74B3-62E3-2062-F62E27DB35F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88E6EB-B664-3F9E-DDAC-58251F04397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4DADEB-7DEB-BA03-8835-A7A1852148D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670F68-8658-C469-FDF1-14E3783CB69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A740EE-541C-683A-06C2-43423461B91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023BC2-7664-9BA3-4F8B-1CF429A4C9D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016BC6-6A93-3E10-7D9D-EAA4E417A12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B82267-6E1B-9828-27BA-DFB1CB917BA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82643B-CD80-46FA-B34A-9316DE75D8C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E43C03-0BC5-40DB-C28D-469E77BC5C4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EC74D1-BDCC-5D40-A0CC-80CE08F340D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E9DE98-B65D-61E4-51E5-89E2BB64255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B71FAA0-C34F-1613-9186-87128E90AC9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558C3F-A1E7-EAEB-9EFD-8F06D1FA8FE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86DAA8-97DB-AF09-280A-DAAABD6592A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6CBC46-112E-4633-7113-730F1295C00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3770F7-8C66-3260-93B7-633C3991507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9E7ED6-B55F-5DE4-964A-862B7F8992A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B119BA-FE5E-2F6A-70ED-4F6AD6834ED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DAF664-EF3E-3B6F-82B2-F5163DCDE56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7235BD2-F2EA-BA68-95E7-DA17441AE02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B095BDB-53BD-728A-21EB-78595710AC1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5D9DF9C-2E42-A341-1218-704E5B481D8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8B0578-3454-A1BC-9059-7543686B870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7906F9-37C2-75DC-19ED-1D1ED203599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F84419-7FAB-252A-09ED-3066E8C1CB2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3945F79-E2B4-E6E9-1394-8D221AC118C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5BE2E5-AE28-EE51-A8AC-E2B24E3A509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51C34C-C8DC-2265-7C6D-746C91274A5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1A2D2A-69C7-27AA-0FDE-0D4FFA53223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4892D55-63E3-EFB1-418F-EFAB8463B33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616DF1-19A5-9366-E166-F5672C06B42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1FF126-8D64-4669-787A-2A1D81CD80B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E070B0F-D55E-2E61-17F1-E855C1F814B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6068077-8CB5-8E83-BF89-50717E4F801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64B473-20A7-26E6-A7B8-0FCCCBD39FE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3ABB84-DB42-64F6-6951-2B9FC20DAEC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7C08C59-A2B3-03DD-0BA3-5955F77F5B9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2EF3BC-316C-FF83-6622-A716ED64326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570CCC-FA0C-ED4B-BB60-C5ABDDE2311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AB9899-D8AF-1ABD-7FE3-9E443AA1ABA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BC49977-4CD3-2AE2-415E-D395B508BE9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308352C-0094-2BE0-56A2-7733F39165D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2E69D48-6272-A19A-7997-11FDFD979F3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D14F1CA-CBD2-6045-2AD6-7A44F44ED85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E25BAA-0FF0-C11B-F1E3-A0B497BE0F5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84F806-D572-1B46-88A6-718C0BBBC45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1D2228-CE5C-FF43-C076-CD0031C0685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5F53832-95F9-0A63-F697-A270C2FC787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D2BDCA-7A77-761B-7341-1181B095748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BCAA33F-D2E8-B2F0-9AD0-C6BE4137929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A43BDF7-A132-EAC1-8AE0-231EE5B50C5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D3807DD-7D22-C874-92B6-495A9CA3B51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11059670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C1301-7429-87D2-2B26-70C865E58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EFBF04-1E2C-01A4-81B3-80059917E3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upper left block, 7 is in Column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F52D8A8-3729-0E6F-BD90-108173874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36553D-4233-3A1A-53B0-50D401297B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4D07D16-C696-BC2B-F4DF-CA926F5711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AC302EE-AAE6-C864-3CB6-0AE1CD7346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56A828-84F7-0E82-5B4F-86CC923DB69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332A5D-E875-4A57-1AFF-BA7710E1006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8A5B7B-D54F-E78B-0F2B-EB23E52C50F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3EDAD6-EF1D-74EF-AF7E-9FA712C6AED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C21F0B-D06B-3890-5253-7E67B4057D2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E8CDA7-B9EA-22F3-1603-2E91E0B937A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63CA4C-C8A1-6ABF-3E2D-1692530835C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417A39-A9B0-D39F-F18C-6FA3F688034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3CF1F5-B534-7039-E8F3-4E17805863A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069201-AA5D-4142-5DD9-93B9659BF05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76D482-DECD-DFDF-2989-F19B5A1A3FE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2A6352-E72E-3FFD-1088-21091E68E40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209741-AE79-CFF8-575A-0E469DC4B3F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D8B3FE-DB8F-7A71-71BC-D86BCD9316D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91023F-7578-864B-0A4A-418350BA612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AC187D-0779-0C88-3973-6B962E887C7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76D08C-C284-AFF2-F90C-BFF7998ACA2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9D7D21-3319-9D8E-08C8-DCC6397B545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787B24-C7D8-D6B1-D8EC-F1CA6B63D19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B2D14C-E908-A923-9627-F45B451D6E8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17281A-A356-9181-3DCD-EFF37AC67D7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711F84-71E4-30A2-68C5-923F34FB399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22198D-DBB0-E296-75A4-875B841FBBD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461B9B-49A7-30A9-B3E6-290C795CF36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241647-8531-3A85-039B-6585F2F7E6F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39DB98-E2DB-9B74-3227-A5C646ACF8B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D55786-BE43-C59C-FB18-D851732FDB2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91FAF5-0BC7-5528-AFF1-54412C1E038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1BB449-2218-0A52-3365-28B8C0D104F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408FA1-79FF-C429-6BFB-4A230292793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76464E-837E-1C64-BC73-DA18DB09BC8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6FB1949-CC9A-BBFF-48CD-0565E7D74C5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689BF0-BC1A-A11C-F7DC-CCE8C4FE6CA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3EBDDB-7C3A-93E0-6531-88B50955157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41408F5-573D-1DBB-4E19-2580C1143B8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8030CA-C876-D153-E8DF-7FD9753341F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F10C80-FBB6-AB5C-E35C-6801C9B1120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C759863-04BD-2D6A-4307-74721876247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C5E5FD7-4778-2F4D-868F-3D4CD9114A8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B5F197-97D7-4C61-6311-7DDB6641280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D2DCF0-17A7-0420-4F6A-E3A89413090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A93B67A-6C00-B58F-C449-46E7260E523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629E99-0811-4BAC-B615-20DE35FAACE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0C6BAC7-BC5D-6E6B-D713-AFBD8D929DD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4C6F58-CA61-63EF-B2F6-16D667EBCCE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DEBDF1B-EF09-399D-B4DD-A7CCBB98F2A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5AA676-CD53-6D6C-35A4-BE4BA60A4F1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6D0706-C2A5-B5AA-7AC3-1031D2B3FF3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4EDACC-62FE-41A6-5A5F-D4B5D920509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7A0E0B6-7670-0B6E-ABDE-5F4A2455F1F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CEE8D94-A72C-796F-6D48-28D48DFC02E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87F88D-72D9-5A89-791F-567E0D9F022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891297-1857-86FA-EE4D-C0B032FFD9F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56DD7D-0C29-59BC-693E-A6D0429CD4E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5C34AC5-57F9-19FF-A44F-5F36C67E135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B1043E1-B47D-5E0A-92B8-502773993A6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41722A0-26F0-D225-771C-DAC24DCB086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9F830E-AF65-6884-A193-C86CC59E1BB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B139E27-D84C-D3F4-88FD-35D06CE99BF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24A8F3-7960-F14B-12EA-E8E71DB15EA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169C7C-2E09-EAC5-EF9B-50E0FE08967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C05EF15-8496-24AB-BBEC-E6F1C6BC2D9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8B7B72-1137-13F7-861F-58A36EAC016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17717B9-042F-7256-D8BD-689430AA7DB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8E00D97-18EB-B264-B409-F9213EA82A3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18F56A1-0FE1-63A6-E4A3-6FDDA3EBCDC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32465009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53854-9073-4286-1F21-352B53CEA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E78BF8-C8EB-3390-6399-6B576D7671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Column 3, note the 98/589/589 triplet.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3168808-D87E-D078-A671-F84D2A09B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2D6179C-D62F-C4E3-02A5-14B54A034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D076B99-FA91-995C-7C01-1E8531FE6F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36A14BD-2064-46D1-AACF-5662297E22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5A9A42-1FF8-01FC-F0B1-1C68E8E715F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BE7329-6180-0272-620D-31794E81176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DC24C1-8FFD-7B66-B9D4-CEB0A7BA3F3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6273B3-FC64-EFB3-18CE-0739F4B8F02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A537BA-B6AF-2536-43E2-D5DE9E5CA0F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D8B208-06B8-8CA9-CF97-E147F280A3C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663AC1-EE15-9841-F71C-C04C3CA74AC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95F674-DA18-1D59-964A-6F22848C3D8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470A2E-2FB4-E38F-0EEB-FEC0752F9B4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3ADB55-F4EC-2894-C825-C78FD20D7E0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0BB0AF-06B3-4830-75BD-F618E23B01F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71E1FE-3EAB-6CC4-2E53-892A2CA0EB4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B03DF9-A4AB-5670-4DE4-935E5B7DFB5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817256-87F9-E6FA-7DA3-BE477AF4CBB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4F9E2F-A692-22A6-3456-A82453F46F0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37FE56-7572-61D5-44F0-504017A102D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626306-7801-C8B2-FAC8-7F223D916F4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BB52F3-F878-B4CC-F824-71AC9F5354F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5A18BF-82ED-3B33-D70F-44399A0B5C6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963DC2-ED92-7CB1-F411-AA19424BD9E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AA80F5-780A-73CD-96A2-168A2FB02DA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DA57BA-33B1-404E-7FD8-43D381E3D4C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DBFC4BF-2B95-2E61-0395-489FE073433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FE703B-5877-5419-5AE5-F13DD59FAEF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3A3AD06-70CE-FB50-1AA9-67C25237FC9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471D5B-F816-25B6-2328-154F59DB4ED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C0AD411-E7AC-2E5F-E7CE-11A51A074B6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7EEEDE-C1B2-1D2F-CC1A-7299C15565A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4D0927-0B1F-1F50-09BD-5DA545F0CC2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0E503B-742F-03D7-439C-522FA0C41A1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AFF5C5B-0D60-C9A8-7396-FB1E407C094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96D28D7-4973-4BFC-92FC-68B9503E328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B133ECE-0869-30BB-4B55-E63343359D9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EBB93A-20B6-C286-D156-B266A5EA840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5DEBA7-DD7C-26CB-7455-471D20E4E5E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E42181-20FA-05BB-457D-0B24E6832F7F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4E46DC-B00D-43E7-E39F-B386FE565DA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C9D5F4-7BF3-BFED-A14F-C69C92ACC29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97D635-5B2F-0949-71B1-E9DF06D6AD5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07240A-E77B-B9EB-D222-32FE3D07E9B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3BC319-E25A-5096-E515-0449C31A019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6FBD726-7C05-2659-283E-B3755C8C11B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6C99BC0-4CE4-E943-34C7-D262E4AD6AB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231A507-F398-03D0-59B8-920AB952D07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EE9FC72-9506-B60A-88E3-C124664CBE9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BF202A-512C-ECAE-CA6D-6342BBB1079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123BF6-F6F7-2D12-E2EC-959AA702ABF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9C5791A-374E-8DE9-894D-8AF24DC84E2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0C3FBB-8CA0-C7FB-B6D0-9CD39D6DD5B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6B08F08-1E47-26E7-636D-2537781D0A5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9AAECA-0D07-A451-1297-8FBE7E6A876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8CA1A1-CC86-348D-C8C2-D08B10D594E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6EAA4B-B96A-B709-7F78-6B260F79CC7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7C11A5-B81B-C18B-4714-22C8095211D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3A1C411-73E9-63C3-080C-A3640D1CE4B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517F571-254E-C6FC-DEB5-331FBBB06B3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6BDEFCD-370D-319F-6BD0-087D6290DC2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6E9B1F3-BC40-30CE-505A-F173B31E061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A92C5F2-F240-7C72-E485-67A23F89172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85A936-2DDC-AA52-E484-972134A9108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1B47B4-3F41-441D-3BC2-055017528E2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3986E23-2AB3-C32C-FC69-B56DB9F3BD4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9E3FC4-A506-24DC-46C0-17F2ABBD789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87CF722-246F-2FA2-FC9C-925C4D96ABB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4801522-649E-2F37-701F-D559216075B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C55E56C-9A3B-822A-9437-9B73DEFFC02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10FAEA5-D8CF-9C1D-5977-273578ED2E4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DDD09E2-A547-82F0-9756-C84747BDFA3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</p:spTree>
    <p:extLst>
      <p:ext uri="{BB962C8B-B14F-4D97-AF65-F5344CB8AC3E}">
        <p14:creationId xmlns:p14="http://schemas.microsoft.com/office/powerpoint/2010/main" val="35419498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A2641-363A-C404-C654-6FDF855DB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B3AD6E-3B19-361D-0A5E-CCA9B74FC5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5 in upper left block.</a:t>
            </a:r>
          </a:p>
          <a:p>
            <a:r>
              <a:rPr lang="en-US" dirty="0"/>
              <a:t>Last possible 7 in Column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4A52F3A-7C3B-0093-07B9-A900801A7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69BAEF3-B045-65B4-9862-F55F92A1E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5C51EA2-7EF2-282E-9F25-A7CC9C8907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D65A084-60A2-D1E2-7F7D-D6CB17619B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939280-F86D-854E-1D79-2A3766711FC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36AC3-0F1D-7906-B47B-0C26757E0A5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5C1B73-958C-EDC0-CC57-1AFD738E83E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B95B8B-3F71-58D8-1CE1-CAFAD2BE59A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2971E7-2291-D43C-8347-4B558F380E5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9D4CF7-6E00-732A-56D4-04F2D6D0520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019163-BD8C-DAA4-8FAC-7C91210EC5C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7847AE-164A-37FE-2600-4CF685F42B5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952EB6-DE97-376C-AB5B-B1B3058882D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A1EBE6-7642-532C-90CA-DE4396F8C8A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B16802-0DB6-9F81-2EA0-2C27255B706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81F90C-CC64-6357-C31F-97EB5CEF8E5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9479A9-D7EB-DE94-0F62-F6AC7F6D860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5B2919-8914-BF65-F199-AEE684EC1DE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1A26D0-663F-319D-ECB0-DA83BF76B7F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30EE11-F4B5-9FF2-2FE7-D2E78DDF320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2FEEDE-EED2-2B4C-2DF8-C435D313645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BDEFDC-36BF-AF32-A3AB-CF1693F9C48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4E395B-9DE3-4728-3E6D-DD4C0ADDC53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A787D5-61C2-504C-69DE-3C84F5A3893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129E39-1F34-E633-BB75-5FA427A335B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42E50E-0B92-32FC-0816-BB33C290D4E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7F28E0-FE56-ED87-8BBD-4E92B06AD95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7F8D13-463E-DD96-C2EA-8C3A4B6E645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AC5CA1-4A66-E750-2914-A6AE597F796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BC9D80-656A-4660-1A12-7B612E6EB65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7BFCFD-A4C2-36EE-28F7-DF80095B0A8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AC508F-383B-4CD9-17D7-8565D269DBD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A5FAAA-F539-7C00-F2D5-3FC37DF9F38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951831-D60A-5373-BF0E-2943B9283C6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9E01F5-FFCA-BF36-F743-4FEC46E326C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FA8D42-6413-B0EC-80C5-3D49AA5BC94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15C6C2-10B8-EFEE-EA28-7A31DA6D1C9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089C1F-D9A3-73F8-F686-CBE8CE28AAB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7BAA7A-077C-E76C-E0C8-16DEAAC98C4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1476ED-84A2-9B53-069E-7117B8F468E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B77C8C-35A5-7291-4D83-9D1BFC8E8CB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7D8E2E-F911-5EBB-40A1-0B243E8ED19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C5D05E-3C81-928E-534C-BE2A3710185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E6D718-1914-A017-8881-2088DB2A5BC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BE50A67-5687-C20D-C254-0430C727F3E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640B0A-6A7D-3391-5B9E-C1BB523C400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3CB9F4-B2F3-B1B0-8671-0A2DDE16071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B6FE87-B4EF-7649-ED90-9B5A8B99A4C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ACBB17-CE76-C72A-7A8B-06221C34A8B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3CDB36D-9F02-1293-D66A-C558E620484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198B26-CC44-EF9F-BB19-A99AFCB8B3D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C247D4-E05F-452C-4C62-E514320F8E6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B08633A-8628-6B94-7815-5BF75ED8DA9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FD31AC-357A-7A7B-511D-BA2DC1B417F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3C1F38-FCFE-B8E6-5728-401EF3C17B2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970C11-A257-D780-F602-EF68877121A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88F613-7823-6C85-6582-8B70AF4D944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D2D153-FD18-7254-CC2F-898F536C602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D6DE780-DC20-D096-2714-78C39DACB37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B38EA27-821D-44C3-3242-D8DDB14EF67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765CD04-B286-1747-1170-88AA935E382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DDD8AAD-E733-B1EF-8F98-8E499A7607B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6DAFDE-9919-C598-AFF3-8548D1E11DA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2082C5-5791-FC72-5223-8509FC396B1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5218365-3D0F-4A45-30D4-0EDBF45AB70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DF5E10-245E-E4B6-FFA8-65B2DBEFB0F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D792733-DFB4-E4B9-F331-7C164832728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0BB8806-8034-A761-C884-BF759C3B572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0CE34F2-71E1-389B-9F7F-37DA67B48E3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DB40EBD-E928-9C4F-E508-E019DA59CCC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453461A-35E2-277D-8921-73E8162DEBF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D88F446-9AD5-74CC-AC55-3230AC49E4D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808956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E4F8F-4202-4F09-34FD-77D68E153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E9875C-914A-674A-47E2-17C5C7D90F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870172D-C788-A818-922B-3BDA75DD0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54312BA-CF58-C8DA-B04C-17A2C9069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DBFE2BD-351C-673F-8235-4851C7EB0A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174F3D6-89FD-50CE-D10B-4B0080306A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8C2792-ABC8-E5C6-0F1F-5B69C2B6564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B9E920-3CEA-1D9C-0FE6-6C762757623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D395C4-BAE3-3431-87E0-49F6DE6AE07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E9AE53-1441-6737-1976-713C4D86F8C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30B9D9-AA4E-7758-37BB-088E01DB23B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F5EFC7-9CAC-30C1-876C-2EC427D014F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5EADDE-1520-DE22-E174-B733368DA59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280DE4-EEC3-87D0-94B2-91116050489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748DB2-1EA4-D0E5-0874-917F722FAFA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686FD2-D041-2850-8589-6212D4F690F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EF1901-A84E-A762-033D-4710EDDA77B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41BD3D-62FA-9EFC-366A-7D64074394B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D1A210-7A9E-D24F-853C-B18D8059F97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0082C5-215B-3D2C-57F7-957F6DB9293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211FA6-AD9E-9A7F-9178-66815E091F3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12A7C2-62D8-3774-944D-9F3CB3E126C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61FF80-0D63-5117-D862-1F0934AE194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BE8B90-96D3-FEBC-3E61-3AF97EE558E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EBC84CA-ACA7-9D4D-51A8-DDB5E10EB79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5A7B46-5DE2-A50E-569A-F57E23DE195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AFCD67-11EA-A1EC-9CDF-43D79067C94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93A28C1-4013-5D4A-6C5B-27C2A9FEF41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37CAFB-8E10-379E-B480-2AA41A6BF6C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1BD85C-F8D4-0806-6397-308AA1EF2B5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B77277-949C-0417-AF62-729926C74B5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0A688BA-A65D-83EE-6466-3776CBC9A34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17257F-97DC-2BC5-5C02-7ADB8F41201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79B7ED-B121-F3B8-B7F9-FA94763A5BE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69A018-EAD1-EE05-363B-F6655009B92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BC3F43-56A4-575D-EB46-248126B48A3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CE9EFAA-35F2-0F27-72B9-617D280FB7D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155EE4F-C290-46C8-9082-72D93720018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B9662B-7A93-4D4E-2A05-04821539AD3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29D737-3485-8280-CA75-F83E7725053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E069A3-2157-AE8B-5F4D-4FCB9224367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B7E5E9-387A-31D3-F61C-E84219EBE85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2480071-C0D8-695D-7D58-8EA3FE38F04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11507B-3147-F839-6A35-CBCE9CC1EEC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F618793-28E9-04BB-ED12-00E920A35EC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DE0E2E-9D2A-BA53-8736-72C24585D26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854A2B-7569-E532-08F6-3DEB48CC68F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651207A-1A66-E110-6A40-70961938939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D465978-9BD8-C4D5-2CB0-6E8FB930E14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5F2E7C-0701-0CAB-6993-981CDF181A1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523CCA-E896-D498-B4EC-820B71D1847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D778B5E-10C2-D28F-121B-4AC6EB8E5A2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8C14F18-856E-0636-879F-BA1EF973C8F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76CBE6-1829-1446-6D48-6DAAD06B965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042F137-ABE4-E5BD-BE15-438CE5C554B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53599C6-3C1C-4E76-AB3C-D11CF4CAD21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3513F3-15E1-4EEC-B621-9451FEC3D77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01651A-451C-99C9-BBFC-6CE16D323E2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D63F81-6B2C-2706-BB70-57851FD4E93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DB30F36-497F-9060-31EC-8C7D78F301D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81E69AD-C3E2-1163-7D5B-8600E23360E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E39B319-05E6-80D2-5700-EF0C9F528CD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4AF9EE0-7096-0C31-749B-272558ED4A3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FF3679E-6D50-4FB5-70D1-5B7EBB30F06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C9B4ADA-5F4A-BCE9-4735-BE4C27B36CE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00A9CE-4D8B-0379-3256-4E53DCBC9CB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43C6664-5C0E-7A2E-9075-B6B1C79ABE7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6B940B4-4E29-3532-C7DE-9799D32E507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C65289B-0002-5B19-21AC-0C756D3B428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4A0071F-D0F4-6EF0-EAA1-8E549BB9ADB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BD7BFE1-C35C-FD48-E2C0-90A042DC733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95A531A-133B-B5D3-9DAB-D41615FF789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88099F-13CE-DFA8-B249-F34FA06189E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EA9ED9D-4026-945C-BDCF-B75D89F2F79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365814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9F289-84B8-7BB6-AD82-56C05A62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E6DA44-5FB9-A19F-C21E-11BA9625BA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ACB7945-BCDD-0649-02BA-4ACC8C003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6E5017A-5A17-2568-E053-D9656BC97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A98DFFA-EFC9-A0BA-7B89-732020A31E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2471571-F8C1-DAA7-AB3E-A227D85E88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BF3B71-622C-33ED-AEA0-2B855B08A13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2F130F-6695-F55E-0B7B-FA36C21D597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1C6FF3-E38E-420D-D679-7DBEDF998FC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9B0CF2-D60C-6164-4C34-2D2178051F0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5DA6F2-0840-BE1A-C7E3-98E8D4B6EDB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18608-EE57-3A39-6031-62666F35078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BA1663-B3BE-026B-2CEA-7A821749050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B91806-4FDC-374A-3192-90333E293FE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6DF919-A400-D50B-A0BC-C765CD609DC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F5826B-E39F-A3E7-AA31-A2DB86033C9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DEE74A-E802-F323-0B91-EC2F16A7E92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D32556-56AB-4C76-8D92-3B9004DE667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28C04-237F-7D79-32E8-8241F59ABEF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98B7A3-EBD0-19ED-009F-B10B7D396FF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E32E74-2AF6-128A-754F-572C3FF4C58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EFBF02-A263-ED69-CD6F-4A26FE29F27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7878FD-CCAB-09DC-98D3-A49F54C7518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169CDB-AE13-7309-CBFF-F81BDD57C3D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E95661-9CEC-CB61-6E4B-32C468478C1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1D1276-8BA5-FD2D-4D80-1BB8F52EA50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75EA73-A2E4-616A-4166-3733E58C9EC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B5B277-54C6-2741-404A-F345B2BA5B9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053780-EC99-8FB5-539F-498137EB9D2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E53266-9B7E-FB35-999C-F51D799A991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B8A4CE-312C-250C-C92F-F5EED6E4973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B57CC6-CDA7-178D-D20F-099F28AC1BF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0E0C06-BFF9-1325-CFB8-1F477D9A6C8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2F6FC8-1658-ED97-408B-14C12E5CAD8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782B91-FF1D-7169-4B0A-703D6B17500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A550F6E-8D50-ECAD-2AF7-0CEDD84F0ED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6A0790-AA4A-4F15-D06C-34B0F8BC0B2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F45035-B2BB-939B-02EF-006516E0B2C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89CD73-4737-7C1E-659E-55347294661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5CCABD9-1E5A-3A17-68DC-E8A3420915A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F8467DF-9761-4129-088F-CE307C87A11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8E776E4-B655-A061-AD48-A7AC762A776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BAB8AB-BC57-C496-BCC6-84E75DA798B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117F18-355D-B29C-52D1-E04D44575C6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1825AF-C818-8968-08E0-8D6CB2468E6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8568DA-B56E-71C2-A408-5278C7F47E5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7DFF562-337D-0ADB-0F88-666794A8D29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39173E9-26B1-C888-5055-0FAF0332B0F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4D4163-2B3B-758F-5A66-E272C667D59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5E5404-7995-A6FC-5BD4-2CE136DB080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C8DE42B-09A2-A615-22A5-0AE0AA55E32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74EA13F-3826-E422-65C3-2D6934DE0D4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1E8360-42B6-7C61-618F-A6535B931A3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0F6EAD5-E5E9-FD37-4081-1DEBFE97366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3B4E59D-7E66-201A-A68A-8EEE27ACFE8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EFEDD3-010B-A5ED-7E50-C9161D57A38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96E306-9050-1D25-83E2-D7837853F0C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0EB8D5-EC85-C63E-BF7A-AF96BB24FEA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6BF0859-769A-DA40-D302-D72CFB474BF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4CA77E3-317B-CAB4-B3FE-C954E9C9BE7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8746677-4800-5482-DA61-2191C1ECA6B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92ADF7-BFC9-BE2D-8DFB-4A379C3DE31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1AC0837-EC67-D92D-2ABD-436CE67027B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F6F06AD-D81A-35C4-1AFD-774EC22B7D0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E6CC9C-8F81-75ED-10CE-0FD3B6E188D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36AF3D9-5D2E-76A6-F54A-93D5ABA465F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75986E3-2DC5-FFE0-77A9-E130E47A121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BDA8088-C8CA-1FAE-63A4-CF075772943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08A33FA-2A69-8227-402C-C4A5B8BCA14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CCE49EE-726B-5946-7CBB-BD5255C736F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B52DFC4-12B8-4F87-0285-DA97F8CB88E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97B145-5EDA-8ADA-2E76-3E517AEB845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F18B2E6-E0AA-C481-2D9A-952B6BE7158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EEE6CD-43BB-DDCB-8BC1-13551B31D3F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262417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470FF-11A1-1A2E-E1A5-14E260EC6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38EEA5-F870-5583-B766-E8D0F2AFD2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AB914BC-D40B-6CE8-B026-7B96AABFE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6C3C0B4-14D3-3D26-8887-AEFE05DDB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6491566-01AA-B5CF-C5B4-5050337CC4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A8A109B-5CC6-E8DA-665E-415D87EF72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94D3CA-5C54-4622-FB25-125D1629677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AA2E52-9CFF-0E92-4A06-0D192E126EA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171032-5BE5-5288-4EB5-5FAD532FA39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453972-7934-5C6E-C1A5-887352B34F4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F1F01F-6F03-2259-F395-52BA155F5ED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E5D972-99CD-0F28-E0E6-11305BCC1C2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E8CDC9-B1C4-D7C2-2C0E-354558BD147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E9EAD1-0AF4-BD64-66C5-86D02F4FC98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8368E2-6843-40A1-B27A-5469A6A0757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EAFAE9-47CC-FC5D-AD97-759B3A1A835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FB2DDB-1138-26C5-97DD-6E52B41711C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F9255E-0BC8-AAED-FBA9-84B6A3EDE20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3F4C95-39F6-68A4-B4CC-6606113F297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31AC91-038D-0FFE-B9A6-D3A52346D83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33AB6C-D97D-C9B4-40CE-CD47747EE6A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5162BD-2CBE-CD44-EA3E-D55CEA25873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54CCEB-2D2F-C7CB-C8A8-CDA364F23BE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6D9758-33F4-976B-FC8E-2D05820EC0F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95BAA4-6E9F-0818-FD67-3D0CC3F89ED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0081DE-482E-65B0-F284-2DAA9D3128C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A9CEE1-B261-D5A6-5AF0-33192A2A26D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4ED089-FD6B-7DF4-ED45-44F62B1FC80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DC9181-ABFC-3C59-0602-C00D7733294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5A5447-C2BE-986B-B208-AD7D40ABB9B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215DF1-6E07-4DE3-DA9D-66C8B881526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5B6D25-9C14-32C2-2F79-04F68082FDF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D8789B-CB50-F1CE-A8E5-B6D0E91BC39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0FDFBE-AC0C-1420-FC9B-4C067803685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179EEC-E540-3CFC-25B6-8A9733E551F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0F4B5E-8437-B9D2-9DDD-24233F5F5EF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907CECA-01E1-4090-27F9-82B5463F16D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221BC0-8F4D-5B9D-420D-0E232B639F7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C9D460-9CC1-3F26-09E0-6071FFE7455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A36DDF6-99C0-5C5B-B7A2-FE6E84028FF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2386E5-875B-4F2A-90D1-ECFA3D685F5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BA601A3-0E9D-486B-34EB-7075564C9D4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0AA34C-ABE5-C293-D42D-FD975F49063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0C85EF-647D-E072-9FBB-473303C08BB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C070414-49F0-3BA1-B011-9E3F932175A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80EEACF-5EDF-6AD9-DFBC-35FAB3985DA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07BA20-2468-045C-EC1A-D7E72E34FD2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C650305-C00A-F95D-87F1-661AB9CDA38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5FD59C-9F64-B4BB-5880-91B85D1BE18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57E976C-ADBC-A4B8-810F-DA7106399BF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03DF2B-DE0C-8F7F-2F80-7C4CA92CE5B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BA88134-8304-485C-0279-46A95924B1B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B65D7FD-1123-616A-5472-8ECA235D76A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3560AE-4F01-3484-33B8-96F8CE1612C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924A23-EF27-DB33-CEA3-0BD390B2BF9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9E361F-D8C6-EB5F-E36C-2487EAADD0A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54E798-6709-EB8B-CFE1-839B5BAA76B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56DE8C-3F60-13B6-6BEC-2860C1325B6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FC80B5C-F5E4-FB9F-5E79-6C7E7F5538E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96C6586-84F8-C155-4FC5-D4C9BFD0CCB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1CCA300-8D96-6175-04F1-C2BB14C9A29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C34E3CD-DEA1-73A7-C1AB-76B19E51FB2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7256E7-CD6D-E743-9872-1A2F4CF4EAC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54B7F00-C33A-CE49-5400-F87DC92C028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C8B8052-55A6-F7B5-6FBC-F8097EC3D4B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8FF3DE-B3DE-4EE6-E546-69B7ACF994D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B68978-D3C1-52E0-3CDC-EF039790054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ACA9BA6-D1E9-D8B9-90E2-A266617C64E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D8B4196-C9F8-067D-BB70-5F55AF3E167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7B3164-B8E8-BE62-80A3-AF728A672C5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121FFC5-B9E4-3744-4FA4-452797D197A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18AF17-04DA-0449-AB7F-323F0B39F92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F9324D-76FC-A27F-7829-517C6730CB9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8F8304-9D29-2958-0513-D2EAB20834E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004145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876CF-16F2-7922-2F17-D8E25ECFF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8E5486-51F5-A155-997A-9533846391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8D0DBFF-835B-6AF3-FA72-DB9DE3506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91C0C08-0F59-74D2-1561-BAA27CB4B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08E24C5-18E4-1A36-617F-2AAC00A92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5FBD996-F646-E3A7-EAED-D855143B14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A3CBDF-A31E-9E78-F50B-BA53B4F03F3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8E789D-5664-9C52-37B3-64E488BA02E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49CB4-F768-C9A3-6598-1B7EA1F996E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87DBE0-12F1-1ADC-390A-10DE1CEC07C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2227A0-1446-2125-B1DD-605744E220E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E45BA0-A601-43D1-714E-86ED8CCD75A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6A6677-7C38-3F16-A244-DA5FD7BABA6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F5A14D-3984-693C-17A6-416CDCBE12A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1152A8-BC87-749A-2B75-93E9A27CF1E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7C6D1C-5264-149B-CEEA-6E803AF3C98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EBCEA3-188C-2CBA-013F-2A484F2B319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C4879C-48AD-AC62-34FB-C419C0AC353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838761-2265-BAAB-0FD5-6CA7383CDDF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C70E57-0C80-393B-F554-D193A39C87E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81CD01-71D5-2142-B8C9-B4F678744EC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67A32E-F12A-03B7-7367-5C06825F4AE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D6C0F3-3E88-70DB-07CC-7002F26578D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1A5CE0-14D0-DC35-FA40-019949D2C47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74BAF4-EFD1-2434-DA5D-85EF1D2084E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CA2CC1-906E-DCC9-E99F-85938DEA264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781197-2348-26E4-0C37-35190ACA617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C53511-D177-9D19-4D9A-9E8D39A2CEE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A080C7-EEAF-C5C1-19EF-955265D4648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DAE38F-1970-10DD-3AA1-53EAB92CA0C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436B2A-598A-F138-E046-95D5C4B4C25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77DCC8-C703-BC07-E211-2B282C7608E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1571F2-F695-7171-15E6-633307D6611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830F12-CDF1-ED5E-29A0-A8DCAC6333F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56EFCC-E439-8EE1-36CE-79E3A000DDD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8E25C40-6947-4885-1DA5-76BCC0D3966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2FA7C71-AD03-EDD9-9273-201CF6619EA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EDE5486-A763-00D9-D985-943E8C9E855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9606D2-763E-28A7-4E7E-573408FD931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F508AB-0028-E20D-064F-E9C6A95FFFD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0844AB2-A646-648B-47CF-0B43D60BD2A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6856A8-5303-1E3C-29A5-493BC759B09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CE90F0-EB18-161E-3F33-279891CD207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8AB6F95-9203-747D-C9E0-379CC60B5AB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E56B2F-2400-74F2-AC12-029688E18D7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F9B2956-B056-81A6-E79E-6FFB3D67085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F90D82-19A5-DA75-6672-22FE339592F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41BB7C-4283-2D75-A2DD-8A359A32DC1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49D473E-81E7-8ABC-855F-EE4FA468C0F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008FB8B-A390-FECB-FDC4-47C7059B307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47443B-4718-0C43-4BEE-D5CB54DBFC8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D0AEE41-8341-78C9-FD31-2E67FB0A1E3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8AB72C4-3EDE-3CA3-E169-B9219072A23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7E0446-8061-2E68-70A5-0ABEE281C1B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2DD2C9-1D08-955F-7AA0-77CB24BD37B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E81C55-667B-20EC-668C-E09DB07B11B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5C73D83-3975-0729-A0D9-F618A655E51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EC446A-918B-93F5-652D-1962FBDB1B1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32DC538-E39D-9ACC-E343-0CE14BE985B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965EF59-0AD4-B85D-87BF-FAB5AFD6113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51D25D5-A9A3-8F5B-3360-2ACFDBDE340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CD27482-4B0B-2A42-1DB7-D0947602DF5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2B2BBB-AE0E-A9A5-5127-2457611191A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67A60E5-C450-3FF0-DBD2-CA1DB8F46AB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A4A0C9B-4EEE-A9D0-A185-4ACA32FC731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C4A192B-6402-343D-3001-0D4A246F87B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1362905-E1AE-FC15-7693-E361CE27606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6054112-B6F9-19CB-6C11-A61434F5A1B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7A0E0FF-4249-54D8-D284-3BFD65521BE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932744-0939-4B9A-5691-4CE35F65E89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17B1D4-2BA9-2620-4394-A470AD11853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6CEBEA-BD0A-2048-EB9C-5EE72387FA1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B03A66-3282-4E5B-619A-54EC53F9ED7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C9A3D2-2416-A88D-020E-8F1EAA69FD3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541880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C9849-CD8E-95D7-608E-29C8114A1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861C33-2348-69FB-1B48-448799987C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A33DC30-B26A-2FC9-910E-685E76424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753F385-5AFF-D2C1-6568-0DC3D594B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8D82708-AE36-2A48-F804-7CEDBBF7F3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756C9AC-8974-BD77-0F6D-3DBC1AF79D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7A813C-6D10-3EF2-5023-13DD93837E8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BBFD52-9302-4E95-1214-0C3DEBE05D8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65E3AD-7CA3-36C9-C1D0-6AAE1705063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3F5DB2-CB1A-3CD9-5860-7B1E34BACBE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32D53C-7C59-E771-4ABC-B1D9905E661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4CAC6C-B5CA-99E1-D6F3-FD9F110BE6F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354E27-23E2-CB78-9B10-BBD60123EEA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C075E9-9F2F-3C1C-DFDD-8825FA4B227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CA3570-524B-D029-071E-A19E7A274A5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1A7952-036E-D09D-4758-9F4B345CE45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405A2A-235D-F6C7-54BE-DA644C20954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4AA24B-3E8A-B966-07EB-BA485A7DE35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34</a:t>
            </a:r>
            <a:endParaRPr lang="en-US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889241-D8B7-2634-A8AE-C54EE268B25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DDD89B-B0F2-58DC-F3E5-91C005E4844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514362-EDC2-7834-8BED-22A043AAF16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CC46FD-61C0-18A1-C28C-A0365CFDD7E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B28CB2-3116-1C6F-1E97-B731D7A2B16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5BB45F-046F-D10C-E0C5-A9701B92E9A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5EDB70-7FCC-2061-8C03-FACDBB6C089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38378D-4A16-4F19-875F-632DE17ED30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732887-3A9F-9CEB-03D4-6C4F9105C3D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EEBC87-C08F-E3C7-FAD7-87F127A044F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C38BBA-EF3C-A225-4E73-629A3850F2D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5D3805-B2E6-D736-2940-B8C2005B21E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C24DE2-C502-BCD5-5BB7-40FE84DC2F0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4805A3-8812-586A-70CA-74F72201C26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A1BEAD1-16C5-EE9D-A21A-5E92EE5DF97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8F80F9-DCFC-6174-5717-C3D7B4F1224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89FA8F-C832-7A3F-44AF-C934C468943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58C382-C08F-8FD9-FF1D-76CFC016473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12E9435-FBDA-C6BA-A491-A4A5C400F9E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E67E1E9-5697-B58B-9E49-E7C222D2F84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32BAB4-3740-7972-9BCE-253DAFAEB0A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8986932-A899-5E24-CC5D-FDDBBD59DA0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933C695-FA45-D802-58ED-CE0D41A4395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1122559-AF05-3738-9E6C-028528C70EB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7289AB-1C6D-59E8-4622-29C413254EC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A9BC6E2-2E49-B03A-CA73-994F9A99B26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5A3E75-6C3C-8FFF-43A5-DB5D14C276B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AA85C3-DE43-D4FE-8319-423BF6929CA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2572A6-63CC-748B-C4D1-829FCC1ABBA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98E476-EBE6-BCE6-3C55-438E52A81C3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7C223AF-8598-D21D-7D52-BC03098E94A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ACBF1D6-FC1E-7B5B-F107-5C4A9E55CD4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0F77B8-0776-ACF3-B7C1-CF1E7D0F7E1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B78C1E3-E89E-AF65-9CF8-5BAA94C4057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57120C5-B159-0AE0-81CE-C6740B67C71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1C98A3-E635-C559-C46F-0EC6F99787E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117B10-C74C-3F9E-EB69-70B9B068912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71B261-2507-3DFC-B131-963F99C7C9A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708FFE9-1B63-CE4A-6924-BD6AC9CFD6E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F29646A-7285-76C0-3FD2-54DC0D6E67E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6ADC8A2-C71F-A0C9-1139-223DD049FBF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A9E72A-B436-3070-57DF-9E0A7429807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0638CD5-88F0-7EE7-4BC5-B28BB930395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B0961A2-2795-1230-1E25-7D7305345F4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FAA08A-9463-DD23-20E5-12FE1FE1054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598E6D7-C98C-6924-6C9B-8E91F3B1FB3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05E0053-52DA-4289-F1DA-3795A6DA895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98E61F1-2EC0-E9F8-39A6-B59605B519D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1248E83-675B-1D66-69AF-A8F88E056A4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0A01F30-1717-E312-D1C7-85F79AEB685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2ACF50F-C745-C687-BE2E-81B2DB823B1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F65411-D867-B034-4A7B-12214B12A72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78231F5-9987-1AF0-3401-98BB31CCA16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575ADB-D1A9-E78A-9F48-19F6FC50326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CD21D9-2A4C-CCE4-84EB-1F11A6AC961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AD98CB-E7F8-8229-1760-CBD174550D2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8C5B57-F816-8A27-881D-ED3556D331F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991640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13574-BFB6-B7FD-7BB5-35D2B909E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EDBE87-B623-1C72-CA0E-BCD8B3E3E6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Column 9, if [24 in 4] ends in 1, the remainder ([23 in 3]) must be 698. If it ends in 5, the remainder ([19 in 3, no 5, 7]) could be 289 (precluded because it would leave two 7’s in the column) or 469. 6 is common to both, and it fits in only one place. Then, 9 is common to both, and fits in only one place.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C247CCA-8E53-B0C3-E615-892CD2022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DF9E1C7-6766-EAF8-783D-E80909333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30F57EA-934F-2734-E584-86CA144926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0460E21-7BEC-776F-2DFE-96326A6DEB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420F2E-FAC3-4885-527E-B033888BDB7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BD7036-417A-F30C-2985-E0EBEE37BE2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C461E6-F2EB-38CD-B372-818CD1337D2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AA431F-F029-DDE0-7CCD-CB752391B24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A96649-EA93-4C15-A6A8-C38F1DB7097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EE7D53-7218-D4E0-0FE6-8EAF61C18C3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300F9F-CFDF-E320-2407-6DD23D4D9DE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D0DC0E-5802-D058-93CE-E7566D7DEA1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6C7977-BC19-77B0-4681-E6337EE850E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DC6978-97F9-7E85-7161-27DD4F67391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46D49D-1A4B-41CE-E24D-C89EC4D2C1B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C9E228-4F57-6AFB-750E-1B5B12524CC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34</a:t>
            </a:r>
            <a:endParaRPr lang="en-US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094917-DD64-2DAE-647F-C2F49C93C58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8BFB98-852E-B195-F98D-42F9558A229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D834B1-4018-1CA4-5A1D-A8B0F3B624B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E0E463-A58C-680C-9799-B3C8082BB52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82FA8E-6674-476A-9735-42964E4448F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084F60-4102-A9C4-E0A0-683FED5C8FD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151904-DBC5-EA62-8A79-7C376E8CD8C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9BFEC2-9F84-C38C-48BC-D53A1BD18C6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06CA85-1644-37F6-55FF-CC84C878966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773E7E-E1EC-3931-BEDA-3F95A5817AA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AEBA00-451B-14C6-2C25-0493B187150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A5372C-265A-9C3F-C0A1-026541B1422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5D63EE-ABDC-B9DA-8B6E-A986D34F02B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FD4F8C-C228-2B66-0F6E-710DEF0FC7C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520E51-3FA4-6D09-5CA7-4EB6358C453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C852B2-BE9C-D5CA-E42D-A5550502D59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F4F448-0B4C-F5B7-5BF5-9881E1774B8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207CC3-110F-C09F-3E01-34D32251F21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BD8683-19B8-69C5-314D-1D91EC48EC2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5348DF3-7603-2389-94A3-BF84DF1DCB9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6B6AD20-11CB-5944-81D1-31F1D9D11B4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D0AC8AD-88D1-6EE9-DCAE-74ADF4D9EE2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3F9BF19-42B9-6C68-4D10-3318E696A0B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849A1BF-61B2-1984-8A9A-F18AC1BC3E0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57B748-83B2-3CF3-3B96-E2DD52DAA8E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1303E0-BFF0-07FA-FA28-D0F7B15C58F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1E9FE8-2BE8-49B5-3DFB-CE0C5BFD24E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A28E7DA-31E7-4E44-CDDA-81DBE9E4E55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6770DF-53E8-6928-6CDB-730549FA7D8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7E5795-1185-329A-DED4-7AD4DBD14F7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D431124-03BD-3A33-C073-F93B4B28F45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77DC3D-4B9F-B6FD-05EF-AF85CD18A81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8946B4-62D1-6D45-0815-F35CBBC1FC2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77ED22F-7E20-62B6-67F3-57F878A3726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C8AB4C-BCF5-FAAB-9383-0DC32ED70B4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40630F-47A1-7311-03CF-995CE5171B9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09FDE5-C933-CD1D-627B-1CEF92B0E60B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88D5C6-445D-493E-4BD7-BB5F1D1B503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034574A-258B-70C7-9CB3-AC1A84453FC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B5161D-70A3-ACA9-23D3-A5E70D5ABD6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A64B269-1F58-9EB6-9269-B91CBAA35BB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E8D3ED9-696B-26DF-4813-F2687774E7F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29A286E-A126-89E7-7C8C-5DBFFBF3DA9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3055154-ABCE-FBD5-6526-0318068D7C9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59D874-2945-F0F4-F67C-047BE7D5E83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AAAE0DC-657C-787C-FF92-02E50E55B86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F4B5BE9-79CA-ABF8-2818-880A2F7E8C2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779F5A3-BF42-553B-87FA-82275CC8F29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F34D98A-84CF-3B26-AD7B-BCA914015DF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AFC178B-8505-D3F8-EF9E-4EBB109F33E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F15A62-A46A-2E1E-D63B-A28F0755FFA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AD6CEE-1FB4-8786-2E62-338F2D48313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FE3CBCF-7230-4F5A-FDB8-E1E6F831467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2DD951-F6F4-E93B-3204-A6F62D4FCF0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786C69-B52B-DDE5-B11F-78AF24CBA24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E38EAA-F4E7-8F7E-5D1D-4F9632075A3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C4994B-70D2-8BF0-78DB-36F4BBF0908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1DEFB46-10F3-8208-1A66-37348E84DF5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2E32FD2-FDD2-921D-A2ED-69E2C2ECA2F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25D312C-ACBB-0103-3302-7795BC2D91D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878608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E2FBF-602C-EA51-574C-EDA5A3C62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05AAE4-8D6C-8045-F442-E5EFEB83E8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BE77F44-C170-E57C-F405-083F45533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EF269AF-DD4A-52AB-B743-7758A652D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33B16A5-EDDB-6404-FF67-764FE1D2D9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B454775-6316-1191-EB12-298999EC0A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D0E69C-5087-6CD0-2CA6-419CA2A815A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15628-9A21-84EF-48E9-5AE312A63FA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111A8B-86B9-FD5C-A46F-7F7817F94C0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D82F9C-C0B9-7E1F-5DDC-3843607FDA8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519A9F-C316-38DE-6E84-AB7460507EA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EA468E-B3F5-D5BA-B6DB-9D5A9A1B42D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05DF2F-4A2D-8C3E-6E06-19ADD96D327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F92FA8-275C-C061-1376-171185FC678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75C6E2-9088-A183-E948-359ED111CEC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1BAAE-8A1A-D976-9D2B-7E9C5444BDA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8B5757-A403-702E-DDE0-8B302977426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93CC17-5C07-9729-39E5-C6118254884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34</a:t>
            </a:r>
            <a:endParaRPr lang="en-US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B08D23-CB96-D7DB-0A9A-AFFE0F9417A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966350-169E-C784-B7C7-82E836094BE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FB1D20-B976-24A1-DFEB-B1EE1DA1471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CA5860-4A47-67EE-350C-46F09651DCD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DA39E2-88BF-6B77-D745-4D8D8D98364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B48996-B420-2EF3-EBB2-A715167EB79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263064-D8A3-289E-0626-76CF1AAB2FA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E5DEF9-2B78-2221-7203-DA1F00087D7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7BC7FF-92FB-967D-AB94-B18E65C8CA2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7886E5-B675-BAD2-F361-77543757F8C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0BA9ED-E840-7BA4-5F7E-F7F4565784F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7B409A-0B97-0343-9EF1-0C39B56BDB9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EB44A8-7A4F-F8C5-99E3-701C6B9E84E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D3CA99-DFDE-3B67-38F9-5CAC213975E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B4B8E9-E096-CD82-B812-C5E8CC9737F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6607A5-5224-1438-2DBD-4A622CAC5A0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9D988F-D49A-93F4-6074-2783A47D595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EF77854-B59B-6508-7016-CBEED3F18BA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25BF04E-FD08-8C7F-1D65-06B266BAFDA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5206059-D088-1F70-FDAA-74D07ABFD3C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6ACCDA5-12D5-50AA-6965-E7815AE874D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669B1C-08D0-A01F-78F7-337AE77DAEE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758DDF-7658-B1B7-89D8-722D99CF8D5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11903AE-747E-12C5-79C7-D1C394128C8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C8EA34-700B-37FC-363F-98E0CBE563B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B5EA70-8856-4FAF-07EF-34196C96DCD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9E456E3-4E72-FA90-0F1E-C07FC513A46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ED11C9D-5C1A-B599-5302-498E550A922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341D022-720E-6689-1981-513C8D8D23C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253756-1989-BBAE-C336-42C4FB39BF5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7D40BA4-778C-3879-E7B5-8A7882B2FFF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6F5A1A1-0D5D-24B1-4D99-15EA26D2CDE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151036-2F07-1410-487B-78CDEAFB1A8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C126B5D-638E-33A0-5345-7CD0B397AC6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21544D-15B7-5945-DCF2-916DCAE589E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850E96-FE34-5850-07BE-5D7E55746B2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64760D-870E-F155-C35F-B1A6B2E72C9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D75CA0-0638-4829-4293-C189E740D13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A60B1F3-9FB0-90DF-F127-B9AE5F1FA87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80F770-1F5D-5824-DE7A-7C98FE1FD62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D5BB7C5-B377-C350-1CE0-DDD69C1F177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C32FEC-14F9-CA63-AE83-F4CE6D82B9C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D576D51-F56D-070A-C7BD-A39AA527DC5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7DA63D4-DE3D-4D25-37D4-9D7C5EDBF0C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29B34C-347B-682B-2498-7A0F10E8FAB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FFBFFDD-BAFE-4C8D-5B2C-3BFD0FD997A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6577650-C5CC-4CF0-70F7-6081F5E3445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C57C39-71EC-8F57-8D7D-7BAD64EFC28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2D5E28C-E5CA-A5FE-352F-F294040D368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0E54690-6E63-0019-FC06-D08E752D7C1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DC1698B-077D-4643-D7D2-98F63078E34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CB046C-D06D-11FC-59B4-9765D76BFC5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7A7B30-F8FB-E891-D2B5-D867D114AEF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4062BE-BD37-CA43-C328-833EDCF08FE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914C19-EE1D-0952-894A-6CDD3F52153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C1639B-8593-D86A-725E-60C4963C919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DAA8FB-94D7-3052-4488-4660CF9FD09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38CBF6E-1EE8-8126-4C8E-6111956E777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15CBF20-1223-0F44-9587-8F9F0C6E576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31C30AC-D71B-10A3-FFF1-2AE39B526F9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2652093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EBF4F-87B1-36E8-6A11-CEB696C93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CA4B42-A6AE-8F48-DC13-2785144DB7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[18 in 3, no 6, 7] could be 189 or 459. Since 1 and 9 are precluded in Row 7, it must be 459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2DDE503-0357-B11F-C4A0-879E68BD6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00881E2-7CEF-48C8-FA69-DF5A6B7F9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062C3C3-D7A0-D5FD-EFF0-E572941067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ECC36ED-84FC-CBC0-31BE-E4CC0FEE5B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56782D-5511-FAC2-C434-189005F292A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86E9A8-C8C6-0EE2-0152-8DA7C525EAB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FA88E5-A584-2DFA-88C2-109BF060526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5DF871-F222-0273-C7EB-6F5CF9AD154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1C93E5-18B1-C35D-2B76-9244D526CF5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570558-DFE9-A4C8-8DBD-1DEE313DF61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E1AFD1-5E30-C393-D7AC-904DB054C37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ADAB97-E7E4-A58B-FD59-310E57371B2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4A99D8-77BA-AEC7-F22C-7EB4AF7570B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02B9C4-EDF6-F49A-D348-A826245BEBB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5AF071-CF5F-55F9-D03A-D210EB4AAAA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DD3BC5-B72C-54B7-DA27-EEF7700EB29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34</a:t>
            </a:r>
            <a:endParaRPr lang="en-US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F66FF6-22AF-B655-EE80-2F1C1DEF332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C826BB-F66F-C6BB-4D4C-FEF14AC039F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AD8FB0-F4F3-05EB-3AEC-5642968E799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D74D07-8D9A-80BD-F3D0-D5863022196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6212AD-9582-19BC-08FB-0FE6A2B5222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4C3089-7E0F-BA10-DF78-307EDD62CFC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E36DF52-2554-7C04-24DA-22E0B8C6BDA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F4E9BB-7758-07E4-560C-A1762A49C08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2B898B-8E90-5111-083C-22A6301ED3D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477DE19-351B-23B2-0B1B-E611ABBE89A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0553CE-3670-73EB-B4DA-AC64938F30F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8345C6-53D5-A4E4-8D16-0728D304B64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0EC7E3-3190-3E96-6486-9C5FCA198B9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3C53A6-4588-C3D0-0765-BC84AD8830A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6B603C-2C3D-9BC2-C9E0-A66D22D0937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0BDBA8-4FDD-4ABE-C23E-78E71F0BC33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FA346C-6E59-99E1-30A0-4E3E8513CBB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B7E6B70-17AD-AAB1-3756-25BB9694EE8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B9B468-7537-6EFD-A78F-A638D6EAD94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F7F1BD-81AD-4404-A334-B1DDD715B21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7E5975-FEEF-70EB-3D1F-1651F32AC7A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1B0F54-A413-394B-92C2-13E7FF83FC1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CDAFBC-F773-CAA0-5A3E-33C8890680E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4B604F7-95C9-5283-CB70-4F5F98B1A49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4DC625-1278-C1D0-EA9C-3A09FE40AA7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D909E4-77D9-B9FF-9E0B-797C28312C1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58967E7-9AE7-3830-DEB7-D89D735DB79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EE4930-0827-E2E5-CBAC-887B6813EA5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D827D3E-40CA-768B-D938-3B1C1A1FA27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301EDE-5036-348B-1745-70E7AB1AC62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EC925B3-0345-B61C-B8C8-322FBCDD0C7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A4B5208-9700-B265-ADB2-B6A68B6943E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31EA1D-B791-C152-90DC-6C063CD40DA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D05C756-67DC-233D-389F-59C32FCB194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2DA2AB5-6469-B81F-04D1-B8C3E944F17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6E95D2-5B32-368E-A7C6-2CB6C162D7A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F12471-4492-245B-00E1-416DC6FBE5F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8D9B96-2CF2-DE46-FC84-558171A62F8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79CC129-3B0E-AE54-3AFD-F7FBC4A73BB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E0338FF-E1C4-F1FB-6851-A8E993E1985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DC50731-CB99-7E9B-270A-CB44452EFE2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8DAB618-D494-1F56-D7F8-E565AFC36D4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65ABD21-044B-CBE0-7B10-539797F61A8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76196FF-2310-B9C8-632D-4D21CA3C522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C40647-62F6-9483-0303-9DC61858B39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5634E53-8778-F58C-CC9B-753484B8326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CEBF1C5-3632-B471-1934-5CE3F4113F1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584AFCD-B2A8-2DF7-797C-8BDCA23FEF8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CC58F27-072C-0F3C-1E79-A87D44D3F51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46CF44-6E44-2053-CB6E-D091DB1F260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F1FACDD-CA0E-DFEA-016B-AE95821EFCA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71E881-49AC-9994-AA34-46D0F355DE5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494B5B1-989A-5D67-981F-BC08F8912BD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F46C9F-2C40-0475-FFB6-6CE872CFEA9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F0ECC0-A3B0-02F8-B7A4-3A30ABE496D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D9A041-5224-1066-BDB6-649F5718C73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B16927-222F-34E5-8F92-BAE559706FD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CD361DA-3C34-0FE0-CAAC-879D56C6E73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7709C58-2343-1AA1-E06E-A1C7FDC6CBB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941C9FB-C310-470F-32DB-D60DBE91909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F9D7DFF-B5E0-FDD8-7FF1-558EC0A9AD6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533C6E0-00DA-1721-6DAC-248B2827859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F87E64-E207-F1E9-CD24-5DF84CD53BD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836194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0C44E-592B-996C-D034-36DCE2C81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F31996-4135-9712-5FD1-93DA18F1F8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8748EE1-30B2-6BC5-2165-B6871B74C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574A38D-D9BC-2606-2973-DB092AADE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23E61FF-733A-2868-19B7-F5B489D7A2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21E9411-9275-0211-81CB-6002ABC42D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CB4083-78F5-C0E4-E030-B77D734B602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F9D685-1876-4547-DB9E-37EF964B042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4C2B48-EB0B-F94B-DA27-DE10966D579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788B05-8FDB-2E32-1B7F-EC0FDCB7244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749B98-22CE-1334-138B-CC854FF3D8E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D8B99C-8F9E-BA0E-2BA5-7343FEF961E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D6B7-FF7D-9510-4A3D-CE03BC177DA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D87FDB-0096-F5F5-05F5-4B8EF58D3BE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561EA8-2DD6-E422-D2F8-F37A091C27D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ACECD3-FDD9-7308-C665-A314807E3DF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ADF120-1262-B593-169A-2DEE747AF00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2F8B19-6E41-D94A-3985-DD31CD3EE4F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34</a:t>
            </a:r>
            <a:endParaRPr lang="en-US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4E3D65-42BF-2BC9-DCF3-3DC8176730A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F0AA81-2027-7BA3-5E85-578C0E42F1E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722BF8-D894-3530-8E8C-4BDDB0358C6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53FC66-6ABF-9424-920A-0DE72392E80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1EF1CC-9E82-94A0-DAB9-46F1A6B595E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A7DDF6-F885-4336-4A24-70A7C964F6A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83305A-76C0-A88F-60F0-860190FD245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2D5A84-03A9-9D7F-2795-E22A5B1A12E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80806C-88D3-6AF8-0C3C-6D45D1FEA81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6E4769-73FF-A65B-459B-15ED37311C8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701B30-AC27-0384-8E2D-B9DF1FC706B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F45CA2-A5B1-9A97-E366-7CE44DF9CF7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4D573D-8976-9245-5B7B-4F01FEED6DA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F3E308-EE5A-9897-A3AD-3F026495691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15D6DAB-7227-8023-551F-860DFF99192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87792D6-BCF0-C201-327E-DFAA898F67D1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C06A3B-3B83-1058-EE8A-A22E460AF2D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40FF55-3391-8F4C-9F25-DA89BC45E9F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73A5E27-8BAD-0B98-4644-6E25536BA03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CD54B4B-247B-F8BF-24DB-010CEACE2ED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4DFECB-2EF3-C654-F5F4-72AD9731769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4C48419-E626-E738-F786-D95F63BAEBC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9AC470-E3B0-2964-E025-E78AFE67ED2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D68DA94-82CE-DF95-2549-3153EF6EB20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609C12D-924A-E43D-2489-806C392D2E6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A2A0DCF-725B-44D8-3B45-8714E390E2A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E8738F8-FF56-392F-B2F8-86E8912C3E9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A506595-AB12-7336-5A25-035E40085F1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80A8A9-96AB-D69F-F582-0146A9C2BBF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2FEBBD-F796-03EA-55D1-BA316943A4E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6A34CBF-7CF8-C5DA-408A-E40DE7E0D27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9A91A6-D826-C8AA-DA77-78B6FAB499A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4796A6-9C7D-3ECE-BBF3-72E60E38ABC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3171AAB-B248-A077-4120-04EF925EECD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622D9A9-E64E-FE33-6E2B-EF078B14ED9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504259-0479-FD46-5B85-9963A3FE1DC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CEC0965-C43B-BF7B-366F-BE89E54DD30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28842CB-B345-83CF-8400-D90E103B99F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7E49448-F01E-3B9B-715B-77A67C51CA2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86ACEBF-0A48-2BC6-0334-8BBC5872705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EECCD06-DAA7-2B7B-C675-1C0E83382DC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508BBFB-A6E4-0BDD-8F75-7DB6F47F8A6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48DACFA-1A05-4144-791E-3ABDFFEF483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07255AC-8A42-6BB8-1392-7B2E1F6F826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2359DC9-D9A6-ED5F-3A2F-7453FFC9F46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D908DA-6E29-F163-3FF1-EB1A7A88E23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8CB859A-5878-A1B2-9DB0-29BFF0DA36C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A36ECD-4BB9-09B7-617C-BC154B628F5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85E260-AEF6-D6FA-F3B0-6C848D8C6FC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045C3A-2EE5-8B22-C107-30567D047DF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8FFBB4-534E-2DB7-8B0F-E500ABD92D7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6ECB48F-5DCC-1534-3D19-9E10BEC299F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C2B58B8-338F-E3EA-7A91-069BE070125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76EB947-96EA-4E69-46FA-16A03F48429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623B27E-38CF-2C9C-1E81-DDE60750A35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FFD3867-1070-924A-1A87-3159BE12DD0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7760DA-187D-1937-453A-750EE2F04B1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86351B0-8844-4AD0-AF85-1F541B43E48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3419D40-1F7D-ED60-816D-8DCF1431A98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E09D8BD-3E15-6825-7977-4CEEA70D5B1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92AEBF8-DBE5-4398-E394-780B8325C58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B42AE37-ACF1-C2B2-AD2D-D103271BBCF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AE4B4B4-8695-7B25-26C4-6DB3BC4DBF3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991915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128D4-65CA-C2EC-C5D1-FAE43F8B8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A2CFEE-CDE3-273B-792E-16E035EAC9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9EBB588-B6E5-DC53-EAB7-91E9DD4E9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81DC87-2507-6D94-C837-D9B6E848D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2EB71F0-F6AA-9F29-4C4D-8531DFBC8B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6819864-C61C-F85D-8FEE-A4CBBBE976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D4B312-6EF9-495F-5775-C948E067CEF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2E93A-F833-B0EC-DB1E-5C6ECAEAAEE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586DA1-5B4A-2B2E-6A4D-33BF358916D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D39E39-91A0-1AB1-E8F8-8D33A817CD3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C1FCC1-0792-79BC-7208-7F292C2612D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F617C8-AEDE-1942-0FEE-E9546A66A69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DA3180-FE23-E760-9C64-D990E241D43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0F05AF-2850-3316-44D6-63FD8E62319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F0D588-5AD6-6EBD-9E0D-CBF9A40D906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91F64B-3EA1-3AA5-FE53-C5EF6D8609C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67D233-019E-D1C1-C557-0BC8049416A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F097E2-CB8A-F528-3F16-6BC701346DC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34</a:t>
            </a:r>
            <a:endParaRPr lang="en-US" sz="9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E3DB63-7AEE-EC2D-5071-D0FBABFAF40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B55714-6C72-A978-FD43-FEB4D1350C2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076206-9534-93E0-24BD-304E917550E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A923D0-30F3-243E-F37A-64673351C87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C19E85-E268-08EC-63D6-E6E73C6A6B6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A79532F-3E34-0AF9-5472-DCD4DDE01B2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B87393-55EF-A26B-048E-8DC06EDF9BB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E3A7F6-F9F0-86B7-9AF6-24DCCB129BB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CB3EB4-7F04-D0E7-2A86-0E833FA9F7E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69CA5E1-F94F-C9B9-E1C3-D430661A6F7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D8E390-7BEA-3D3C-7A2B-020C28DD07E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EC614F0-B8DD-7D92-7C6C-BABCE7DE57A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7479A2-1CE5-573D-F891-C217D290817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F61D14-7DBF-A353-1A13-DD14096219B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5A21EE-6B2C-4858-4ED4-D42842D656D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75B2D31-F1C4-4EF0-13BC-488F67F68D9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99921EA-3061-B2DC-518D-4D0291E8CBB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1DC43A-B336-69C4-32E7-2C0B917B2E5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31D734-B9B4-9CA1-0C54-3C3A7FDEF3F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6D601F9-328E-DBAE-C1C9-8A635FEA7B1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943133-1D46-521F-DBE1-340747DFD5B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26B578D-8C3C-88D3-50D3-55D8DA3371F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D97D1D3-FFD2-20AD-8641-98A79A7339D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36B4953-20FB-C17B-1AAC-5AF11B0B8A6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E01835F-ED64-30C8-B02A-07F71EDB7D7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4EA1F1-6ECD-3558-E239-4743ED722A4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810B51-0F9B-6E8B-22C9-DE8EE243633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F1E7E7-4574-0BFB-660A-C5EBA94F180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700D60C-EC2E-7220-D243-A0545008497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958828-12BC-F41D-6C3C-033AC35801E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7E7D6C-91A2-E975-27EA-AC751AC2EEB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FC836A-4DE7-691E-A24B-1062A2FDDDC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9142DAE-80D8-4C12-9DFE-528798C4897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0C770C5-D62A-5D48-C102-312854CCBD4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D1D174D-DAAB-779B-4327-9A5C95A7F2B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9D43B86-5DF7-68E9-B453-5B09CFFF40D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10E5B9C-0A1A-47ED-BB9A-B31330D3AB2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8727925-0F0B-C78F-9D32-B8A1BAB5FFE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F7D2966-8D3E-8F6F-2B1A-42546E42733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FB1F24E-6E62-EDD9-76A9-AA0EFFEF154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96AFCC0-816E-D3D0-1F23-8A6DE4CCDDA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D13D30B-2039-C2D3-A7FC-1DF9BE66469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346577-AD45-D1CD-D3F1-2FEEFF9AA82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2E0905A-0ACD-89D3-83F3-EE696D492CE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EF1AF4-E788-23FC-9CD5-F575F315749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5195C8-3502-CDEF-CEB5-ED392AE39FF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EAEAB9-9914-7712-F220-3B05F0B1041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67479E-460B-835E-3386-0DEE829D023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3BBA73C-B669-6B1D-4B14-2B7BEABD2A1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05ED012-3D50-74D9-89C3-12FD727D630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0DC0C2A-7CAE-6E52-39FC-E613DF7B2C3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18A0D96-C281-8119-3AE0-55482DEDFCD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E495FDC-A98F-A952-B944-D31A3FCB6B7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7E5D9F-B950-02F1-E983-36216F6B93D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46E8460-A661-FFE0-01F5-DF7D9200D48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EAB66C5-58B8-D1BA-4932-62A79794DC7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F436AE4-966A-D0A6-575C-7FACD472EDF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5A6F3E8-640B-61EF-020F-F5111DD5A04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7041210-A316-465D-2744-B42D35D6BF0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635C84C-EAF8-FCB6-E697-565B0BDEF29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42B2C2-8828-4E6A-6F24-AB169235FBE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140C82-B68F-D235-B793-D3184056E96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F49EAC-3DE6-420E-3B9B-02A907DCF80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411423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A994F-0F99-31AA-67DC-771B4E743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63EF05-C2A1-317A-AC73-3FA7788C65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7A47452-7C83-736E-5A07-B58EE5F19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2866F5B-3422-4CAC-B89E-F0CE2C785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74653EC-716B-3823-6861-A6ECC0CE51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5B54F45-B620-CB80-8223-80A0CD231C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905D3D-4619-8043-FBEC-839C01F611B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A5E241-048B-296E-257C-1336CE5275A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5E74A2-F10D-538B-DF88-B9263475D4B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6BCF51-641B-67D7-724F-6A3FE8343BB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C0B67-2224-90C2-ADF8-4D4C06CBFF8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D72B69-C798-DB3F-B3E3-79A51DD4367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D93BCB-44B5-BABF-AD40-96B297FD231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EB7530-3C41-325E-A5C9-6D72FF21ACCB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67117F-41E3-F2A1-C59C-975556120F3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34</a:t>
            </a:r>
            <a:endParaRPr 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9E83C5-9854-C158-4CE3-3EE359A54B1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0454D1-096E-209F-DC1D-7D07B4118C1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59733F-ED88-E650-98BA-DB3E06AE53D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670C0A-9F7A-AFED-B5F7-2AEEE30E8F3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5FC08C-51B1-62D1-4CA5-FA1D22A486C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EC5F9B-01FD-020F-D77D-2FD91B05810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7B092A-01A3-F5ED-A9C2-68FD1406FB7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0333A4-624B-FB98-394B-8B0CE92D8F3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00920E-9750-617D-4641-A6FF77BD16F7}"/>
              </a:ext>
            </a:extLst>
          </p:cNvPr>
          <p:cNvSpPr txBox="1"/>
          <p:nvPr/>
        </p:nvSpPr>
        <p:spPr>
          <a:xfrm>
            <a:off x="7168447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777E8E-EEF1-1E05-84BC-16965FD5DC2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6BE2E5-5583-1BEC-8010-8C3593E2401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F0FEEB6-51A9-92F6-C1CD-E6A8CD5BFC8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162F358-71E4-6568-CF4B-8D25617CCF5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044277-DD6D-25E1-F8C4-0A906593B10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8B0A94-C22B-5785-CD8A-DED56B4F472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4BCBFC2-8BDB-3717-D372-4227E36E1C5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3F71488-1019-803C-1EE6-FD63662948B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04CCEF9-7227-0D1B-6C1D-57F296A7592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C009EC-8650-8E80-E781-32574F6EC7E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823C13A-FA8C-9066-B4DE-4F8FF377ABC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DF1AC2C-E6B3-8F08-3791-B54A3A7CF8A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4BF3EA-5512-CD44-BDB8-ECD760C5A87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484984E-466C-6825-C006-92845E65382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137C68A-C508-F131-860E-8B4124A6F87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4B01E7-EB4B-981D-BD18-56D02C5F20C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41518F-8D2C-A52E-EA54-266E553200E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D48EFEA-3EB0-D090-A9F6-5705E6F3684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F3EB78A-03AE-EC24-15C3-BABC5A49BF6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21CB34F-FF05-03E2-96C9-0C2B26448FC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2A11927-A83A-E10C-CFD6-370973B9F1F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EBC1FA0-4A7B-D534-DFE6-48BD1C0CD79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2BC64BD-06A2-5E22-350D-5624EB35227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1FDC38D-3F87-CA94-DFF5-61D40F0384A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CCA35D1-7C78-5792-227C-7BD130D83BD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3BF0D37-1BAB-BD60-BD88-6B7EF972047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C4F195-C762-CB40-F197-AB1F870D9A8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2C3AEE5-B24D-2FF7-D44C-572E228EF88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C37BCE-921B-6420-B7B9-16EE3A0EC94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07ADB57-9261-23FC-2A21-2BBF064CFD3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DD5B19-A087-6F62-EA35-FA30751F51D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1D104F-F569-7E32-E5BF-3BFF2220D9E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EB0C42-6513-C98D-A313-D19B94F7958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24617A-FE97-929C-73D3-68E85235E60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1164D0A-86ED-A29A-F138-D5CDBBD138E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A841AC7-6D2A-60C7-3FDF-0731A17714B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0EA644D-C929-C78B-FE4D-10AF5E5E015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52B6401-784F-AD8E-7383-F5B17441782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D384272-CD63-B4AC-0CC2-8C047D96774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8A49DB-3232-1470-553A-BFD9DFCD553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395A170-0311-10E9-CB37-5D5AC03AA3E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0A2DA00-2F0A-9B1A-8034-8F2460ACEB7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5438624-E394-0F56-2D5E-36552A0B61C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25EBFF8-B1BB-947E-3CE8-8CEF10CA2F5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339F6CF-AF20-5931-C759-ED4DE345827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980781A-BCBA-5E66-F57E-538DADB0D2E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AD3895-4CD1-2951-C5C9-40B4936BD2D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CC25A6-F245-93B2-AA5C-E02CDD8A07A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30AADF-61F3-F2D5-729A-52482822024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AEAD7E-59ED-62EF-FBCA-1FB315A73F1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ACBF14-1E4B-3F13-6F74-9CE4DAB4D25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B7ABA1-6F07-5C3D-1E65-DDBBB23463D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98E2CD1-239F-B8E5-F298-6B4ED2B9831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F6F415-E03A-040C-51BF-E3E8F65E3EB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C3A1D0A-D4BD-92B9-67E1-920B0F01578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BEA2DC5-3918-115F-BF7B-0C2FD92B802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C75157F-69DB-1016-835A-1620C9E2C7A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934473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F31F2-8E45-3517-B84C-D2BA0C89E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94F065-CFC3-622C-8414-CA671F3971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78B5DD1-081D-2030-EAFC-09692A20B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BDECBF8-EF6A-755F-8681-14690359C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B855150-FA47-4F5E-419F-55C2D9D625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FA524C6-76C7-F1C2-CB1C-758CDA3AB6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CEED82-BFD1-5648-CCA5-88C17EDDC04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A996DE-7B4D-BFF7-0CCD-2593EEEBA35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358E27-3225-48BC-DE5D-788F5184680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3C5C45-02C0-0692-72CD-821E62F17D7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0FADD7-2BB7-0590-B332-2DF291409CA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9459A5-2A49-2799-615B-281A9E2DC5E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BC8E61-C405-E27E-E3FC-2CA640A9B5C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34</a:t>
            </a:r>
            <a:endParaRPr 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6B7EBD-1BCA-6346-1ACF-3159D426910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F6738A-B34D-746C-0C2E-9B7E8CB7C5F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568A7C9-4147-979E-8B43-F037EB69E56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4FC703-D21A-0BA8-8F22-3B2BE427272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559F84-18F3-72E2-1F09-37797A6319A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7D6CA4-2A89-C812-74BB-191CD9E759C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5DA8B4E-A885-EB7C-8FD5-495D243AA35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EF1D6A0-D3FE-0A80-B156-62D1D05B170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6BE8F5B-4509-C51A-A8F4-06C7DA06B54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5E27C69-85D4-C4C0-9885-5A20FE26B22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2C048B-D2C6-0161-BBC3-56CBE7ADE43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F510383-9323-10B2-D08A-97D97842738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01AE795-6EC2-2EFE-FCB7-BF348990795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22C693-2898-21A8-44FC-CF0824A18CB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3C70E2-11AD-EB95-A1A7-89D23507C94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316CD29-FB4C-C6D5-F40E-169F7BCDE66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D22D0B6-B766-DD77-3267-3D1C7D6E831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7C7042F-8063-4E06-AF92-96BCFD2361F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EC4D20-F815-72CF-A997-43B69F02424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E87F19-3B69-2B88-4AC9-91B1C4F06F3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908EFED-BA88-912B-8563-B323722161F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537AC4-2537-BBB3-F812-1AB2FC49D49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CA03B6-AE70-52DB-151A-7D125F14359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D0ABC8-B93E-3115-9E94-A857385AA59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60B8A7E-D893-4014-785B-79883D45D7A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5D4339B-CC39-6938-877B-3BEB41B62E4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8568FF-47A4-9643-6DAF-4ED459AAEE9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1AD7A8F-19D1-4000-4768-1811CC93D5A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74628B1-F0F5-F771-6E57-5FCD3E8ACAC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D9FDAA0-A1A5-C27D-C742-6AF89C7BE64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363644-B430-C898-25AD-863ABAE5950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74AAA57-FB17-297C-4560-1A311AC1341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8F764CF-AB18-6E6C-4D2D-7DDD90B25DC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B57239C-FC63-D117-A756-557C2FCD2DE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8F661E-4FA1-613D-784C-385A34D1D12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E55E3BD-D332-06D3-B201-EE37B7A1550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45557B-0861-838D-ACAF-0ACC08AC95C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859E67-3338-35B1-E143-A41F0FDEE12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160A18-BD72-6850-E765-CD19DB86E86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59F692-F8B8-7F28-765A-55770346EFF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A845420-03B3-3B34-2C15-7CEB82D2CE0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1DD6D6D-FCE8-DFD0-9F78-ECCFBB95355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D0DABC1-362C-D8FB-D111-CA41ADF47A3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260947A-50FA-B893-108F-23DFF0284F2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0E54E9C-7E1F-5150-6D2D-E7C747B3ED1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60FAC8-77D3-A397-F779-1C706E04C4B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1D4AE79-5581-0E33-20E5-4A968E5A2CC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0B6E6DB-D490-D696-AB4A-380507F7078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071F397-AE00-59B9-216C-2CC45150A13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E99F394-4611-CDE2-B5ED-AC3E5A41742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A668877-3469-A16F-F61C-BCBAC7EA45B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3C3D0B2-48B6-68CF-3D9B-5210CC3507E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2FADD8-480C-EBBD-F093-022BF0E9636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D32B6B-17C9-A7F9-67E6-358712C0913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6269B5-10CA-1A00-1F7A-08C32AE442B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021EF2-78A1-E942-D420-432E7709B45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7506F2-3550-2066-F7C7-5B3344C81D8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CD8CF0-8D74-A7BF-2186-355B3F38A6A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54DD5E-3A4D-34D5-AC26-E9F7FE89EE5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3DAEB7-CEBE-A34B-07DE-AC255504403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A2A8BCE-FF8F-BACE-49AD-7B786CAF9FB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7D0F421-9E52-D286-2A31-39A1F3E229D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DCEC79E-F3B8-E1ED-B0D9-51B8C1EA4A0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92B3B9-5BB4-76A6-9114-E920E403626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B5F019-8C1E-B95E-EB0B-990AE2AB906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2917D5-E98C-5C4A-0A24-4EE7079FCBB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3B045C-770C-59FE-38DB-B155FF68EA0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B76104-F8F8-F02E-983F-874360CC2D0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027735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2ED5-39DB-7FA9-7F1A-B1751D444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8408DA-3E8A-A979-5396-F4D13EAC8E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9D76E41-2B36-2B52-CCF2-A8A857B41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09F84BD-00C0-0CCC-3A58-BCFBCFD90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4082BBE-0A79-7501-CCBB-3A7496E97E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61F9134-1601-EE74-B5FE-A859AD9F34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F87A3F-B0F0-CD3C-413D-9987DD01D80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3294EE-4516-D37E-B993-68DE4D10ECD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BBCC54-6789-01FA-051B-2ED38E1D1C4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691B7F-8E7D-1F72-306E-E0D8AA8BF90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F78279-F6EF-BE13-4BE8-95F1853EE3C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F3A925-291C-C0CF-0D29-CE21774CED4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63C450-2292-D032-E4CF-85D2C1C9AFB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34</a:t>
            </a:r>
            <a:endParaRPr 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5B7502-4E6C-E717-A5F7-D3E366949E4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DB6A7B-3106-72A6-8450-846FD3EB245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198C25-42BA-23E4-9A09-FB63413322F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6ADA01-2929-6C50-A95C-83B03052FD2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0D1DC8-47BC-E4C3-DDBD-0A7626BF724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62A283-8587-7F89-4BFB-F7F0DA1F1B6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558C7A-EB07-0D7F-0578-8041FD9CCB9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0B584B-1C6E-B216-4BD6-041AD5D078B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936B7A-62BD-587E-E93A-D30EC18AFCE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BE5CFA-C6E7-0BDC-CAFD-F9308B1771E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F6A928-D4AA-53CF-9DAA-C753DF5355A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DD66A7B-40CD-35F9-7B3B-1054D7E9BB6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AB61049-9B0D-CAB0-EB86-F1AD417244E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990140-E959-6114-8384-9CAC3D61FB3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844EC7B-6E56-F713-5EFE-5106B532B86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D472E6-D4CB-0565-813E-D733124D56D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C4FE4C4-18AA-EBF7-9E62-F474E7C8A53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9519371-A666-654F-15F2-67ECD2C1AE2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207AEA-C5C8-5D11-51CE-81D1E6405DC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A7D2285-2E5C-B3BD-CDA8-240CE378A38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80116C6-FB87-FBBE-D292-1A77573E236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0FD703-91F0-6954-582D-118A41003EF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54264E-04A3-CD5B-CFAC-8D976D49CB3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D784B47-360D-C798-3164-7B405417839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C93FDB0-B156-789C-E48E-14431EB0750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5F7069F-6254-A9F5-2B40-EF03C1F69AF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AC1152-8A00-8C1A-2766-0FA3ECDC9C3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12BF7BE-E1E1-A05B-4E73-6837F9D419D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94E9B4F-7A58-E70C-4DE7-027BF024288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F048D68-9111-B562-21C3-76649D3B0D2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C17279D-65CA-F950-EB3F-F6F72A5EB5B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24F231F-0C33-8EF2-8FC1-5D0BFF12C5E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108B578-FB10-CAB5-62E9-51C797F38A8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EFE471-58C8-AC16-8642-FC0CA0C801F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61F2054-DE90-FA31-1F4C-1E47548A636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546842-BBE2-EDB4-5D94-A5714D69080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071855-E31B-B154-409A-87194B08AE8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BC263A-34DC-071E-4A68-29E69F99291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E69705-F4D7-1287-5BC5-E0281F02ABC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A9A4F52-DAFF-D34D-F9BF-44211A18564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F5F49DA-1326-946E-FDBF-DB810FD0030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280180-A5D1-C219-9D5B-F813E340FE2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5F7AAFC-1DF7-5C48-39D4-7DB9D284A49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28C5082-8183-7181-ED8F-FE63337CC6B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53620C-79B4-CF4E-A069-623C1414565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CCC4D42-6098-5C3C-FFE7-1A7B8D0CBD6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A3D945F-7277-32EE-0035-F8C8D7557E8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F9D163D-BC86-FAD6-096F-C5034212F53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F8531D8-58FF-8760-E3C7-12B1D97E523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C87DF67-B98A-7F1A-166C-215FDB4448B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BFBA291-CD7D-B73B-DB81-7504DD4C7F2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92F8A6-2879-DFE5-956B-281A7B2E21B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F2E484-B61E-6825-43A1-AA5189E3FA3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D12F93-7B09-B926-A874-81EB77BAF24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190702-AC90-6B72-0926-2428F3D620A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CF5511-76A5-CE1E-FD44-3AAB03A0E10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864512-4EF3-14A5-165F-41ACD1C98EB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47AC90-ED1C-D6AB-1C3A-2F12A98CDF3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08C549-862E-D2E9-FC29-D99912E700A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A317F38-69DE-0EBB-E3EF-9DF7FF06B80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CDD664A-1C4D-E71F-368F-B5B5EBC3A41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5910F02-3A5B-B053-2D3E-8147D7A6B93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CBD3DB-A1D8-1BF5-37F1-B6C8B043FD8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85EE6B-45A0-B897-0BD4-FF8E2C73445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E8EC56-D645-9DF0-5ED0-70FFB3760ED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7BA5CF-6DCF-4E56-C40D-EE36EFBC10B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D85F8D-BDF2-4BC0-E374-AAFDFB9C7CB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2D4F9F-CC23-B6C1-B9AE-F505F46C0BF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141063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170C6-A7B1-F3C0-E429-98D137FD7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63D86E-55D8-0849-C0C1-2D6EB2BAFC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D4278DE-AB6A-8BC4-3D9E-59D6B1091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30BCC34-3802-E732-7825-2DCBB1F62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BDD322E-4CE0-11CD-AF5E-297A67B5CC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07BD8D8-1158-92EC-1821-50BD165559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5E92C3-76FB-491E-5109-2F97EC5E1EC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BE107F-B3D7-AD40-078F-EB22491CE12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CDE6E8-B8DA-FEE5-CB4E-74CBCF3D34B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54CB1F-F9C5-AC22-9C80-D1D21F0FD38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901D1E-C17F-D1DB-E77A-58878ADA2BF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C70FEA-2C8C-6E5D-804A-C0182AFE9D8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171AD3-A7F2-7BE5-BF80-0F0447820D1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34</a:t>
            </a:r>
            <a:endParaRPr 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22789D-C8B0-288B-19D6-27C02FB7B60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2CE99E-77A3-DB90-29AE-F8190486D5B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85D111-BE8D-B475-33CE-0456B50DDA9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C2BD7C-117C-9669-77E4-4C141000C60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5CCA62-222E-7537-8DC8-A47A89577BA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8C07593-B6E8-841A-92E3-E87A4CA701A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86BBE6-0510-6AA7-34E6-0FE3441971C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6D6B3F-1498-BF8D-0E0E-1E7B6B33A9C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BE446D-8728-FB85-3CA8-95707BCA49F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90B309E-9339-C811-12A6-C9303295AE6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99F7AF-E9A1-5519-1788-3FF66528302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34E914F-8527-DA53-5C43-0333A69E2AE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6FB412F-38DE-19E6-A1AE-F91E3E268CC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36B0D8-55C2-B22A-8B62-69C65BABF1B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B9D147F-2CE3-A73A-A8C4-6801F7E21A7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78AF15-DDBB-ECF4-8ABA-D2EA44A65B2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CB4B115-7007-2834-B636-AECE938E965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7F5B3C2-5321-FAD5-644B-495041F99EE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35986A-BE6F-783F-3F98-D10AF7BA8B2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A7362DC-A866-7311-D0DB-CE2ED86EF44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B5584ED-8B02-4862-8EBC-8E1AAE1D703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FA3444-0271-614D-2702-26F59A088CE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066A6B-A528-9190-34FC-82D2E1DFD98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A70A6D6-702D-A006-F05E-A7CD62E0252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2A72D9-1CBC-EDF2-DAE0-2FF0BCE8EA0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392D236-D378-AE0B-EEF4-51C98C47EDC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B02AFF6-8377-6A14-7234-803A4373B58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395266F-7B21-0160-F1A1-F46E5348D3D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39AF37-40C5-C49A-701A-7BA43EEB859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8E94491-E164-7C7A-1D15-D69B24721FC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BEC54A6-3806-772B-9641-85DEC47599A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B3029C6-F23E-60E7-C9C6-3081FC29615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4187CB-1ACA-A211-3CF6-651830D6B1E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CBBBC31-2393-5ECB-DB0E-A79691875C2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8E31A-0245-0B1B-0076-E3AB076B30B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21E9A9-00BA-D2C1-E684-B0E22DD8017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A70229-6CA1-084D-35E1-5F87FEB90BB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77A35D-0E2A-AF4B-7020-1841B8795EA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7275C1C-E12E-2632-C626-A2A89594053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D1CF4E9-D4FB-4EE7-1C5B-00EF0A2CD34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53910F1-1C86-E65D-899C-AF79717786E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BDECEB4-E52C-3CC1-C24A-0499F83CBA1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AA5E4A2-7409-E4AF-50F3-AB72A8945F7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8D8EC9-7F5F-4955-0950-FB2F09A6F55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9F07893-4141-8941-409F-EE69332EBE5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748A9CA-ACC4-FFA6-DC03-AB424362A13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14419FA-AC07-AE5B-09C2-4CE033725D1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504767C-5940-8664-9A54-6FD388F4832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189D17C-4223-FDC3-1896-84EC699A927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16B74A9-C0B2-4B4C-6D59-D1A393FB832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DAAC36-7222-88A9-2E3F-C7C2540159D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8D1439-C5DC-9E85-2ED8-5D48F7D5E45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C888E5-44AF-6376-25A7-DA2D50339B7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4CFC31-06B8-CD14-F0F8-875CCA3471E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FEC144-06E3-569C-27B6-FDA82E396A3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A19B38-870B-A899-9099-E87A88E5A9C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A5A7256-04CF-1326-928E-51B456E3B2F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AC80C9-89ED-64EC-B359-E76C9300AFC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449761-14FB-3CA7-0CD9-6A899DDC923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418E47C-9484-62D0-7612-0E5707DB0A0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A602807-DF8E-041C-19C1-0F926B3E6B4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542884-C7EC-4B15-1387-928CCC20057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3CEF78-A291-D1C1-BD94-AE8B5963AB7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00DCA2-961D-2630-6DED-E289327D1CB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DC4729-3240-FBBD-E57F-E68353DEBFD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6EEAF0-659F-77D1-B397-074E9E6C0B6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AD424D-4D69-8571-509F-A131F70123C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1F71D5-AD16-1133-286E-905BBB7A358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548794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745E4-E6A3-75AB-A0B1-B43ADE7AC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28C75D-627F-C160-88D0-D3BEEC5C81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05F6826-7D1C-7863-08A7-E1F6357C8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E8AD37D-E7F7-DA63-0F5C-6F0D02FAD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0BCDA59-B7AC-2439-BA10-50B24CD61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380B505-5415-B143-D54E-0AA95D2C92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71926C-4252-1202-BB24-3571BED111E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0C98F4-353F-0EB9-CBCC-F17D16AB8C7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2A4DCC-EC7C-0791-BF52-9D3D5976A1C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570654-9736-8ABC-36B9-3396200663B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6DE8FD-10B0-F54F-497E-7B57A1C7ED0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835ECC-FC67-1C08-DAC6-5CF6D5AAABE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BD888A-001D-5ED2-19A3-CB1F0C69236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34</a:t>
            </a:r>
            <a:endParaRPr 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F3B536-AE3E-7A5F-9AE3-6EEFEFF99A4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57EA7E-149E-F1B3-1000-59F26C7A51F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A11837-6363-A6C6-5A63-34B45EAB4CF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C9D58A-05C8-D4DB-FD45-5E46D00912E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173B18-DC0F-A8A9-B6C4-DFFBE745A02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D71CB7-FA84-5014-CD5A-A5BA319F637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47ED4E-E7AF-2D23-CC2F-B270BF9422B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29337A8-2A5B-5C96-8783-494A4DF9A03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F2457A-B485-8EAB-5201-365A07E0928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7ECBE03-9B69-2BB1-E23D-DB9E2497B27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7391A2-B0D2-1E67-B3D7-4FF263EDEAB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96D4374-96B7-C594-2311-5CFDCC363F1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F99A6B-4930-A2F4-3A34-6BB5175953D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C4FDF4-E477-5400-1E84-FE607C00408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4E67D92-C6FE-E74A-0576-F943D65D163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7856323-1879-2E44-C5EC-3DE48717FC1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FE54B98-05AE-3149-8DD0-7991579B5CA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E667F7B-2A84-4032-9CF6-5B29CEB6000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8F286E-B454-C403-CA8B-D9089F20E49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A2CD49C-047A-74E8-A959-24440C47317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A3A54E1-F0B7-23B5-748E-055BDA9AB65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BEFC91-28B4-2D30-558D-F24F28A6450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3387BC-FD22-06C3-EB46-289B4A03D6E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391C30A-54F5-EB02-3B6E-65B5A90203B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3D0F214-07C5-5589-C03B-4B8D7201BC5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CDB5573-AC31-B0D8-0783-BA5F98F43A9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1A30C19-7770-85BE-02D6-880E191E728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5EA299C-1F65-F52A-0DB4-711D4E321A4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019EA68-9EB9-DBA3-7100-DAD9A2F8E7D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A0126BF-9470-68C0-1480-FAC5D291758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8DDEB23-DB50-AAE5-8351-97A73FF08B0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CF635A-5460-EEEC-8A3F-0BB4BCDEFCF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E6442C4-DEE2-97C4-EFDB-5A80B6127B0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A28DCE-365B-460D-3D47-04E9152AA80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7BED2B-C5AE-38C1-B052-B1A52B98342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C35B57-4372-82B5-1596-59C7B005DC6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0BC193-77E0-592B-433F-D1D0C8F7C35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9B9DB42-F5B9-DA2D-0655-3D66B245856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4510E1F-31E3-E9B8-A7D7-66A9868195A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28605E6-AABB-C68C-F1B0-EB494AC18EC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C888AB7-05E1-328F-3FAA-1C4908D68B0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400FC18-F893-129D-8619-EDAA9D60AA9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BEB09A-84F9-3FEF-C6E5-456AC7EE750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79C0BC8-47C6-BD06-A57C-75280807803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A1CBC77-C236-D309-EA7A-D4BB94BD61D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5F83192-234A-DA43-4B52-86B8B1CA821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C5BDAE5-7BBF-2C78-D1D1-124B835120C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4D4C9EA-F531-A441-CF38-38A299F1BBA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77DC040-556A-6381-EF2C-DB4CC24D3C9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F4FBA8-2929-0843-E13F-6B02AE3FF32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0F93BEA-C641-927A-0923-0C99CBEF753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CEE20C-70BD-1E86-D816-88732A4CA5D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208D96-E4C3-6150-F57E-1F512D43BAD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BE73AD-50B3-7316-28BF-CC53A9CE94F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D9FD4A-BECA-4861-479D-EA28DEAE72C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F4CD6A-20E5-301F-BCB8-CF0C1A27043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F0D70D8-BD10-B837-E24B-489C1C42C63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DC5506F-CAC2-51E0-5D23-050B333DC98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2D2DD1F-A071-6C15-8AEF-4A8694C18B3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90592D3-BC00-D897-FD70-D4B88BE47AF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6DCEB4-6993-B27B-2E18-7081FA523E6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D2ACF-6685-00E6-E822-ED2E7418776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B80EED-04DA-B828-569F-CFF38C5E661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6E9F9B-2684-7E23-B2FF-262D736FEE7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9E78A8-CB76-5B47-6914-E2DC9C448F5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E1410B-580A-BB2C-7A43-8D4613F5909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6249A9-2EFD-99BA-E23C-9CD5F6A1D35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822C64-4431-7561-9F52-DC633287888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445979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BABD8-783D-67CE-BAA5-2CDB3662C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C2728C-0C0B-FA48-4894-BC6A79D7D7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DA19063-EFD6-29D0-F12E-C579F2EE4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3141A22-E496-C9C7-3B3C-C17B71C77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07366B2-F3C7-49EC-EFD7-AF05B25998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FF52C3A-B768-1689-6BE9-4D1987B20C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29065D-D815-6CA6-834B-A34DCA8CD91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BAD072-DA31-8296-75D6-F1DF137EABF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3DBE3D-16B6-C7E6-0114-9F3CFCA5769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2C2C8A-17BD-F553-B030-A71BC4DFEB1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65A97A-EC33-4F13-34BB-9DA50A4FF52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10707E-602B-6405-876E-1371B1D069B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1DAEE1-175F-7F7E-B784-6E7A8A99475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34</a:t>
            </a:r>
            <a:endParaRPr 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E67111-FB23-03B1-F8BC-FAC0D8C0AAE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7B878C-4F99-0F03-23A8-A98AE1C1687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7BDB90-F902-CB4B-5CD4-16D76AE4C64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36CA9A-1871-04A7-5330-DBD9A3B171F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137625-EC01-B2B5-572A-0AB3EA4FA1E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956B59-66FC-8B5A-9E26-B96D50AC92E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D585F4-F8D0-1D76-53A5-A05E1BDF58C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EF3C72-564A-F21E-9184-F5EEFEA5CDD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2EE4CAE-34B6-7D6F-1B6F-1D066D9C6D9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942867-0220-B766-E49B-CB0B2A85A37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5481C3-FCDA-34F5-1151-C13F9ADFB83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E3000C8-7D71-9355-76A9-0837393D725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F613AD5-D4C3-D15E-1DF8-009FD80BE86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8316C5E-60CE-DDAD-51E3-D579EFBA1D1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654FF08-84CE-8692-0732-9B6A2553990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F4CE63-1518-0A4C-E4BC-9AA680CDEB2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7F537C-AB0A-A19F-B222-F53C33FFF69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11DB8F8-0251-256C-4C1A-58110EE4B81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6004E8-04EE-EB13-5626-F5554A69F70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9D83095-3954-693C-5BFB-F591AABC180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997624A-BCE2-DA59-2E11-A3B230348A4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5904B0-0AE8-7F57-B1C2-6EBCD5223EC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37324B-CA93-1228-8499-7B8EE2ABB86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5EA432B-86C1-8FD5-8C4B-EF9B6AC1040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736BF4B-FB79-A086-BAE6-1081CEEF809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1EB1105-271E-01BA-FCDC-D20536F3AF4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DE988EB-6D56-FFD1-A7E7-DAB76BE2767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7DCC3CA-D875-BD7B-A39D-4C8231B6C00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40F4E2E-51CF-0C31-2C37-7F72182B672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90739AB-596C-D07E-96CE-6D7CB153086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660A7F9-ECD8-A925-2E30-0622431B734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E7E92F-1E73-D9D1-FFCC-01E160853E8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88151E5-7836-F381-BD51-908E4FCF851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1F4E2F-82F2-98EA-9816-A521F6E1199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E658A2-2DCD-5514-CA3D-A54AF05915F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835D1A-6F71-EEE2-7FFB-B40540D8359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A916E6-897D-43E3-C1BF-CA65A07F4A3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709C37E-69EA-83A0-4DD6-8A533170727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55133F9-6131-4663-60A7-35C016BADCF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2824647-02A5-5AEA-70CB-E8C1A319EAA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CBA2752-3046-6EB3-207E-329F1F7BC6C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0120610-9BC7-FC58-C6B9-C9E88F20EEE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9C0DA8-F10E-6D72-02AA-6035F37C1F2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DCF6BC3-EEB5-4C37-80F6-58C4F7663CC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B943FE-9E1E-4A28-469D-3D870584160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40FB5E0-E261-0CED-95FC-85187B948A8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618F6DF-7AA7-369A-3238-30538BF5AA6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F2A333D-6534-AA0C-2CED-24A97EFCB27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1852B94-6C75-5407-DEC2-2FF6E6131E8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B0A98A-BBE1-A98F-ED99-8B46BB641F7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70F037-37AF-344E-D10F-BE4AFF3DFF7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3EABD5-80A9-1D52-4A6C-C389CB55D95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D558C5-EABA-AA80-EF1E-D597A060CB2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A1DFF9-781F-837C-0847-A05BBB848B6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D4AD52-A7AB-AD1D-2D76-4491789BD59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6F37469-C04C-82AA-2830-5077AFED601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F05CE66-34E5-9B68-1477-394727B9E69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290F701-1DCC-2099-7DD8-CDDB42B06A4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3B633FD-097F-4B87-C5B8-524B181901A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20D293B-7522-EC82-8B49-0BE03FC5C4E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627D5A-4FE7-55DE-9B72-666ED4FAE5E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FC0378-8A88-249B-9203-BD543098B37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BA4D9E-8D47-AF6B-B7B3-44357B829FA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35BA08-F680-0066-98B3-094DDEC2083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8B9D46-FC3C-6761-A52F-AE8D783B3BC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E11498-8D32-566C-3AC6-F11DE9DA0BC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05E6F5-5FAC-7671-08A8-CEA8DDE1F14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2DC35F-5320-D22E-37C2-15A8F1B1C02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793084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AFA2A-BE03-37EA-8BA6-CA2E46CF5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7C1E50-97D5-2A13-2DCC-88507FFFA2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 6.</a:t>
            </a:r>
          </a:p>
          <a:p>
            <a:r>
              <a:rPr lang="en-US" dirty="0"/>
              <a:t>Complete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F74F543-A21F-F039-842E-F994CE8B5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FD3AAD7-E54A-E7B7-1315-C6C1110A2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4F940D2-5403-DEB1-5A2F-9A5C06C0E7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2A844DF-6487-2FA2-5D16-94FCD30CA5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1A9586-E457-1691-7B2B-4E50C72CD3A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0D30DA-AABC-A98D-BE05-B9DC9017D55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F82F3B-51CE-DD0C-5564-C5CA4625549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83AF51-D5E1-541E-6CE8-3CF1A3E494A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D2FA71-AFF1-27CC-0BE0-0AAD3297546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BE4CA1-21EC-C7A6-42EE-18018DB36EF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3539D4-FD76-2075-4B63-F21495F23DA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34</a:t>
            </a:r>
            <a:endParaRPr 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9C290D-A13F-598A-3644-F5B7CC1ED41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436BC1-6B44-E0EB-0CF1-601E5B2B9F4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87C03B-B655-D409-03E0-DF8EE0A7D2D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87859E-3133-CF01-F5E8-529C72EA6DE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53D54F-CC64-8D36-0B67-9F721649826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B02DAF-7E52-71BA-7F6B-7245DFDD314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0A1BA7-F54E-61CC-BFE4-FFFC37CBD64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E76A52-9A4F-39E4-867E-070B655113D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6466C8-8961-D566-2A22-774F7B5EB0B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8E8634-E476-7798-E0BD-B19106D5B9E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18D140-3A9B-E5B7-0F5D-38A2A8D12B5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05C2EF-8F30-3414-FEF7-B2BBA692885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F078E5D-911C-C25E-C1A5-0339B36AED9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DC0FF2C-1FD0-80E4-AA07-5A02424C6D2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B9F9C7-5DAA-C021-86B4-FF76512F930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5DD5F1D-6568-025C-0779-94F53EE4A9E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551C4D7-41E1-5732-8633-EEF6B40C4DD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95D37A1-7CDE-A387-233A-931E8937269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161C68-B850-A7B7-0BD4-82561960B8E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DC1388-5CB3-F24C-E57F-35A5938C493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47A5E60-3079-97EC-86BF-A6B1BBD6569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F1061C-A6A5-BECD-73AF-E4FEA783555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4D7749-2F03-6068-DC4B-4896C687936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4F7CB23-FEEB-78DC-C19A-5B115623BDB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E9F57E0-9176-8D1B-4BAC-8E81C08929A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6C2CDF-ED0A-ABBF-404E-180DE87F731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34DED1B-A1CC-C342-D021-9647594D2D8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5028678-467E-249C-03D8-B05D3025F51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E4BE9B0-DCF8-AE6C-6D69-0051C146702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FEDD0EE-D29E-B624-12DB-0A3961A67D7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8DF503E-97AC-6549-8C63-71DE61EDE95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8EBD9E-5C2F-A350-1F4E-165E15EF0D9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D756F8D-DEF8-BF25-76AE-2FF034E65B5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B73278-A69A-F2F0-4F1C-364DA69E690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DA886F-B48B-5255-5813-E7373D6ABE8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2B149E-9795-2D61-E063-A75CCFBDCE0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A76CE3-C797-0855-4A1E-C473522C861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853EAC1-444C-F2AB-2C23-73D7D1E7111E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C845F8E-FB92-251F-7194-2B869E251EF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C0F39E5-4541-D626-BBB2-838D14960FE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D76D808-4F1D-FFB2-C1E4-1E80800E19B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2BA54D3-B70E-0E52-CBDE-1A7B5B3DCA9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269092-8DBA-2860-A2AB-A5E2FA3CE6D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DF78552-56BD-C6AB-704F-6FDA4178511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48FD022-0FDD-0378-D855-BC2431A9A7C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8064D53-9AAE-EBAD-1173-BAFA0B4495F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C52DD58-F075-7CD3-430D-6C4D3E5021E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61CBBE0-FA5E-8DAE-C583-E4663EDE726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5E4C528-6211-6D0D-CAC3-06F0C62C383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62085D-A671-97EA-5C1C-84FD977EDA5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6D0F86-68FE-A371-9912-EF43FDAF99E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DDDF89-1D0C-9F65-7671-E5325404A05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EB402B-D942-036C-9AB3-D8E733CF465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D99A36-BCED-575E-0947-25E334339BE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F97F27-3EA0-42E6-6E8F-75EA23E0EE8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4977E8-72FE-92BA-C667-A2C88DA7FAC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239C5A-0DC6-055D-A04B-0485935A50B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7BFF38-1944-22E4-5663-B88F47C0BEB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60645AF-B5B7-317C-ED11-0C63E3AF2CC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D978E56-2AEB-A321-238B-DB42A81D938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E7D9E3-6322-B7E0-A3EF-102285EFDA1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5EBFB4-D3BC-62AD-617E-9AE9093DE0D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BA67A2-4BC7-93D8-0B3F-1CA9DECE852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E60F13-9CE3-CE41-8BBF-FFD5A834C12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CBB534-BE70-AF9D-EC72-13E2534FF9E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36F18D-A725-4246-7C62-004BA1D6CB3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5C1FAD-5A70-58E6-DE73-F3519AD7B6E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991CBB-2F4D-89BD-8DEB-7F5FD8B03A9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47B026-288B-B971-D57D-308E63C4650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7B5BDA-2836-BA22-73D4-D1497B7CA72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305912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0DE27-9D84-92E3-1864-3F3088C9C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5F2F8A-D1E0-B6F3-7843-E9B3FD2FD3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99F0630-28A9-7161-6FF8-16E8D814E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12A9220-49D6-A075-247D-55142764C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EC45591-A4C0-DAED-F096-F02CAEC4E6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C8BCA62-26FA-D829-F049-A345DF2350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FECBA9-EA22-365C-C0C6-C855227FB04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45E97C-9A12-87CB-6906-81D68E3715E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FFC36F-3A9F-B15D-236E-2FACAFDD72F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D209E3-620C-9484-B85F-A259B501697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36CEE1-503F-FC24-1CBF-BC4E7D81DEB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34</a:t>
            </a:r>
            <a:endParaRPr 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EC66DB-EAE9-2F61-6C6B-A3853B91B59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C96A32-5B3F-A285-C1FA-7968782F65D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C9AAF7-F23B-C97E-8DD1-D5309ECD6D9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063936-3A03-D4E6-1D7D-5775E8806EA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7077DD-0086-C32D-CEC6-103403C3F45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44F20CE-E7E1-DDFC-825C-26BBCD28D18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84E3A7-DCDF-9865-FDD2-3C24A64BAB7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30C6834-14DD-7F6A-5231-28AB5108A05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37DA2A-F65E-B124-AC00-B5B330B7EF8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D7C438F-8C9A-1075-B3C6-5DFF04B3699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CCA488-B05B-3BE7-2A2A-E5A31F3299A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E47D74-91F3-9733-8BC2-39D70BBB592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D95FED6-7026-EA86-4FFD-969F4642408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A47F54B-F4BF-E5DC-E9D1-91586BDF3E5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95F1387-E399-10E8-6F97-2A38B315E95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D25CD3E-4764-B8AA-E572-99056402D41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BB55BE-4AE0-FAAF-62A9-5BE938B4C82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7275A9-0BA8-11A5-2470-3B3D9E6E5AE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80F9F6-250A-738D-47D9-63565295FD4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7B37167-4C39-0F19-DCBC-933C48C9165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036837-1510-A9C8-7758-CC2435A958F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ED42B8-146D-D2E6-8DF5-F8A1C8517C3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6B4174-140C-8627-F8BA-CABFE483BD5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4EF09C8-A56B-B0A1-A4A1-5C751ED742B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BD61CBC-FD7C-35AD-1279-AB3C2DD56E1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B61DA3D-6E14-9FC7-0DC6-AD92F60D3F3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BF6698D-09C2-36C8-93BA-952254C4C54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88C63C6-F6E0-C900-71AA-AEC0965C660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B2166B4-61AA-CF85-E84E-BE6A9462798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F566CFC-28EC-6403-719C-A9C9F18E029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D05B3CD-4047-04E4-5FFD-508C3BCDB43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477390-9D36-0606-C284-A2925CDA7FF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E37FAA1-0817-17B0-9CD5-799FD0BDBD4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8C0797-286B-ED75-FF8E-BF79F4944EF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91C26C-5DA4-2BB9-8230-57E38B362E0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889319-85BF-8206-2952-A62E30277D4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3AECBA-D793-EB11-BCE9-4B45DDDCFEA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0115D19-CEF3-67B9-6AC7-9322C9A01CE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80C0D10-D293-58B3-1B17-75C665398D3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25EBFCA-FFAE-DF60-C980-9C9DD3D4E49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23B07D3-3726-2F3E-B6BD-3AFCFFFB3E5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C8E3843-B770-6611-DA8A-03D3BBCDCC7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87C7D1-447B-5AC4-CD73-5520179F386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76FFFFD-578B-608F-EA07-D1EE78051D1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D7A909C-5CBA-23A0-A507-52F90F3FFD3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4C074D9-68C3-EDCD-8FDF-59D9F9C1B10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03D2E34-7F5F-02E7-9E48-A968C1F2994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B7DEEFD-32DD-0FDE-8E9A-5171CB9BF64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25F287E-4E42-0A7F-7BEA-82FE88E3088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78D017-C2B7-E7AE-D6EF-7EFBBC67FAD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E20623-9FC5-87BD-57D8-086B68C04F5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C8005D-5A67-D8E0-1CBD-655546675FF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0265D6-EBE0-F23B-38F7-3E0D057092C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4D6CD4-EBFC-DFD0-FA2D-39C9514FD81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BD2CC5-A55C-70C2-4A9B-E9F855CD677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14F4C9-EFFD-C492-9E63-471DA848DE6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F7376E-65A5-0DF0-8BFE-DD1DB96CBDB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59CCA63-2B1C-A895-298C-FD58826B253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6B44DB5-2B90-CDDD-7034-DE7B075DB54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A498C6F-F678-F147-CD4F-EC3A2B9F40C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680F92-84DF-811E-97AD-87BDEB205AD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5D71AB-0A79-34A1-0770-67DF84A41E6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707644-B60E-E296-40C1-2B5ABE0A2A0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D103EC-03A4-EB12-6C00-2ADE3D0BB24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6D2F8E-029B-8DCF-4E2D-F2986620B72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E256FF-B2B8-625C-D892-536C0875578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4E1923-A64F-C1F0-9CD7-3E65FBCCA9D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4B02FE-D7EB-51A4-616B-5C58BF85E93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81ACC5-7675-E7F9-3608-7E185B4D40F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DDD120-3E75-375F-D27D-75DDE3D8252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AA470D-DF85-D997-1824-C582F4B40C0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BCC83AE-2D57-1891-3928-505DFD3278D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918714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B9C4C-0247-8A20-5C9D-89D18B7E2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BA3534-5C33-1FCD-BBEB-35E1F46717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520C75B-A532-17E3-4A28-C93C3888B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EEF1E82-5AB3-D3E5-8200-5A87057A3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560599D-1A35-48C4-2DE8-02FACC332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438E177-04C9-4DC3-6872-85B6234E37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46A83F-5046-6B66-9ABF-29092DE940A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9F02B5-A3B1-B882-CC2C-B83AC922245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E3F75E-7B76-E6E0-0B8F-BDAEF6FDC00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C30DE7-DD8B-08E1-AC0B-65FCA805E3C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C8BF00-091C-7721-DBD3-7F3426A16CB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34</a:t>
            </a:r>
            <a:endParaRPr 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90ECF2-95C8-495B-0654-4FCEBFAC81E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DC126A-110D-7816-E64F-28B8066C197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31CC31-7733-94DA-217C-05F7A908781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FA61F5-4AE4-A4A2-1008-AA482001743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4942F2-A090-4A4A-C636-D1ADFA8676A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BE8AC1-9ED8-6073-23D1-C965F4307F0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C5AF5F-B6B5-0F6B-8F6E-BA8CE29222E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9EAEBD8-52E0-7965-A04A-6E6991CD555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920786F-02D2-EDB0-6BBA-BEF22ED051B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A98DD6-E572-C073-222A-DBD24BC9BE0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343C74-E0B8-565A-212D-307B5964E66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D385547-D6E9-6DD4-3DCE-78F23D1C277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95967D-38C3-777A-C19D-A0D216A38BE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830D479-5D37-51F9-642A-C26AB685B03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5B438C-9E88-819C-F78B-A314324A4D2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562641F-9A10-F029-A6A6-EF1EF65BBEE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B50C3C-73F4-4700-D4B3-653473F991E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D9FA52C-F322-4ECA-886A-B4CD0DB87C7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E0DAECC-0021-EB11-8587-AAA48E11E98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112B01-AFA2-E5F9-E2AF-01155050AC6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0389EF-5301-A0B9-E8A1-E289C6C171F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FCA976C-E57D-F2E0-9736-1AD5DAE0492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04C5191-D78F-FD00-69C6-A3AE251FF36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825669-EE2C-4475-C1F7-EEE648A1D4C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1574809-9867-4BCF-AEFE-5892078E68D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81FBA7B-48E9-E4A8-3543-F83F8F5C9C8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FE7CF7E-BAAC-16E0-AA8D-3DCE852C4AC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97F100E-0560-55BE-3745-12A99827F7F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D4DF7E4-972F-E5E2-A6B7-5A3837FF8E1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88750D-C80C-78CF-4442-9AFDD1B7BE6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2EEF1E1-65D0-C408-1DC8-3F0AA519B65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4B9404-D1F4-3434-E365-FFB972CC18B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F12DB7-E4E0-83A6-7D25-6EA9845DE9C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1DD127-D28D-9CC9-9E4D-350E6873A74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2C08A0-84C1-6626-EFF6-28A589510A2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BB6DD8F-8156-5B68-43A6-669835E2844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7ABAD9-B47A-5201-C333-C046DFC1088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AC40E48-15E6-E741-8A17-70C017A0188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2F1A051-0469-2504-E960-D2A4C900D9B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46B5BE8-5323-A202-1269-B775D8148D4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3ED226-8F0C-4A95-CE9F-B1B9B50DD28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CEE7420-F524-8600-AF93-0505379075F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ABD044E-28BC-C5BA-4A4A-3C52DD1EE2D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068E149-8EAF-02F0-E690-EA75CD60F52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375008-D78E-5F37-0574-70A437A22BD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396B49C-2937-845D-A2F3-B33608E9B10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66E2A01-8273-A85C-8B13-B6CF94C77EC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48E8CD-95B2-31CF-DF7D-1ABBE869CE3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6D09C1-8B3B-55FC-78A8-1256C8EE1C9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B9A58B-AEF3-A585-BD00-FC48920255A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5E5676-06BA-C043-D489-913153C1887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4ED2F1-FCAD-854D-F30E-154B78DBC14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6E9886-607A-A174-2386-E4EE5BA0FC4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9351C0-CCD3-AE15-8CCB-63B6A215904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279F73-64FA-8404-E18C-A49F9831C7E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3C371E-C41D-D801-6498-29BC6A21409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AFA0C19-94F6-9827-03C2-8F063290005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BA99B0C-F705-3603-48D4-95F45417B74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A6A18C-FD99-5BD0-BF31-14C49A6C789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EFC0BB-06FB-A8D2-544F-230B7DD4973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C7F919-B366-E59C-A5EE-4D382F2A087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EA6C0B-BAD8-5FB3-46C7-09D7FFC4150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B8DC14-4DF8-4708-34FE-BD30C94D81D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B38D30-9280-A1C1-7C82-AEA74E79ECB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7D88BA-00C5-CA24-671F-64CB3B4EB56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0D1AB2-AC32-10A2-EEE6-CC7496DEBC4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350AD6-09B2-B66D-BA2C-418F520C64B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9F3BAB-97F0-2CC1-F96B-292191CD284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7B9C38-48E0-BB17-ACDB-932FB7C2833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AF67FF0-6C55-7A3A-74D3-62E49EBC565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4F1850-01D7-2392-9144-02D43B31EDF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165EA1-9525-5095-9F4B-F61CFC4416E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813313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1980C-5AFA-2AD7-86FE-B2A674083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847C05-A2AE-56F3-AF91-BDCE7FCABC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A4953A2-DA3F-0962-EB67-2E5760168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ADB9623-65B3-479D-C514-633766BC0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F0162C1-3726-F914-0A11-590E475401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60E2BEF-C90A-2BE5-7C63-37D73EC96E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24A490-C54A-53C4-8B36-EC2CD80E516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E27EE1-E0EB-24FA-99BD-A75C300B2FB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6670E8-19B4-5C08-4F98-DB643D074AC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BC9BBF-8A41-8F98-8260-D5C3D06E3AF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6F9C00-664A-934D-143C-F6AFC1F835C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34</a:t>
            </a:r>
            <a:endParaRPr 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7591BD-E328-176D-BD89-6D3D66FD30F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482A08-8877-3D9F-A798-7F6EDD1E557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E38C7D-330F-A435-3003-0735196D911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0B29A2-9214-EC83-45CC-3478FB6F775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133574-7032-6D60-E6BE-86F2215767D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2D12AC-2B9B-F999-DFFA-0409930CDDB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6DC619-29D9-0DD2-1D7E-224724FD7E7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020EF5B-9290-87BD-E472-E3932892DC8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C8EBC44-92EA-E100-1C82-EDECE522A4A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73A436-797B-C34E-9D63-101EDC234BF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9EC76D-CEAD-36E1-6D3D-53B409D068F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A56C242-19B7-4D6D-8A10-BAAC6CFEB43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C80CFD-4002-C7DE-D08F-E37C6A76EA1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AE07251-66AA-15F0-73EE-486AFEDD74E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B56CC96-A67D-2A45-F4F6-92B3B7E7D7E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CF27A3-0BED-B197-697E-BD2919687F2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B3DAC5-1F19-4D5E-FDE7-6518363D511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A56D54-82FA-677C-6851-F2893C5800D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306A00-2D49-7286-4A26-640B1BFA0DD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04B5CD-B9B7-BB96-37A7-355B17EF71A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3D9CEF4-1A53-0EC8-DA5B-F6A65D4A9FC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4CCADC-13A7-D52B-8940-F4C606D3537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C2C4984-A99E-A2CD-D25A-769DA545F8D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4B7C8F2-9105-720C-1619-90FB122283C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55BCDCA-97A1-34A6-ED65-3D9AE05F4CA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D20F4FC-2AC1-A042-8DE1-064EC2BD720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B78E98B-EB31-05EE-1A90-13E8DB77231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A41F885-DB95-E971-EBCC-3AC74D9E77E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DEAF3E-C3F6-AC91-AFFF-701F146CF00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DF36ACB-EC99-0FA0-6187-828C4BE86CD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69671E-5FA8-ED40-CFEF-73B6A7A1C94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DD6CF4-9CBD-4CFE-7D7B-549FE3D813C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3D3F6-99E9-9DD3-0BCE-8FCEE54907F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C80EB9-7BF4-CB8D-1FBF-15056B86A26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BBCC7A6-681D-81B6-BACA-7B3C9F7972E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1ADAA90-E0F7-3AE8-57A6-FB396E4FBAD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165C43E-0C33-5844-24A3-3485D77C2E1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B3109F-CE27-B8F0-5F29-9F037611BB1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B77A036-1C9A-3B62-530A-73A9762E1FF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E41239-7CFC-FD6C-D28D-1F5366B7375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03EED33-D721-A417-57DB-EACF16DFD74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A33A622-F860-90E3-0870-4D31ADD8614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A58DC0A-39FD-1F22-FF35-A813D39DD50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ACCE8C9-88B8-0C31-91FD-8279C692FFA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95D54B7-E18B-E995-D1FF-6A3C3C54B06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491D465-EC39-BCE0-DBC8-B86ADBCE00B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DB4616-3FC9-DF7A-4816-283792F325E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1987EC-B171-ED8B-6F12-42058E12962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F44FB0-B6D0-AD5B-04BB-2D6BA939488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732F14-1825-8AE2-EF40-EEE37A0B876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B3E777-E7D0-81D0-A102-3E93B70F4C9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8129EB3-A5E6-03DD-D3F1-B7185A0C103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F3B164-5AAB-1492-46FA-CA03C2A2F34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40D9D5B-67E1-3CA9-CED1-BF92BDDF591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6DD1762-AF87-DB6D-3C1E-3BCDD65C0CF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2680425-C0A5-3BCE-994E-CEBCC4BCD9B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70C2924-3C23-983C-3C0C-C7B23390603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D6466A-169A-BAB1-5BBB-FCA098A59A7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69CC1E-1A73-4D6F-3437-80607965D61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702B74-718F-6524-B094-2B6375F4677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1CB683-9FEC-15D1-A480-81863B381FD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C6CAE9-D026-97C1-D47A-81B5BED0152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D80F8D-53C7-682A-44FB-34BFE36F14E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980930-1E6D-ABEC-98FD-1BF23BBBC49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5372EA-9F7D-12C4-DCF1-C51E2EBB34B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AF2D61-0CC2-5AF1-C8D5-FB8F7838EC1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7A78A-C996-8FDB-4DDA-8843F136D0D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39C3DD7-8639-842E-D398-19437171C39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ED35B0B-5487-872A-CA29-B74604D08B7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01BEA4-91F3-F4DF-6563-EA32D2FA700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68241B-668E-7857-CC86-DD404A200FF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869397D-9B29-CB28-6EAF-4B90D907603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039341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0D957-3599-C83B-9B75-670324829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B0DE9D-7E30-89EB-0788-D6EA9A520C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Row 4, remaining 58 fits in only one way.</a:t>
            </a:r>
          </a:p>
          <a:p>
            <a:r>
              <a:rPr lang="en-US" dirty="0"/>
              <a:t>In Row 8, remaining 23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1733D4E-EBBC-0A2E-2678-AA2EC3DE8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8FE32F1-B248-98A4-28FE-566215E57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DD34319-080F-CAD6-33E7-A5AFAED334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9CBAF97-7AB6-B42A-2BD9-0E6D4C852A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961F56-ECE1-415E-63DB-8CE11D7EB41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5CE928-B4F0-0632-3A23-9B3E50DFC84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267420-2B3F-D4DA-8689-FC47118150E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E5FFB3-5200-22C0-A68B-373E0C68388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470D5C-DED0-2981-960E-44A9C969C30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34</a:t>
            </a:r>
            <a:endParaRPr 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B3C4B8-08EF-06AA-92CF-91EA16D9E39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64D0DC-91D7-65FE-87F5-6252F8562C1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DA4C16-1E15-4866-988E-0DED7A2B163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1CC51C-08B1-F27A-4E87-08AFB4DE7C4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B1ED19-64FF-F6CF-76D8-C861DAFA7A5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0F28EE8-57E3-CA22-69C4-67C8771999F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AE6E6A-A3A9-9BE4-3E42-E189887CBB2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2A84EB-94F5-511F-34E8-040E964FE64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887E236-C448-A423-45CC-680B2F2CFA5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E2A6A1-5A36-58F1-68D3-82670C05D53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80384E-D8DE-8159-A10A-7AF35D9105C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E8068F6-CB78-40FC-F599-DC65CC501C5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3AF83CA-D4BD-CC1E-7FFF-9EEA7634744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AF9BB1-FEA4-7EAB-EAD8-F9D673F5C58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E27557-3FBD-71F2-F446-93E4A5F03F0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53A5DC-30D5-3028-8148-E3723F25056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955F20-9CB4-DA11-AAFB-E4ACF86D587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E72A6A9-49A7-CE44-1DCD-71DDBBB6B57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250D0D-5E43-6EFB-1E2E-6C0C70BC99A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3C0272-6363-082D-A7DA-D8874626828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40A0FEF-1B1B-CCDD-F8C0-14F91456283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D8FBB35-35B1-F372-5F97-8A9FD31665B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551351C-C344-1166-3156-AEF39908306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BAE6D51-064C-01B8-A448-6AB2D94F694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076E7AA-A615-3539-0307-A80FE9C8199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8312F15-2A2C-277F-40B1-DA1E5BA5181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5F9A072-8EB4-2C6E-485E-49458B52347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CA6DEF-315A-8558-F5AC-A75E1CD9DDC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9E22D3-0E2C-550E-B21E-47AA0E88F4D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D635D41-9261-975D-DB40-E47D0C3966C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51598E-DD00-F2C2-68E1-5D26F591C33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1BADFF-A2BD-B346-C05C-FCBFD20887A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0215D3-1A68-5845-99F0-247C5DB7E64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E1D83-50B9-DA1E-F999-9AF08B491F7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956B978-644A-831C-A4CD-2E1625B7F70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9AD441B-DC9B-A4AA-73F1-BDF53445554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7E4306F-B5BC-1F4C-56CC-4DBBC1DF5FA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D3136CE-FF49-288F-60A9-61179ECF93C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31A3020-2F03-2C2C-A5C6-678FF793C80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1DD214-6606-BBFC-062C-3A657BF8DE6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FE715AD-E162-0E24-B14A-E219583C725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3822BB1-83F7-E51A-582B-AA62FD9C982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DD16B79-BC1A-4462-E628-7BBA4769CDB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9F2A2C5-0B65-D97B-A60F-984BB449854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B51FF1A-51D2-468F-66F6-E402F18D1A4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1B69D23-BF4B-5D27-86FE-3300415A580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2D743C-8807-8ED8-C6FC-4B480ECFB93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9B9E26-7C6E-6491-BF4B-52AC173A889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F1E570-DDE8-9AE2-FD41-86FD3928FBB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796E1E-8E01-2322-2DCE-1E7CD244973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C02F3F-DAF8-BE9A-16A9-ACDA368C1FE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291582-38D0-EDE1-ABE9-ED2A63B3C23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38CA50-3EB5-2F68-27C6-F3DC03991F0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4C63396-BCB5-7C43-2F8C-D5817C8BD9E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D80425-04BD-C3B7-AA37-C38CFFD3C50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EB183CA-9D53-63EF-4B44-C647DE2E21B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0ED0DF1-9B2C-E11F-91F2-7D4C680805E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0C92F4-1DC5-7CCC-3F3F-647E5445E13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1D3C0A-7CA3-3D2C-2615-9B2993C1A44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66C729-B75F-D52C-65DE-14FED680E84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AAFA03-230C-EB1A-4A56-8463E1A4727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7A4D1F-13A5-89FC-5133-A949E5BFCF2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2FF7B8-990A-C667-E18F-5B67DD81E75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E76174-2796-1472-2FD0-15A145C587F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EAE29F-B7D9-6865-4781-05AC3D7DDBA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4CD77C-6BFC-A9F6-EE03-76E0B4E1588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01BBCA2-BF1E-99EA-40DC-848D1BCFEEB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FD4666-09BA-3D61-AE46-CD18D2E3022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68805E-BEF2-6E65-ECA5-73B9BEA2FE9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1D3BF1-368E-8CE2-E7B3-5B48DA095EA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34210B-1DC4-FF2D-BC36-106FA1AFBB6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229D681-B629-6252-5C0F-62DBFA76A6C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A1374A-8199-0332-CD8D-E6D1CFA9680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DB04227-897F-9291-7214-371E116CF6E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33B02C-D647-4BC5-5FFB-638C0B53799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D693F9-0ABB-E9A5-6C6C-DEED93128D5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15113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24228-B5B2-D79E-9812-5A1B68FEA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0E3D95-C9B7-98EB-3B37-2A9859EF7C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5B89FFC-2AEA-427C-1F75-B40EE1DA3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902BED0-2283-7BA2-90EE-3CDF6A7B31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C24E61A-8F61-CE40-18B5-1918D2D091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AE4CD1D-9DB3-5958-6AEC-32B8B57922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2771E92-0553-248D-FA5B-CECB7C21B28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FE2BCB-3ADC-328B-C648-64AB6785191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42F73C-6A7D-E650-EEF0-2009AF5FC3F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C692BF-1F0A-9357-3EFB-3E7B18EA75C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38B771-904E-AF08-EE59-743F259E75B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DE37E3-696F-BE48-8874-742277A9703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16A4A7D-16EE-158D-312E-3B0A7866E4C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35DB5E-6E2C-23BB-7FAA-5754A74A7EE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D2A44A-A4FF-1864-E349-C14CC72FE4D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DEAE79-22DD-09B3-AA32-D359E52DFEB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E6F52A-2295-E722-5C7E-F23651A750E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CDFD0A-3747-6A8E-AD30-C9AD8AF1AB7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FEA240-E143-9E94-E04F-10F6642904F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4079AC8-3014-66E3-49E1-04EB673FA0D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B86A4B2-B0B2-4EC9-F7DE-9A4E2F9E7E9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596641D-6FB4-71D0-01C3-6164847B26B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6D93F54-388A-F0A9-92C3-CD84A1DE035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75510C8-AD00-6995-2512-A30C70657DB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CA40A0D-9BB6-1EB4-CD54-8CF5C44D0A2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E6BE058-AB3C-0082-D243-A31791A91CC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DAD161F-7120-B1B4-52EF-68A6D49D53E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AF67C3-7109-0D24-1678-194E883CE89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3F29DF8-1685-6CC8-8523-3532502BF64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8C7EBA-07C0-3A5B-2F0D-BD621E54693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8ED4F5-7E5A-8D70-C2D9-CAD1CB5B57E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E31640-CAC5-2ED0-5E97-B8D4ABE13A6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55E171-5033-E1B3-9A30-5C397139A5B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A8B7568-2EF8-BD2E-6AE3-A368BE065A2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D7A7061-C522-B580-BEFA-19D2D094759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47EFBB5-E070-B67A-A5F8-896C346D5E9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0F8A65-DE21-CD78-E955-CA345EAD2BF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FC2BB41-D260-6753-DF43-543A198018F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54D2405-C729-17B6-2B9D-146D8847DAA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AB70DAF-CDEA-830E-067A-52A26DD58E4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62D9919-5BA7-9F9E-5DAF-8875F1020F2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4BEB5B7-D9E2-F586-A908-5EAA63AC6DF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260517D-2A85-1545-9F2E-2A5A1B76654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F0783B-8D69-FE6A-F960-3850519595D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EC207F-2774-CC09-5583-32D25248F30C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6678CB-89F5-D243-76AA-2C0C47323D2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D16D4F-345E-5886-F1BB-529FB3E0860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6061AD-C503-B2CE-D386-D202EB0FAC3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B32F6F-7E7F-0964-9B24-4725D4DBBB9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5D9C7A-B3BF-E484-6892-EB58A3DC869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0396D3-9475-41D3-9C0D-56320AA74F8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D356B13-BFE0-C022-03CC-36985726B98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4CC7186-E845-1736-1D6D-319DAB98D4C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12495D1-481E-FCE6-0F4C-0F0A04DD569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E9CC7-8822-C0B1-9D71-167CEF92F70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E2D251-C88C-7A1E-D92D-3C699CC1D8B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705A76-52E0-6DAA-507D-BE2112FC24F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5150D8-4263-5A8F-2767-83B1155E8BB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A66351-656F-4F19-C194-BD667D429F5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4863F5-B152-70D2-2795-5BA300AB46A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A69072-E3F3-FCA9-0FD9-177F243A84E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CA112C-83AA-E84D-D6E6-B4E28C031FD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DCC472-5831-AA73-2252-C8D10F3FE5E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BA87A2-7784-3AE3-1FDE-8A961A194B5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6E2487-22EA-207A-FE93-A5ABFABD850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B307D2-B841-7834-C225-63E57A5BABB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FDEBBC-0354-38B4-5300-289B9BC0BA2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F19A90-CA47-EBFF-8EF1-AD91623B76F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0943B4-4EE5-BE0E-BD06-5B32ED91485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AD4F3D-F1A5-FAD5-45A1-E846E3ACF9D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F560C86-0805-D367-8357-54CB0D13D8D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A58D456-9C6C-A4AA-F774-C2FAAD58943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28FCB1C-D599-81F1-4D14-DD1C8A71A69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7966992-1A46-3D73-9A20-7E26C4BB830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7AC01D5-D639-3F36-FFAE-7A240F8BB98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84860AD-857E-5E70-7EFD-F0C557FCEB4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50FC105-6967-83FB-0A12-0A23E4D1950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8801B2C-D6B8-1D7B-B815-23518043D28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D559E37-0554-3E62-0EA9-82987468F1D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FAD286D-7AC5-AC8B-5AB3-4C077562E96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D881150-0517-2922-52FE-A56F2C8B0A0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A801CD2-CF49-78D5-C8FC-8845FBA7208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5BF4E0D-AC1F-F991-D759-26C2E6639F0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96A4514-5DAB-D01A-F423-0472B0BB415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60ED50C-EA4D-990F-15BC-C9741F4DF5F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70AC7AC-9BD3-92BE-4F34-D8E40A1E08E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45752EB-FEA9-DAE0-B1C6-C3147B7EDE9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6908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10457</TotalTime>
  <Words>3815</Words>
  <Application>Microsoft Macintosh PowerPoint</Application>
  <PresentationFormat>Widescreen</PresentationFormat>
  <Paragraphs>3314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405</cp:revision>
  <cp:lastPrinted>2025-12-02T00:08:17Z</cp:lastPrinted>
  <dcterms:created xsi:type="dcterms:W3CDTF">2024-03-19T02:13:08Z</dcterms:created>
  <dcterms:modified xsi:type="dcterms:W3CDTF">2026-08-22T00:53:50Z</dcterms:modified>
</cp:coreProperties>
</file>