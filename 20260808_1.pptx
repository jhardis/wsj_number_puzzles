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457" r:id="rId2"/>
    <p:sldId id="531" r:id="rId3"/>
    <p:sldId id="532" r:id="rId4"/>
    <p:sldId id="533" r:id="rId5"/>
    <p:sldId id="535" r:id="rId6"/>
    <p:sldId id="539" r:id="rId7"/>
    <p:sldId id="540" r:id="rId8"/>
    <p:sldId id="534" r:id="rId9"/>
    <p:sldId id="551" r:id="rId10"/>
    <p:sldId id="552" r:id="rId11"/>
    <p:sldId id="553" r:id="rId12"/>
    <p:sldId id="559" r:id="rId13"/>
    <p:sldId id="560" r:id="rId14"/>
    <p:sldId id="554" r:id="rId15"/>
    <p:sldId id="561" r:id="rId16"/>
    <p:sldId id="562" r:id="rId17"/>
    <p:sldId id="575" r:id="rId18"/>
    <p:sldId id="576" r:id="rId19"/>
    <p:sldId id="555" r:id="rId20"/>
    <p:sldId id="563" r:id="rId21"/>
    <p:sldId id="556" r:id="rId22"/>
    <p:sldId id="557" r:id="rId23"/>
    <p:sldId id="558" r:id="rId24"/>
    <p:sldId id="564" r:id="rId25"/>
    <p:sldId id="565" r:id="rId26"/>
    <p:sldId id="566" r:id="rId27"/>
    <p:sldId id="567" r:id="rId28"/>
    <p:sldId id="578" r:id="rId29"/>
    <p:sldId id="586" r:id="rId30"/>
    <p:sldId id="579" r:id="rId31"/>
    <p:sldId id="580" r:id="rId32"/>
    <p:sldId id="584" r:id="rId33"/>
    <p:sldId id="585" r:id="rId34"/>
    <p:sldId id="581" r:id="rId35"/>
    <p:sldId id="582" r:id="rId36"/>
    <p:sldId id="583" r:id="rId37"/>
    <p:sldId id="593" r:id="rId38"/>
    <p:sldId id="594" r:id="rId39"/>
    <p:sldId id="595" r:id="rId40"/>
    <p:sldId id="596" r:id="rId41"/>
    <p:sldId id="597" r:id="rId42"/>
    <p:sldId id="598" r:id="rId43"/>
    <p:sldId id="599" r:id="rId44"/>
    <p:sldId id="600" r:id="rId45"/>
    <p:sldId id="601" r:id="rId46"/>
    <p:sldId id="602" r:id="rId47"/>
    <p:sldId id="603" r:id="rId48"/>
    <p:sldId id="604" r:id="rId49"/>
    <p:sldId id="610" r:id="rId50"/>
    <p:sldId id="611" r:id="rId51"/>
    <p:sldId id="612" r:id="rId52"/>
    <p:sldId id="613" r:id="rId53"/>
    <p:sldId id="615" r:id="rId54"/>
    <p:sldId id="616" r:id="rId55"/>
    <p:sldId id="617" r:id="rId56"/>
    <p:sldId id="618" r:id="rId57"/>
    <p:sldId id="619" r:id="rId58"/>
    <p:sldId id="620" r:id="rId59"/>
    <p:sldId id="621" r:id="rId60"/>
    <p:sldId id="622" r:id="rId61"/>
    <p:sldId id="623" r:id="rId62"/>
    <p:sldId id="624" r:id="rId63"/>
    <p:sldId id="625" r:id="rId64"/>
    <p:sldId id="626" r:id="rId65"/>
    <p:sldId id="627" r:id="rId66"/>
    <p:sldId id="628" r:id="rId67"/>
    <p:sldId id="629" r:id="rId68"/>
    <p:sldId id="630" r:id="rId69"/>
    <p:sldId id="631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50-4E17-9148-55A5-AAA31086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9AA63-8B03-F464-C4A8-F00E35CA03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0BB904-8B91-4409-1AC5-A42ED1FEC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ABF84-63EB-5714-C59B-4F36D596E2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5198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31064-9A60-C64D-0F89-7F4C88DB8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1B1A1A-DCC5-DC99-8A70-C93335165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856B8-C113-8403-AF44-7AB9898F1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A6923-CFB1-7D36-5E7E-C0F744FF14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67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DA231-2F4E-B34F-6394-84228C2E4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B7101-7B20-2F32-1E39-C297FB351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286B36-F1BD-B295-87C9-F1ED7BB3A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2C971-E381-1FBD-5BC5-DDAFA7B37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006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8F79-DEBF-F2C4-B7A7-53CF2B6F3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A196F-A488-D564-7A28-EB40100BD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41230-DA7E-6656-0B5C-2954FAED6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83B65-2C84-6FFF-77C5-469498D99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083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82767-3EEC-662F-0054-E2BE0E803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76ABB-39F0-39FE-C95A-0679EC630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1633C-B04A-57DE-8088-A9A4C80CE3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3CA0C-1117-3A3A-7D3B-967C2ABE01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429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E01B-5E7D-384B-98BD-64045C75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7C883-7F5B-E992-9749-8D193E714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4AFC9-13BD-B834-1256-EC90B274B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5D3EC-7A50-2E9E-0CD1-B6D2CF733D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09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E6596-C428-95AC-37D0-C6B6016EB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A372E4-23A4-DE8E-05F0-364DFA879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6811E-25D6-1264-4DDF-D8B3587EE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04984-8170-1B88-15A2-FFB624EF7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11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CDDE3-F09E-0416-4AF8-486F39CA9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E26D5-7816-45B7-1D35-162F6B0EF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99F9F-80ED-D447-A8E9-32EA80F57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95867-FFE0-B897-038D-36E7FF486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866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AD0E-3F51-0081-5125-0FC4514F4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EC604C-CA4D-15C2-496C-95E0567E2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AFC27-36A1-0D77-44BE-9EFAFBE31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2328B-61C7-7EEC-3310-069265849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4110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2578B-5B63-7DF1-CD19-182AF2DE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22715-B7D6-0B6E-B792-CE77D4B2B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DA4B0B-A89D-C8BF-C473-F4312265D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F968E-CB9E-C849-D4B0-BE9698934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84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0B08-C98A-BEAD-DFAE-F409D6A6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6AC87E-1F41-654E-1E88-40A38EE41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E877D1-809F-8738-D12D-D15F364AB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60754-A90E-934E-41FB-D1FD012EF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5798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4766B-76D7-9DBE-5244-CD45F2BA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A23FB0-BD54-CD11-7021-DE82F0761F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8051C8-35B1-22EC-DFD0-E8A31A1A0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ABE6E-F5CE-0B1A-11D5-847C28EF7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12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4B99-D97E-F71C-E882-614AFA2A7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4AFD7A-4923-7E25-A10A-BF1A91C5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309CA-3758-5709-B9CA-163DAFDE3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4D7AC-E354-0556-AB71-799E71805E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546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6E83-82AD-CFD4-D8C1-4B1485A0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CD79C3-D0DB-A513-BA7B-DC32112EF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B0A8-CBFE-5EAD-CA5A-B0F92234D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AECFB-DCB8-B439-C02C-2D99F1F01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70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0B4F-E804-73B5-A2EA-21706AA12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4CD06-F7FA-BCD1-B8F9-C94F01F35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931ED-4665-EDCE-C649-C21E4B5D8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10E69-8A28-8D28-719D-676CE2DF9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784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ACFC-ABC0-FBBB-8052-2078206A0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20DDC0-D8A1-8AF5-3D26-7B3CED970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6CA68-EB9B-DCB1-B633-E2DDBD218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30D30-FB6B-E664-BD13-117C56F3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189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0C7D8-C5A9-D52E-EFB0-6144D75C4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209A2-FC3C-498E-B588-C05D535A4D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058A-D758-7951-62A0-29B3108A6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271C-8CA4-05DA-9B93-9F5E4AD38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95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7B93-EE62-B440-40FD-DB8D697B2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DDCF6D-A965-550F-A981-437FE4EA9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08936-C9CA-BE7B-BEEC-5199370D7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E6AB1-C698-9D28-011F-97DCBD452C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987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381EA-9055-DC30-1F3C-CDE78B189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D15FA-6B65-64A0-7E91-B548FE8DD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4E48CD-476F-2AD5-3D92-4FFB47661F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1A49-233B-B885-1D3D-9849B0631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3753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2C6C7-8D94-F4A6-012A-6C8678CCF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F3A34-FB68-38C7-D276-D648E834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91B03-2FEC-679F-000E-D66214B49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93E8D5-F9E6-185B-B0A6-D0B8DB600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571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02BE-5845-D6D8-2046-961B28699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FB350-4EB2-4375-2242-64473B736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28E5C8-F7BA-3C3F-78EB-793EE9A9B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5C2DA-DF66-CD66-7AF9-9377AECC87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14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B40DA-26C3-1993-B53C-4C44E9EEA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EE15A8-3502-0D54-3A10-7D0A5B21C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08527-08A3-1CE2-1F62-641403DEF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65667-B303-BA79-1021-DE3E8F21D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60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35CBB-D126-9A2F-10C3-B7CAF9602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6EAB6-C9F5-1A03-EBA5-0BD99BF99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42FA88-469B-F92D-D66A-8CD775F5C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9CFCF-4514-B454-19E9-0F07633D6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408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27A6C-F3EC-FD08-041A-39866E412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DA8F3-F3BD-02AA-E9CB-8EEF0501D8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A646B-AD01-5700-7ED0-9342A88F2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36CEB-D7F0-4905-E143-9096E6E4B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65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D8A59-A823-224A-AE46-BA9B6C9E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CD3A6-9D9A-CFA8-4B4E-75058EC81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51B50-3765-40E6-D147-09AA9E82E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83947-816D-D729-E69D-4D37A9F4E0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4403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D1963-88BF-AB49-812E-D0C09732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A88AD3-3FCF-5956-B952-DD1F7B9C0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A2B118-6907-E750-9F71-4EED1F7A8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C56F7-DABE-B616-F9AF-2A99EC4F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8890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5FFD8-F9B0-2F90-16D0-F0AB8DBD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68EB1-F62A-C368-71B8-5C26DC1BE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72E7A-B192-5AAA-4D86-B5A6C2FA8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79084-5433-B296-41DB-25EF595C2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0969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58E49-D08F-D356-19E7-19F126F2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43077-57E4-E7DF-4C76-BEA020EEE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69254-3FD8-9BDD-3994-DFBA613D8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DCC55-A47F-267D-FDA8-D8AF322B1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9795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EF6A-8EB7-9C7C-D40F-B31AB0A9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B90B77-7120-0146-8DDB-0960D771E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C9B54-9344-D37C-C926-46A15920A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3B0D8-FBEF-9E96-B83A-EC3E9710B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404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B68ED-F069-24C4-DE14-FD3F6FE7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183AB7-E1BA-54EA-DD95-D385FBE77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B172FF-832C-3347-77F0-32C812ACA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64ED6F-6043-3797-ECA9-C429FA92B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490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B0E0-B893-079B-B36F-17D6C6FE5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FE923-C472-AF81-38CB-56829D9AC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C9A90A-ADC0-355E-585F-4B4527CD8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C0C16-78B1-4559-869D-A3CCEDB29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0002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8C0-42F0-B855-FA24-158FE0EA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C518BA-900C-EA7D-E4F4-AC17E86B5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A8105-8151-133D-E5F8-6E9BB8D3D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2283C-C900-A213-0125-9EE7D8175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3057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17FBD-22A4-44D8-D63B-C6BF5083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E40A8-C025-CC72-1E69-60CD2F626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2054B-A296-61CC-6A63-94395D6EC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80F4C-FB79-5CA5-788B-F02E8DA7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003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2ECE0-9A84-BBD4-BF4A-7A5E29F81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0C5353-91D9-1672-3638-D4044AD45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66E65-A8A7-AC3D-F02E-C82F2B593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A078EB-82F8-0914-E4A3-2FD26B9DA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736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751C-AC26-84D9-9BD4-7E0905F9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0AB25-8813-C39B-0EAB-EA6E22AEB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D0811F-DB52-BC25-2D35-3FDCBFB5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885EA-7961-EE38-9202-A83AA804A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0239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A994A-46AF-DE0B-C4E8-682056CF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01519-B158-2F76-9701-279E85F06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884B1-C899-F3EE-27E8-87C32E38F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EA548-3ECF-F886-AA2A-5D83AC8ED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574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79FCB-8702-A711-7C7F-E81200670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D5AB4-DF53-DAB2-C7D0-237A5B97C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5798C-1410-7D9D-0558-DD0961406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53EC9-8FC3-4E62-5688-7536BD3C5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153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02ABC-3747-F603-055A-6B3CC2822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7EBAC-73C2-0BAC-2F71-1424D3347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E34E7D-B9CF-6CEB-2E18-7AEC1D31E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5A07E-31DB-E552-B501-CB540ED90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532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55CFA-EB40-78F7-3CBA-DA01AA197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CC188-438F-E52D-93BE-1D4531594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9943A-9F52-B7C9-2F09-35E9378F3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B0514-64B4-EB4C-DBC2-F59A5E0A2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8116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90839-0703-CFE0-E818-D4D53F685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7B36A-1DBA-C303-03D5-BA485DD92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C301-C27C-76CF-160F-061054A29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0960F-DF2E-75D6-97DE-605685D3E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4269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2B3BF-E229-F3E5-B9D8-09A865337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90875-614C-898D-CE3A-AC3F54EC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70594E-4404-2CB8-02D2-1F9A8CCE82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6F860-155B-380B-0385-756BC644E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43607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8165D-0034-644F-DEEA-883F9D949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B63A-C537-BE58-C1FC-3798E00C6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19E05-D25A-8D40-BE50-87FAB3E2E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94C14-43D5-8B68-61D8-D674C2DED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633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ED760-CA71-C5DD-C074-E1E2D354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63CF1-61E8-363D-40A1-DA48C6D3B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2813AF-3BBA-9C05-4BDF-7AA4E471E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A7F0E-DEB1-6703-0626-BED80E0F7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074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9015-53B1-62CB-4E77-73B60AF35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B672E-1F39-12A6-D778-0411677A0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2D64F-2E19-F135-0104-9E8D9EE812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89165-8C9D-6617-F564-B047C4730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696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8A94-6221-C989-2D5D-E75D4496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78EBE-ACAF-C540-1449-0F23E9309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B974B-3F80-0D6C-970D-E2FF12E00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2AB92-FFD3-663A-1338-4BF0B3AC2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9633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6AE77-EEEC-AF5E-708A-F2D09725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CCD8E-F181-88E4-06B5-67BBC393C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603C6-AFD7-7E94-1AE9-471F8AFE80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353C3-535E-44B0-E062-7F7A25BC5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7740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8301F-A0CB-7D48-B652-977E7B6C4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EA5587-3546-34AD-C7E1-592FF53B8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3F7371-C27E-8FC7-76F5-6091C8471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89253-6323-4262-99B0-49A17B2DB6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1754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4431B-7653-42EC-F8EE-B8488EF6C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31979-0ED3-8A41-F332-232581C9E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CEAE2-BDF0-38AF-AA32-103E51E4B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93B14-7846-1788-C1BF-5F10F92C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997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3E4B9-5913-054C-BEF0-033AE1166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3F2B1F-EE33-8453-77BE-8DB27F759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18D17-F40E-2A17-F6D9-DFDC73432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677E1-51D1-8A43-0381-268097DF1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340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8AF40-50DE-1B26-B2BF-86F31101D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1AF06-8047-0648-138B-246DA996A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1B1D2-56B2-EF84-F401-FBCC7B87E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71F28-7452-796F-6295-7AB22221C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65137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F3E6-6A58-475E-963A-5480198E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0E185-4842-949F-524F-2C04B2704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15AEBC-F0B8-1654-AD8D-070027A63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033E6-1A98-C4A0-2C6D-8B41FB48D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08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390BB-6738-5935-B928-69D344F09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4D539-C127-C1B8-80D1-A5FD063F9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C1B419-A0E2-C2D1-8CA4-168EE532C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C41F5-2FF5-C91A-9B08-6FA8E76B9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084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9758-1D53-E531-6E3F-1913B127F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EFD76-3672-23E0-B13B-13C0FD8D08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AF7154-84B7-F8A7-030A-EB9B81DE4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CF5D1-61DD-FC32-8E98-CA22AA5131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1521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B2F-7997-EB4C-9ACD-98609112A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8AE0C-D5C3-2CA0-5CCE-17C537277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4F1962-00C3-6DE6-CDA6-1F244851E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C4D44-4741-D950-7C68-C2471E6635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428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28770-12DB-31D7-E7DE-CB56A455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DCBE70-F374-0E87-FE4E-01E7A9016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D85C7C-1C04-CB7F-0BAD-118D51204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A87B5-2898-3196-82D8-F1ED4D10D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02164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E9EE3-41BE-0A57-18C4-30B4A6DE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77548-557B-F37F-52EE-D2CBFC7BD6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5CA23-27F6-954B-2600-7ADE17297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83C38-8374-F0A2-CEB8-BC64B1521B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9529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37A08-949A-5236-BC39-30C93FC87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E40501-6E12-14B0-32BA-546AB91505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CAE93B-3760-3E61-CAF9-7C6AC7BCD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90CBB-1AAC-F4E7-42A3-899DF0D58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430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9FDEE-2569-930E-969A-5B889695D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BA2E1-27A3-0C04-8C92-26AA555AA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F2985-B361-604A-C1AD-65301A8A0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AA241-A748-0459-F636-2142404274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4470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48D2-63B2-73B7-6173-137CF9E1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61F90-1901-3F1E-DD7D-5C91D1D1EE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425BB3-1343-1CD6-58FF-E81B8D2DCB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2A1FA-F65A-238B-3147-DC89F4A9F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3118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28EC4-993C-FAC4-B41C-C9E26988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5B223-E103-D3C4-515D-8A31EE770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7F568-668E-87F1-0C64-395297362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67B11-E943-A435-D49B-52B3DC0992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8610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7DEE7-F029-05FA-B982-0F9575DA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50EC4-DBD7-A85E-E4F1-2C9C5D915B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269EC1-523A-9985-C96F-1C2388189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62BC2-1BDB-351E-707B-4F0712A4B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8513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360DA-CADB-6AEF-2283-D6A68ADCA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DFDD1-4944-732F-D04D-41E92EACF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2D328-B92B-4661-F1B0-9AB2A21F0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BF9F7-D96B-C87E-5432-1C572BE95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0172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827A2-4EFF-8E24-4D8A-277760E8C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F851C-44A0-269A-B598-1BA5220FC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14C51E-3EFD-E9AB-39FE-AABD6DD27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82F263-36EB-FBC6-02FD-70C6EE7F6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55137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A677-9041-FF36-10D5-FD62F4AC7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4188F7-6B1C-0175-C4E9-A4DC87E252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057BE-3A45-ADF3-92EB-BEA24D316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8386-3561-33C1-D3AB-230FBD7941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0237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7A8F2-1AB0-AACC-D3E6-5AB9EB6A3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D8F0D9-CD5D-9844-94F1-3494D6912B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8229D7-1662-D05F-8904-1F26E83EF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B95E9-EB25-C712-ACE8-A91672596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8096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6A1D3-DE73-2960-4573-7B6F44A2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0D3DE1-E0D0-4DB8-D1D6-16D7DED75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C504F-458E-3C30-3642-5F57E3812F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C42C0-D059-E148-F666-C82DA56C5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78146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EB36B-C16B-D8CB-5943-7CA22726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0EC2E-8442-62F9-4CD2-E2881F1BA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9AAA1-FF4F-8D6F-0471-D955A0A9E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4E2279-3FAF-9011-860C-3678990220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6855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EB12-5D26-D9C5-85C9-B842314D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4FC8D-10C7-332F-029B-D6F64330A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C66EF7-35F3-796A-C02D-18F47F90C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169A5-DEA8-03B8-29AA-0302AF4A9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355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8B273-5F9B-E889-2D24-7E2B3267F8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60117"/>
            <a:ext cx="4543224" cy="513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436C-CD69-186C-5D8B-33BEE118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57666D-4D09-4E8A-8E7F-688A0699EE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[39 in 8] contains all digits but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88BFDF-07D3-0849-EC6F-240AB1310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0A33D0-F73E-BA3F-C3C9-D3981D3E1C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B99103-A9B5-AC41-9FAE-0276A8B45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C5104D-0141-D1CE-4125-23C3C2D119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74F48A-11FC-B26E-D6FF-00FFF26A413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65335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94577-711F-22DD-9B3F-C8BC0AFD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E0ECBD-5492-B8D4-BE51-8E7F345ADF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[7 in 3] is 124.</a:t>
            </a:r>
          </a:p>
          <a:p>
            <a:r>
              <a:rPr lang="en-US" dirty="0"/>
              <a:t>Then, [4 in 2] is 13,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4B796D-2066-561F-24D5-8D3A75E25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F8402F-87BC-1B7A-AA1C-0043D5592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81D69F-A076-0692-D50C-C9C962152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B7FE17-2B03-A383-B8E9-E5ED5A384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230518-70C8-C3D9-A132-99F45D96BCA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8D921-BDA8-EE36-87C4-7E1FC63AED1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FA0597-A7EE-8247-FB50-DF90E8A656F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2B8390-057C-4B63-E978-D0BED1BC609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085A81-F501-BA9E-B562-B4B342F7CCC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B7F49-6974-2058-6E73-8AFAEB7C156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347421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1A56-ADF4-FC5C-49B4-FCAD6978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035CC-11F7-9261-17B4-30D02B9920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[8 in 3] is 125 or 134.</a:t>
            </a:r>
          </a:p>
          <a:p>
            <a:r>
              <a:rPr lang="en-US" dirty="0"/>
              <a:t>[22 in 3] is 589 or 679.</a:t>
            </a:r>
          </a:p>
          <a:p>
            <a:r>
              <a:rPr lang="en-US" dirty="0"/>
              <a:t>[9 in 3] is 126, 135, or 234.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23DFA6-E12D-27C7-7061-F4ACE82A3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BB5F051-D9C0-5F2D-A326-EF0832154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09DB62-1A68-1F3C-8D68-60CD426D8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1474C4-6128-2F42-E72E-1CDF8CE39C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975685-808D-3459-EDC9-D0024C2969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2A3DC-1328-0889-E403-6EAF8F6E68F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F7FCD7-0310-9037-3DEF-ADEFAFF523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45B5EA-A249-0172-06EA-032217068BC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2D6D97-E5B6-7D4E-A40B-573A6CDF283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3DB13-23AB-E2F9-9957-F9229F7E73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E9F184-3F12-2D28-4214-FC57273701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FBFB8A-4834-AFC5-3582-FDF18A8F6D6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E7F68-7C7D-8878-CB4F-38D10D36AE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50A2B5-0FA5-1551-5A92-117936A907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22682B-2216-E83F-2666-8733128D87F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6B1BE4-1A98-5A78-8532-C0DAE9D74F1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D6B032-CA67-B14C-7F21-1718EB54082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FD1949-6ECA-5E30-9C0C-AC6431E8F94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9FAF50-DD7A-B0F6-A35B-ABA2050243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D80C60-A56C-3E8C-6C56-16F86F2CB8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92CF4-DBF7-55B4-F0F8-FEBDF1CE70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B05A66-F153-F62C-A35B-1DF7401DAA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</p:spTree>
    <p:extLst>
      <p:ext uri="{BB962C8B-B14F-4D97-AF65-F5344CB8AC3E}">
        <p14:creationId xmlns:p14="http://schemas.microsoft.com/office/powerpoint/2010/main" val="2181286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8370-7675-335E-1A3A-4AF0E9EE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2298EC-3C03-F1C8-678C-9D81A862BD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left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43D871-62F3-4332-B69F-7CD2F9CB7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4AA07E-7E62-8516-72C7-95E0B9EF2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37135B7-E8A2-260C-C9C6-CA5252B60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BD249B-E7BA-0A41-4616-02F54CF02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30F3A3-A86F-A7E7-AB25-E56CCBE4CAB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A3C777-DDC5-E1D7-05E1-0D7956D960C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16A843-D1E7-63E9-2306-5AA56E6712F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120E63-8114-F979-92E6-AAD227E3601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C9E1F8-FF30-0ECA-8CFB-634170DEB49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66CC2C-0642-8328-3890-6C4B9F6B37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AFD77C-9338-594A-826D-8F05A5BE1A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519CE1-DDE8-23F8-3A99-4BF5608B5E5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704009-0013-A2B6-0B1A-C2C252FE60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84B17-1302-5D5D-3993-8F768B8076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9D7F77-7CDD-70FB-4814-7E3EB663F42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F31D9-9F8C-AE43-D520-D586A0EBEE4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3ACF2D-B2DB-B02C-DAD8-BD989784BAE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58CC48-9565-0B4A-1584-F91EDFE8902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814A17-AFD6-8956-462D-2D009012160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BA07BC-62F1-7BDE-0303-F538364E1E5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9F5C1D-8754-CC1F-D666-9F75CBC1020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B2EDB4-7346-A544-E3ED-8C73AB8961E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EF7DDC-E19E-1A03-0072-68301133432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32625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167C3-6EF2-152A-7FB3-3BEBAEE0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27F563-DDD9-95B7-EBB8-16D7ACCE90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right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39785B-8AED-967A-0DAB-9EBBC0793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9C7486-C3C5-BF29-724D-6DDC1B13A9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703FFB-1666-BD3C-9F68-996F840096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16B780-87E8-CC63-3BE9-B9F80B0F9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D8EE23-A06D-8946-194F-691F1914A3F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A8F4EC-E97D-5886-0A65-15382AA01A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9297B-2D24-311D-3E3F-8D3379CC2FE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B04587-3A4E-8D2D-72EF-503D21FEAF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975D23-27F3-F786-9338-8F6F0AFDCB8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59A654-5630-EC75-F8AE-4A22165FC61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02972-7E32-4E5D-AFB2-BFE57218C89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CF09B1-2B5A-812E-5FB2-B635A980D87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0E7953-4B70-4DEF-45C7-4844C3ACFBD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D1693B-E860-117C-0C2C-F5989C8DCF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A6717B-4C8D-9E2F-7336-B768C0BF9E3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3542C3-A3A9-C923-D4EA-E20C4A834D1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DB5986-2DF2-B0F6-A28D-B43C4E9DA45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DE0A1B-8725-11F6-AE7B-DD3628BE1FB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5B2608-7ED5-F454-9A1A-A04377BE64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44C4E3-E6BE-6C4A-8C15-61521152DB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B198BA-DC69-6551-A0EA-33C384AC58F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EA4DF7-DB91-EDC7-1004-79C264DB345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3B66B6-AD75-8A9C-465B-44E056508A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B8E9D-AFE2-D44E-A92D-9DA6D8FC7E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98588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61162-F452-4508-5F9B-30DFECBDE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DF60B8-1F71-674D-5BCC-3AAC308732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2C55AD-F252-B907-2342-2B0C430B6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36F070-5A7B-7ECE-426E-03453AB95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A5C453-DC99-79CD-AB8D-3069D5564F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245685-A6C6-0A7F-DACE-A63F683B7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45DC8B-AF02-CF79-F395-9B7D7918276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8BC3EF-E3F3-4702-46ED-46B3B087AFC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2367-092E-6B84-9E8D-94AEE69A6D9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B606B-4204-642D-DD12-473B829BA34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F5DB0-9947-0D0C-6E6D-B327617FE42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F9BC4F-1B09-A90E-D1BE-177C0AD2BD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168586-A451-3E44-7AD4-A9602EE187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7CAD5D-017C-A93E-C027-4EDC9271AFF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B07657-F445-5043-50F6-847F1D83FB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A18E0-F8BE-B460-B9B1-348678C55D7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062EA1-CEA7-34D2-6E2F-875E318E414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63EAA4-A50D-3ED7-03DE-F62A9F550D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C3D1A1-AC00-420F-DE70-72D4E1F072F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2AC404-A13A-D4F6-4B06-5CED2605B6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9B58E-DF38-3F4C-F3D3-258654B6E5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A9CB20-7C19-A641-C0A8-E21C4F65A5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767D57-ACE8-0F2B-77AF-A06008D609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D80BAD-A2A8-BE02-A255-B76697BAF60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4F9325-30F7-1EB3-06D9-A9CE05881DC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4453F7-2076-5C80-BF25-74E113BDF4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87976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3CBD0-603B-0176-4794-034C9ABAF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AF1008-12ED-6851-B023-93CC81CC46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C6F877-D7CE-46E4-9A95-50176E70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D0D6BB-CC99-FE0B-32E2-B3EF26E05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497FED-B91C-79D2-9949-56F1BBD24D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0B76C0-B226-EB5F-C3AC-16B284D131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88F948-AEBD-FDDE-9924-EC92E82C6D1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D8862-1601-BF40-852A-D4137819EFF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2EF3AF-FA63-46FA-F1B7-E3231E6488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7EBAAD-02CE-D37D-9C8C-968C9F1C81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3CB114-FD81-1595-4F7D-344FED83DF3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BA3AB-D215-D191-24DB-297D7C88B1D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08FB1-9525-7564-2C24-8F6E8FEF10E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DC843B-5E12-F304-C9D9-CBEF830D9A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C9580B-FA9B-C2A7-CCEB-27868B24B08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96E65-2C5A-23BF-AB1C-5D04AC7351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18B3F9-4820-773C-F4E8-7A31EDE8F6B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46E293-BB33-8D03-BAE7-54FA6882326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3A32ED-6508-D56D-AFE9-382F87ED37E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E3ACA9-FE41-B68D-40B7-9E6E2C55C2E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E4A89-B237-7422-306E-36A56998F6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2768C8-E7E9-C559-E4EC-07D949A92B9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AEC385-9987-99E4-387D-32E29823E8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8AC2F-0399-9651-CE17-3AD960AC86A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1CDB91-FBD0-57DF-DF04-F722EB000E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A02496-C2D2-992A-59C9-563386763AB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0DB49E-2C43-00D6-6CD4-7F75CECE369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594BE5-1147-0DF0-F6ED-13D4375A24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EF6BDB-B801-F0E6-7451-50394163D8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99488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9C70-AABD-4887-9865-66851330F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BA36D3-1B9D-5F9A-43CC-93E9BDEABA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and 4 must be in the downward (Column 4) portion of the upper left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A34721-D80D-D40C-ED98-4B2FA1CDC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4AB93F-CCEF-5FEC-1883-42A1299E5C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79E0CC-E9AA-A0BB-807E-4D7D8C087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A7012D-1B78-E35B-AC17-D4C34D31E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6BAC2D-CFDB-F662-7B69-96918F79885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156CF-5286-E1FB-3EBA-F6602DC951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AD78A3-76B2-C99D-29E5-57DDAD6166A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BAE64F-5A74-E81B-7947-2CA25CFBAB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FFC13A-FF50-28BA-88F6-A91094E091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D4076D-E39C-B69D-8A57-C5317B6765C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9BC92D-4962-34F9-698C-AF619A1B20C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1C700D-1CEC-3935-FF4B-38373C57F90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98780-DB9F-3355-B9F0-93B534F62D7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7B4D77-F5D9-32C8-B31E-D1F6D2A7150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231571-9145-9E8C-7B49-3795DCCA34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52B91F-8F7B-7B79-69D2-8848E094F37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954DB2-8CB6-3E0B-DAF3-AEACC176F92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0702C-1BE7-9395-581A-725DD166F39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00A45-6D51-EDC9-2A7B-A213A21646E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B654B4-476D-DA9A-9069-D25BECA771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F8C647-5661-92B0-499D-067C634251A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F14D74-1DC4-967D-1732-97FEBDD0268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E97A01-A223-7927-95D8-206368EE7F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E60E17-DD0E-855A-05C8-B626C51C407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5304ED-5B8A-DAEE-EC35-BFD84AAA196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5C8821-E6EB-4C95-442B-DB0F67101B2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FE10F-FB1F-B00C-8880-683CAA8EFFA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5E159A-B491-AC4E-9AD9-E95F490E71F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3E2D72-F019-2C60-A807-ED8F55D7A95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6BB3E7-CC1A-8BA9-6322-3381FF765A0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</p:spTree>
    <p:extLst>
      <p:ext uri="{BB962C8B-B14F-4D97-AF65-F5344CB8AC3E}">
        <p14:creationId xmlns:p14="http://schemas.microsoft.com/office/powerpoint/2010/main" val="2607574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366B7-F5BA-8E4D-5FDE-B563A19E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A27BD0-7A2D-F215-E7B1-996ED639FF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103D54-F6C9-A0D0-052D-59C491B26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6197CE-854C-668E-4323-D793F4303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63CA21-81DA-4BBD-D187-BF30D14EC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E1DA95-FB5C-807C-F0E1-E0A48447D4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DCB662-7D75-3AA4-3236-DA90FFD2E5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D26271-006D-4AC9-D87B-2E08CC1B7A2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C21144-695C-D846-8CD8-A85861C15A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84AD86-77BB-6C61-F1FA-6B62E2179A8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A57737-667D-75A0-582F-4F530A9A13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D3BF76-12E4-F2A0-0FB3-28DDBF520BD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A09A1-F029-DB01-D248-7D81FAC7565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F66404-24A3-05C4-01CF-9AC0CE4D9D4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F233B-1DAA-0006-6861-026D70F0399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A04B94-9768-E3CE-928B-B62913D97D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12CF77-9FF2-51DD-E364-591E67F5AA9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C9CC02-7E89-2E0B-3F77-03C5F05CABA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ED88B5-F79D-B106-2AFF-F817A38E343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5C230F-0C54-CAA3-0E73-198349E6C3D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D5C15-E5D2-740E-2294-2106CE6E276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FCE859-E355-B9E4-6465-FC6EAC0849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353D91-8582-A011-38C3-CA0EB752115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AABF5F-280F-2AA0-CA4F-2B4CC4441A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FFFC60-A20B-7A26-FED4-7C80E8131C0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F223DE-047B-2347-935B-370ED2C4C9A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14AE35-99C8-03BD-C773-E313DC026B7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958C0D-4E23-7342-85FD-5ED3ADB7C78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067341-B54C-B24C-1989-8920EAC12E6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9C4219-0901-7AE2-DFEC-D972D32A591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DB227C-30EF-20A2-2808-ACE7DD30052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97D439-1D1B-1033-083B-B483FE19044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8CED99-68F0-F9C0-E93B-F88AC2C22A9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35A2B4-2D62-A42C-0086-DA630FC6794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4E1A3C-EAF1-55B6-2FBF-2B2802243AF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699077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2008F-10B5-89B8-999E-836C39F74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5E1273-B323-F5A5-BD23-FD1573CC42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the upper left [39 in 8], noting that 3 and 7 must be in the Row 1 portion and 2 and 4 must be in the Column 4 portion.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3D7BA2-DCED-796F-B62B-9353140D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EA5036-2B91-8E09-FF24-B08D15F39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538105-4FD3-9DCC-A447-1D2FC8F0F5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AB4032-CDC2-470B-BF98-81DAD843A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E02A64-BB76-FA75-4A96-03E2491C18C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7DC224-8E72-53D2-D857-D4DD0BE93CF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95603-CDA3-86B3-E566-00DC6F6CB9B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A046F8-D349-1CFF-2D3A-3EEEBD569D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4D4937-569C-2D01-66BA-32C8466A0A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166C01-1EB1-9E1E-3B8C-07BBD442905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4611B3-5C18-E5CD-3740-95E44903331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33F90D-7258-3704-0F89-374E8EEEA70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2F49D2-C21F-6236-9313-77526DD4BF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9FD931-0055-72AC-A4BF-BDC48458E10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7A2F0F-C40D-8620-DE7B-B1E909355B8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B16542-B796-329B-074B-2BBD30E60A7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AF6D71-FDE7-7F8B-495F-A1E97EB650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141EA2-49A2-23AF-82A6-DF6C1F9E6B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DCFCC0-E080-7674-7A8C-FD83D08FC85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6E9D0C-78EB-B86C-8C2E-875EBFDF66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A0E994-B0D1-4165-232E-ABF196EEC7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A25B19-D664-BD1C-3130-22CF581B470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40A2C3-DA7F-C8D3-1F12-F3F56CB6FA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6E12E1-EAC4-FB11-E19C-F2D44E013FA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6A4813-98B2-8073-69AA-5078B6670E9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AA35EC-9842-6F09-C943-1B58EC94CF5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5C8374-2D4A-16DD-F34A-B769CB712DB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C6F160-C13F-4337-BBDC-AE726C9AF7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A505F3-A67C-A3FC-3E87-F1A601C950D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5CB3EF-B1A9-6254-BBFE-CA76B4644FC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316009-1CF1-4EE2-8C44-E743250CF33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F467D5-D426-2A3A-F9C7-A74FBD3EC2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9CD68E-B0BB-4CC9-9927-B047B81A9F7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842CA4-F801-726C-D681-21CD6AC7BC9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560884-DEF2-5D7D-4724-ABC7602EC2E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6712F9-A38A-FDDF-0784-A8B41BFCC7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1ABAC0-5B06-1DF0-4BDF-ACF4439E8B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323FE6-7EAC-2C52-8DB9-62F74D89BCE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BFFC4D-5B1B-697E-CE05-92A93548F39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A58F66-6C62-226F-ED4A-CFDE157304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</p:spTree>
    <p:extLst>
      <p:ext uri="{BB962C8B-B14F-4D97-AF65-F5344CB8AC3E}">
        <p14:creationId xmlns:p14="http://schemas.microsoft.com/office/powerpoint/2010/main" val="3744272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A0AD-68EA-D0A5-CC00-589A3740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BDFEBA-2C4A-C49C-E37C-D3B2786854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19686A-0149-A6BE-F526-916014B0A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08D060-A2E9-AEC1-5746-2693283C6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352969-36BF-EE5C-30CD-1742AD72B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36E1A0-98FA-FF98-F21F-732DD5704F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E32063-0442-034B-66D4-2442F4E51B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8DB449-EA86-408A-F8E1-75F1A701DA7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6ED60-6EC6-BA7E-2DF8-BD05DECF25F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3C4CE-C6B9-9FAC-C1AB-A6A28DCE406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40B68-83A6-F59D-C57A-97347F5F528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6F4447-B2BF-E173-41A7-800C359D73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D2C6D-82B8-B25F-EAE9-2979DED7BD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6BB29-FB39-AD38-CA62-34FFB36E132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61764E-741F-C6A2-93F7-005858B2878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202B5E-F4AD-0CBE-21C5-97C00A5E3F7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330A1C-9721-B257-7914-198FE8BAB71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BA65F7-0AB3-68EF-29B1-52365299691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89C451-FC82-BD57-AF53-B1C7EDA26B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6534C8-D1FA-7ABF-5AE3-42030D99028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EF4AA-A109-BAA9-5D4E-0081461B4D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EB6E55-AB0C-B9D0-46A5-58CBD70F342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BC8721-C95C-DFCE-B7BE-1656F00B4FE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36F074-4D41-F382-9FC1-264B2C8BB39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41CA82-1C52-3326-D531-06D2FBC61B6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6BC2F5-F27C-40D3-6F91-2F0F82BB8F8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7A7375-F764-49FD-7BB0-92910EF179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6014EE-2045-F9E9-2946-4DF67C53C5B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964A79-6D43-DC87-4922-286E4AF7EF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F0898E-9E3C-B269-7D69-8C577B6FE23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4CAA7F-6003-E9E5-7442-D9FDAC80716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433FFA-16A0-D5DC-E1BA-7BB83B2E2C8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CC8079-2AAE-63FA-9BBF-AF4BDF27783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26BEA0-CAC9-165A-B6F9-B84F058F6D2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5A148FD-5D46-04EF-5BC2-BE15793A433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C69F87-D5F8-6D2D-CCE7-46F288AF821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BE8FF-FD8B-A71C-457B-B2A8B7BE1D4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64517E-990F-FE8F-E580-E36280D80B6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73CEAE-4887-27DE-5404-50024E0434F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C3FC61-6234-4B18-E0C9-03C3A91867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53A8CA-5A4D-E3AD-FE1A-426B254A8C3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7D89F2-B71D-FF8F-334C-A5E7489EE2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F280C1-E9B5-9118-2864-EEDA1381ED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C1755-1979-E1B6-907E-4FBD412F5AA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CDA179-7C38-D11E-1C0A-44A427A1D1B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</p:spTree>
    <p:extLst>
      <p:ext uri="{BB962C8B-B14F-4D97-AF65-F5344CB8AC3E}">
        <p14:creationId xmlns:p14="http://schemas.microsoft.com/office/powerpoint/2010/main" val="3297395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F5EC-5624-7E99-4E3F-BD178BC5D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E45E77-B4CD-56D3-8A7B-05E89CE635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left block, 6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C577AA-697E-47D6-43F5-FD660676B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38DA1D-B941-6E11-C97F-1367158FD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4BC765-D559-0FED-18FA-BAB6E6DF8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D4AE4A0-7027-B848-E3DA-1E0C94121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8BCE23-4CA8-7E8C-F157-59A54DF936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B0A28-F432-32F0-DB97-C165F3B2BD7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FA1B66-CFBD-C41D-DAC4-8B3593F9659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34A585-7E87-AC24-DCB4-ECAB696BB8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39D3D-D037-2AE5-B01C-02DC4E5594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B8D41A-13EF-EFC5-A37F-56ACE0AD542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9F738-0161-4972-A09A-8F33ACBFD8B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CCE958-C1A6-2AD2-AB26-0D24D1E17B9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B82A7E-E573-E26F-8F57-3946C536ADD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F13DC2-66AF-4D5C-5337-A82580784E7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248B02-02EB-53B0-171E-3C547A8FCDF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657233-3594-EC48-23E4-5E255EFB97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E8012C-A4D9-55BE-67FE-76F9361E98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3CEE69-451A-0129-986F-68FA85A110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D5820E-1926-E6FB-06DA-768D49FA465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6F8ED-9AA7-7E80-E01C-1FDAC1B100C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832B0D-9EF2-A82B-977D-1E32A204EF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C9CB4D-CE78-5907-8E8D-81D0A0D9194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CDB218-AB3D-993D-0566-657EE5DB5C2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998F75-3DF5-55E8-D800-36EFFFFA810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D6B8A-4B66-0EC6-81D4-8A6F99E1612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AD9432-31EE-CF8A-FFB6-BE40292755A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644BF8-9FE4-23B2-D7CA-7E0990BA63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BA2ECF-8711-7AB9-D941-23A1A151F8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8A0566-1398-8474-685D-F4532E6F954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6700EB-6AA9-08B1-53ED-93036E8EC32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2DDD61-E9AC-2FEE-B32B-480E87388D5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8DD24B-B974-CE8B-38B3-C64829F3A54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F7DA0-BB22-94AC-872B-9232A92A656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480D21-D825-8D4B-C6E6-0586DE829B7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A9C8A0-D51F-DCB4-ECC6-97E692692C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4CBA39-0E1A-6E0B-620B-0CEA17A0A51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983B0F-FBF5-609A-026F-68A89CFE47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9743F2-A05D-8C95-6340-DDCD6A9C2A1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5BA755-72F9-C7BB-BF77-CE87B68712D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E0394F-0914-BD41-A4D0-5A5F05B6D78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99A8484-F269-39F8-7969-1918351A0DD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E2E323-C989-DF9F-0B6B-90E49F5ABA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DC116D-387C-BB19-3499-54391D3DE40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</p:spTree>
    <p:extLst>
      <p:ext uri="{BB962C8B-B14F-4D97-AF65-F5344CB8AC3E}">
        <p14:creationId xmlns:p14="http://schemas.microsoft.com/office/powerpoint/2010/main" val="926910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23561-1D37-0C97-D4F5-7A0D65AE7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2ED400-6698-0275-1693-B68DA08988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4 and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51AECB-181A-41A1-8FBC-B2DF3C0E8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AF0D60F-3BDC-542E-7563-0F5BF55BD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9E09D6-3E63-7E2A-2D80-2909A948E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337D65-E73D-E1F2-36D4-D6D179C000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08A2E3-F9E4-E339-6C48-AAD4AEE10E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77495A-3558-8D05-3208-FABB2F8CE03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043D9C-38AA-7FD7-50F9-45C77FB179F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30E0AC-5311-9201-DFD8-236461C12C7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7B7E39-0A43-996D-61BA-D7558E5D0B1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0DE84-2B55-6ACB-78AD-7A6EAEEA4E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0731D6-397C-DDA8-180E-95021FD092D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EA6F5-D83A-3807-4311-763A15B06CC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1F74B9-B043-2799-DDBD-64189E165D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DDC912-AE3B-0C30-190E-83747202C9E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4B0C4B-8E01-7972-7F85-4424858D317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CE4BF6-0128-EE8A-C17E-5C31BBDA6E1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61B8BE-0C62-52B0-F7A1-15FF7463A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AADB70-95B7-78CE-A253-A7927FCF7B8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40A590-7368-9839-6DB5-DFCC8D30FC0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C777C2-2FCF-D1D9-7C6E-48986DD846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43FEE4-DBB2-032B-E8E8-942B286B0A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BB5224-A449-7F2D-D073-7346E13069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B2BFF6-C6B4-C4F9-4A81-652926FF8EB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1AB806-B0E6-118C-3B80-75DC6FD034F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FB894A-50F8-679C-58AC-0AF27F0C443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389447-F347-5C28-81B1-1F53952BF7F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B64D9F-082C-850E-B877-17D09AAC9E3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3E064A-229E-A7BE-6809-A5FE6C0C2F6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CCE507-157E-C1E8-5985-F689FEBBE2A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5A9B58-6C48-23D0-4190-22895CB9F9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9F6D92-F867-4908-8538-414A34D844D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73E53E-86E9-0AE9-6A2A-9E60CD66F0A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5A2BB1-0E9A-3B2E-1F12-3478589FCE1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8B967A-0ADF-C83D-4565-1BC3320933C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6B32D1-410B-85DC-D295-297DFB8BFE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F0A73B-E9A5-B605-1586-9614D2ED0DE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0EE515-0EF5-B26D-72ED-77915ADE00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5CE2CC-75DF-A9FE-C6B3-FD1F207A8F3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8D2867-3CBF-188E-BEC2-9A4A8B42EBB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5D4D8D-AC12-AEAD-1E8F-FBF2570CDD3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BDF6B2-44DC-FBB4-68E8-0E042818C77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4C72E9-E55D-5F14-8C4B-F406B738DD4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91F587-CAC7-898C-B0A0-CF8BADE46A6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6292CB-C33E-2CF3-B800-D243D22F22A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C2A827-D49B-DD3C-EC86-9C8651BCF82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E83A99-8836-857A-AB2E-5DE039825D0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A02BD4-A50D-5012-92C6-77411A60ED8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1FCD1A-A430-35B2-445C-770F5D3180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A21830-246D-7FDE-01CC-2BE99EEE6FC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062599-FB0F-0705-2596-846FCA03089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</p:spTree>
    <p:extLst>
      <p:ext uri="{BB962C8B-B14F-4D97-AF65-F5344CB8AC3E}">
        <p14:creationId xmlns:p14="http://schemas.microsoft.com/office/powerpoint/2010/main" val="1958713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590-E7A8-6F43-8569-57C7E17BB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F4779-3BDD-6A1F-E1D2-A0AF47BF81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3, note the 5689/5689/5689/5789/5789 quintet.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217193-604D-B875-C8D9-2213E3455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B16AC48-1E9E-D2F1-2EC9-37DAAA584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E042F9-AAA3-AD32-6DA8-9FD6CD2ED4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0E9136-F5CB-9BA4-681D-2C6AC8AFC5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D493DE-1BC2-9A95-AF42-060B21394BA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31B392-B491-30B1-2B2B-793A9D38D2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68D3C0-E3EB-2C83-11CF-78FD43B61A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0DB98-535B-9230-4AFB-4E08E8F601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F08A6-E66D-1BA5-9EEF-82ACCB332B0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63389D-2BA9-33E2-938D-E92E4CA6DF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1EC676-499F-658B-46D0-C88F0EF252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6707EA-0293-667D-EDB6-95D88E8379E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3D9244-AC44-A36E-E389-8B64F734F67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AB1CD-A4DE-89C4-3F98-D1663214149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6E5EC-1F7E-4F4D-EB98-77EA3C86A37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3C8215-7214-3EAC-B0AD-D38E04905D5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5CE56F-E495-245F-7504-D99EB0855C0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290EC1-1159-C601-A655-D87B511CD7B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19E0CA-3A6C-2FF6-BB7C-B3FEA93A6E4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916CB5-DDBB-8A56-65FF-62AC01E156D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EBCDAE-9060-A88E-4E44-D9D90E60531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C49232-1B37-3234-CBE8-362057846E2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6B7B6A-7A99-D1FF-EA8E-3EF0FEF9DC4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1BBEC4-8333-C5E4-3795-AF2696F33CB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7732F6-5562-E317-9980-9143A7E2C72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95A2AC-7A76-436F-B53F-7C306D5935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44782B-A9DA-D46E-AF40-0F81A14383E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31369E-AA93-9F80-14BA-E01B5B2A257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9DDD4E-D25E-6A41-09BA-50885A0D619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973222-F71E-9F0C-11CA-6EFF9CE6529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B9AEC0-B7F2-AE5A-84E1-DF5309AB297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84A109-2F5F-2AB2-BF3C-8668101559C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776DAB-BA29-A88E-5461-05410F54A0C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71EAB4-C8EA-DC3D-E319-07088DFB9E2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3E82D-90D4-44D5-056E-F3B5DE5499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79B811-5954-CCA3-2BEC-E7EC484BDEF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36B263-B1B8-5D1D-2EDD-31F39FE3FB0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5725D1-216B-5001-13A7-895CC0D4CEA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FB492C-A2FB-74C1-94BC-ABD9B3403B2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5CB5C6-E4DE-DED9-0E80-5ACBF90D6E6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98A801-3F18-D7FC-CB18-4362C1E28DE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087A34-F721-174D-1DD9-6D6B3852E04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C14027-48C4-9AC3-1EB2-7FBE109B1EB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D5E816-0FBC-808B-82AD-A807EF8DAEA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181B50-ECB8-890F-E255-49D4497C5FB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FA897CF-89EA-5DA2-73A5-9C17CC5D01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B5C184-77FC-45AF-3CE8-F4F6AC25BC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D8EA8D-6A33-E561-F84F-C246BB8B30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7471DB-88F8-1371-B8BC-8AE9FB50BB1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A8E3B2-48A5-B6C3-1135-2F92F82A01C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E3229A-61F3-D746-E95E-57FD5CC633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48993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BA6A8-AA65-08FB-4F75-693293030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35B2A2-EF6F-41DB-7D9E-B7DB372E7F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Note that in the upper center block, 7 is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B4FA6A-299E-2543-9773-B677F527B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B0E3A8-DF4A-DD69-07EE-CC8D8029B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43D82F-6855-B34B-78B8-A8BCCDAB43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09BF91-B47B-33DE-9200-3AC36F32BC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2DB186-16BB-54A3-1053-875D54C18EF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FB27A-57B4-461A-E73E-D585723B339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476403-B288-1D1E-F2ED-3DEF66DD044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92BC08-94A2-9BAC-AC97-F91C785E899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D62A1-E053-E05E-EAB5-C296F949C29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37574-E6F8-2F26-E355-791BDE8B80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03D59-3A43-B1F1-762D-3E66E8152AE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9FE17B-06C6-E58D-D145-053D153C0B9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8B4AB-EBE8-A1BC-667B-FDC40D592A8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04CDF8-BF72-3C06-49DB-D1205C86B85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D2EE77-8672-5452-3F3D-0BFB759128C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586754-77AE-E8CF-FCFB-AC6E0A9AFC8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1F733-AA42-B3C7-9258-4369C39A89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6B537-FDB9-D429-06E8-E573EB19470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A3DF8-216A-11ED-4053-BC935921101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C6363D-79FC-59EA-0E4B-AF61179F8B8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949032-C173-DB57-574A-8959D05690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77E15E-A003-1723-49BC-602E9D15D1A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FC6D0-7269-F977-186D-A53C2D06E51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5FA130-8765-482B-A529-5DEDE8D53F7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D12D73-23B3-A2C9-6EB5-303621A6558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230AAD-F301-B603-A7AB-ED5E5549D1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E369BD-96DE-09F1-3732-55C09F41CD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E0C311-625E-F7EA-3C3B-30FF4044626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64758-0ABA-7AE3-0DAF-B77DE97000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C80D96-A242-4659-7223-E6BEC6B4E30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C0B8B4-5511-9787-DDDA-9C24A3B2E86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CC98AE-512C-800C-AA7C-50B603FF796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E249C0-E157-4D3E-8FC7-A8FCB10EC3A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4E7361-385C-8E09-A9BB-606E07CEB68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4659A5-39E1-BE39-4B27-1B288E4CF4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DB3D84-9CA8-0DE9-5E35-05E19EA9CBB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80C247-D80F-1BA5-F67B-34CFEE8326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243E5D-E5B9-CCAA-F8B3-9108480490D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D50D14-41AA-5114-C8E5-9268D08507C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C72CF6-93FD-C843-CC32-11D7539277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032E82-5049-EB3C-D854-E5CD8FC4DD5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8791F6-7340-B97C-3398-EAEB2EB1EC3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07ABEE-765E-A516-5F6B-54CCD87B2EB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4B3FA4-C1CC-2DB9-C9F2-2AE37DE0FFC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F424CB-5728-396F-1C95-34872A8AAAB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FEF27B-AA15-EC41-7CA4-2AFB61B4E9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37378E-E3B9-C792-2E7D-5220C0FEFDB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3EF33-B563-AEAF-EBCA-A1797662171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1BC43E7-3BC2-346E-6894-8D4C6855BCE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EE9935-2AE1-EC3E-C3EB-7E57CA28C9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068D3-5F88-0F03-E516-FD35496C556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90077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FC52-638B-4369-2936-208E9208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792CFA-CFA7-3CD0-91ED-13AAA378CA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remaining possibility for 2 and 4 in the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BEEAA0-0959-1A03-1946-9267D36AA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9710FB-80C7-C1C8-53AC-07A56BA3C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8476FA-5538-FE2B-2DF7-287476560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325267-3C4D-4C13-0A20-76CC8A09F7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F04B2C-DF57-CC37-65CC-DB7840B97BA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76DC0C-45D9-6E6D-97CC-16CC265B0D2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90F66-37B4-0462-FE0A-696B684997A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BBFC5C-0EB5-BFE3-EEF9-FA398AF3841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B4C29-DBD8-9D9B-A67E-5978C623E44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4F448C-20D4-836D-A643-02E2A40007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90404-DBA8-4EBD-FA72-38216986A41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879138-3F1C-D97F-435E-42BD6E82BB2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83C777-FA5B-473B-82EA-70BC2A1B285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6DE8A5-0BAA-350A-267D-9E37A22E4E5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1073BD-C197-CA19-AD9B-F867EC17C31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B7C548-41E6-8810-85E6-51AD4054E53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022A6F-4F21-5B35-3623-171576935D5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623A9E-0FE8-6C1B-289B-BB96B2259BB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967D68-7971-B781-059A-CF078199F3E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C4D1C1-FD2C-98E9-2975-06C7E80D6A2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B0EB49-4EE8-B219-8747-6574406C1E1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95CF66-2303-5A82-7FB8-CEEAFB26758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C4BA8-ED72-D75C-EE71-849A2C37094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E9B29A-41E2-7437-F48C-FF9D2580EE8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1899CA-A469-178C-F330-AB641FEC6D5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AEFFFB-5447-46A4-4C3A-F742ED4CFD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24FC3C-B3E5-9D38-396D-D375B0D12B9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FFBCB0-4496-84F5-9AB0-D8DC1E7230A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58DDB3-CE45-52D5-E862-892F51434A1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5F894-0619-2905-9AD8-E91939A7E0F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C5091F-DAF7-6831-9E96-38EF738162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BBA0C4-1D24-1818-6EB7-8D61F56243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A7DF80-1AC0-D34F-4452-6982A750DE9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77F7BB-4A99-35E5-6569-16189962085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FE8534-AB81-2CB6-1F09-58F5CAB4C08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2451CD-29FB-0597-FBFC-D703632FE5F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9EEFF9-1304-AA95-C23D-B7531AEFBF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37E324-1238-5668-2AC6-1992AB7B739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0CA504-6491-169C-ED05-BFCE51DCEF3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A36C9A-9E2C-C683-491F-53866A9CD75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97673A-E055-B1A2-743C-68D2564F41A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4F1848-BD49-750E-379C-ED7681BFFC2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584DEE-5D95-3684-A044-794E8AA5305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83CE97-4AEC-F598-6211-039904A401F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D6D1FF-A958-DEF6-6E90-FFE4949EE5E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D98647-EFC1-E970-CED3-2C43032B69D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B72F2F-6B84-F095-9BF2-54A415FA1D4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E23DE3-A0B5-3EBF-1C5D-74B3907DC5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AA89FF-76BC-6A2B-DE1D-91B058E38F7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2E6F58-4194-8ED8-94A9-2C54F5CF769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549A01-63A6-52DA-8CB4-6A049C6A17D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22409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AD27F-AEA7-79DC-C03B-4B23B8E45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BEC513-1032-21AE-6E57-C176A35EC4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DDB912-BD4A-6196-9C69-AEA7E49C0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7B6C56-9BE6-8F32-5AA2-3B7D20A98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1B9222-AA8B-F55F-53D8-EB049CC367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A2A51F-F197-0A0E-E4AC-2202D25E76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DE8091-B6D2-563B-8C66-D56A6D1145F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9DA95D-B749-B900-ED98-EFDDD82ED5C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C8C3E-EAB6-D208-0047-75DFD388697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EEC3B-BF85-B3E3-FA3D-69182503A46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1F49BC-7A45-2E8D-D147-3AA65DCCFA3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27B22E-31CF-FDC0-EEC7-C54F39093BF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ECDBDC-F0A2-19FC-AA1F-EA044D257B2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0F3EEA-FD8F-CBF0-1BF1-F445B151400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D0FAB5-B413-76A2-5409-1BD37CD5C2D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5E72FF-3CAB-98EA-700C-D480089525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149105-D02D-5DC9-7169-704F1EF044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B72EA8-5D2D-D745-D31A-DB0CD1C4F44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0DE39-8AB5-35C6-96F7-1EAB3F5E94D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8906B-F324-5F6B-F4EC-98469764BC9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EE0FCF-C90A-6262-4534-457FBB3930B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C6036F-C41D-031E-2777-612C910FB41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F32EF1-C363-7C42-402E-DB7529651BD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55E52A-9128-131F-904E-DBB5120E78E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75539B-5FC0-EFEB-A119-EC4DDC488AC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1516C6-85F1-54A0-7953-076B3C713B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461B45-5EAB-BE24-4E5B-EE489B3D15A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8859E7-5398-4BB3-B6F8-196FD2B42C6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1DBAED-518E-7D08-8557-934B5AFAFA1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4C80D6-EA1B-7E21-B013-54303D3CF7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EE1367-74EA-CF72-905C-F40AE74569F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6EF603-279A-E36D-21E2-A745D4B3F24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807AAE-B97E-A5A0-B036-D344ED823F5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5FB76B-A84F-6F4C-97C7-1B1DF038FAE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BC00A2-5DBD-9260-BFF8-C14462222C5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8BAA4E-BBC6-FBB9-329C-11A2AACCBE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DFE294-7F71-9B9F-C2F8-72D7F211C4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1CFE1C-C7C5-FFD6-42FE-508AAAB3A81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B373A7-949C-7115-F212-4B73A833482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C41A5A-31CE-6AFD-4CF0-BD9A00AC125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E8C73-F0B5-27A0-B07C-8A9F0427FBB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41B480-ACCE-18AA-C495-CE444A98612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4807DC-4CB3-BEAD-D5D3-6124BBA4587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E804AF-04C3-A9D0-F0B6-D394EA23444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DE422F-A9EF-7E0B-4E49-DF44441496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B76A78-7F67-76F7-D48A-B1A80BC1137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E37754-72D4-F057-0AEC-4277397AC30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E30FB7-1B74-4F15-545A-BD86BB10B5B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960990-8B51-9F57-14A5-C9FB85FDDCB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EE925F-B493-911C-CF1F-35E2607ADA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31D286-BC23-712E-D6D5-3B7F84CE6C8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D4A7C6-19C2-1BDF-6030-7F211191E83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1E7AE94-75A4-B76C-3475-07373BF3FA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59806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E2B22-1469-6ABC-816C-C2171BFA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8BFB87-2C73-4013-183A-7B4D3580B5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right [39 in 8], noting that [22 in 3] must contain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F89F84-6E75-7FFF-E243-15AAF87FD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83407A-2067-B951-4B9F-5A1F18E28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6689697-F614-BD43-4D6A-1CB1FE657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F4E1F4-FFCD-9667-BD1F-B96B0C73AA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69F6B3-F840-2A3B-7E83-57E0A0347E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5985E-E585-3973-ACC9-A3C9AB10DE2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1692-C6C5-3AD1-44D4-3C44CA8E05D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AD7A00-8367-91F5-600A-31A7FA7C0A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2F121C-498E-4FA0-CA3E-7DEE9720A7B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9D2300-1097-559E-B8BC-A43614C778A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4416DC-9D55-F22C-B5E8-F8B79DA9821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005982-8FAA-1F85-CA7A-8234BD00A6E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44DCF7-8710-CF14-8DC8-98498EB14E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3C273B-87B6-7E30-D0B1-E096B31F7AB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6E6857-37CE-39F8-F422-1A1D2F9D7F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6546A9-BEE1-CB20-E8CB-5E819E4CE1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09F09-AEA2-9AA7-31F0-894092168A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135FDC-8AC0-76C5-A833-E0DC4AD2A1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96984D-F78A-3438-F55D-66604A0E80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88927B-677E-2CA2-A4AA-1E0DC172BF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F41BBC-01AB-8FF7-B841-27D7B2A7C8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29AC73-9046-6E91-816D-30F643071A4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DFD4B0-D0B4-99F3-CDB0-2AB954631CE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5A21FB-CC71-A097-4021-ED0A91AD3B2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25E2D2-3D51-BBD5-B901-9BD3B8EF19B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E0F9D3-D10B-65D2-898E-125CE59E42A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8FCBC2-9883-441D-D2F7-02C0284EEB7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A935E-EDD9-28F2-FF1D-BF2F5C9E6E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6AFD4D-D23E-4034-F79A-59816DDDD7B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3472ED-50B0-8F9C-0046-F34C86A033D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605DB4-C709-FEF7-D13D-A5CB3B38A4A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1E8097-4329-4BDD-B94C-1C4D22000B3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34E75A-9DB9-4A4F-16BA-916B32E2651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B60590-EFD9-2EDD-BE5E-EE09B23C11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36F71A-2724-5084-3B02-88B13F47629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474815-A003-AC3E-8F85-9B02D8995E3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F991EA-4844-7E91-85D8-D20541D4052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33AA93-EBCB-4875-6B5F-0F40B63EF02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35CC95-40A9-A81B-7008-E7A2077BEB8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D13AF0-B723-1D55-2268-B280BF64DDD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3DD46C-02E7-F1D0-39AF-D7E971AB71E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804B4C-480F-8069-9196-52B4DC95792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CB9A5D-12B8-D62D-170E-7161666DCE4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2090DC-3B44-18BD-95ED-A8625A1320E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384035-C86D-0506-3F35-6C30722A80E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78C4E0-D88F-6736-DFCF-8C591881BE7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5760CE-FF4B-0721-97DA-827484C38FD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09FFC5-8B06-280B-4BCA-E072FEF28E8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EBD997-60ED-4E29-E105-B046AB47BA6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73E2BA-4907-D388-C469-D9F197F495E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88AA2C-FF91-41C9-8917-9DC28161A2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8DE8B0-7136-54E4-461E-E1317CE97AB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8D20A7-CA4B-C9C3-E952-1E265241F95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DF8DA9A-A480-A7E7-0040-C14368FF55D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5426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4AC21-15F9-7007-5623-B8467F3B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3602DC-E428-3C19-DF6D-84719D8A6D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Row 9 portion of this [39 in 8] contains the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82CBF9-5FC5-4634-628A-5666EB457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9C3B04-6E6D-128D-114C-CC4A672D7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B9C123-904C-D598-20AB-FD0126D2A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586D077-DCD9-88C3-534A-BA2D9867E6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7419BA-F9FA-6A36-2B33-FEF7BFAE7D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E23BDE-352B-945B-E13F-4779254A86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2A2BE5-BD1D-D6DA-19FC-E1175EB9077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7A188A-8A6D-C045-1F73-A0B516CE611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CED25A-0426-1592-0D18-1B9320DDAA9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5D73CB-50FE-78D3-3EA5-BA77A6A3D3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2B3A03-4EBD-986D-99EF-3BF1FF2EB0E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B145AF-0A79-FC6E-E5C5-CA3A6CA86F4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C453FE-A658-B30F-8A07-D27AA3D4B25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D7E6F0-97A4-F627-B46C-31095103A6A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5135CA-E5EB-B251-0780-31597BA89F5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D2F50-01B6-7F01-3EEE-96F4B3EC963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15A0CF-C1C2-85D8-BC9B-A27B48CE9EF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18359-2C93-04F8-1852-D9A8230512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718D13-3556-6C5E-9227-EBD8A2BDB41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02B957-E593-6CA6-81D8-72BFD75275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322D71-EE85-524F-20F1-E8E8BDE176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3EE50C-69B7-1DB2-0631-8A5EAB537DA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497683-55C6-6309-2281-4C002E0BFCB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450882-ABC6-98D8-82DF-0D8BEBC5676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AE7C71-B2B3-86C0-384D-92A6590ED97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6D0DA1-4FF7-AAD0-27B6-38E8B21A21C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9B5A09-4F3E-8713-3625-539D9A13F7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F4A858-D15A-E8A3-DE3A-4A534F7E7B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0848D-8BDF-AAB9-2788-866436968AC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18C55D-D052-89E4-C57B-E1D78C4C7CF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C876E7-4DB5-404C-A215-D47CA0138F3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669452-74AA-BC72-9A69-DE62B0525F7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2E77B5-BAD3-647C-B365-D8B7425228F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1612C4-3968-21C9-1BFE-F4665A5E4E6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C0AE34-6860-FDEC-F8B1-6D6EE0F71AE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71B9C1-67BA-CC61-FAB1-7F9B3373123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741B25-D524-74EA-447C-79F38A93471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768360-61AC-9EED-88DF-CF508C2DE9C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6EE684-4A63-BD5E-950B-5FB08B9FD3B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79F64D-EA42-4415-7C6C-ECAA2D1346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C42BAC-BA49-CDAE-7260-922873ADE86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B6A13E-3BC4-99D0-6EC2-D593EA9049E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023F0C-2037-319D-1CEC-D46A545B7AA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643E4B-C175-96EA-DAFD-0E36F582722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496883-75C8-BF48-0C2E-4E17E4943B6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0EC107-6767-D3C6-0408-C8618E19982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E1BDFA-A730-4588-5BAC-5BD8D7A0A88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68E58C-5448-694C-8719-42A9B6A4282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4F09C3-7174-E4CC-3F28-68E8CA3F394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6181B3-642B-F133-6B27-B83C6C4C9A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FDEDB1-8A2C-E307-1A17-829CB9B003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239878-C340-223A-CF2C-8D644A9E219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734315-549B-C390-ED51-54394079E4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9FB0D0-7CC5-338D-B603-8AD805995E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01523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2D2D4-8119-DF25-CC98-50A06A4D2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ED213B-5D93-27C9-696D-CD0550130C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[12 in 2]. Remember, 7 is in Row 9 of this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C14D63-A940-74AF-0F11-1FD9AC39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28B611-4803-55F3-543C-B126098C46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593B672-46E1-D2B4-5ED5-E2942CAD4E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EA4E02-A7D0-D85C-A593-AAC34C9280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2A251E-8411-7DFA-E371-D647671A85D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F3825-79C2-9014-5F04-C7F6AF648A3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2DA5D1-46CC-F831-22F3-AFB39E6451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8A6367-F557-8E59-89EE-3C8EE067D6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4C7C93-FEDE-D949-F31E-8A84623D4A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C67B7F-5A1D-5EC1-C7D7-D1EA66365ED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2B2845-F5BB-B1C8-AADD-5224DE2F6E6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6189F-1FBF-BFB0-45C9-C3D783E1D4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BD45A-F91B-AA3A-78DB-0CEFF8C45E4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F9B95B-7B02-EA45-9B5C-CF1B0D3FA7D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78E74-30F9-AC13-EC72-6D0E1108400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E7AE7D-EE0E-2CF2-3327-78E72FE672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730370-920B-B6E1-B641-E4B5EAC61E0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1C89B7-3A87-C519-46B4-CFF33FB07D6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7D6441-3339-32BD-1349-E9F215D5F48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1F8425-1CF1-D9B2-7AF7-855282E83F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25DC15-5229-306B-0D52-F915836B3DD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AE45EB-76B0-374A-2E17-A5AA9B34AC6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8F810A-6C85-0729-6EDB-7DB01156AA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F299F9-9AC1-7827-32CE-686404031CE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2D7A40-E73F-1865-97B0-9620DE52FE3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E004F8-FCBC-C5FD-C5E9-2B4FAB9714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554E4B-9B2B-8A18-E189-2C154E17205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B7C89E-CA53-2AB4-CF95-94548D5526A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2E173D-D721-0FA7-537D-7AED7AACDF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27FED7-7B10-BD3B-73E4-B0AC0689362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EEA34B-90F7-A855-69B7-1E4A1B22FBF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C51CF8-2CA5-3BED-E8EB-E7B500C6AC5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C2A726-8A94-9A4D-5801-5A2CB0E6E79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CE8795-57F1-F848-66E6-76535BE6B6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811382-03BB-9CF4-1F31-0430A5D8D2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A4566B-B1FC-F2ED-A833-C16C4A8A743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B37BBD-EE45-1B35-DD14-7716737A225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D90419-4574-85E4-7962-B3D9EBE56B7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12F7E-577B-CEE2-C882-B858F695D0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5B0566-9D1E-DF58-ED72-76A5957C315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13C22B-B523-4C3D-2006-A9A9466D397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E97DE1-2B06-3DB8-F4F8-A3FD2AA0EB4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78802DD-37E9-9549-B88C-E22F46C3876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A31BEF-1692-A7D0-5594-C7A3E6014DF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F099F1-AD57-A2AA-BC71-51BED27FE32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BE0C0A-1F7B-CB31-201F-971947A086E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2030FC-7A2E-A4A5-AFDC-B769A78CB3A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5E7027-695E-F929-8A76-9EA3AF7CE6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993A3C-0EA1-2004-9A7C-E1CA7AEB60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323B065-BE33-94B0-8240-F1E4C5A02CF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1338A5-1F99-253A-8737-A6E604F1D67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431DDF-0F5D-8899-D114-7FE2849F20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AE2F28-C6EB-506C-7E75-37348AFB1E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FCE9D8-8793-DA2F-723F-59BF88BBC64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543ADE-C79E-DCCD-CF67-DEC1962D1D7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C84874-8462-7D37-455D-562F480FF5A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16266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174A9-E46D-5C88-4947-2FB299A8A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40AB15-F69B-FDD5-FBD8-534B72E55F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lower right block, the 1 must be in the [9 in 3]. Therefore, the remaining possibilities for the [9 in 3] are 126 and 135.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EFC11A-298D-5B21-D586-753A81D8A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07A0A8-0179-4EC2-610D-8D856ECBF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38DD39-A10B-38C0-9656-0351CAB96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BC4F4C-D404-31C3-35F2-390F29907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D29C3B-FD56-5A15-86E5-B6AA1E7C283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DD157-70A4-BBC5-948D-4158BE07EA3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36793E-C7B9-67F5-608E-5ACC46C10D6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108461-14A4-BA90-AEC7-BCFBC5E591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BD9CD3-D418-320A-F579-378F72C7E2B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5507C-35FF-01CC-6DFD-B7BA5C620CB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5FBDC-DD38-679C-A17E-1360A542BB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600481-4D17-35E8-5D6E-15DB3C47291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19C70-8D8B-8A4B-3567-FB93A788D9A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F7B0F7-7EF2-9E3F-6860-9CE8C50301F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4BD2FD-1A25-275F-42D1-6D905DB50C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4AF6C-D859-0293-D4E7-68BFA30717E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C6585D-61AD-DD91-830E-5F5C79E921A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D10270-19AA-8749-53F1-5C0D4BB25BB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FEB92A-3C7A-B22C-8922-A7D9CA31034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E626B5-BAB6-24CE-7165-56BA99E72C8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05D034-CA31-3C94-18DC-0D39E8C05B9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4CAEC7-FC70-7625-F5D6-177B6BC489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5EFE24-24E2-B6D6-D4DD-FD63F988F7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CB6C32-5A49-B7AF-A747-DFE2F0CFC31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0F95F1-2ABD-22A6-0AC2-08B65341652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F26736-EC2E-B4B1-1F88-9EF000F5DD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863C4C-81BA-8846-720A-0ACA687C09D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84DA64-6EAB-B934-C5B9-52350F29F82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E9EB79-7C4F-6DA4-EC11-4715911FED2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9D044E-D7E5-7E07-3424-65DB1BC946D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820A62-8453-B248-CA88-8C806E3E752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95CC4F-E45F-6A82-B72B-ACC24DCA58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CE4592-7BBF-AFE7-5DC4-8F1D0C38A5E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A006F8-2DC0-7F65-2AA8-26C9871E8CE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5FBD6D-8C50-A11C-8791-00F33FD13C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B3D22F-FA4A-BC3F-BC10-CD488A13246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78781F-5DF5-9F1D-D262-45C65F87337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203C26-618F-E58F-22B0-053DAE8B76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556944-2CE3-448B-91CB-C88910AF0A9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2041EE-5DCD-E505-A4BE-E866F1782D0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84CE48-3F39-A5E5-600B-57C320DD369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FA4044-6836-DC81-85C8-37E9D9D3B84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90F196-B8F3-93C2-D9DE-6CDC8CBD43E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C2C8FC-DA3D-773F-7604-1CC018AEBB3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A393C-B561-A9D9-3C82-551ECFBD89C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FA9018-6894-3299-6C8F-CCCFA8AF070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4E6BD7-BE62-E6FC-C175-C1DFE4DD9B4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FB920D-886B-AAE5-82BE-03E0A1EDB32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9315DD-B891-5ABE-752D-5A2A4566E2A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93D00C-E4F4-94B5-771B-E5AB9F4E723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6CEE07-E293-5E21-F7F2-B5400CB8DA3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2808240-875C-6F10-E6C4-B5EEF5B021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51D54E9-3936-6799-4EA4-C691373480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9789C8-6827-40D7-9D65-58C5A9140DE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3FDD37-3FB7-3A7E-B89A-86C36F6F9F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EDDB88-F048-5B15-4F48-D86BB96756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2813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165F-B874-9FCF-BD7C-392ACA56A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907EF5-A406-6C43-73BF-2AB19F7271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lower right block, the 4 must be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49ADCE-F049-8D37-F86E-0C643A110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221FCC-7949-0F22-4A33-178034689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008B9CC-332E-61F6-D357-EDDCE0175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699B86-4F55-E9FA-1D31-6A740DFA69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6BA3AF-2976-39B5-B0CB-09B7B89200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33D489-9E7A-10BB-C387-D224145FBE6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6988F-F21D-E3BD-28DC-E69494C516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0DD25-CCA1-2BAB-B48C-1769769E19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414D2-7C6F-67D6-5E7F-931AD7DAF86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F9C73F-B9BE-0984-2B1E-94C4FCA959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103953-AF7B-3B80-0B6B-651A029E78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776730-56CB-EC60-14E7-6ADE488C70D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51081D-8F9B-6553-6AB1-17C55EDF20C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8CF5F2-1B7E-1D51-C2E6-FE1D6DF3086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6EFE06-6219-02D6-9923-E41225BC1E8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D129C7-F2E1-793C-5DD9-4E0FD0BBF47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4CCC3B-6C4C-DC16-C3F0-0838494F89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616B6-A696-36B9-71DE-4C595FB7FF9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D84F9-50AB-B71C-F753-E8DC9B09446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3DA6D0-BAC9-988C-B492-3DB4FFD702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D79F0D-A4D3-5799-3231-EFC54ECD9E3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F3774A-1241-236F-0C9B-A90F9FB3E2F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CEB751-7BD5-4ECE-B69E-0532AE36B32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9279E3-A739-F02D-D0F0-67F2C7DB8C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B9309F-EFAE-BE42-A817-5B950BDB1CD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48F9D9-3BCD-1473-BB64-86056B64A4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E0039F-6D1C-ED95-DDBC-531CE69250A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E49867-8A57-2713-4CA0-080AF573499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EDEF23-08AA-A094-E4F1-1C33E968C5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5D1860-53E7-3F90-ADD1-C455B7C3B01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86EEF5-D435-5EFC-9F9B-925DA4005A2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C90284-35DA-E9BE-4110-B7E0FFA00EB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C1CD8D-26B2-3488-B5FE-7A85A21CBDE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756F22-6CE9-45C9-4288-6AC0A06250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BC003E-9AAD-CEAC-B85D-7A66D872889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075A4B-1711-6C61-A5A8-793E5AC4814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F393A8-9429-CBAD-3237-91E9733EDC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E22C0A-DCD1-AEF4-0EC5-9AA52C32951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763724-1CB8-ADDF-C118-FCB505AC18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CB9C00-7F29-6182-316E-00EB55BBABE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B75292-2FEA-4B35-40C3-A708299B34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7BFD9C-700F-5AA5-D8B6-3579B9F7266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92580C-21BF-BF5F-6A89-D1EDA676ABA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6AB29C-886C-AF3E-AC83-C7E711B70A2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189284-4009-097C-2184-9299839B100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FF82A38-9A87-B4F5-262B-BB210670835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DADD61-52A5-8B98-D9D4-7CB91EECD9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F36124-1F2E-386F-A464-666219606F6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D063E4-C81C-F824-F5B1-885B3F4E48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582B13-FB5C-1C63-5298-58B2E5C7A4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495B3F-AED2-F514-0F6C-3DC9B80CCA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F38389-A444-41D9-3E92-41CAAE52E6F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3D1E6E-FC67-4B86-6080-3199FA0895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84A7D7-2711-D96A-F075-6F49C347C53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5DC070-6858-BEC8-3307-B3921C591B7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1C1060-C7F2-59DC-0F31-DFA6AA750FD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61754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9C08-7A89-A010-FCE3-C24E9A01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BC03B7-5AE3-551E-FDB7-D7FB47A27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53EC28-2CFD-3488-02B6-745361B9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9DC2B0-5E9D-4BAB-0AFE-4AEE6A7FF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0A64234-1045-A76E-E78E-C92E2531C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731335-305F-1881-F9F0-F90A950198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AC9426-4FA1-FBFC-F0AE-9DC615DCF22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5991FC-5606-D328-4028-3948F4C04C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B952D-7B04-326F-1EAB-716D7CC052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66249-5D80-A2F3-6E6E-7EA571F6594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E67182-148F-2620-7063-9456B4DA0B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3DA491-D6FF-9E04-8EC3-3BAD2056AB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478791-D53C-50C4-82CB-52FD198C612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10FC97-C035-A549-5886-879488865CD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8DB5AD-F0EF-C36C-711C-074ECC51FDF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8A484B-0CEC-39FD-BA86-70C1D40CB2D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A05D71-5185-010E-54E7-6A29DDEC6CD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EACD41-5386-7A1E-5BCE-C77EE2F2215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F8BC65-A4AC-7306-3B69-85C3A830242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A41935-76E0-E36C-21E6-6A5A5BE1318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622B51-17B6-662E-010F-44EEF461CAF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0263C6-A834-41D2-862A-807E5EFDD46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E950A4-EBE2-562C-69B6-EE6D2B81F4B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3B8FBE-493A-18F1-4910-A7B15B60988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B2590E-8615-B484-CCD2-DA69D18C004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F2473-80B8-39F4-7998-5B9DEEF2350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E27DAB-8EBE-EA0C-5C89-EEA7D860B74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5A7FCA-0D4F-1855-D220-1E35E29E77D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662E7D-FA7D-41AE-D9F8-9180298699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E90C42-7F22-0AFB-6EC7-3BC1992F45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3DC25C-52AD-22B8-4F66-423BD5D3407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229934-6326-F00B-EF7F-36549BA01F3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183939-0C5D-102D-C684-787491D227C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45BEA4-82B8-B9C9-D5CA-3D90045DDF7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731A41-5C30-E051-7FA0-02E82CC2419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88C390-01ED-F64F-11FA-37A427E5ADC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D62BDC-7D38-1737-3958-6DED7251A0D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F9F083-22CD-AF99-2EDB-C5C391D3A0C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72F4C9-BA11-B152-1F6D-321B0E63ADF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2EFF49-AA2F-00B9-E20F-71E90163FBE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5BB3AC-52A4-DCE2-36E7-CF8EB1C7801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E97A9-8054-07C4-880E-4B214A73C0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8A705D-A3EF-891C-B874-B239D9D46C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178B03-DCFC-876F-E1E7-6D4AD5841BA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32F121-D1CD-404F-2E60-705FF8C7263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53DF36-9D51-EE43-D657-649E38E3E7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794E16-7110-5834-8B8C-AC734E67937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517F63-E5C5-0524-0E4D-F2492B7C88C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D7917B-E85E-AA75-19E2-0E5930F324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642A12-141C-9C2E-B786-26488DCB3C2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8739C0-FC52-A51C-D007-74793B5AC44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CDCF6B-CAC0-C559-A6B7-A6196956D84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A68C48-3488-CED9-0F09-076C1598223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DE88FB-986A-A413-67A7-7A28B67C6A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D38537-7627-33FE-11B5-5FA9A96828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04E275-E85E-AAB2-DDC4-D89436972F9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0F3922-31F2-B441-FE9B-55752592C71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42DFFE-8CD4-3CFA-51A0-039ECBCC1B6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F3087E-704A-C167-07C5-9389E2761FAB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</p:spTree>
    <p:extLst>
      <p:ext uri="{BB962C8B-B14F-4D97-AF65-F5344CB8AC3E}">
        <p14:creationId xmlns:p14="http://schemas.microsoft.com/office/powerpoint/2010/main" val="171609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25359-537E-BE89-B7BD-F8124475C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B42657-B4FA-8E9B-E178-4BBED817C9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right block.  Remember, [22 in 3] contains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782BCA-AEB2-BB72-0414-C9FFB7CC7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9E47E6-6DA9-C2BC-F36B-04160FD5BB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97AFEE-F8A9-D84F-ED6D-1E8B7DDA18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FD7A7A-FF22-D40F-A1BD-8086310EFA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7DB287-1259-6E4D-DC0F-B3391E6D3D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24651A-986C-3732-4D9E-FBE57650DC4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60227-B930-2334-0A73-C860F0B1DB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1E004-123B-5F87-D125-9323DFAA61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B6FD0-B0FC-9652-53EE-067720A9C9C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DB117A-B028-7571-5514-A9A74E7C133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83E41-4A3B-928D-ADB5-E572E98A948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188507-C723-F8E7-BBCA-66C5B1EB6E1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A92D3B-D113-2917-8632-07264CEAE8E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1590F-C3CE-5FE5-3BE5-61ADC850848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86B489-4984-B12D-25EE-F1C0E4DCD7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9F3E94-428E-FCA7-E84C-951EF27474C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DB7028-B666-3630-42D9-374B792A07E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186C86-21E7-BEE8-A5CF-4610B9C478B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FC79A1-6762-34F6-BA54-E1DA67EB087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0B7840-69DB-AB6F-2BA3-A7A5B559217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B0DA80-39AA-13FD-EB04-715F8BBA9D2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A42336-DBDA-5D35-19D2-A191F50B472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30B2B3-E6E0-FDB8-5D82-31E8B5A1BC3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63A09-2A23-D34C-F17C-F8387A7D115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02BCD7-CD76-DEAF-F498-F337857A08E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C7FCEC-6868-B078-161D-D7FA1A0E56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0CDEB8-BA00-DA53-2BA2-697A856AFA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6E0C4E-F931-547A-F69A-743A1FB576E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AD5181-AACE-E3BC-688B-77E30BFB746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D6BB5A-125F-7687-7A19-D411383FB9A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6C5EEB-3E35-2DA9-BF6D-9448BD469A9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A21F82-EEA3-7ED6-769F-BE64CE5C9D0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30C1B8-C65F-DF8B-8CA2-7D36194CA0A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A89C36-ABD5-2743-1F91-74AAD4A0211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8F818E-BBAA-03F5-7452-63D903CC88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255A32-4D30-493C-7F46-21BCCE1766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F6F0E8-DA2D-6A1A-BD01-6BB9E8C2D8A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45BC22-8318-E980-2238-5D5BBE19D4F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6E5D6A-A5A1-CBF3-2674-97B7459A8CB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9FAFF6-D8B3-4496-7CF8-9B357ACE957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7D8F2-7EBE-017B-997E-3A455F18D40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7151E1-D494-3808-92DB-0C3E1923FA7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AA53CA-F402-2569-E197-407010B5F58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5B5B2F-CCFC-0ABB-F36E-4BAAF5404A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C4654E-8CF4-42E1-13F5-0D258DFB3A8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188101-2F08-57E5-2187-9DF9F2D26FB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2C6ACC-5799-0CEE-37AA-E66A490E3B8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F7D7BF-7AF1-E124-AD2D-01C69FDE17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26716C-70D8-BE74-B1B5-772F59276A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7532B6-53D2-041A-4EC8-22D60A62DEA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C61144-1748-F365-0412-091CD82C3D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1A3728-3183-2B76-D727-407EE728471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CFF8F2-4D85-9DED-F0FB-4B05D1EC5B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E9D7C2-9513-D04A-C576-C1E1A57133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28288C-09BB-A7CC-305B-B31EE0D0F2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78F897-CFE7-D63E-452D-55F1CCCB26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E2975C-64DA-50F3-D7F3-9D38E7329D95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6B0760-C6AA-A6FB-F2E3-9954457C905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3C83BB-E1B9-553E-2707-95337A9E48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D38C38-D2A4-9B4C-32E5-6B762512D03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3DE1C0-6C3C-77AD-B3A0-016FC79C82B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</p:spTree>
    <p:extLst>
      <p:ext uri="{BB962C8B-B14F-4D97-AF65-F5344CB8AC3E}">
        <p14:creationId xmlns:p14="http://schemas.microsoft.com/office/powerpoint/2010/main" val="2384479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402-7054-E2D3-12FB-E1A2D0B96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081AA4-6DF3-E627-6289-66846FBF83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right block, note quintet including 56789.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68293D-ED39-35BA-46E7-5A3121038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56CBBF-E7B8-D647-7345-AC637F978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72A149-F254-CDB8-7A0B-8E031F872D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52EC31-4AD2-6CA8-2FD7-252F28B534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BDF8BE-0454-F755-A803-430D0D62C9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577F28-4E0F-329D-57A1-1492843192F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AD4B15-3E11-566B-9AAA-DE4C9F9ED6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10E6BE-99E3-7B17-DA79-FCF09B7C742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2181A2-D403-FD51-A090-9004B2A95C9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8D244A-ABAC-F15B-EB7D-9A0398A78B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289DC1-913E-C996-4C0A-18DAFFC4E3D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8CE203-5B96-727D-0B58-20A37462E79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361373-FC53-E71B-7F34-7E76E67B48D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9FBC62-9171-9CD3-8E8C-10A5018E1A1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92BCA8-7430-1375-E098-AE931AA4EB8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1DCCD2-7033-16F7-FDEA-80D33B22ACF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851564-3D49-0688-1073-3CB13E0DA71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ED5997-49E1-6391-86DE-7916BECDD5A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0327BF-C340-893C-BF97-869D49B0EE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25B3FF-708B-ECAA-6863-B1F00009F3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D82695-9285-8CEB-50ED-230D0B8ADFB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ABF344-B510-1329-FF45-119F31B9CD6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C5839A-00A2-9FBD-1A81-CBA0E694AEF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17FC67-73B3-8FD0-778C-0E8F428A96F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A4F56E-B217-1D4F-9D72-436ACA960B3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60A0F9-FC4C-BD7C-D34B-502B2DE142A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98362A-0E4A-0CE5-E6ED-0CCF6A72D93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285606-245D-86CE-B26E-83F943BB7C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022B24F-B145-27EC-1568-DF2EA3D32B5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112903-4CF9-8094-74B8-9CF15384459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C93B7C-C7E9-C1D4-654D-7A23407001B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3F82EF-764D-8A1A-7CB8-167F2E9F68B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3AA60-0EBC-8A74-70FD-747130DCF2D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AC1DDF-22EB-3206-D10D-355513554E6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69D872-4242-39BB-5798-D6C7DC0FCF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D4472F-E780-5114-1BB6-BF56A5F876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6DE0E7-5294-753A-A245-9E2A183A87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188D4E-80C6-2115-8BDA-2DBC4F832D4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D0D126-BB5C-7543-8E7B-0383C2E24C0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6D10EC-D2F8-C10F-2274-1692ED201C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9360BD-FD7C-7221-AC5D-D5894CB693A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A463F7-C48F-BA4A-F58B-1BFDE93E41F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611207-AF7D-1CD1-3AD6-50FB905789E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4EC2FB1-DD52-79F9-3BEB-D6E1A0861F4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C677D2-3DAE-A70F-0AD0-D695584CB17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FB64FA-DFB4-C42C-2341-61199E6F258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A59786-CED7-A729-53A8-EF44928D6BC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3653DB-1FBB-7EC7-0A17-DD1BE0C375F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3D6D36-AA92-52E4-BBB6-0FF0BE9CAE0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FD9825-ADF6-5948-123C-A7A5C694F72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DD4BBC-E89E-E7A4-0905-92FC00CC396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90B79-E7D1-1CA2-0DDA-95D87BE8B90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40919E-AC0D-3979-B983-E7D0E555507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3E8FE3-31B8-B3D1-0040-006317762A0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97840A-1DEE-615E-83C2-359E7509A8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E0B6AA-E85F-46D1-ABFB-D1EBC0A5A8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E9CEA84-E418-B68A-9C60-074C4414889A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0FFF48-9B9E-C1BE-8057-25EEACA485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CB798FB-9AE8-6B6D-B909-75F1C91A1AB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53C66A-9A8E-648F-B0A0-22A335CAED9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26B75C-3E83-33D1-E600-3CFC677828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75061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9BD53-8814-ED75-E9BB-DB58BEC49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98D3BA-55DD-761A-0F4C-1FBCCA19CF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right [39 in 8]. Note that 3 and 9 are in the Row 4 portion.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798E97-0CFE-5C5A-713B-3C4EA39B1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45C875-59DC-5F4D-B439-BB2DD706B2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0653E9-574C-B35F-3A7A-F8A934D3B5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711017-2C34-E380-C827-F41D8BC0FA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806D6B-0478-685E-1688-1C1C1BBF95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449B24-123B-9733-0D7C-33DE96A0126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7028B5-EFE8-D0F0-1030-62DDF5F5787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81B5BA-0744-6C89-8F76-07633B225C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B1F11-DD36-04F7-229F-0DFA932471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54CFB9-4507-B000-DA26-930F89688AE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3105C3-E8AB-3A58-3218-FED43F86F5E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934535-7DAB-7500-88C3-811173AAC0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FF2740-597C-B8B9-0D1E-614CFCE75E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3CD708-E3A1-5F16-360E-3A0D6CD6A64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6F7E3A-16CB-D011-D0C8-308BE31C0E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FC4189-868D-8261-D4E4-D3B17C91A36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ACB892-6FD9-0DDF-37C2-AD134C38C2A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F28928-1675-1855-1124-A771E83DA3C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AAFCC1-D2CA-2823-92A2-431E0EFEE51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B674D7-6906-0F14-C5AB-7E01D5D5E2E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61E418-4B8C-803D-38AE-2DEA86CED8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76ECC1-90A3-1DF0-9709-1F9DB701311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BF3BC-E07B-F2B7-589D-2BA93AA1D3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935A1E-6344-6BF7-4849-D018A74E175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739C9C-C8DA-EA74-DDFD-AF41006CA38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37BB4B-8BA6-0084-A7A3-C0334EAA0B9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F6C237-B065-4F68-1AD0-FD3AB93F65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D97BEA-34ED-05AB-B348-7DD8B1A6AC5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82967B-399E-2ABF-4232-1CB55868FFB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8B5030-C523-2C61-C4EF-6BDC3551545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3A798-E689-06B2-8A64-A7B18E113B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366B6E-811C-AE97-6833-623FD6234CC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51348D-BECB-CFFF-D432-1BABB0B3006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D283E8-C882-F59E-C171-87646CB7009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001B4D-26FB-88BE-B7B3-7CA0F4C64D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385588B-0D90-F969-9A51-F3F74C62861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2F602C-2936-C1B4-8FF3-F13326F769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5ADD28-DB00-1C43-F706-17D944671ED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9BA106-97E9-979A-94BD-0967E575667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B5642D-8341-5EC0-CFA6-4D4415C950B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B998F0-5903-D820-0188-285F97EB918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52AC0F-9D7E-DEDF-FBD7-7B636FE4C29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97BC55-918A-1E22-8E80-BAF9DD4F69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E388FC-608F-D3C5-B681-C1BD685BD68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4AEE77-FD8F-B0E3-7F2F-48A07C3124D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01F3E8-3124-726C-F49B-09A98B46069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60DF63-C19E-3C44-6424-39F8A8CB2B4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420532-4AAF-3E89-1E56-37103D7809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2C95D1-FD56-64E2-29D1-C8B77B2A86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0E81AD-AAE2-231E-F796-5FBC66ABC9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9C808A-5EC9-D55C-C5AE-016A639E534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720395D-0F19-B87F-90CA-0FE60BE3ECC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EA034C-5229-1142-4EC5-1CA71D768CF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A997D7-6258-5AFB-AB65-43A0CB85A6D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05CC2D-D8FB-6322-489D-2BD22404D30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F2FF8C-14BD-6F20-9CBF-25510947585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141758-62AC-2C10-C670-592CCBE92829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25D850-AB69-27F3-C61F-769F9B206B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CBD4DC-CF36-6759-A741-7F21066FC2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746185-EFAD-6155-C2C0-9E345BAFB1F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0A1578-6CCA-1A97-DBA7-FB0B1BF3D3A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BB64E8-9493-A06B-2112-3E009BBA63B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CFA1FBD-FCCD-F33E-6E61-515266A82DE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98E2653-5D29-BDD7-D2FA-A0DA1BB6775D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</p:spTree>
    <p:extLst>
      <p:ext uri="{BB962C8B-B14F-4D97-AF65-F5344CB8AC3E}">
        <p14:creationId xmlns:p14="http://schemas.microsoft.com/office/powerpoint/2010/main" val="2902358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3F01C-1D42-EF64-6371-14696921F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4C0BD6-D8BE-F4DA-BE3C-EFBA96800A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[19 in 3, no 1, 6] is 289, 379, or 478 (no 5 either). Since [8 in 3] is 125 or 134 it must contain a 2 or 4. Combined with the 24 cell in Row 5, no other cell in the row can contain a 2 or a 4.  [19 in 3] here must be 379.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DD0132-56AF-C7DD-6691-0431231CE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498625-B73F-DB67-C680-7B9F851B3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DE5592-3D4E-4C12-E247-9D60C23CB6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489B88-074A-B539-D16E-A209B5827A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D4B46D-DB66-4F51-2519-C0909CC07AC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AA3D5-EDAA-5F9F-0948-1674632B5A9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61537-0064-71EE-F883-0DA71828BC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443AA-CFDC-0F50-B29F-728DD4B2942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60EC01-49E2-E6F2-B75E-7844991062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778C8-5AE5-47FF-6D26-5E392386E4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93ED7-EE69-BECC-6126-31369274CFB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01B001-8A23-F388-D681-E7A96272DD3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4E1D57-03C0-55D8-581C-2B0D699A54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5A4F03-88FE-9F88-AD53-9E1CF6551ED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1EB62A-6126-B4F9-43CF-3B040146AB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026B9C-29FF-7A5A-1DCE-713752EF37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3D7D8A-A948-DD49-9AC2-D4F00980D25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DED554-25FB-60A4-B23C-B625E01BB9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3FE6DB-1998-8DA4-B5CD-144EFEEC704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AE3C4E-8C9C-4BC0-DD83-58A30FE006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010CAF-C94F-CBA4-409B-5CE78573806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9D952F-7618-28FC-58E9-23EC8962C2E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0D226D-F5A1-67D7-6D93-A081DBC42C3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BC2D96-9235-CFE4-37D7-C7EDFAAFF10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5C60F4-338F-E3CF-9852-C7C7ADD3B25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8DABB4-8218-CA9F-45B7-7D2DEB1A2C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4BE5ED-F2D0-3ACD-4AB9-AEE9FF157C1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CA7B69-7C32-7148-2572-319319F6B0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3795B3-4A1B-449D-540B-D7303924A1B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9E1097-B7F9-9A91-468B-FB24CFC708D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942882-545D-24AE-0A2D-BFCA95B0025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EE149A-129F-37FB-B1AE-C0533148666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D5DCBE-3A30-BBC4-9CCC-304A46ACDFC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E4495F-C7FA-0E1C-0788-9322867735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D49E21-0D4D-D0EF-9D64-CDF54063366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F8050C-061E-4A4C-4BAC-8107D0E452E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9A4E4B-5851-543E-9278-11843917CD6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62938A-B3C1-6C13-9F8F-21EEDBF34CF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C6E779-092E-48A1-F247-234FA7ADC54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89B7E7-58FF-E065-10E8-BEC2B26E46C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490969-FDF5-40B5-A964-BD744BE61EC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7D5FB9-10E8-D711-D217-CAA2196547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DD44032-87D1-CA4D-DCCE-E3009A9EE53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EDBA54-0B98-B431-76CC-AFBA5741759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77DC53-1B34-D239-C225-ACAB31BD90D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073A29-93D2-7CC1-7C98-25743FAF46F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DD2D47-82CD-6999-2CA2-5EB852BFF23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D6D680-B57C-F76F-06AA-B08D24B9022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A8B7C0-FC98-6BB2-E2B5-0FB84598A00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43DC95-DFB8-4600-EAF7-25E64AB27C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00206B4-101E-F1A7-36BD-CB65C5660DA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88026F-88D3-8E77-FEA2-FD231067015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04A719-0859-711A-4FA9-D1568FC8E3C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CB10CB-0D8B-BC18-9C7E-D8156D3A41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1DCD26-47EB-6637-CFA8-3DD653B3340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DB8130-1D43-9DDE-E5B9-2ED98070520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9D1B88-6B62-B38B-A681-AD93BE1F5ECA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94FC4A-0496-9673-DEAB-C34345FF10D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1845F-C386-4069-2766-0BEDFF0D11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21F758-537D-CDB3-D9E8-604A20E4519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49EEA3-111E-5681-FAB6-EEDD281F811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885F29-F7EF-2EF5-F906-80403AEB59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90787DC-192A-E926-FF72-60ABFA7EC57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3A470-AA95-380F-C405-38A9705E9607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54CC68-B020-6036-DD7E-387F9E0336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DC390F-9EF4-D761-D2F7-EB70A0E1ACF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96858A0-3319-2C47-FF1B-4F0178D451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</p:spTree>
    <p:extLst>
      <p:ext uri="{BB962C8B-B14F-4D97-AF65-F5344CB8AC3E}">
        <p14:creationId xmlns:p14="http://schemas.microsoft.com/office/powerpoint/2010/main" val="17034419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3CFD2-ACD2-353A-C5D4-54F733BA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A60D69-FD84-1409-9EFF-FD72C813B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[39 in 8], 3, 7, and 9 must be in the portion in Row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4850C7-7934-4C46-B91B-F49C255AB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ADBC9D-24D4-3BEC-8C9E-2514BE074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E7A4B5-89C6-520E-E478-05DAFB307E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44F330-D7AF-BE3B-DDA7-765EBDDBCE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41B9C6-5420-070C-597C-924E941756E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ABE931-86B3-4322-1AF2-4C49A4917FB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9680A7-80F7-7B17-45EF-2FF059F4EC0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3C5D9D-8E6F-11EE-0CB0-99F5F0F267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774DD1-4556-1BE0-F9B0-FD0784ACF40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211AD6-D46B-4953-0B69-1B32762D75B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F7C7DD-7BF1-EF3C-D4C5-EE1AE593A94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940B5-1BC3-3B5B-0537-ADEE9F13F13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0EBB7F-F543-FFA1-DB73-998F59563EF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60C528-77C5-AAD3-2786-56317BB05ED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C6F337-EC25-0BD5-DB5A-9371B5D5A83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E6452B-2768-6AA7-0661-819313B4E6B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358B15-82AE-C2D0-6CB7-2AC8C7072A7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1D30A-5B25-2F14-C06E-43A55F0230D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342B0D-E6BF-CDB6-1DC3-553AF5E9203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30DF81-A6AA-8B7C-35DC-26FF6887804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D3BBA4-917C-C702-C7BF-138A043B4B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F7C0A8-3ADB-C04D-9AE5-3757031E04C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E1801C-91C9-2AC3-B47E-A461A47728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FC228E-6645-42B9-249F-D52F8E9167C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C9D01D-A1D1-EDAC-7B9D-CAAF38E1F98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F0D197-6053-51BB-4326-97C6FABC78B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8C6C58-55A0-8A7F-8A84-CEB20B68DF6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D9BF97-B23D-FE30-34DA-61BB174F60E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A2BEFC-402F-2382-FA9F-4F867343DDD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E332B2-A190-D983-9026-2C6CAEC077F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C8DCC1-AEDA-5347-9668-618D82943AF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81373E-2053-E812-4575-A38D084D319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14F176-12EF-6EFD-B383-B6AB8F4BA5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326D18-FFA4-9E81-17EE-8213B71C508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6DA38-598E-2085-5791-FC21DBCB26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15B40D-12C8-0226-C5C7-B22DD059A5C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244D63-3298-4DAB-0BFE-49A0BFD73F2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747480-650D-4140-725C-23BC746E2D5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4A15D5-B091-8D4E-403E-97B2C336725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46F55A-C294-11BC-161D-9DF1CDE06B9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E44AE-0CC1-9B65-8C19-20FB4CE0F5A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D566D7-B748-43B9-D435-8C63782032F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C495DA-DCC5-E678-9C0E-F9FECA37EE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2DD667-9193-91CB-A1E2-2D959CB9546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1B1C9C-425D-D17A-3683-1FCF3DC0E7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4A1E8B-2D2D-340A-A199-E43C8ACF8C5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D6972C2-D3D6-2C50-4151-2A2E27B03AB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5DF0AB-894C-68C3-4EB3-76817D22351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9AFC40-A996-E47A-8ACF-B093DC92D43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A453A4-E592-834D-DE77-039A503572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8CC9B46-1F86-3C02-40FE-F09568C097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646215-FBB6-6288-8F18-9274904426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991EF55-B4A1-DA83-BED1-FF3B4005B4A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B96B63-E107-35A4-B64E-FF047942661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58DFAC-A2AD-CDBC-C693-D519AEBDD05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431F7-12A5-E4C6-01BB-4C502B12268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CAB57B-C6ED-96AD-1B15-3716D19D40EC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B43551-1906-292B-E92E-FC172E0D2A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69FBDD-EF73-18AD-A032-10413AC481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B3F628-8422-F544-6E1C-43AA03CFB69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08C2BF-3122-0EB5-FE8B-13CDD5DD739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0AC5CD-C3BE-E3DA-563E-AC682A2E1FA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A7D93B3-F1D0-A775-CB1E-4AB39F4106F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A355609-0FA6-8680-FBCE-253F59390749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3757ED-B7AC-EBF7-EBD4-4D8629938C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FB9BE9-810E-B7CA-23C0-96C819330E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42A3AF-2432-5ABC-8BF9-A252684B93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</p:spTree>
    <p:extLst>
      <p:ext uri="{BB962C8B-B14F-4D97-AF65-F5344CB8AC3E}">
        <p14:creationId xmlns:p14="http://schemas.microsoft.com/office/powerpoint/2010/main" val="2615674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A0781-4375-A455-32D0-5D65DFBB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1B03D5-2042-5C98-AD83-F868B447CF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9ADCB8-8CB3-646A-F14A-83BD365D4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EE07E9-95BD-1A45-2292-6C4F56E8F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2FE84A-DB17-D1E4-A9E0-BD6C53F13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4FD664-E2FC-3B88-F4D5-3CD2E21ED7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4EE299-E830-EC23-0D95-530C93234A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30AA8-4AF7-D6C9-57F1-30999933AD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463C2-8339-42E3-4B1A-C3AA9A2022C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7A842E-0C7F-74DF-4A8E-77E54D60206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B39FA4-8076-B453-4833-806C3D0E2FB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BDA1A-1AD3-9EC6-09C1-288942B6052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FA4506-6560-AFCE-E345-F1476A25A6B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13F801-619C-A634-7239-832BFE7199A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B5810-D4A2-F754-6A88-630B514DA6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D2FB30-65EA-B772-BC59-DDD5765ADE9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403D1F-65AC-40D5-B747-4C88D83F8D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31D160-F30F-7F73-99F3-F83F034B113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CB5D9B-BA39-4AB1-AC29-73BC5F2A7A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9BC5D5-28A8-3574-0CD7-0E3637424BA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78896C-2862-9A47-5257-143FF4015FF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440CB0-AD96-25B3-DFBD-057B72788CF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6168B2-E5A6-C085-49C9-292F7397546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63DF6E-8DD0-0729-2F83-050111FE62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5E0E31-0CC6-D496-2048-3EC4106EFA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72EADA-E1ED-E9CD-5E55-5D0A0D488FB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2FA5CC-F1A5-2AAB-F802-ACA89B7C6A9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19F18C-6297-5E1B-E4F4-992EC1C21F8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E0FABE-FDDA-D69C-5747-593CEB7C0E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2134BC-D67A-F1F8-21FD-B526C606154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492595-0863-6EB1-F7CB-0F0C55F6B0C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43C41A-BD1F-82EC-86F8-FD1BC82E4A1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B3C84B-9806-6752-5F4E-BAF8E75BB0B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6FE0BA-45E7-2DE8-AF2E-51C2D36409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8FD7A1B-FE24-A845-6D68-8AB8C35CD2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EA8A15-2BDB-24D2-7834-5DD3DB8A0F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5A41C6-85E7-611C-626E-BB2D2C230DC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C65921-2AC5-A3BC-FC66-2AA7CB9BE23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F6CB99-6D75-CA08-D86B-78F64B0D7D6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33B110-D219-45BC-F3F4-4292377F57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5F4E07-13EF-3C86-0BF0-C3B438EBAAC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B9EEBB-285C-DF53-FDD6-3FB551DA115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814F71-B429-8EBC-4F02-5132006B2C6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0A8E5B-DA6B-FF7B-6145-B7E72F81B09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BFC808-762C-4589-F1FF-62EA5B70673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6AC81CD-94C9-216C-BE0E-2B1A4FDFCE0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E3FB4A-D141-3D2B-74E1-5AEF9B71B9A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97FDE3-992E-C1C7-CB52-0135FEFACD9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4C7113-E8C5-2A63-7CF1-97FFA150C5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1FB06F-06A2-DB40-59E7-042284E786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732CD7-11F8-F7C2-D002-54E9022AD1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F44DA8-37B7-CD0E-610C-3741AEF02A9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7A759A-A3D9-9B47-C2D6-F296CCBBCC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51880B-24E2-64C1-1F95-9BE22DE86FE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764E36-91B2-0943-D61F-B86604EF8D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6D5D482-BCFF-17F5-0F1F-669E2E1C8D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C9B10C-AA28-D8E6-2532-24759E2540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7362FF-E6FC-2FC5-8E3F-9973BBDCC613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CBD94B-6414-1548-FB0C-546D3E31B94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016A07-6121-8329-28A2-4402B63382E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7B67C61-C83B-A1F6-F22F-12FC4E51532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DFBBF6-15F9-5FD0-3477-8A45020A149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BC5684-2578-0242-18F8-82AC182640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44CEFB-059A-EDDB-35DB-990923AE37E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9CD2E8-25FD-1B2C-DD3D-17B4C5488D14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E7DE80A-8A16-8307-DBA1-63364B469A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B6CA5E-48B9-ED9E-092B-65EAAFCEE9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613398-EEC3-18CA-F18A-849C74852A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27372C-82D1-7141-A0C4-AEA24AD89D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65399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7AEA9-3EF8-2F29-7A2B-5D5B547EF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642C34-7BF8-4119-6755-76F44B9283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1EB6FD-00FB-F065-D851-868B8AF08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813E18-EB36-E4FE-7A48-1EFC01E38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8073F3-4FB2-B696-7F44-1A4A01FC64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3238A4-A824-F589-1D1A-6477E63D9D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042F97-6236-F5AA-4AE6-9411E65B2F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95D09-0DBB-AB2F-6E23-9F2B89D7E81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A3D70A-9935-C3EF-A4F8-5375FCD120C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995949-4836-20A5-6DFE-760E8452954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FCCD2-9369-9C57-4070-AB4920310E5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BC0DDA-22A5-5B2B-8273-17D10669AEE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818DA3-92CA-7AE1-0E54-A72F75E291A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E9EAA8-5BBD-D5D3-7A2A-FEFC07468C9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3004C7-5395-1015-5702-1160F49728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C78BA0-0751-283D-0648-E89CD563E14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9BE687-85E3-9C58-FBE7-490F3F8C706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563719-26A3-B55F-CA26-85F5B0FDED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06C9DB-0282-E8F1-BE3E-011314CB406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5BE202-B5B4-B5F0-477B-9707A426150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CC3236-495F-4F3C-1008-8F0D70AED61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C6AE3A-3B58-C1FB-42D5-474126BBC7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A0C39A-2196-1BEF-7ED4-BF034385297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04B7D9-AA3C-E03F-DD39-30F711478DC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AAAA59-EE3F-07E7-563A-EB860D467EF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D79794-DA02-2D40-6C97-C7063A7966F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4AD187-E061-EED3-0C1A-DD6056A2140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B75951-812C-81AE-F437-53E877ACF36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BC7E62-8655-EDE9-ECE7-B7D42FB4F96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75832F-B157-9956-E77C-C3942AF1CC0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0B2ECC-0B60-DA44-201D-640C6F5A3A4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3D5DE9-0E82-BE86-397A-DF9B0D94C38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FF7455-11A2-0659-8263-ED91E084EF2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4C212B-2626-2F2D-6728-1FBD6C2A8E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55684D-54A8-1833-FE0A-7F20263DBE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904D36-283B-7B25-69AA-B63CE57745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7C82EE-12F1-A771-AE1E-6CF8DE15B8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976360-A6CD-CDDE-B39F-312EF58AC1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7FD96B-FED0-FE9A-FBBA-750A007A71B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12D776-5E2E-8743-8CD3-79AECFBAACB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CF5654-DC6E-3C66-D922-238D6081BA2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07E0BD3-17FD-2736-1199-5C2C7B915B9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F329A4-B138-8BA3-8DB9-089971F02E9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FE465B-7F0B-8424-064E-D6B1922C68C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45AD7D-059D-596F-FCAD-0DC6C3EF93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BCECAB-99F5-7E05-9215-9EB64D48DD7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21D94D-115C-0261-38AD-7F6F178CAAE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765489-6306-3CD7-D32A-AD4F90B8F04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3176D2-7DD7-E8F0-B7CA-E6947DF1ACD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AA6C9D-4FDB-8848-EF99-4CE6DAA8D3D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537A86-8715-9055-2EE1-BC899133066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5116EA9-3653-A717-F175-80B4CA1022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E94FCE-11CE-53F8-21A5-CEC8586EF37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F0E88A-6C39-F50F-4900-A4E350543B1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85AE2D-3C96-137A-3013-8AB4A5A795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6C4151-7B1E-5689-F664-72C19C96321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3914B0-752D-7387-38AE-3A26A852BA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B31DC6-3215-AD0A-606C-89169D9372E2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5D2579-13F5-8609-2973-42B209DD98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751F2-EBF3-843E-7C84-EFF020058D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3BE31A-F07F-88D9-D365-DCC5C553EA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FF1D7CB-5B6C-4D84-EF5D-618917F6F9B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5DB64C-4DD7-8B10-2184-0B507C0731B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B6602A1-22C6-B1C7-38B9-95FC1F3C555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24825D-9641-43C9-BE65-DF5021BFDD05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CF7358F-40F3-76EA-EB4A-3AC0638DBC6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022B7-E5D4-92DA-336E-A37A52A6926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632F488-AA13-DB60-B4FF-CC0CC5B6CFB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9BEA442-C5C2-A32C-F307-D6B112D0EB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20942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BBAE9-C66F-4953-22F7-C869840FE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8BCCE9-27FD-91A9-D34B-4913779C7A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left [39 in 8], the 8 must be in the portion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3E97EA-1945-E46D-4557-57B06F3CB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694712-7120-8A7C-C6A0-3D5A0661B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6AAB77-D302-3D6F-1E3D-868CF1C59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7A9878-D552-4FF3-297E-7AB93217B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4752DA-F971-B9DA-2113-6548EFAE623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4C6062-8C7F-C182-5ABA-38204C44B13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5A9CBD-1A02-D35A-A82C-578ADEAAE9F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CE7868-7E87-2FAA-9BFB-2DE65451ED0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D76DD9-38AA-4F59-BE7B-82ED1018B7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648F7F-9856-FD21-90B8-F874F9893D3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5506AB-82F9-DE1C-0C95-F9386360257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6014E6-C68C-3ED5-F39E-4D783A3FC07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0BFA5-AC40-F094-3F9E-2B50F295EAE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8847CB-7D57-5208-A9F3-772BBDC7400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DDE174-790C-92E9-F5DE-80E49DC4CF0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B0D46A-0C99-1F47-B820-E0ED8D161C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768AEA-DB83-0A92-A4E7-F12C3C48691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3308E5-4306-F040-584A-384AE5983B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D305BA-FAEE-7582-B3C4-90277D812C9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93057F-C710-3B6B-11A9-34D408C4D3A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027621-0672-C25D-6680-9D3CAB43625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D9E9F4-9AEA-FEA1-2F5F-AA835293EFF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B009A-74EF-A526-C6EA-F681387D011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FBA9A7-0728-0271-56AF-C62E85D352C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3E203F-EB4B-888B-6D56-E5C5810A49C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422587-654D-2A52-0564-1979DDBDE14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59003F-9865-D19C-7A53-7209172B5E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F125F9-23FB-8E6A-8BBF-0BD388F57C1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02C566-A673-53C7-1D73-65D76DCB1F9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4DD062-71C6-7E39-2D72-25EB24605E6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89C5CD-235D-01E9-C9F8-D9D692C7E97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DEBEB0-0FF3-5197-24B3-2FD12EF368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01A841-DB7E-DD70-E18B-DC2644F8AED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E58B98-C43A-EA50-754F-78A0A813484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648694-7C53-722B-9BEB-B3FF2088E66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32BB15-EC14-CEF8-D97D-DA8C93AA219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02F5A0-2AEC-DAD8-E577-6559D3EF8A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B34ABF-EAA2-AE43-5571-FE9690E1FA7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04187E-A1C1-2D05-9C0E-A5C1F18947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407943-A695-C4BB-27FD-06A7D839B5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723F6F-7B29-66B4-67AF-D982F9BB85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CFC697-850D-6B61-804A-F1ECAE103BE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516C0A-72D5-EDD2-0641-442100E010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737535-A522-DEAF-902B-AAB54E86DB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140D533-2894-1069-BE28-D4D675D843B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DCF117-3BAB-B9EB-3771-179539BFB8F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8F70CF-37BB-DF0B-4C2B-229BF35572E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45F7BA-6047-B659-1F9E-4995F8846DA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142259-7C44-93EB-6414-29AE925DC9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6BCD0E-77F9-F558-D963-492A7711F8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B0CD7E-EA4A-866F-98EF-DA2098DA37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E0ACE86-7BE9-A835-FBF1-ACAF5FD78C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C4E57F1-5143-8E99-3C3E-E7E0AEDE9F7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BD9DE5-A5F7-E9D2-9F4B-57D443E4628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BA63AF-772A-E67E-6209-DECAD35DD75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C3A3-84CB-E4DB-911F-68C16F9848AA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DCA324-9C97-863A-C393-1E331F7421E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F5DF38-2104-A030-EDC4-5C747085BB1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D78C1F-E27F-4002-694B-404B25E51B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E55451-F0D9-C98B-EEE3-588BC3A8F7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42FFCF-3673-43B8-C297-6329CCED38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7B46CE-7AF6-2D83-651E-8AC95EDCA0F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FE6551-07B0-1A65-D2FE-5A23888BB24E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7369E9-EAA7-F120-4614-2A38C702F5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377740-9B3D-3F4A-EE26-895D2268D33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7AEC7A-AB06-183F-867B-88F4C8D34F2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B270DD0-C189-4507-F830-DC1151623A3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07811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E7D62-133C-88EF-7514-E4E405415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677C-1870-2CF7-16AE-E6A9D00B83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left block, 8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7F0091-952B-D1FD-9B84-FF96E93E5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D9FB68-85C1-9B92-3B3B-983D6E5473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AF13FA-AF84-0071-2EA8-FC33E0983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E09825-B54F-C141-480E-2C8D540BC1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EF420D-0A18-D5DD-83C5-9B282556B7D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DEA349-3042-FD26-64F2-DC52A99C42D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DD40C-69F3-2211-C711-32BAC203211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357A1-744E-48CE-1E32-FC10E1E9F48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F7595C-A1EC-5289-761F-BE8DF19BC73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5BCDFB-3F19-B16C-E62D-DC756180567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8E345-7971-FAAA-E480-7288DDCE473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B04A41-C117-9C2B-185E-D95D6F9F74A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F88E11-1052-0764-CB87-61AF81475A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0CB768-10A9-3782-7CC3-B4AF055C484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F87DE6-9D76-D58C-6594-1F87D40FF75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CD6A8E-40A9-A54E-331B-2342A295063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49A5A-EE8E-8064-857A-95FFDBF2325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2D8DD6-D84B-E612-5C86-02F746893EB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B02AE7-67AD-6641-F122-B74C9C213CF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808EBC-5008-01B7-7036-E43BCC75F65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5C5F07-1D48-D294-DDCE-3432D571159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969BDF-C54B-89E3-BAE5-CAF04FF87D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62EF8E-0508-1D74-A949-45FCD3E610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0AFC89-51F4-F582-EB29-2DF47367BD3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0685F9-D0F5-0747-D8D2-DCCB01153A1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0D2B3C-7992-CA97-1E84-6B46E350140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4ECB3-6884-900E-238E-37F5B226BC7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50C0E3-E2CC-20B3-A2BF-503506A1DD2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9A49C0-5833-C014-DA5F-F726D464085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F750D-5B10-7A37-8BD9-47DBAFBC53C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E09597-4CE9-3C28-07E4-5D3E2D699B7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182041-B33E-DE80-C4AE-E654BA582E7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BEA49C-09F1-F30C-639C-918DD27AD5C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9D0517-4422-2D46-0C3B-7FDB5DDB79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7573FE-B48E-5D0C-B101-C174327FAA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D388D3-9BB0-182F-2209-5B12BB71570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D9605A-7FA3-B6C3-C33D-6F23713A3BC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D8802E-78BB-AE83-7BA5-7868DACBBC4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6EC07F-13AD-9D8E-F742-7C5AD5DF810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0F16B9-1E90-55D7-A751-F8A7F2818C7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3E241-3DFA-9581-E701-EEAF79A70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818F3-9C81-3FA0-2DF0-1E9DF4DDE9B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F9B766-E38F-857F-5E91-1BDBD1E5B0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06F1BB-4E6F-9421-0BD3-7E5FD22D8E8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D99AA2-5885-0B0A-5B65-75967766729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3F637-B374-78BB-C420-7D0EA6A81E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F781A0-0343-FF53-5942-EF4EC9DEAD8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0E83FA-37CE-2E05-85B3-F10E996D725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D917F9-3DF0-4607-B05E-92A0C99D3AE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64F99B-8F52-0D43-A29A-A39A49500A6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63D093-1BEA-9638-C18A-AA8E86A1B9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3EB86E-41AB-75F5-EC9E-80FBEEC7837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236A6B-50C1-389F-DE6F-9FDB23CDBF6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C0A7AD9-ABF9-67C9-BA3B-A935BC6B2A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FE9C89-9444-9200-2F06-E3B81C52BE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496C83-8174-1808-5A4B-04325117C468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B79410-D5D9-A187-1BEC-74C9A52AEC8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0B12D-A08A-01B9-C410-8EC50E40C35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624420-BB87-6861-3CD4-3F73A7BCF2B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DC83BB-7DA1-135C-B32D-22FB3239E14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82740D-B48D-BAE6-ED30-E6D924B4FC5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5922AE-682A-A9AA-E69E-B9C43B54C95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DD839D-2441-BF08-A7B8-DCFC8AC95382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BDFBBFA-4DCE-0408-528D-9948A15362B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DBD618-A192-1853-D06C-16FDA31D6D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DB8CBFC-65A0-5194-6017-3CF21AA695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186B08-4151-DAC4-5ED3-B50A64FDB3D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743155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0B3F-04B0-C3BD-0E3A-0F995155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B81D0A-6B40-E45B-A857-E9EB2E215A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5, [8 in 3] must contain 5. Therefore, it’s 125 (rather than 134). (And 3 is precluded, anyway.)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72069E-8F3C-F1DC-BA81-A90D692CB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7BEBCC-F980-373E-739A-C884505485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EB6471-7335-D53E-784D-0106C11A94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8320F1-BE9C-0925-C5A4-6D302ABA09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4A8C62-F16F-4E8F-3987-EFAF31C960B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69D60-07BA-11FC-15D8-735E962B8C7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54512D-EE95-3069-AF10-AF243A92E35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F93DDB-5F8F-582D-ED32-C02EF8DE65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8E2E6-DCF4-ACFF-22DC-64376C1E03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F5B376-CE62-1AE0-EE3B-2E3A2EBFC8B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76C09D-C322-F43C-3FCB-4DF7038BCEC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EF5B23-59A8-1B8C-E5E6-420A2D711F8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8B8EBB-74F9-5154-EC49-1631CCCF0BB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2698A5-0068-B034-5FE3-D1742A9DADE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77678E-7F00-846F-A7D1-C415776DC0A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7D22D6-A23F-3B70-052C-F1A28640858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202A77-C0F9-53F9-5879-967BC4CCDA2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55BA57-0D0B-5434-0648-4F6E157D72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745784-E9AF-DC04-3071-ADD9600D109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DF74A1-8CC1-CF92-426A-D75D81BBA0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C87DA0-8DF3-9732-9DB5-531205F3CFB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42287D-711E-8F5E-85AE-300FBA8FC3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1B5E47-2F8F-B5B7-15C4-3356C0E8213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51401-AF6A-1515-AEC6-75F3EB65C64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8183AB-1D3E-B831-F2C2-45A61D81B2C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D278F4-B44A-6CE4-39AC-7D4414A8C53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9AE221-B0F9-DDEF-51B8-87C58DF76D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53157A-D907-FE6D-4957-5D79436B3A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5D8C4B-161C-17A7-C5F4-F536E92D7A4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55911C-6033-EF5C-403A-A6FEC01F613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F46668-664B-21A2-87B0-A4BD50D5D67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F17CB5-FA88-D8C0-515C-067FC8A9DBF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B366FA-379E-2039-B6AC-7C2F7457A53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611331-43E1-6020-CAC2-ADC9D8E185B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836566-8082-B0C0-95BD-20E9E5752E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FA50B1-F343-998B-C285-B0A852F285A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E601DC-A1D2-91B4-5191-602A0BDDF26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F26D43-E95F-E0C0-EB3F-1A6612117AB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7C825B-EE09-C576-629B-3B807292ED5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F3BC60-6290-405B-EDB5-B88A6CC98A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6713D33-E4F1-68E4-668B-64325D4DE1D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0C97A6-03CE-CB40-7204-730CD0E83C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D44E4C-11BC-413D-0702-3205E9941A1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C5F035-8210-BFDF-950D-8786CF0983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D1B412-58C1-A41E-58D8-2A02900BEFA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CD11B6-BB86-A08E-411E-096637FB3EA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F8B54F-3A02-66DB-B3F8-7B0368ACFF5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008B0B-0B4D-B354-7FBB-6D47C60315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4B4BBE-B869-3F69-26E0-7E5B0037DB4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9A3990-0572-E5D8-7EE2-474614A84D5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445B57-AFF1-E833-F835-D25BE389607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DC1A5EE-821E-6CAC-0FC7-595AE4B8881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C1B823-061D-6182-76ED-F1A242E4929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747DF0-0AB2-3887-580F-0AF916D43E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E94623-FFDE-715B-2B82-D0C533CE7A8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B075596-FB13-EFC0-7DBC-FCFE2E9D234D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498FD2-E795-2698-63FA-28BE5CF955C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61FB9D-4D4D-0E89-61C7-EE4E3B8B02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EDB823-4579-1403-A159-9D26AEC4151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A5C99C-8331-056C-2959-CC88D08ED4E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24CD20-D7CD-8DA5-F3AB-A66C28DE954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71AAF1-67B9-B5AF-1A83-65958A03052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AF9B76-1EF7-BB1B-2A98-7778CDAEFA3D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9BABEB8-151E-5657-0C4A-F1560FBF40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3C1839-413D-CD42-9BF2-1B32944490D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3F076F-6F27-B01B-2A13-72A54118024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3BBC8FF-06F1-63C5-11C5-4E03D2AB18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63659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B77A5-F74D-9F23-4468-B171327A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C905E2-2DCE-218E-4AD3-673221BAFC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2FBF7C-6ABB-0298-2DC4-0E43138BA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B60917-D53D-8DCB-3B11-AD0D230A1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D04AD0-EE57-E0CA-FAD4-B120B10A68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158E00-CFF2-9B33-905E-38145D1337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FED642-1E64-A806-76CF-CB7AD302219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5A013-1987-2341-CC0D-454E23F86E7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7E887-F268-4A05-BD6C-78BC4DE2D03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78A59D-9C25-C516-BF79-6554C7BE193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881331-5DC7-2EEB-1E8F-3154AC2D3A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F98A2B-6C2F-9474-CB6C-BBF14BEE52D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E36CAF-59D0-977D-BA85-772954650A6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975F06-95E2-4BA3-C6FC-461D3123DF4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1A4E72-4D54-DEC8-85EE-ECB0D87276C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91C3A6-8447-E9A0-5298-7F13EE7D5D0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F048C6-2FA5-83B6-AD50-4481F77203A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87BC58-2442-F99D-43DF-6F2330E5A4C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6E2EC7-B7BA-1305-8833-49CCADF683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9F621F-3629-8C11-D444-5949F0DDAD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ED7706-87BA-A8DA-5139-4C0CF51C9E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BB7A71-18E2-E2B1-7633-979BAFFEDAA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3BCADC-37A6-E90E-A2AE-BA42E35AFDD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CC2DFF-111F-CD3A-F943-0F5BBDD5F37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4DCE02-E117-668D-E0AD-FC6542234B1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89F920-A205-B2B7-37C4-BB854B90ED8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B9EA84-7EF1-1611-90C4-0FB7ABF3373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6447BC-991A-7824-B62F-09B480D1CE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A0D18C-C16C-41FE-4014-FA8A6B29ED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8AE52D-C19D-986C-5F86-B06680900F4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08F6B1-7DED-A53C-9D28-484AFA42F5A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2A822A-256E-FB7E-94B4-10F41F47D0E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8B4E3A-6BFB-A417-FDCC-FA101BB3233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C7199B-5C83-7072-D165-DD31FA1C74B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ED21B7-0F30-7084-D99E-31AF1FCB584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74E7D4-18FB-1232-0025-2BC53CA36F4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81346C-445E-950D-D46F-506311E0F01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5E4FAE-44E8-7D1D-BD34-89DE874191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893275-C9AB-0E04-C4E8-7DDC386BD04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BC14B8-5871-38C3-AE24-5CA66334DFB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13BB2-38B9-AE99-B408-D6B2A373200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00E82C-14C3-2575-1B2D-61C9500D7A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13E7E9-2B4F-C187-A348-AB52FCA36E8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9D292A-89B9-2883-4E21-B2B53F41D54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ED8332-2AFA-0E43-2B1B-3D1D112714D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0CF60B-DF25-FF7D-A92F-39548D49BD0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46018E-F298-AB72-B5CE-9F1CCBC9989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9D9187-0B63-3F28-0745-AF954C80575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0AA30D-3E78-0D90-455C-8DE7A53A63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0E99B8-7F18-563D-ECE4-6287BA371E2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EAFB6E-5B87-CEE1-21AB-351E349211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D2E8439-AFF4-400D-6CD6-D3696FE6400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044BA07-FFC3-E73D-C1BB-6D14AC52A58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9872EF-4CB9-D7BB-9413-D1A350F59F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E67783-A601-B97E-96D1-221365DBCA83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8F9E6D-383C-2A66-287E-F1FFBE5E71A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BF58D7-85D0-E56F-B071-9BD9D9CF98F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8620AD-2B7E-F619-92BF-521449815C8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38AC19-4F29-A620-9E23-91919B15E3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20FF31-DBDC-2EF2-1B8F-5C4C5DCD324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A1C046-2730-5201-D936-80D11A79AB1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50D5B5-0A43-5037-7CB1-5B28D3A56C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D8AB5B5-F841-A861-6FFE-78EFE6B2CB3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211DC6-D3A0-A03F-2F52-4EF053FFE1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D2D431-C8B3-8CEA-6A05-86FE98EF6BC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D971B3D-8CCF-D717-1802-B98AEFF5B39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C4EC436-2422-87F7-C3BD-1B4E0768D3F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BF025B-1C60-E3E7-A7BC-61AFF2C5502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603115-6385-10D2-203B-7E64B32FE96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268041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BF1E0-494E-FCD0-0430-32677054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1BA3D-5902-D61D-D17D-8D857A9490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72EB5F-CCCF-1392-EB20-D4FAD8A5B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1AB7AE-0015-1CE4-CEEC-C8466AD8A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2997F8-C7EC-A8C8-4640-1FB8F2E483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6BC6944-1BC9-C911-E1B1-4B3AC78AAD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789277-1FF5-C707-8176-6BB049DF7F5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1C56CA-3D7B-246F-B8B9-EE2DDCC2441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8DFEF-5DF8-784D-B5BD-1BCFB7A42D4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71F989-E689-8399-BCD1-5734F680385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068AA-4EC5-6204-8F42-05A3C69A30A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F35DAA-06CE-A1BB-43C0-BC035170FB4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51594E-7AF9-D32C-B7D3-EC3B8ABE2F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6309E7-3E4B-1261-1522-59602A193E1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5703F7-5341-AD91-F964-073E3B4FB4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B5398-576D-5C85-F2B1-6940AA17911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517DF7-1631-66E5-96FA-42FA8932AE2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E7488-3CCE-0EF5-31ED-489EBD84866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C17C1C-05E3-60AB-C000-20961F52012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715C03-000A-E99D-0664-18796C5561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FF9F0E-3E3D-D7B1-8EB2-981826EAB5F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D0B59B-611E-095D-353F-041C40988BB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C1ADCB-4B05-5365-C538-6121748FB5F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FC02A4-822A-F766-ED69-F0A5145009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9C613C-EE37-C183-EA21-3A35AB2C265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EB3348-B4A4-226B-5FEC-F1ED43A406F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01F926-82A6-C443-7CEF-4B993DD6C1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6CA31D-BBA4-4D87-2150-35C4936E21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FEEC0B-C4FC-AB88-153D-46A8E026876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D76DE3-BCF2-E4DF-3A86-B0D1A8A4D19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6F9C25-3987-6ACC-DE1B-5C87E41D9F0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0B691F-9A55-FBF7-CC05-ED56FD14E1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8A8041-8385-0346-AD22-5E319908BA5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CCB32C-4609-F414-2866-AAF422F811E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4A26E9-39C7-B784-D9DF-C2A9D7A06D1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A00C0-0B34-9654-607E-1176AE9654C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397C77-2ADB-5D42-C2B8-4206A1B1277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1C2F7C-E94D-CAB6-8DD5-02A85D94328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EF65E2-A867-91DF-DD20-3C4832F4243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4168018-6EC9-35C3-206D-8286899D763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361115-200A-A71A-1A4D-4CE9D0F0B0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2F79B0-3BC2-778E-B47D-6BF7E17536F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19C73E-268D-4253-DF42-FE5589097B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48102A-64EF-7E3A-907B-34EE36D96A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2C5CD5-784A-6138-10E6-01513E65367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9BD241-0AE9-5389-ED5E-E6EF24FE126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B1F809-FEDB-F62B-7B2E-31A52B9EE6A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BC493C-F4D5-77CB-01CC-A03680E373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09859D-4BB7-13AE-B005-04DAD6BA2F9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719C3B7-7B88-7E01-C291-734D94E0BB1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088C01-2594-3318-C669-CD559B5205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29D2AA-0957-9DB1-36B7-5F4929BBDA1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3C32D2-A6E9-487A-F679-648F5F5642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9A049C-DE8B-FA88-8A66-62E2519203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7458EB-0E43-C921-B263-1293445177C3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CCB2DB-73C7-54CD-E60C-3B4B3C935BB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B88EFF3-96A2-7411-56D2-AA5B98796D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C487B9-E758-2C13-02BE-C08F14030DF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E821D6D-5F41-5789-41AF-46021F5C259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A3ECBE-095E-2280-5335-1107E23BB55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AFF5B6-9313-F35B-AEFE-5FA41A04F1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35EC7C-D312-A34C-BAC5-13FA272E5B9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318BD9A-136C-B738-9073-2C544FA784B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5E7A9B-4988-3E74-B676-B8D38EC93D1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A7E2F5-E6B2-3869-D700-DA8FE214D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25C11-D1B0-7679-A5ED-2DC6E3EF1E7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426065-EFBD-AC6A-ECA1-9D1EDF52B30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1BAAE9F-D8C3-AEE5-E1A8-1FEC0FFE086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7F03E1-7C5B-BE14-6E48-52F4119760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416298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587A3-179F-C09A-FDF9-7659F908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2E0B7-6E8C-C0D2-BCCC-4D9A267F7A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[22 in 3] could be 589 or 679. However, 589 is precluded because that would leave no options for the 58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2CEE86-DB94-0804-6FAA-0BC5F61DF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2202C36-0216-091E-F3D8-4A8A46DED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E7AE84-D85C-37FF-D84D-F73E35AE8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A3EDC0-A2E1-083D-28AD-19C1A7CFD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6C492D-119C-1F82-6884-C501895650F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3CBFD-4610-C230-A3FE-DF50F5812A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C3F41-5CCC-80B1-BA34-45EED26C7CE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70A11F-5A5B-621C-B044-D9FD1C73A1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90D5E9-5CC6-B207-CDE8-0828D29D7A9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0921FE-3810-CF1F-FC94-57EEFA0AA4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80A25-B4B0-9821-B54D-9058800821F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35E4C-7EA3-7FB9-7246-57CA969B2E1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02D98B-52D8-1517-A18C-630479324F8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6AA8AD-40CE-CC9E-1853-63B388E247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8C1728-5565-49EE-4145-C256CAC522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84B783-CB30-2F0A-BDB9-FA7E2DBB5FD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E67315-5FAE-16AF-DF85-6CDA08890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8B4B30-A0CD-6351-B564-5A4B6BC40FD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CE914D-5BBA-E487-695D-88510BC89DA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C7619F-0D9B-8F6D-29B1-8D272BDD33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EA7FAF-F9B4-D963-5398-19158CD1BC5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B5373A-AEC4-4C87-6ECE-28AFEA8120B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D67F78-BAE8-48DE-8875-FA505E0D0A2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84367-2BC6-1989-1ED0-7C3E44ADCFF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C8BB2A-F587-665E-BA1D-0FC58802C79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643C91-847C-78EB-4EF2-7C702638AF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472EAA-EF78-1A0E-FE15-FF36470419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AFC85C-2157-EBB4-1F3B-F56542AA3E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0E1639-3ECA-3344-0F77-4533D7A6BF0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0FFFF7-785C-4E55-08E4-0D5C79F785F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D578F9-96CD-89A5-BEE6-034EBE47FA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CBD56E-A02D-2DB9-4284-964C752616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709E6B-C192-E5D8-2D81-2233E2D4D2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A98743-4199-38BB-9CE4-0DBB2F5DACD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339CDC-1D75-345B-F99C-D8F03E72B55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7236BD-EE1C-8FC5-FBA7-16D09702CB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986811-2FA4-F1EF-6D38-5845578F9B4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35A3C9-763C-943C-3440-6AB9053D1F2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2F91DF-820B-54DA-0CA5-3C53458E57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B21EBD-74DA-D309-56B0-CF357E1A2F6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DEA67F-A109-E244-680D-3D23E4CC91D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7CE2A1-2FE7-FF4D-740B-7D5C130C94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DB15C7-34AC-4F19-84DA-DC67572E039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57ECA-2008-0702-62A2-DA3DAE06F58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24E74C-6EFC-059D-FD1B-77856C2139B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BA9E14-EE29-B24D-D3AD-7E37E803ECC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3E044F-2C73-EEE1-5DE8-0D41FB91528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BEBCBF-C63B-29B2-0DCB-A3525DFDC9D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7E8981-5A70-92DB-9DFF-E1D876EC2A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7D86D3-80D6-8998-553D-505869B182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593188-E664-0CC1-0710-C2060065AF3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102ED9-0937-9A97-3C68-84F99F3F16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A74CF0-0418-9F85-6363-335A0FC125B1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DADDB7-F906-1A6B-4AC7-08763AE0404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03E813-42E3-49A2-6200-B81669CDF99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9F8037-48B1-784D-7EBD-BC7DD2809BC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D9377-7FF7-8298-4FE7-FB2C0E569BF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870C2B-6762-AE69-41D7-64C71C659C6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9D55629-4009-64F2-9EC7-D6D30C10DA9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389DD8-220D-9297-4C2D-E54100543A9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5A6E76-32DA-07EF-0591-F207C3744D7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5B3E3B4-A00F-6747-39C9-E5A45D95D8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BA4240-CBA8-8873-D82F-B4A7810B16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F80E8F-3BF0-7322-1692-33C4CC3F26A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D0ACD1-9BF7-5669-0B47-B0C4810F79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09CC68-14DE-0045-1C40-562E9CF361A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1DCF83A-C84F-8365-7D79-807AAF2F27B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75904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B1AF8-34CA-6764-7266-7FB2F5D69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803DDA-B2C4-E360-AC5F-9B038E6CE1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D5ADFB-97C0-8C97-4EF5-A632D5565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6FB592-671B-09F6-A191-568DCFA936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13A70F-5A17-6C6C-8C38-45EBDC4110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82218C-2E42-E54B-4E65-047501753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F70AF0-03A1-32EA-84E0-776C83C531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0CD80-60CA-7043-34D7-5FA28D3AC1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6415BA-3426-BDBD-2007-CD963549C48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57AC8-1768-3F94-5DF4-677F9B61F0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9127AD-9D95-C3B9-C752-FC554175D3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BB1182-627F-BF17-96C5-0B9A08AEF03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90133D-A684-24A0-941D-01772DB4F6D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2CE0A5-0119-AB47-D000-8BB9AC901BB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81E531-D625-DEF8-EE79-3E7D89A94E1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D72AAD-3304-5BAB-8F61-86EA4AB6319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156D53-77F2-B937-161E-6F13F9BD2CA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E758E6-995D-468C-8A93-63662A7A0A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84EF4-AA5B-44B1-FF8F-724FCF973B0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9163BA-30CB-B0D5-F41B-084C45E8A1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E7C883-5108-B996-A340-A0C2B6E80BF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9DA1E3-2A04-BB91-DCFB-1043C11B248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32AB39-3C24-9C66-F4BE-D7A39664515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383F86-D480-070D-917A-EDEF86660B3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C39D9F-2B28-79D5-4043-802239115EE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B8CB11-5409-97E6-3FAF-33C999EA538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32D08-8629-A1DB-627B-341AF5AABE4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E1BA6E-E3F2-29C2-4B13-1E90B05B51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DDBDAC-4C9B-FFDF-4D83-9415B7E7D63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0C1305-4643-1F84-2453-B518BA07D5E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02969B-DFFB-400E-F447-7BA37A47A9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BC5F8E-4B00-049F-A074-F3A2D9145FD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0016D1-FD14-AF6D-5465-09C36732BB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A99770-F514-CFEE-80AB-0E81FB2AABC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8D562A-0D38-8B4D-3090-96CCC96FBD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792831-C133-A62C-1C12-88E73E5ACD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31EEC7-9CD4-AB55-29B5-3FAA1A9237A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EEEF09-D75D-BAE6-BCEE-135A91326E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251A13-BC38-200A-F4EF-4BED8ABAF91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AD01CA-5DDA-C7C8-750F-439F66B766A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DD99EA-6692-A24D-B355-DA505B5E15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347C42-C5B1-D89D-BDB6-64821DD3560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B7B69C-E665-7F92-2F85-05FCF37F23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CEFC18-FEE5-D681-01D9-155DF86EDAB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F2C31A-1708-F80C-0BA0-B16DA1E9932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C56E1D-4EA4-442B-4191-A3B50719D4A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062F95-5A45-1AE3-05C3-613096F89E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9A9EA-94E7-A562-42F0-F2935B954A2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20DFA6-AF97-DE18-F94B-923C08DC36D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D45781-F9D2-58E7-DE3B-F3F472675DA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DD3E8D-94CB-923B-BD18-9A8D485B1E7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AA53FA-90E8-CFDA-016F-C971CBA6FF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EE313C-8D32-0D42-A90C-9C2FC235D4F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72EAAE-03AF-6203-1028-D4AC62991DB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1AFEAD-24C0-2F10-DA68-2930E2596BD8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B474A3-C139-9E31-3180-A70C384A9A2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FF423A-549D-EE3B-8AE2-BB168A1CD1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528E6F-0BB4-BA72-CC2F-DFA16D9B4D6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0DD7CD-D683-E24A-D2C6-9F4EECF35E6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74BD0E-E2B5-6A89-A9AC-170BF34B9A9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A164E4-2895-8C16-32AC-B9833E3DBC5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CD0B74-A986-94B4-13F3-406FC583AA4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F8CE7C-9010-68FD-E307-BAA757B277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85F750-3CF8-3482-F98D-C20F3CF7EB7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6AF3B5-91DF-C664-B736-71B450DFB28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54C846-ABEC-7F99-84CD-73539DC6D29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C18E90-16B9-0864-8D01-B4A10DF817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2D5DA3-202A-4B16-3D75-E732B8613CE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360F65-7EB8-BE1F-64BE-763BDB169CB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08066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B99D6-F74C-E44B-5566-271BB523A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DF0DAD-E6EA-8B88-88B3-7D9F6EB4A6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924CE6-AA10-2FCB-8482-430A75397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97AEB4-9296-2180-5E9A-60CC6AAFF4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E10B71-FD66-B577-3623-98A0211E6A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D7D329-9948-6001-016F-EEF992607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57E1F2-9FB0-AC4F-6038-3073DD45D2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3ABE28-7D18-0EEB-840B-A14CB5B4FAA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2DD89-48FE-04E7-B82E-8D4B9B03322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9B2DF2-AB7D-E4DE-2139-69C28EB53CF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73ED2B-D939-7121-A697-4A96ADAEEA8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87E8D6-D649-07DE-9854-1FC7FA9FDD3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7986DD-E199-0BAF-2769-45B50F827E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875FA-68DB-53F9-C77D-3F87F181C64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E4B6CB-A24D-16DC-D98A-C918E1E7DA3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DF5C1-5D43-72CE-BA49-1D5EAF12647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7697D-E775-B609-4AF9-7716162392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9EB31A-5CD3-CCAD-FB41-35EDC2F0BEA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BF575F-88BB-10A9-7EE9-6986644692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567706-964D-03BD-A18A-D58CC7FC62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80FA1D-2A21-6672-15F6-DB23B6DE7F1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7ADC5-8F96-E012-ADCE-D70B651767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EC5DA9-648C-10A3-2C2C-6C542FA77E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7FBE6D-27A4-BCDE-F676-BD86FFFF976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2236B0-0FB6-603C-B872-025583AC163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77BF30-C76A-7BBC-356F-D27621709C0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4083B1-B46D-5751-C14A-31B3602A97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784CF6-A6AA-02FE-2CAF-BAA9A9D4000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BB80A-36C3-5A96-E82F-9EAA4A485A2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71EF51-904B-C897-9B5A-3693C643D7E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9FB42E-2234-B353-0027-EF9A8B119A4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FD4DE-356E-BA7A-57B9-4653CD4CE31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C3CA3D-E28A-6182-6A3D-8A3CB017F09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1E9B9E-E9DC-5260-D9FF-947D0540C2D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8A64A8-63A7-5D8F-B153-B16D4B16DD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4697AF-697B-16D3-7826-2991E8CD092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B0638A-16AA-2271-16B3-B36A0FE3357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A2ABB4-8C61-4E53-F82E-40F187DD4C4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705684-4368-0B45-9B94-766F6E85AD8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8E4480-DB70-4BBC-8F27-B6802D1F5D5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3A4BA2-9F66-8584-F4DA-9702F852D11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4DE3C7-A17A-962C-51E5-E3B0F8A5C3E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34E964-2802-E043-E988-FBC6FA2A6FE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BDE170-D819-4856-468E-67E79DA94EB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AF128A-99B2-1E49-CF71-9F6CFA5BA40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167E63-815E-1199-0B74-8BF73E7455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1433BE-A4E1-7C3F-5169-D6D1B9A62DF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53499B-7FD5-A221-3921-8751E2C9BC0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106FB7-6E87-981F-8A32-7B473076FE5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F6A633-822B-0351-91A9-EF6A1C1F2E6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2CCBE5-3474-813F-0BC6-57C7062B871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937513-A1E0-8758-7EF9-56AA3E4DA64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4BE010-3440-83E8-DC07-BCDCF44583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6F1D1A1-ABDA-B28A-4E0D-4B815BC9B920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BBD42A-68C7-1AA4-C0F6-A2B94E88C4D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A43B8A-0D3F-7EF1-48C4-0523D2D651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E2AD84-DD8C-7539-9DD3-BC117FA7E92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C36ABF-5326-EA74-C4E0-A231DDFC02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0E7FB0-4B6C-2626-8C94-EC39736317C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F6F518-3D84-A3DF-1594-108E1FAFF0A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DF00FCC-6E0C-4031-1C12-70AEBD9F56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19C85B6-084E-20AB-AFEB-098EE98AC3B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D55A1A-835E-8AB8-B0F9-0C62F61D4D0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24C53C-168D-9F2D-3942-3BDD71751D1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70DE27A-4A08-C516-FE7E-2267A640138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8586A8-4E63-950B-094A-5F6BAFDB39E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768E3-D785-DA76-910E-B3AFB52F4B8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E75F40-557B-7A1F-09E7-C9771C1E1E9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5CE66B-79E2-BA3F-778A-CC563E4699B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210293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B78C6-B977-8AEE-2FA6-41CA4026E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C049FC-DB00-7B8B-72B0-50597D89EE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A4797C-94F5-DA5B-5B5D-9BBE539A3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D1187D-A918-3DCE-5E76-2596448E8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0903DE-A1E8-C3E7-7F68-EA30FB4B11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5AE376-337D-69DB-67DA-E02523A699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FAF90D-4045-668E-3FEA-080A3AB4DC6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E3080E-40F5-74B4-B89E-97EA026106B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56E762-7588-CA2E-1F6E-B582F42C604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C901CF-2B07-C6B5-6FC8-12BCD4E874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F27030-502D-26CD-362D-70CCB74402F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5C8A26-B337-6645-36D0-5313CBA6BB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7C7D50-A1B8-C810-FE7A-A5D2423A802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B450B0-68D9-C1F3-907B-836019D1099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A16868-888C-8CD7-CF5C-92113F62BD1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EAB709-AE71-F31E-B0C1-D8DB469D7C3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4E19B-7655-0A57-46DF-35D9CD91FA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30E3BA-6A37-7866-C34B-697DE46CDF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768F59-9B89-8B25-CC0C-1EDEE881D7D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55DC47-82F8-150F-7AB2-9293B499DF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4EFE70-2A3C-E923-8C04-5129823CEB4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DF65BD-30F0-91C8-9800-616C332FE7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F23170-893D-FE14-BADC-F3A8E9F6F70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AD46E8-92CD-B4C3-023B-B8D48DF5D79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03EC3E-66BC-25E5-2E81-34D8B5E2A05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94ACD1-DF00-253A-3FEA-DEB31344651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D9D914-62FC-3AEE-33F7-E869A2AE63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4C45A2-AD65-3AAF-A593-D21E5CDF70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11ACCE-3AB3-B320-7CF4-BAEDBC5D74B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C6A4FD-9524-844C-73C1-052CCD71C62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D5B2F3-8446-8D57-BB9C-71E83A59665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D2CE50-F97F-9D7C-7DC0-537C38DD194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17F730-309E-9D9D-5C9B-35B30AD0BA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81B1FF-3B04-6474-7063-29AC941572A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EEB6D5-E199-B39D-59B9-6615C5143D7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0CAA46-12D7-A4DB-6773-FF0DD7C6F83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EB50A5-FBCD-2355-6E00-D0B3170E52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450B3D-6F4D-31EC-8703-CF49F404E3B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EBE356-95EC-A88B-F7B2-68C9158523D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B307B2-6A6B-65E8-DE3A-0B0B6B8DEC6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F81E9E-60AE-4909-B545-BCFBAB197C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131B39-E325-2422-DC4E-F6B38138394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00870D-0CFD-7E66-02C5-EA9A1416436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A406F6-8B51-67CE-F5E1-37F6D4BE813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0238B7-A910-CEE2-7F32-B0BC7C9C7C8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D2043-9936-6558-065D-F29E377B4E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8F1A11-15C9-9760-D9D4-9786C71E0B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635A54-CD9B-0D51-9020-8FA39E2477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29A53A-47F3-62C3-F12D-520B60348A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2B957C-3D52-4F80-B108-B188AC8AF0A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EFC917-AF34-E778-0C12-F9A3E849C5A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449CFF4-737C-B245-877C-3BEEACA00C6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531F55-C9E0-50FB-9A2F-DAFA96D7FB71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7CC7CC-A427-EA51-9031-86497CCB906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9D6402-5927-2471-AC6C-BC75BE9D8EF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D28A77-C4C7-1F22-F5C2-106AF063A57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DE44-3B60-C8F9-E471-3F0CF5A7A44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70FD0C9-D28E-6241-90FA-92954D9C6AB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06547B-C310-8799-31F2-4094BE41BD2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B93023-1076-14B6-8EDA-C9DBB6C5BF1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04138C-C9BD-15DD-58A5-1CE1051094C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EA4FBC-28FE-C85B-66A8-F9EF9A80092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CAB499-1BDF-CCCA-8222-F3244D64432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E05B7A-06A8-EB9C-457B-DB1D2FD65CE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B149ED-6700-DD6D-E041-D12B9D68371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6047F4D-F812-5FA1-905F-EEC3B2E8DB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80E2EB-6318-8F75-5F70-273539DF8D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9858C6-BA46-FE80-8FE7-63F47F4DA4A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54761A-DF6C-3098-379C-2EB333FA6A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855103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2A888-D0B6-F83F-436E-FF5122B5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734324-B1E0-089D-54C9-C2BC62F675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335F22-49E3-D77E-6A47-5DD70A764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DA121E-D1CC-D00C-395D-E436E4916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337B4E-860E-C59D-CAFA-FD7CEB99BB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5A6D27-D320-3808-1988-A23949100D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24ED13-4FA3-6C9A-E1A4-9EC6DF3ABAE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28B81D-852D-13B8-B69B-5C498263DA2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5F544E-D398-1744-8C2F-C9DE1FED988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C5BBB2-FE30-C2AC-740D-5D93A6155BA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68DA5E-17DE-8048-96A3-CC86115C0C7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0099C5-5DEB-1454-6C44-5D86C7B46F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540D83-9AB5-10F0-BAE0-20FE6A913A5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6021E0-F85D-952C-8D67-B8D500B464F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2828-3883-227A-7C1D-90AF91D633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6E38F0-206F-4108-35BC-92E47388FDA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2499CD-724B-09B4-32DE-6D633663F7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955B6F-ADC0-D9E3-890E-54155091B7B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4D014C-9008-1DD6-8464-9161D84E3D0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D280BE-B8C7-4761-D9EA-41E62723C5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BD1E3B-9792-3FD1-9167-6A7A36C71CF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89E39D-E45E-92F4-17CF-8C55A091C9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58FC36-6A62-467F-8F0B-3DE1E60158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5A89A2-F703-111D-9FCC-66A80A9F90A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BBE57A-8EEC-5861-CA3C-10B6A0160DC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3B7D08-EF1A-4E31-A3C0-DE0634FC65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269AE2-110A-B4A8-EB65-41CD20DF964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C592AE-F8F9-3DAF-95BA-CA38E10AE2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29D2FD-F05B-A656-E43C-B7170FA70BA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1D3D0E-ABF8-75A2-3C93-9ED4A91F9E2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FA8DA3-02B2-2934-F18D-1B1EB1E28C1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CBED48-2DBF-B483-112A-A02E8CF649D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7522CCC-55FB-8FF6-D3B6-E39A817CCF4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816EC8-5622-B487-B1AC-AE53ABFB838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29A736-BA53-958B-662D-526843106D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15C80B-213E-F22D-FA20-ADD93B31D3F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2C641E-3868-9710-C365-2A386C52AD2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032E26-0316-F760-D447-CBAAE776543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4077CF-0697-FFFF-B9AA-708C8818963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783150-A5D2-12E8-E7F6-4149F11322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FD26C-A8BF-0363-F85C-A3C58F3F045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A115A3-4BD7-50E8-23E5-03C7D34210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DFEF74-D81A-7F43-1921-ED3004A95FA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64649A-7293-7762-EB27-3097FD2676F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AB1D3D-4AB8-881D-55CE-3A9B227993E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FC3881-EF97-482F-8221-0C53B93CB7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B3636-B770-1F84-8D6E-A6D5DBBDDBA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4795D2C-E4F8-9E39-5915-8E8B2E8D7EC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5054BB-7B1A-C942-C3C4-AF06AB1BDA3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6007B7F-576A-BB16-1834-BDB903439B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0A3DF7-FE67-98B0-ED81-9BB7B73DE9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A1CA40-CB17-B346-311A-8E4E878EAC94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FA4490-E0AE-F23C-55F0-C3DEA13C76A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024B44-01E5-00E6-038C-A9C3D0A0C34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941964-933C-F715-8EE7-A667035A6B2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96666B-366A-853E-1C4F-1898B1EAE1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6BA4F2-CFC2-7AA4-2D86-9ED912B84A0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A82FFC-A322-F7E2-9BB9-FA95DC38F1A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CDC1081-C72A-FC34-E462-3FA06C87AD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E7EF604-EB70-39A3-1EEA-942084D414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3305C8-3EFE-1A71-A40D-5AE540683F7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0EECA2-0C1B-3F9D-CDEF-7207C86D43E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051052-E477-456F-5A25-F9F1558613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DEB1D9-5D66-9E11-9D6B-C65D5ACF51D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D9C961-EF70-1962-2EF1-43242B33932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D8C3E8-4D87-4674-69AA-0732DA0950D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4BE16C-1D4E-37DD-714C-2105E36FCE5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CE220-CFBC-1273-008E-86226818E71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649017-9383-30E7-09C7-73BAD227A07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207101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942EA-2085-B58C-88B5-35CCD19EA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6B7751-D769-3AFA-5C33-0EADB19157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ADCD06-9A5D-85C1-49F9-613216F96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D002D6-983D-BC53-9F8E-6BDD8ABEF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3F0AB4-EE10-35FB-443B-B0E3C8EB07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0D7F96-71E6-35FA-8BB9-77F2C0476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4FAF56-9826-E491-7D98-DAD9CBDF06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01CA6B-CE1D-988A-1CE3-B8060A5E54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4AB75-5CE6-EA97-2DB0-BDEFFB80C09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E8767-C4AD-8A4F-5976-092531596F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5811B-9323-2CD5-D647-02DC374D8D3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892EDE-FC5B-D4F7-5A9D-0F809835EB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157411-8EB2-71FF-F289-FBFA4313EEC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3FBEB-0F8D-1DD5-A47B-20863F70833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A48A95-F25D-E772-E0ED-655D01F851F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F4640F-3C95-7462-7056-CB763331C96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551990-4D2C-CE37-836F-9958D339AA2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2473B-D379-E57D-FE81-F4E7DBEC8FF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34A67-2784-B019-A097-7BDDCAD553D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9DD92-2D1C-7787-4558-859AF384E93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2284BD-8CDF-D180-97ED-00B2B55681F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482B5F-7382-90B0-68A1-43536E5016A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8FB20E-83A3-A16F-D430-97A50421E0C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141B12-408D-5DBB-71DB-AEF8B916DB2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DA1DA7-61E5-F330-05D3-022365E916B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5909F0-29EE-1495-D52C-758A0F7B5A5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2FCCCA-8D11-AAED-57EB-34D37AED7A9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090816-31FB-02AA-301D-56170F72CCD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B039E-3578-25C0-BAA0-911CAEB02D2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5A16A3-8DA8-424F-FFA5-BA6541FFDDA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D11562-F8BA-F794-AFB1-9CFCD35F05B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7D7732-7F4E-0CB0-ABE4-114B36188EB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41B242-47CC-A94E-0768-79D007CD962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119337-E86E-5C3D-26D6-51ECE3809E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3AE9B84-7833-9207-701D-1EC489D6EBF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3A053E-5160-7635-AD35-0B99156B6C1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BAB54BC-C27D-35EE-8E94-857801269BF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409060-F3D9-89B5-FEC9-379B3FA8DD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1EED11-B8BA-7E0B-9530-4C2DD3263BD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50C0A9-2C03-20D0-7B3B-24E4442C1FE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EDF04E-F86F-B99F-F802-5D5A880432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646217-D02E-2D46-1EFA-E53DE1039FC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F194D9-D771-AF38-D7B8-ABE564F0C50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296499-8424-8009-1AD0-B078071DBC5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113E69A-2B5F-E8C8-0715-4CB981849CC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81FBBE-1628-5D89-9B9E-443258E074C6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F8B748-9F59-847D-B3CF-EEFBED47C8A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41F74A-4EE0-178F-455D-6FC40B4A50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B468E9-2714-0973-F0EB-B93C20464BD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30F6B9-C920-ADF4-CD74-CBE37F66B2F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4FDBF1-8464-0A1E-23D5-690669BF5AD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42F20A1-D0DC-F1BC-0CE7-AE559884172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8571A1-3D32-A220-E326-456BF431203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641485D-F4A4-CFF4-65E0-B1A6A44EDB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D4BCCB-2E1B-7667-5429-C254DF27D5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2D7D03-7F48-4906-300D-7ECDE6437D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17A3054-89A6-09B4-8393-CDFCC9B755A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41000F-6AF1-0508-1926-0EA3F496B89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8C681-79D8-1D6B-179E-6947A4FC6CB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1358EF-38A5-008D-6C1B-E0C4F8A55A4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CAF7BE-C5E8-5730-7E5B-E0955307D3C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A2971-8F4D-98B9-B90F-2DAF978938F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F574A5-9F3F-1219-CFC0-0A927172719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E9AE2A-002A-F680-CCAC-43517DD2BD1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609057-5595-0E25-0D9B-16DE6ACD320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DB57D-848F-AB70-2EDE-DC131D87337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1B963CF-EE7F-BC2F-96E2-624C58B294E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3F3703-91D2-3DA8-1E00-4C8AB2BB751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AC57110-5C52-FCD9-9399-820A787745B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24024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E467-43B5-201F-D24F-A3F9799C8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7193B3-CA4F-5909-BEBD-8F56E34E69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bottom right block, 8 is in Row 7. We previously determined that 4 must be in Row 7, too. One of the two must be in the [12 in 2]. Therefore, the other will also be in the [12 in 2]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C6ADD5-10FB-9F2D-EFAC-C81F53D52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37DC17-AA10-6E3A-7E41-6ABBCD7A5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61C418-1B47-6BAF-D47B-438779223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D7306B-7812-424C-22E7-C0E2FA0581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B756B0-25C3-352D-F14B-501D661EEB6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7BB616-06DD-141B-A6BA-DC5B6AA2CF6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1047D8-5489-CD8C-8A49-37DD7DB56E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79803-20CA-7164-EA62-1871926B0C1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CBF00A-69B2-C56B-CE3E-19F5F15BCD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36DCA3-0569-4A52-675E-51EBD9C939E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0E8450-7597-67AE-8B48-CDA70944FF8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B45BA-EFAF-757B-CE99-1749EF5754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3EC1B3-8A61-B500-E325-FC8E68B4FA6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F2DDE9-2E85-C3AC-60EF-9FC0F811376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1F887E-8EE5-C863-D489-24D000BF30E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30BD70-E15F-C18A-531B-2BEFC965AA8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B2AEEF-C1E7-3D5A-7E2B-EDB27C04902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0558C2-14C9-591E-53E3-1CE37D7597D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0D5453-64DF-640D-2BCA-1446F5D82D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D0B41A-1E0D-F389-DF3A-90708D5357B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049135-ACA6-8013-2F29-8282C58244C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E09B3B-A803-8DA1-CCD2-6AD5C39A01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B8EFB-FC2F-68FC-3826-2625E8ABFB3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66C895-DBCE-7E23-6030-BD705788FAC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286A4B-F07D-BCC0-0FA6-9C71E4CFE8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450862-3737-5101-5735-D9344752A75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92E19B-BFC8-9B49-27CB-98AD796BFC3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384B4D-D814-5112-EF5D-F1BC3F9FAA4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06C7AC-B81D-D874-CEDD-F9A2E435814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D17B7C-BFE4-8B9B-C0B1-1D8EBE1CACF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1AD107-0089-A7BF-1136-564326D108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155815-D65B-A538-BAEF-71D5BAB354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AE7F37-754A-1FBA-5E42-58B6ECD5A49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A12872-32C4-3984-8ECB-40A9D45D6BF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75DF40-5B84-5F90-6E71-F231BA2A3BB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CD9F8B-075F-35C0-1470-03B9B361034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34CE7D-F72E-412D-3CED-149FA666E9F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BA357F-E340-54E4-A183-FD2308DF413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506FA6-FDC0-5D19-5D7D-8223DAFE895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63C2F8-9F54-6980-8122-8BDBBDA35B7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B9833B-92A5-49EA-01FF-CB2B4999E06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E5EDB7-B4A1-2C5B-3F71-D2A4F961E2C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C79E69-30D7-249B-FD0D-1D97CD535AB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DD628A-78B9-9111-D454-C660769B5BA6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DBB009-9662-65FE-FAB6-5FA73DFC94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07D121-DD8D-7B7A-F02A-0F0A3B2DAA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8467C9-5C18-B31B-2A71-75B0685A76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B5353C-CD55-89BF-039F-021545DF3F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4E994C-88DC-5780-21F8-545CE2F444F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79CA37-C52A-BA73-4FD5-AC92D36DD32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5FB26A-E838-D852-DB13-AF0AA57CB0C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2D4F2A-3820-6722-84C1-0C68DCCEFD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B55B51-F76D-D01F-0E9E-462D21063BE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AD69D2-90C5-2E01-32B4-06472C68B8D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341FD5-DAFF-F444-3F18-D4663B5D45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B8FEEC0-5426-757B-30CE-89E29F68119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04D2EE-AB12-5228-C387-CC360EEDC72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BED4851-5E0B-94A5-6E88-D0D00A28A8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7F19B0-9743-D598-DF5C-E4CC6FFDEAC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F76AA7-2FFC-8C52-C34F-BCCE879494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C547B0-9F5F-E7E6-E702-49971A9838F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53078B-F6D0-9E13-005B-BE998864BB5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060ED-43E5-81FA-1285-A259DC93BBE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B0B3CC-749F-A4F6-5030-FBE71E9FAE0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5218EB-58B7-B936-6369-F3EA11AE356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3DCAF9-3B11-B16A-9F2A-7D36D3746F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AFCC76-C43E-B7F8-631D-4381929231B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320456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BB1BC-D14A-5122-0FCD-4B4B5D196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4DF2CA-1C9A-8011-0FB9-27600FA1B1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2B679E2-0565-4A60-1669-11F022B35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E013F4-FD25-398C-F224-F15887418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C1AA8F-6F18-D0F8-7518-065F190B7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946E4B-4402-DF6C-B04E-BEBE8AEE50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7CF6CF-FA1D-7387-B4E7-285B8D2531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250886-7118-B75F-340C-69E61AC3B93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CB9414-5CF0-48FC-60D2-D44F42FB39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B8AA4-6980-77AB-E7EB-E63D5E55CE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2D9AFB-EF5F-158B-D68A-82D7EAB80DF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8A9CB6-925D-17CE-3D8B-E3A9254CEA7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F9C539-7F71-1B04-5715-1F1584A0278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872233-B09F-DB6A-C2F7-86B5BBF5504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7E25F8-1E18-DDE2-7A3F-1C48E33523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FEF284-B3BE-173A-60E9-ED4AB88D4D1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045472-4199-1BAE-BA4A-039B77A75AB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B08C2C-0A8B-3AFD-6646-D5A5FD46E56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75732A-246F-B45F-9368-A2AB0C6D5FE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1D64C-F746-7DAA-4E5E-7A8CC26ED6B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E73A87-D2C2-EB32-91A2-55EDE2E852B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78FC30-19CB-1D98-88DC-E8D2CF12467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E0AC2A-6C38-955D-9B0A-9788190E854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8D54BB-8D24-C074-40E0-9F3A591D01C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5C1E51-BAF0-584F-90ED-4B3B5B92F8D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EF8066-7ED3-989C-D323-2D830F490EA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885374-E5FE-1C53-92A5-2CA9D002BED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887EDB-4ADD-C7E6-6CAE-42112CC2B7D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E3BB7A-3223-B4EA-1F65-7683F29136F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4AD3C1-D32F-1400-40AB-7ECBB768E84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F3F292-2392-A5CB-B07D-326F5A7C7F1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51BC0A-7388-1AE2-669C-614AFF69D1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2F768F-AB50-F528-BF7D-4771220E5F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19A4F4-201D-ABCC-73D4-928199A44A6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3118F6-DF2B-C644-851A-65FE982187E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09EEB7F-9CA1-8FCE-6AFD-6CD043507D9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BDC1F2-CD66-0EE4-63A5-D77A801E0E4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8B69A5-723A-713D-01F4-740E49612A7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9897AF-8FFB-612C-EF2D-724C71F5CB6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CCA146-52BD-BE24-D055-FD3FC9D0E4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BE1ED0-0C4B-5009-2B03-073977B5C7D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534D50-50FF-576A-2113-2392660FB3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8E3BDA-DF29-3DE6-694F-C1AB5B96A9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432BE3-53A5-0E58-4589-D9822BCF11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B72FAA-C5CE-92A2-B091-D8468008C56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826418-C448-13AB-724C-D203D00325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B99B16-C2A2-B2F1-039B-85583743B11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71E16C-FDD2-D4B6-B56F-89A8EE68E32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4A4C54F-DB6C-013B-DD71-E6089CAD7A3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CDBF57-40FE-CA10-675D-63CBE1425FB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EE2B71-A98F-1B46-E116-046B1E1C32B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A7D247-4F30-D0C6-36F7-DB00E514D49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C91064E-1DE9-F053-7566-BD6FA8CC49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113526-44F6-15BE-F093-C32C8D2192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CEE084A-D68A-0D3E-4DA8-CB2B2E60AEC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663A95-221B-5182-68E4-D86D070EBF5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FA4124-C148-BEF1-0842-577469D9CC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E5557D-6875-A0A6-CB5F-F3B08ADAFC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6B5F4D-DFE2-3B54-5F25-B01592D14C1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6B487B3-06EC-9CB0-1514-2670C1720A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2CED6-E773-88E2-109C-D2F7C03EDBF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50116C-5A89-CFF3-1A3A-FC3F115331F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566236-FA2B-B8F1-EC71-D3271ECB4AC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AC2DF3-E0F4-DF83-2375-16D1FEB9C34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84CB4D-072D-5649-5EFB-4D78B9E7C7C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EDC6741-6098-2569-74F7-ACAA61FF42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67A50-99E5-F221-042D-71D65F645BA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831424-D226-5FA6-62B5-C5843475F2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523DF7-EAE1-8AB0-9CEA-E2C2C9E4BF3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185537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DA706-61DC-E0FC-D8DA-5F7758D8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BFFEB-213B-BC05-2D7D-C574B4261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lower right [39 in 8], 5 must be the Row 9 portion. Therefore, [9 in 3] must be 126 rather than 135.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F63904-1720-8D11-04B1-651BACE48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808887D-5328-9D2E-FEB3-1B39D2558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4916EC-C7E0-023F-1F5F-80C204BE1F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A5967F-9A29-ED02-9278-41610F5E57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0EDEF3-7BE2-3983-E577-690D08F3F9C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BC6D3-BC68-6129-6013-83AA7EABC2F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12A4F9-54D3-85C4-B084-D634F8E93F4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1E5D87-4817-DF17-D19F-D3975C1A3A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99335-6BD0-693B-A07D-D4E4530532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29AE7-07A1-35F0-5CB0-417C588F21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E8806E-BA30-EC12-E280-6BC7CB86D4D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6150ED-AA73-1066-70D6-0AE7808C3C8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D02C77-ED50-EAB9-8961-D3ADE4B05B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CCF57F-7F8C-0EE7-B2EF-720884C3512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0AB9C4-6E93-C8A3-70DB-3BEFDE7781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96C54F-5E8B-26C2-8B5F-10011D6376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43CD2B-6DEA-523B-58FF-FD80EB44D4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6BD675-7183-19CC-0D16-95616AB4F4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29F674-EF9B-ECE9-2701-8310E121EDE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190003-73CC-70B9-308A-6D99AAC36A9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2498B1-F05F-DE74-F463-7A4E595D517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F40325-B349-D810-E4CD-2C902757B7D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19F7E3-F810-30B9-62AD-009C8730293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AD83F-8579-8347-EB6F-71F01E5FEB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A17079-1371-0B32-3FDE-B3403122527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E3517E-B88A-2EC0-43A0-0978F57F973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11FDF8-4661-B93A-37CE-49608A958C2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880BE8-C357-7FAA-2F4C-0D58A6C9698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69B6D9-748B-503D-F8CF-270E7AD0E8D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B8AF4B-7ED3-24EA-52B7-FC8D06F76E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81DD64-9EC7-7B70-FFE9-1448B5520A9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760263-40FB-2CD6-2520-28B5C3993BB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FFA636-6F96-528A-BFBD-065C655276E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3FACC1-01A6-86DD-F619-ADFE493340D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FF321F-ED54-EC7C-FBDE-BD483E59288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504C34-5F59-DCEB-92AC-A458FC2EE3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0A0A79-7DBA-EC2F-7146-628C30F1F1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E7AABC-69B5-1E35-DAD6-CA2EBA9FD7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15BABD-68C4-085A-EB14-51F3C76058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B74B3A-1DF3-65EF-962F-97B7CAF1C8A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46FA26-442B-E94B-940D-FDEEC7A7E0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AB0EFB-BBC7-A5A9-73AD-E2CC02CAB3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D52F4B-460A-F059-833C-6D184C946A3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D8E053A-EEDA-F06F-9FD3-CFEA984232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658F79-B05F-34F3-3BEE-4D312A3D659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9377B5-A56A-914F-2430-C196B0BDAE8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68BE6C-790C-8342-4CC0-1AE736C0F9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7D5F95A-7636-6CA0-EBD4-8EB39011B3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0D79DC-4E22-A95E-9F9B-3EE772F5D32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4321F5-1246-CF1B-F30A-F7A4845493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4FDF3E-1B93-1AE6-8AEE-C6A17A666A5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52388DC-02A8-72ED-9786-F80FEB00F25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8010C48-6DB0-F32C-4A64-CCD8AF7B27E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071E97-E21B-200B-6E3E-972E62F03E4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2BD777-8092-1DEE-841C-BE8019F4508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06E920-CB79-8A90-CF98-4CFD2A8A3D2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57BA2E-A6CD-4EEB-6F4E-39583A42E73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46D0AB-41D0-4F1C-85D8-DF95249EC87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5941CE-182C-678B-93D9-0E6E102EA98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C41268-40F7-5E9D-C787-2D06295C3C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16E432-A646-589A-CA19-7EB150B9E3F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87EBC6-7000-85FD-A9D3-BD01469DBA1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7854C5-82AC-5DDC-9B48-1B0F830D08C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0221C86-27EF-9FAE-1749-7F698C5522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C1DA8-807F-D4D3-D337-8A13C0CBFEE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32485B-E928-7B4D-33BA-F8E34CD2EC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575477-B131-2CEB-01F6-CA91C225207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6114954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7159-ADD4-AD26-A7AC-AC728649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92214-0994-CCF8-0A4E-8C5A50FCB5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B1B28-DCFC-273D-783B-46ACA65B2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84EACA-3D68-B234-3D2C-EE38AA92E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8E6472-7CF4-B898-0AF0-C003F58BE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E3FE9F-AD2E-C942-CE64-25BEDE2B63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9B27F2-FE86-B1FB-AAFC-574661993A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3B2FAE-AA38-0CEE-6B4C-DA654D93B9D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9DBE6-1CDA-41C2-DC2B-79337C44CA4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9811D4-19F3-F3F6-7D81-5DDCAEB88D4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C92AC1-06C1-880E-4E15-2669B11AAF3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8CBC57-737E-C796-2662-D7B63828190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8DCA85-9360-E9E6-09C9-F1D780E032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F7EC16-D3CE-55D2-33C4-768CC471F0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DFACE2-EEAA-5E10-78C1-8C627F48A8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4482C8-AA55-794F-164C-A73631F94B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00C311-DC7D-2090-CAC2-5307DE1EA6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962E81-5CAF-F3DF-A8CF-34E04E914FD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EE7CDA-FCD7-BF6B-A12D-EDF3B04804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CCC2A7-3B37-53D2-31FF-CAAE2D75534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E24B47-AEDE-2B3E-D340-D52A0C99E8B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5CE428-D20C-D5A0-0F12-B51F86C0F0F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55E792-092A-A145-8A8E-8A9C3FFE123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4D27E7-055D-1B0C-B79A-87349F698D2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B3FDB5-7BF1-F89B-BBE9-3CF228BD5EA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D7BE3D-CB08-EF84-55E3-7CC8F20BD3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C8F2BA-5211-E513-441A-DE0EF0B251A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88E70B-D3D7-83F4-5F53-464B54AF660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1DB815-271F-8E02-D101-6BF09343D1A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850238-15EA-6B74-BF0B-D76032E2419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370A31-6C32-2D45-D72B-1BB1A741B2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2678B8-8F27-B33D-3E95-D5B30B33B36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6E4E25-08A1-696D-302F-EA0BCC09A11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55DCA8-C95B-33EA-B55B-761D5CBA4A5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59A115-F740-A493-171A-516FF45B002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15FBC9-E5FA-459E-E3F8-0EC349802C6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A76FB4-C192-CE97-F4E0-A5CE80DF44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E5EE5E-B539-1ED9-77B1-F98A79FDA2A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5CB6DA-4661-3C2B-96B0-04B504D597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FA6C50-B76B-6CAA-4417-ACDCA03E02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B7CFC-6232-BE41-9D29-61772C1F463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5B0866-A532-715E-C10B-F7F8C00302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02FD87-CF40-4FFF-0217-4555D46FA57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FCA822-ED46-E873-5011-58ED7026F1D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63CEBC-A08B-9C85-5644-4371D51BD96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ED9416-8497-CC0C-F088-C311CD0407E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37691F-31B4-013B-4568-7604C25EF1B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B4E422-2B64-5445-DE45-287A58ED645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C4BA85B-000B-6B23-AB62-ED036CFF64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098AD8D-CEC3-6094-01AD-262CDFC028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7F3EB6F-F849-405F-411D-405D4DC0985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8129B4-DF75-70CB-6C88-069D6391B0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488A6A-B6DB-2B88-BB73-3E8882AD96E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31BBE0-6A3C-3AE5-D3DF-1B71936662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9D1DF0-2E98-944D-17A1-0268DFBDDDF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885340-ED2B-0A81-2B21-0505706EC6E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898F4F-D063-2F19-74A6-2D373AA4E9F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141FD42-EA67-77C9-C1A6-0F46C9D5CC6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C4D409-3892-4F73-88A6-760745528B0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FB9766-1BDB-AF1E-025D-A1C55CCA5EE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9FEAC4-A26D-FD5D-1118-0C13AB8F19F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DECEE3-094F-880D-B649-9A6D31F08DB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FEAB1F-88C2-5E7B-5BC6-A45DB00063F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1F2721-AAAD-A5D6-C81D-95F7DE5D406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32BFDC2-E34E-78EB-33FF-638C6DECC73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335BAF-9BB9-64E8-C615-71754BA9885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65666-0750-A0B6-5104-62327D17A5B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8CBC9F-9FE8-0CFE-1BE3-5D643A0E5D5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AE6352-BE70-6C5C-79AD-056FAD6CD1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996914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B04C3-BD0E-8139-C98C-0AB116916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87919D-8FE6-0E6D-2C56-09C6B3E65B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501047-A5D9-02EB-2AE8-2E87564EB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3D0ACF-8A8F-1ADD-419E-742EC35B1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8B2356-E3CE-A44A-4B56-D2FAB0651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67D9C8-1DD4-381C-E552-6A124A95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318EE6-8B10-B512-F62C-FCF64770E4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61FCDD-92C4-B373-0A2F-3AE8203F189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5109A-1680-9543-D601-F8576BF55CF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47118-99A8-0C65-4260-5365E07B54F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FC4950-C2F2-FAD9-4FFE-2186E3A2CC8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F9F-E04C-37D3-CAA2-44E27BBF84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FFB891-3900-D9A0-8998-C1D0741F387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98C061-8119-08EE-5892-057C5CCF01D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0FCC60-69B7-3760-63CE-200FFD03B7C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068E31-BC2B-8093-9744-7058433EB38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9F2704-1B30-3AAE-84A0-0476CBF4B68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4D8AED-5183-3009-8D61-97231BAEB5C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E40E7B-BF86-651D-3C07-980DA798035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F4837E-CD3D-66F6-E307-0216F8C2E07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42AAC7-1984-ACF0-345A-67FB304E1CA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E0184D-1D7D-DA18-C468-34AACF48437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8DC16C-41CC-6464-EFE6-468FCBBAA19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1177C5-7835-D616-FF93-BB77910BF82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49E3D8-2885-887C-CAC3-8601AC4BC3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2CCBA9-4E06-E297-8E33-E2E10E9996D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FF70AE-36E9-5F79-1E9F-4EBFA6DDD80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4B9899-DBEC-ABC8-ECA9-2A5ACEC5A3C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942C57-F257-8823-CF56-16885A8E792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336C9A-4EB5-DADC-327F-9AD43403C60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CE840A-4940-BDA8-FE01-0E1D02F2F0E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6CEFA9-BDCD-7114-750F-1B0FAFE181C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4C8C0C-60D4-C8C3-8244-C4A280CAC68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A657D-68E1-62D3-A6A6-045EE800132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9AD33F-ED30-8BDE-D1E9-1EE084427FF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082106-8874-E236-8931-D0E6878323D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314930-DCAC-A58F-256E-7648823E78B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19A638-D963-0A71-EACE-DD36E81FD47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078A4D-FED0-7D80-93BD-76BDA56EB4C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60FFAC-1A5B-98D4-37F1-878771F195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E59367-CC0E-E31F-2912-32B81E84D3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E144E7-ADE5-3E34-F170-4D31D34FD4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A3021F-E155-D780-B64A-93F821A5DE7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CCD1D4-7134-29D3-CFAC-861BA9157C1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48661FD-B84B-56AE-4A5C-B9DE4D57F4C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D3032C-9513-49EE-0C8A-9E5A0E34206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C1F712-1C80-6723-2ACB-BB979334C46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31483D-4787-F1BB-AABB-99DFDE33B9C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D8CF27-F193-08DF-646E-028A83AD2CA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EB6EDE-A597-8AF8-9103-F55C5F1FD9F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4B5EC4-147D-70EF-5774-A8AA415D610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C62B3A-C15B-3CF5-EC72-E987A76D6B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1E1D25-3618-E199-62E5-9B8D2A79B7F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1CB8F8-27AC-CF2B-B882-BFD30654DC1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BE1350-87EE-27CD-33DF-FBF007CF72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593BE5-4BAD-8D9A-894B-378BB6D0F21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060BD7-FCC6-E1EE-7D81-34A523AAF0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3A8012-87EC-311C-64D3-37F3842D40C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842FEB-BB48-850F-3415-F19C0D7A8E7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FA69A1-DB7B-F0BD-2226-7EF974B31BB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EE2C48-3AC9-3D57-99B1-E5B86436E3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EE85DA-C367-EF14-F1C2-6726C868449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549C58-514B-C2BA-8B6E-8A0766E6061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963E49-3C5A-0549-3A1A-8FD62080687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E4FA6E-2B91-2CD2-C82B-B6508B635E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8365B0-DFC2-2620-F689-458D9EDA15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517C41-00B6-0BC9-39C7-F670B22746B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B67784-6D34-B2B7-CF8C-A6216876A26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E423E6-4320-5246-3782-5F5C3F2B26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0700165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A8FC7-A9C6-9A68-DCAE-E893D4FC3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C0590A-8239-979B-4FE0-826E04B92E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cell in Row 4, Column 9 sees both a 39 cell (Column 6) and a 93 cell (Row 7). These must be opposite of each other. Therefore, this cell can’t be 3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08F760-76E7-48F8-3A6D-12CBDDB11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421866-27AA-F82D-93AC-E1B70E532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84B43D-5966-9E55-5BFC-20132576C6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DD3F78A-B498-19CF-0830-9EC36F7587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70AAF8-8938-43EB-AF4B-CF271575DC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A2A9D-17EF-37D6-7F8F-B3C24ACA282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FF66E7-365D-6D4B-3FFE-937BC351D5E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73DEFC-8A88-F411-826B-4966E2CB148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C59C9B-7104-217B-64A8-3456251781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2A641-6F48-B396-D180-EC119D687C6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E2DE06-A115-6531-2164-0F4C92803A3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D03EC-2DF0-40EF-99A3-283E488C45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559DA4-57EB-06A8-EE62-1167B5565A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3FA12-83AA-0227-AA51-D73BDC03C60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72E0B2-D26A-0026-0D9C-06ED139F1BB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556516-7AE7-4A99-95E5-3E8DA6E745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71ABD3-0615-5564-9049-82139A59029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EF5462-EC0E-BDF2-8E0D-61DE6F753C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BD3AB5-D37E-8C56-A653-945B6742E1A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C6F839-775A-FD64-04EC-EBEDDBD1677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09199A-D3F2-621E-498F-33A1F219691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BABBB1-C761-B143-804C-D0154A0840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0B6371-0892-EA1A-B81D-D5F7DDC9FF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207C13-D106-35A4-3E45-98F8F0AAA0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BA4C8D-387D-A786-9B1F-00C444A1D7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A69245-A499-832E-E396-8E93FF3515C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51FF5A-69B6-B91E-3FEB-D98A113094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7AB6EE-D55E-BA06-8845-ED7C22CFAA8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0E36AF-3968-6E3D-2DCE-33B297991F2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7E796B-E8DE-6F70-FAFE-84611A15622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1DAA85-FFD3-C6CB-F8A6-7C9BD4FCEE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2DE5B7-D7B4-9C39-9921-AE3090CCAEC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1B85F0-C866-D5E0-8701-A8DDACD64CC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4CCC9E-109C-E8C4-E2D1-BFF17297269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372B36-9798-42C0-076B-94038ECE7E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67E2C8-6D54-1206-7011-43D3D9FB05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FC3B2D-8157-3A91-0FF6-2A4C3FA178F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A41B067-24BD-D77A-2827-C237DF979F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61ABA8-1963-0F4B-733C-837FD6FB47E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889181-B7C6-767C-8AF6-171ECDAB6B7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DDF585-A5A5-33E4-9E42-187025DF04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174E16-31D4-8CDC-1DBC-F9F7D41AFE1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39DDE0-7B9B-8787-F397-3FB88CBF7D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2CB552-79E0-453A-257B-C46F993D67A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DD31E34-E6AB-B30D-1568-71450772654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C2E597-D210-3402-6E8E-A4616F6AA5F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CFE4DEE-52E6-4EC8-DEB4-9391584E1B2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222380-983C-13C5-896C-60220054AAC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DB74C4-4332-A689-BEC6-2D6CA684B33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150383-6E3C-67E2-5307-B3CC9F8B7BC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37D30F0-2C10-B3A1-FFD1-D11128A644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6B43DD-676D-64AB-2832-3CE6435F54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6D0218-08BD-37DF-7F3F-3273D797461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A8214F-B683-BA39-6F64-FF70C162B40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85E945-A3BB-57E8-9D9B-8257CCC6028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8EF9E7-0062-6BE7-941D-BE537729867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7C614F-81EC-3156-B622-81D490A2CE1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CC43EF-936A-2D4A-E495-1121E48E2F1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C8455C-A4E4-08C4-DA6B-A2BA66C1BD3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26EB56-FD65-9DD9-DC6D-A2CD1919CF5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1D13AB-E610-3A40-BAE4-6BF2BCEA43C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AAD242-0136-5CFF-04A2-D0F56024D4D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CDC1B2-91FD-B834-57FF-EB8F4031FE7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E819EA-6C13-1DBD-E1BA-8BECAD9AC6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265347-664F-CB99-F706-3E85E2C6FAF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DE4442-BBF0-82CC-0D28-6C3E83E5D89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4CBD4C-DDD3-4214-1A6D-763CD95021D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155879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5C25-02D6-07B6-9938-14FE4DD0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30C625-14B4-1912-52A3-1130B67456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5 in upper right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9CCD82-6328-F1F8-0835-3AF47A490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EDE0B7-6D6D-C6E5-80AE-98E78A1DD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BEAAB-B007-E1DC-D23D-0104711AC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184650-A74C-CD79-DF30-BCAF54E716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437515-3409-3504-DE56-FB0103ACEFF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8B2AD-090C-16A8-7A4D-6D8CB47F437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F367E-E600-7D3D-86D2-13F2ADA1CF4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E9D908-D9C5-54CA-4277-25D04A489E8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8C645E-30E7-E71B-D59E-64B075B12EF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E8C12-2CDE-BC92-4C22-85D0A7B2DE4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7B570E-41E2-701B-4E11-024197B927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E718AA-8BD9-0369-47CA-7CCA70BD965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82BC3E-EAA6-52B9-1FBA-A76DC1FA50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7E1042-B940-CE82-1A9F-1FB6EA54BB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7BABED-0179-9B95-9450-40487258A3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D489C7-210B-05C4-60EC-689583D0501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AAC257-FF88-5BC4-DA01-FE8D0B32C7A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27A62A-B8E2-C842-79C5-5CE0ABABAA1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2AE4EB-1C35-3112-D626-D41368CB929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3B19F3-9D0A-BCB2-E0A7-65064A228CE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1BBEB-CEE8-C433-C5F1-DB4E23AECDD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5C7D57-7744-CFBC-21BA-E6660C6236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598A65-2871-D7DB-4BD9-AF958E51C1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598778-221C-C5DA-637E-0106F87F03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A02D20-E512-7DAD-0F3D-929CBAC1DE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B0EF94-45BF-CE72-B9B3-68C0BBF2D61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C2B282-E132-3837-EAF4-67EFAF24C3A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6D397F-E467-5FAD-9024-6DCF494DA3D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7F62F2-B590-C582-F5A0-C20679499E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C3ABED-2BFB-7BE2-CA6A-D41804423EC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14ACFB-3F09-28C2-EFF0-4ABCC799B2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815DDE-F60B-26DF-C42B-C745974A252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C4D662A-3902-1CC7-E9B7-1A5AB4A07EB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DDCAC40-944E-61D0-9818-BF70F519C3C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E319B0-C010-5C92-4E8C-ADC7560669B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0AF9B7-6D3B-CC53-F5D3-496884A121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3FB391B-78AD-9ADF-985D-8D1334764C9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45E37E-60CB-090D-6004-683B84B732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AA4086-59F0-1E75-E67E-E84DDDC9EB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FBDA27-E4C4-E7F2-FC7E-8AD7285B3AA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4A70EC-59FF-02B0-56A0-E79DC5812A0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FAEC269-E5C0-BD0E-8629-50970EADC3A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4D4EFA-48B9-F761-5E9C-F8FD48F3BA8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31EEFC-58E5-9545-6939-BBE5232A09B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12002DC-8A17-321B-9487-90BC5C6D2D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1A7B0B-27E3-47C1-581B-2290B06FFF3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C575C4-1D1E-816B-47A4-AEFC79BB7FD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9DFA8B-9E7A-F0EB-AC89-BEFEEBE4CF1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612D5E-51CC-07B3-A3B9-B80E2FE98BD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6590E2A-BA49-AF27-46B9-0904C8F37AF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FC0A63-87E8-E9F1-C673-D765DAF70A3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B1D990-5CF6-CCE8-F5D0-298634C0566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617622-18C5-B05F-E33D-0E49D1D8AEE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D4C729-6B25-4E0E-E921-5243F63551C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40EB75-0476-F5E3-0EC7-422CE024F16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6B43A0-3FE3-580A-3CC0-9129B9ED52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8B6C22-3E4B-C9C1-3323-0686CBC347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AD3A7E-6B6E-A0A8-5B45-BE8C744B444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8D77D5-663F-892C-9AEE-C7CDC63E76D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FF8E25-C8C1-FB91-A15B-739C4CC9849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D68282-FF13-072B-2BA6-2D55BB39E29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EC9A26-2804-E16D-ABD4-1F590BF073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D1B523-0249-AC6E-1E4E-38B53A18CCB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76CE41-F61E-A5A3-E5A9-46AB9284774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24134-E2E7-CD07-D47C-50709CA8BDC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825D16-49B7-5A04-61DE-3710C930A0A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3165CC-ED9B-DBA8-646A-172BA1082E5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482140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3616D-8151-75B9-6864-EB2BCCAC5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F251B1-A889-4B7B-A7F1-C061970C08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D4DA0D-A72B-2F31-7DC4-DD17340D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5DFCE5-6A9C-DBDA-D3D8-19BD48274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00B55D-8414-3148-AAC0-84CB097CAE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F977C6-903A-7935-C6C7-3448CEF482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E589F6-7D33-02DF-914C-744B9494CC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E6ADD-2EC6-30F7-A676-3696A62C110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E4BE26-3137-1983-1B62-13CAD6C76B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DFD966-1475-4400-A2CF-B6D089D55F0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4800DD-E537-10E2-0511-5B9CF36C936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710F3F-C3A4-5CB6-F074-6AF411D3BBE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27D637-1AC1-EE81-A7AA-24C607D914A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6DAA8B-5FCE-A66B-6E59-6F46D2470B1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03641B-645B-2868-AEC7-86B01FBCABD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D31255-6032-3C36-4225-7B1E6838FE2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C84709-4069-ACEE-7927-DD2AB5388F8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844A0E-73C8-803F-4B3B-F132CD99E59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FBC02-C1E8-8023-95A9-8DEC687AD85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490F4C-0E1E-30C0-B704-C044069D07C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A2B9F8-DDC5-98F4-FFDF-A3B71F52A7E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0EE03B-00C8-629A-B7D3-17431CE097C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F53239-CB2D-F8F3-2C24-B680D5E86BF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A7B4FE-0293-DDEF-D290-7C72873FD7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08B60E-D284-991A-2496-5435ADBFAD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DEE307-8023-B944-3B20-C6B83BCB40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0B9AC4-71A4-108C-D3BE-F153376524D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18F03A-670C-E4CA-1979-ABF28A9C9F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0E8F0-DCD8-059E-0B9C-9F56CA011B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488C19-0CF8-BC69-BB49-090EF1ECDF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D6C467-2466-781B-3358-BCEE2704806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F80681-D0D2-FA16-A8FD-B63D42E0AE0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16BE49-8963-965C-C32B-39EFF6A6F3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60530C-043A-F6BE-278E-8E4E241AF7C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24A078-28ED-9DDE-C771-12360F68D27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A8B605-186B-8D6A-DC0F-39B79ACECA6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A54D6D-10D3-41E4-43C9-DE1991E82A3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9E7E13-BDD0-C683-CC78-33546D12AC2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8452B8-6EA1-E429-A740-4E386AF162A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7C369A-BDC1-15CE-040D-0723CA5CE53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99D34A-71BC-1E14-D560-52EAE5F646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A05399-B3B4-CF12-3FBF-39012F140BF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B0B9EE-2884-F149-B124-51CBBFDE3C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B307C-862C-4E39-B96C-2DC4C73EF4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40DA8C-95CE-6634-0240-A4591D17BA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01A520-9B3C-C05A-DB6A-74140DCC27E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BE5F11-5A37-0FB4-324A-980C237DC0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1FEEC2-3B17-68FC-68EC-5DB13FADE69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D86287A-B9FA-5AE9-5279-D35E103B384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54D069-FEBB-A596-2334-F0EDE921D64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F5F24E-F92B-70F6-50DA-F053C16542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96E55D0-E5D1-4747-4141-AFA3EEB3CE7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509D33-41BE-9A5E-7A09-8935B6A8A8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401393-2C2F-A3C8-26DC-5979AB5CEC5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D200C1-5447-70B5-49F9-82A3EA83F84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A53D6B-BE3B-87BC-3F9D-E15F5F6DFC5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4C7752-C4AA-3889-4A9B-19B652E7D9B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71E1FA-921F-DA13-73C4-DB134708D7E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F5B247-5A04-4428-6D7F-4149755DB67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E48F545-AEB3-82EA-B247-2A88639DD3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E62A4C-EC7E-38D6-4CC5-C496D7DC4BA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EDC51F-886C-5EFC-09F2-3564EACCCA3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E56D7A-084C-F55D-4083-6942C5F81E7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B604A2-6B6A-904C-59B0-BDFBE2FC27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C920E5-2F9D-3F1C-4D5F-5A652444B9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BBF137-D0F1-23DD-373B-DFBFB9512A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A3168B-CCA8-5882-9CEE-40C22F2E7E9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2A05B96-524D-35F9-CFE9-6B3DFF1369D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2C4AE59-1F86-B5C5-FC68-487739DAD5D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5152851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10CED-D284-C37D-EC3D-A06640BC1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D9F170-E636-CA00-5CBC-51C02A266C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912BA1-880E-0A42-1244-FE412FA1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222007-8B38-47D2-C96E-41EAD32C9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558739-E353-F164-9DC8-69266EA37C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57B52C2-2D43-D8F5-38C3-E4C74E046F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14B9B4-6DC1-9A4F-3920-EE1269F2F8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D3850C-AC88-489F-A587-0DB2F54810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9B9302-7971-941A-23D5-0D6A88C0134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48EA90-D038-CA94-F207-723CB21FD27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6C29D5-A5F2-CD33-ABAE-A4021C3E11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A9C755-5331-6F70-00D2-384D601236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E14FCB-B127-4E8A-633B-71963898A5C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434FB-1056-6763-DDB7-A7864C8F874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CDE70C-52BA-077F-515E-64B6D5A17A2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525074-6806-FA6C-E195-D126D68C45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421B60-7105-A42F-FEA3-F4700105D30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30A39B-01BF-3D60-783B-23D0C140B2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FE4BD7-F151-10DD-029C-57A1A4DF034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E51BC-278E-39EC-6D84-DA7747E687B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632384-6E54-FC3F-A499-0E75FEB94E1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383E57-239B-1E11-BF75-F4DE2157D62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5ADADA-A95D-BDEF-DCD4-233983D7DEE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B06840-F03B-0693-486B-49364B3836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F07952-2020-EE25-F0EB-8C593CB39A5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13B83E-9619-8934-4B22-65E2FF9966C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E45D845-312D-B687-49D4-42F89B3F1A8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089AFF-7D8C-0376-8D2A-08F032218E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61E59B-43B8-E1A6-83A7-8A70FD77B8B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8371D9-9E62-B2AF-A3E9-A7CAF5A3D3E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430B97-9CBA-BE22-E9E6-D9847A76B2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793751-7D1C-B4DB-7DB2-8C03E2DB5DE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B851E9-30E7-A402-94EB-EB1731B753D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61E87-1F9B-6D14-0CFC-045CAC13199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6D7E15-AD0E-1AF9-21C6-05AFACCD5D8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BC438F-354D-CF5D-9BBA-23D106EC0DA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B79A84D-7778-6CDC-D261-C6B745AEAD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0654B7-A0A4-6347-A5BF-02EF930F3A9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2DEAE1-E4F2-2BB0-DB90-78805F409E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F8947C-E4F6-D873-4404-045E8B8BA2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43BD50-A844-7D24-F9C1-2338B3DC392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C8DBBF7-2836-8819-C6BF-CE55AE882E7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B07717-5FA8-1EA6-467C-28E0E9B4D67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1BD59D-3CA2-C87D-5572-ABC5AA9797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9650696-A889-21C7-79BF-19C13C132DC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398B5F-8716-C706-222A-BA70AE23A9E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A19A4D-42F7-71BE-F341-606ED383F86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57922FB-77B1-A2D4-81E6-4126061ED0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E0DBDC-9AFC-C782-E6D8-8B7F3E04658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D9400A5-CE39-78F2-3D73-489B6049E00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E5ED8B-48D3-7380-5D9C-568F9F5131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62748A-70D2-16B4-EEFB-CE39D23938E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4CCCA2-0ADA-F84F-FC36-DE601087CEC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88AEAE-61DB-B1ED-6D80-CF14A3E17FC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D5DCFF-3F38-6703-10B6-8C80F924E89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70E854-65EC-032A-5A74-4DB0E797E8D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97AE66-A533-E30D-0CEF-BF401F14BCC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A650A5-D5FD-8628-8217-24E681B5761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F94F24-CAF0-B778-E038-B33F129B857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1B4914-4847-59AF-ADD6-68D8EDAE3F7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B37EF9-1C23-7840-4BFD-F1B88D55BE8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5D266E-F21B-6BB9-7496-6784E38943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AC7027D-C843-F45B-A088-A1F36A1E38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995E5A-4AA4-80F3-D8FD-507D0E359FB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EA37BF-608A-4A49-24C0-B34D18CE562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11A34-18B2-0F68-00E0-8692BBF7B9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40D846-5580-A6EA-E1BB-E2CD90C2C5B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3FDDAE-B09A-92AE-9832-418A9C088F9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18B666-6EEE-6BC5-5BB2-F4EEFC5B81E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300556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E265-C284-C5A7-E69A-7C4955D68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D55997-82C3-261E-F1CA-29533343AB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89B588-A095-55C5-074C-625AB0B56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59814F-835E-3C8B-EBCD-28384F945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38EFE3D-E71A-2A50-6F05-54D830F96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060C34-1B34-5D0E-F686-C2A12C1A30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03D6F3-5341-9BF7-7764-2A48FF4A5CD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96968-AED4-8DB3-C327-D9A820FA497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7A937-7781-069D-7228-55D51E3E297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DBDEE-01B7-4E3D-3105-311DF6FFAB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AEE5A0-F114-7E45-57F9-36C07D0BA3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408C9F-D0DB-119E-CCEC-6E628C5770C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16A94E-A8D2-A0B6-BAFD-3FBF00A052F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D822F1-3ECB-A504-E474-BCB688F281C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438E8-66F5-67A9-1CDE-91436DAD8B9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A54CB6-0C43-0F7C-AE15-14AA59A75F9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8695A9-E03E-55F0-1ADF-78E0BC9016C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29C057-3E7B-5698-506C-AA455D1EA3A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C3F75-C335-B2D7-DAD6-A6710A16D0E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1CC7A0-F0DD-F658-C8B0-4AD27736BBC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8AEF80-4CEF-A266-5960-71A2582FC9C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A42585-3120-5E44-A730-5ED291F6CC3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3D805E-5352-41BD-C022-30973963A6D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E508A3-1DD0-ECD4-2978-E196B8936F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9A17E7-0024-FC86-A81A-503E51E0275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4FD427-EDF9-C105-CC56-0215139E0A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6ADB0F-DDA5-8194-EAA2-C11C5964CB1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DEAFF8-E18F-8EE7-78BA-B8379F2879B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4A18B3-63C4-353F-C1E6-CB34F6BA49D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2EE4C1-EAC2-290D-08A3-B93A23B7A45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FAB934-E929-CE98-9D50-0481A02BD0C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F1B960-DFFC-CD2A-3C85-301DB66CA7C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957389-4508-6B7F-F790-8E0EA17CB7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7A24CD-9B57-238D-6E7C-372552D581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05A442-C31F-5558-D6ED-8FEBF92E4AD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C6FDED8-2A74-4C5C-08BD-8BDEE7B4C4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7DA02A5-7600-B5D5-09E2-A1D70B2B86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33AB00-3B44-79E2-3D26-54A53620AD6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53D2B5-7D0C-8C95-77A5-AEF3E08EB64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BF59DC4-184A-DA00-0C5F-AA2054425A1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258C85-5587-286D-0E83-06429F8F02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E9B2D6-2E9C-B7E3-DD7B-B3CCDFA9084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3137686-6582-6D05-BD31-8581D5414C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3126B0-1607-BAB4-0183-F744805C5D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703DC4-9A27-FFDD-2C0C-67ADF7A768A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1E1B1B-A9B4-A18D-8400-F758A07E15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F77674-05CC-23C3-2563-712A136554C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706DEA-2703-76BE-2ACE-954C64AF20E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E53101-0AFE-0964-4E68-545F4185476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50BE9A-F223-527B-030E-0403440418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8C8CA2-215C-2ECB-2362-7C7A91EBD71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C940DF-AA0F-7E4A-A95C-C12D7E5BD54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372FBD-FE99-36AE-B064-495985158BF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6D0270-7030-88BC-ACE3-98F5DEBA8E0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D80843C-A33E-F406-DECC-BABDBDAA3E1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EBB68-9AF9-3FB4-4132-721A6E5C606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1AFEC9-46C3-8545-A29B-0180C2717B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1DCD6-6BD6-11C4-EC7B-BB7635165D4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1405BE-267D-B209-4349-15D28EECA53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F3B707-4DA6-1C58-2EA0-702198E99F6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EA5C7-244A-653C-6A4B-FB3322BAF27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AB578-3370-7578-1B2F-23D0F86DCBA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89B2A2-4284-1A54-2939-EF06158ED82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9F355F-19D4-8BBB-7289-496576AECE3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2F73E7-464E-CAE3-721C-35F3CB78B92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503002-759E-29CA-1436-42B1B22E4A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998C43-85F5-0C15-845E-07FE99FFFD9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695AD66-6394-CC2F-A177-1BF1E9FD48F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24CF7C-1879-62A6-2F96-EAAF9199F13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763639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39C0F-5453-6E3D-DA48-C0DC8D71F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233AD2-04A1-B269-956F-C64A668423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C31B9A-2C35-FE69-B39E-6ECEE29C4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5732AB-7EDF-C70B-9FDC-4F08468A2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942E4F-D9C6-465F-F6AF-7D5C5EF20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D209CA-3ECA-0FD0-92D5-4A1A2C0360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520658-8414-40D7-9C70-5A1B84C89B2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FC274-A470-CD62-9DE0-8718ABD050B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ADD5F1-FDA4-11A3-28F9-F7DD7CC7EA3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F9D3C-57AC-C9E6-F98B-680EF89D61C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1E4F2-3832-5437-552F-34CE719C992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C3E7E0-B4ED-B1AF-9175-744DB4209C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DA20AC-7CE2-5F0D-4ACA-DD2839E686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35A308-30F5-2504-77F1-765C9373CEC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B4D36E-991B-0742-4CBF-82824A8B978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312051-25EF-AC3F-E915-D271EB942D0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ADA625-FF60-96B9-ECBC-93D610A639A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5919D3-0F0E-4027-382A-736BC06631A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D1F69F-1401-C70A-58BF-BC184F5A352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AE14E0-F679-DCCC-FB93-5C578218E2D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52E2CA-409C-8F67-4D35-6A62521F5B7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2BECFD-BFA2-ADFC-78B1-75C51114318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48A147-76FA-D77E-E133-DB32DDB884A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D9FF49-77C9-BCCD-C2BE-5B401503418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676AD1-077C-7D81-FC3E-A4D788C8156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67C454-9D86-D4A5-1861-95A27EDBDBA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CE20DA-41BC-31B1-FFAF-1707B1B2CB4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D863FD-202E-F6BD-5118-40DCD12E8C3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5A8079-BAA9-12D6-7D9E-3713F92C8BA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6E7B05-997F-A1B3-7C97-5CBD5C222B8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EEE6B0-7CEC-C944-1D9A-7D8C166D2EB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01C14C-9EDB-F79E-EC3B-8D8F8985FDF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12175-2814-CD00-7BE1-491CEB2B3CF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F037B9-0848-8D90-5052-D24B4829CA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4D5781-DA28-091C-2E03-B148CF0FE10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D85CA77-BCCF-949F-ED8B-868903C6F24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BA3452-918B-2EF1-8E49-661E5E34E1D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E9E3AC-8E20-9287-DA98-3B2996AA981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D7222E-8E34-E183-352E-124C826065E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61C3B5-422D-ABC7-E115-DC6258003C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9BEB27-7C06-8B4F-4DDC-70D34948832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1B20CD-E48E-22DA-DAE2-A38E059BA76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7CD1F12-AE9E-6DAC-478E-0CDDF1EC8E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01ED91-0A24-AF29-98C2-2AEC92A728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CE8EDB-FF60-04C1-A7D3-ABBE609EB34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F4A15C-8E8B-5A9B-904F-19BAAD4A728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55A4C3-CEA0-F23B-3A32-E354072381E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B38F27-14CD-CB5C-1CDC-D84BC32B406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A1BB44-56B3-AEC9-5C43-CD523F28301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C053E2-889C-8C7E-4C3B-28DCDCD48DF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8A9F23-B0E8-82E5-2388-1B731C28F4B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88ECD3-2056-C729-39C8-BAF634C8C97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C1FD5F-3EA8-9D58-CB99-B540C23A1C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42C0B2-BAB3-7F74-0782-B6355425557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863EB1-84A0-AA86-CA44-D8935381E3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BAEAC2-B6CC-4F3E-2922-577EBC027C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17F835-A269-23BA-05BD-DD6667E3D8F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55B123-E33D-5988-2BB7-AA16BD03AA8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215DA5-6405-484D-0CA9-7119DB780DE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ADC43E-29DC-54EE-57D0-F6B07940988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196623F-C8D3-280F-2693-CBAF83EF74A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EF3261-0796-6F0E-08E8-F6CF51ACC5F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0D6243-BBD2-958C-F92A-EE53A5C8D92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752205-517A-E6E1-C3AB-0C27DFA2E09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3DB6E5-4493-E3DD-8D31-B34E07E0BF3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7489FA-B397-EC7E-9F7C-503C8BD3D3D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8E617D-4572-15D5-E571-489834C46F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A657BD2-F612-8C9C-EB4C-62E976DE453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496D67D-5EC0-04A7-BD49-79222BBA34A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281095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309D-CA1D-557F-B2C5-138A393D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D92CF0-A2BD-B176-1B33-8B9B9FD384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A44987-E5B3-0F18-06DD-DF4B8D10A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7E60D3-14B1-F7F1-536B-69C66346F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A41A18-2AA9-69D7-68E5-86B6D24DE5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372F52-AD5C-1CC6-597F-C1DAAB7E6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741AF8-E3D9-03C0-D0D9-DB2CA241D9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664F-B00F-4724-7148-075AA952CF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4B86C1-8E57-73BF-C713-E3EFD1890FA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36659D-32A4-1008-BE37-021D70B4B93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9B9D62-AE85-9C6C-1E92-FA88ACE0AC2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FCA962-7C99-B8A7-63AA-495FE37B977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2993EC-A505-EECE-69B6-6FB09AA3FAE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888EF1-1F1D-70BF-4A5C-4053CC3A42D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80AA0-2C51-E743-D71C-09BF8829ED2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68834D-E429-DE67-E0B4-3ED53A1A41F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384AB-F332-8118-70E9-4BA4E37B816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19FFC3-1672-EA66-B6DF-7FC78B8795E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639D9D-A64F-41FE-FE51-48D1ED8EE0F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A05C9E-DEEE-AB9F-5944-27DD55EDC60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F8C3EA-E6A3-E517-BD9B-67D061653CC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C4D80-3E59-F964-9163-4A53A99B9F2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D5B7B8-12D6-84FD-C7E2-A5C36499845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86FC75-9489-D6D6-2B56-C93C7451E73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5D4D08-09B0-8482-9964-A51457AA8F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24B404-C6F1-C942-03B5-FE3D165BA2B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B15751-C0E5-1198-B007-4EE6F925D64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3421E9A-5C58-F2A2-E493-7213EC0A593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A77D6E-9569-D419-6F1A-8AF587B50ED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65E95ED-5E99-1F39-B89C-F29AF2F4AE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A985A9-99F5-CF52-5348-F877B3B58C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A6DB36-1B02-1AFD-759B-EA7DF642AC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92FBFB-30CF-C695-BF82-D836AEB8451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44754B3-AAF8-2DD4-AA94-8915DCDB842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803F79F-C47D-A2D1-C9BC-9318E20839C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038746-6D73-5078-2307-93A4F54A17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B6FDEA-781D-B0F0-DFBD-B433874B542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180E9C-8D7E-BE8A-EB26-3131BDA8B56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1B3BB91-4F03-3379-CD2C-A839155C0EF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54334F-E07A-4D2B-C6C9-9096C67FE0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751E42F-6E2B-9970-4196-A9D884DCD47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ECCA9B4-816C-2103-F4E1-56E8A9203F6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D1173E-D163-23CE-5F79-61E8CCA2741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7AD493-7076-45EA-077E-7E76C2239DB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A49CDA-0170-81EF-2FD4-E1BC0C56B43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4FEB9E-E76B-57D5-652A-7321246E101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A890C6-F537-0739-C404-C933DD1F28A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81CC33-EA3E-24F5-D81B-4056B1A223F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73BBB-7EEF-551E-A973-F03FBE2C7F0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88A4-E6BB-CD06-C34F-B8ED5F3D83D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1050CC-3F0B-AF8A-59BB-7F65707DC2E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4B2632-7A8E-B5C5-1F48-1DB6DD0C7F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C74C88-BC5D-4CC2-A4D6-A4D203B9D4A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141580-43ED-4854-6E75-BCA5FE77395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CC0992-01B0-3C0E-ECB1-66B7CD16190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836673-910C-62A1-D75D-88D52E8512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99C45C-97DF-D1C2-EE47-CBED0C0C507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681E82-F83C-5873-51DB-43C802732D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D8C5732-207C-F412-129D-BB5CC0B6627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7F621E-AB26-8055-CDF1-7C533EEF1DE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2AF256-D247-8C49-5A18-5CF4960399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3DF10E-7998-C7F5-06C5-14D2384434F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C9D23E-41F0-11EB-1C4B-61A31839878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82A5FA-0BC8-BD0F-FD6C-E536BCB974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AC204D-055C-A69D-4A36-F5EF91A9C5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1A1587E-5C6D-9FA1-22A9-00507A927D8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2D12D35-ABC6-4333-4A5B-1CD1BF7ACA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F387664-C418-840F-006D-63AAF16A4D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989954-17CC-687F-D2B3-F74507396BA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5853232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7BDB2-46D5-4405-1055-4E58A2E2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5C909F-B84E-6DD8-3E7E-6DA69E2375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364B1E-31C5-7466-1711-E00D1B7E53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C3F9CA-D226-57E3-B039-BB47BA871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A5E38B-2A17-F905-E680-B07ECAEC8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04429E-384F-F11A-2DC0-8FC4A9CF2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CD702B-0D78-0AAC-66B5-0347E766D1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82F61-A60B-9C0F-9573-C562616A8CC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9632AF-7234-4FF5-720B-4C0895D12D5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363C25-45BF-96D9-D79C-CBA3AA360D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7AC891-5EC8-3CAE-0044-C0CC7AA85D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F5969F-AB4F-A869-B9D0-0EE8CBEF9AF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234D27-FBBF-4A94-7549-B2C7E9E5D26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D0D7A9-13D4-2FB2-E7A6-AAF1E03EE0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A5E6D9-EF20-BAB6-A0A3-2E2B815DD2B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C2EB63-2F61-85AC-6C42-E2C94325C65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B092F3-DE1A-F166-D524-0F1292E79C3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BCCDCB-B596-9701-C167-AE26A920E6E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759ACA-A969-C5F4-0969-2FEA0E487BF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515520-BE44-90AC-D3D8-2CC24FA1C61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E95D12-15CA-7F88-FE82-B15D5595D82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0FA824-545C-602B-7F29-36911FFC2A4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5AA39-1A9B-B003-B067-FCE9641DFCE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BF6B38-9CEA-C179-1DC4-6A19EDF2FC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FFEA02-E237-7B4B-A130-2DC6E12E976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119057-26A1-B026-0352-53C3A3CC41E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1E279C7-8240-F8D9-E938-412B2FCA94B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66CC46-38EE-E87D-EDB5-E1946CB347C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8653B5A-342D-24A5-8C3E-44731361665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7A74AA-E06A-0B09-8EAD-CBCAB09705F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DB0DDD-ECE3-2F51-B07A-4B8D641A802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073162-C47C-E64E-CB0E-B17022E61D1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DD4DC43-7E82-7789-BD5C-994CA86B82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5D42C7-AF3A-76DB-96D0-E0193352397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C9C0ECB-5EF0-FD09-F857-CD4929E2730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E1E5C2-6A72-DB47-7783-3B58820C13F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F98720-F7AB-A787-0EFD-7773F5B87AA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4D6B87-39C8-84B2-57AD-171AEABCEB0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423124-E31B-C646-842C-6054E0715AF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0F2A7E-3564-4A7F-4CE3-797533690C1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8FD548-ADA3-5857-8A51-0DE370D703A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2ACF43-B6A4-056D-6DF6-E583AD5744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AA5974-1CC9-CC33-7F9D-FFB5DB5C26D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7A6278-7AE3-E772-4BD8-8E7ABA66934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202C91-383B-1756-46CA-4FBA0770E3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EF790C-37F1-958E-FFEE-930AEC9A3E9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34F45A-766B-D8B6-D447-88FD5C74CD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188E94-454C-EB35-AE44-1FFE9E0332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75DBD5-AF52-3729-B789-F53D689DFD0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A35D00-728F-E6CF-3CC4-E6C6E1B5CC3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8AD8BA-F7CE-8E8B-F013-40E7A4337B2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00120A-E826-BD38-AFE8-0D2521C6727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4CEBCC-401D-53CD-6D29-59B51156F68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72F88E-E1D9-17A6-B2FC-F25732B3A9A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8B2290-7D9E-869C-1BB7-8602862C5CE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745919-CBD0-25DA-CB94-046E30ADAE2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685B0B-0529-C823-7E0D-4B251680DF6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84F02-17B7-619B-8F39-24532BD1F42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9E210D-394A-FD5B-A4AC-71F32EDBD9C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6DD4D-1AB8-51AB-BB58-D30B7D67999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21A3C10-18D4-FCB1-D006-62FA05DEE2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68928A-144B-E26E-F03A-39E17A4148D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F8F847-3999-D2C2-FCB1-007855716F0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3473BD-8CCB-202D-3371-1F65A6E5EF8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7C3FA03-DCCA-AE94-733B-D6E6FA3963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12E479-EABB-65C1-1C9D-6821CA668F4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5459D1-1CCC-86D0-57E7-4FBE01FED7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C77B21D-2525-EE25-DFB8-AEA9A0C2B0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13C443-515F-3AD5-D3CF-ECED50CE75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486765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578E3-BCC5-3D65-90E0-A41C159E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4706CB-9ADF-13C9-9054-C700FEAA48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EF6D4B-AAD7-F2A0-63D1-A7E05BBDB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E0FFF3-AFE5-0F52-C6C6-63E4EB10A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A41138-D7B3-95A3-7D48-20131373C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704CE-447D-A3B1-3C2A-F7E1E28B4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B284F4-85F4-B00A-1350-651599CDF4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1533E3-9B6F-9C25-49EC-82A96B9A42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064083-E929-F68F-06FE-AD6D026E04B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B25468-58D8-CCBD-38AE-B8B2055467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E95A21-AB79-2E36-557C-C29A19C6AD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B50FDC-7C9A-F7D1-5DCF-11964B2455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071C6-0C9D-BD4A-E6F3-17EF78AF1EF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5E6D14-8A75-DFE2-8726-1724C86D22E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A3AE88-060C-6E5D-0787-CD0D4608BC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3E53F2-4D1A-E23B-4FF9-DAAF3114771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782FB8-0EFC-AEA7-63C0-CE9036319F1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8DA9E9-7E51-DFE5-3076-8584B08A69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43DE78-CCA2-27DF-F244-50FC5E9F598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C4F863-510D-0B4F-41FA-69AA0AEA61C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4A001D-A757-4888-3A7D-9C75BC0A7D2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781C68-7F4A-17B9-729C-C381AA1AA2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EEC81B-E5B0-DF49-3F8B-4FB0E09FC55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C4AC75-B537-4813-A0D8-90E1403A3D4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B89E78-FE7A-9B15-454C-6AC3D7CE174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9FAC6-8819-E516-D537-20367BA8E07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B5D0B3-6343-98C4-6E98-AECE8400F99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F5CDC2-BD16-E73A-DA5B-36DBAADF7C7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251D68-A6B6-5B46-99B4-0EDF78AB88D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AF51B82-C6DF-3C1A-9D36-5A74D5816A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F67735-AAF2-AB7D-E2A2-1EE5E880E93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E64CC4-B72A-7A9E-F459-92AAC66D638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6E39DD-C3D4-E6F3-AF54-85387286D6C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65CDB4-C3BF-CEE9-01A8-B4B395F343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5946BE-2A1E-82EA-190E-A998448B729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D4CE2-69A4-06B9-447D-3C7B57D699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D1E535-39DD-638D-9BEA-DDDA052C0F5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BFB24D-6682-283F-EE77-B0FB77BC537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377324-BAE5-539F-2F02-BA87D437C19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7ABAD2-AADF-01CA-07E8-B3A108205CD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780380-BCDC-E83B-1DBD-FF42ADDA94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270771-40F8-CF64-9DD2-FC1F4AFCC0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3A5860-CDAC-BA6D-5A2B-A9012DEF6ED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DE2655-B004-5A5E-FEAC-BC8330DFE07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BF1959-99A2-428B-5304-6C118BAC437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9882F0-D4A0-52C0-CC9B-69CFC4FEDE3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F6DE22-7241-8BF9-49D8-8EFBFB59173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F524D3-5F5B-F527-618E-8B6AD976BA0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DCBB6F-F7C4-831C-68DB-C05FB89AF40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49407B-0E62-E8B3-EF46-6345B3C9C8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217342-4403-F3AD-E548-BD2E1E2C686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79B473-D858-F2D9-93D4-0BE450AB5A4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9287B4-D5F4-64C2-696D-CFE51034E43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79CC2D2-2B98-2FDA-98DA-B70199E5858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ED35BC-8A5D-F7C9-A764-3DDAA35952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BAFD64-C757-5216-0B28-77FFEF2AB4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D9A976-7E7B-C2B6-7AA6-E68B5F379D6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A2FBE0-B16E-EE6F-B636-40FA1DE889C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5205C-1CD5-40AD-EF1E-90653B9D8B2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652B83-EADE-0005-F3ED-38F7057EFD9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4B8A0D6-DBCF-97F6-FC04-A6805FE20C0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A062C8-D3A3-178C-A554-0CDA4A1076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453424D-E725-5F55-472A-0181583776C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8ECE38F-E3D0-0B24-C8BD-EA80E49A6D6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A0B16BD-15F0-3983-ED30-6DDDE74EA86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84589A3-24AE-FE3D-FF94-B59CF5E052F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3BE01-D911-4E63-8FE6-0F0B904AB0F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6F7601-C7DC-BAE2-C482-9E226CED45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E58F4C-9C62-1838-C9F1-45F8EF3A53C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315537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08E03-9954-F4EB-A0E7-1C44CF9A7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E2FD07-EC3E-A843-D313-804D955123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369AEB-B391-ED34-F88A-CE6AD0986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C04FE4-F35D-74E6-F1A8-B0C45242E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812EC9-FD26-A69B-AF93-63A315B7E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06C46D-BDB5-3F12-BEA3-3D3D78996F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A475AF-67C5-3A6C-D1C3-6A0DF21A7DB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C5785B-21CE-8620-DD78-107BBCA9F8E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FEA9B0-0560-E85E-5DC8-D9A74535DF6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FE3D04-319E-4F4D-3AFD-177835D0C71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98A0CA-9634-3694-4998-B2832A61D21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AD5AE-4579-BFD6-731A-B0730ED199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B7C029-772A-D463-275D-2BF63AD3A9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2089EC-A41B-37EF-4412-AC23303042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F39F9B-AD52-E880-809C-85311755F7F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EB5810-2AFB-8D86-24BC-A6AC93F1CD2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6C97AE-F1DB-AA40-609B-FB98E511B14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ABD842-90B6-E13A-7480-16317F9AD30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C7B25C-90F3-FB3D-111A-21C387BDE8E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84BCBC-511B-DA4A-2CD7-6D7A5A18FD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0ACB85-5ABE-C390-27F1-17628DEA885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82D256-1968-406C-3C53-2CF14AEDFC7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3F423C-E0D8-1EA0-C851-668AF4CC2D4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5B54AD-45B7-B1E1-CFEC-F4BECAECB95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8685AB-B4EB-9619-57B8-864875FCC2B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127637-FCF8-61E0-9CD1-99E17506E83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ED8F88-C6F9-7D8A-FA9D-4C37B87A0EA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178457-30B9-F50F-65F1-9B68BB7AE89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4EE6633-B542-FC9A-7D73-741E5C53A8C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8FA4EA-3FB7-DFB1-FA6B-D2D5B5089CB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B025B6-8374-7632-F180-A59ED161B52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C7720F-BB25-5F05-5044-523D38DD60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275DEE-595C-6CC4-661F-196CA283B77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0E0655-A597-D391-ED35-43E24A95E78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F4EDE5-5A87-EEA4-B2AD-CCDB2CE1EC9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0FC437-23C8-4287-C67F-383E35B682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618BA6-0BB1-8998-739C-0B298597CC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F62E70-ED89-4227-6D3C-EA2A668C2D3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807AF5-2C63-9F42-4376-A26EB917C59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589BDE-76AE-866B-12BB-EFB6D6A8151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8C02CA1-613A-BA28-693D-715E2EE4DB0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9FB29F-D5EB-06BF-57E0-9084EB9E275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4F6EE7-C156-F865-6420-158043361D0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20F38C-2582-7767-3816-75BF64B89E9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4418F5-1FC5-3AEE-DF97-2BADEE097B5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F5D782-3AEE-9242-A85C-110CF9C60C1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912B63-5FB5-4216-6666-4B9F2F5409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72C79-7165-E724-E6E8-B8E1CD50CA4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535D6-37EC-AF29-494C-3A9D803F9B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96D4E54-9097-B8D3-309E-439BA72038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DFFDB6-EC52-A7D7-5527-BA13702929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C2BFCA-6F8E-CCB4-854C-34F72EB8303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F77F1A-6D4A-2ADE-5C3E-038D47DEA1B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2A517F-78EB-C414-100E-D90B85E8CE7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A8E00C-E835-BBA2-F159-9DAD6481179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60D0F3-32DC-23B2-F142-8908F1E22BC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46791C-D3C1-1811-9440-BE219ED7A73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9BE50A-D05B-5D90-13FB-2B58A95499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A698BF-613E-6CAC-40B3-846E88AF7B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7F38BD-9354-6B39-2CE6-84E127A55D9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34C8BD-CE50-B1F5-2FC8-9787B143EA8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DAB9930-E3FD-B0FD-4A8A-D0E6C2DD5D8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8DD8A31-09EC-89A4-D7FC-8C2FCA2E3E6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23BD9F-184C-B031-3A9F-4BB2E6B5F22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E3F3B8-2680-4CC0-CB1D-7521C948E6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F52E60-71C7-BF5D-F873-864E41A8D69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604360-E97A-A58E-D605-02D92F0FBE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3D4F56-3B10-4946-1063-474E9FA832C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7720B2-D208-4445-36AD-C4149320B8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84363-CCBA-DA83-C38B-99F2F382C42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3B20DC-5D75-2AD3-5726-12426C4E191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9290C-C90F-256D-485B-569705CCC53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357248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479D-CC6D-4964-3034-CE246E4D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9DE2AE-FD23-4EBB-82E8-9C25F26D7F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546DE6-00E9-AFF4-3CED-86A05FE6C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84DDE1-5E6F-44CC-EA91-DB7F7BF9A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E1AEC6-CEB4-9E3C-FD80-2547FF867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62A70A-8391-FE09-FA96-E2C30F656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E9AB9D-9B7E-905A-0C50-1B968A7181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900402-089F-D984-8011-9EA819FA37B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7FD2DE-38C3-A852-AAD6-A9798EB7AC4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D8EA9C-0332-E564-DA52-8D76FF530FF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9A3093-AFD9-7202-F1C3-8FCFA1AB35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0290E-F6C3-8581-DD1C-DE144FD61D0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79C22-09AA-3E41-5555-6C53D56ABD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520E73-6BFF-FA3A-36FB-BEBC62A9F8A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F9E82B-BC3B-D9C6-F2BD-7C0F2A104D7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9B6E4-AE17-A834-1269-E4D49B491FD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04D587-428D-5164-65EC-4885A57817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252524-BDAE-65B3-AD01-0240EDC860F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CA5E71-6D7F-B99A-F091-226930D2F57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7C3913-6AAD-39B5-50E7-16BD21900F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DC22EA-990A-055C-56CC-10330BDDEE9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BE6A05-8654-42E9-1FD1-2D5C21A91A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65E8-3ACB-FFA4-C1CB-B1A666A794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CDD40E-1A8A-0698-2D60-B9571076C1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16154F-05FC-3DC0-2A32-8E2EE17017A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0EBE24-2EDB-3325-8179-1B600AA5F7F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A2D1F2-7DCF-38D0-3B4E-2AADBC0D5FC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1F0FB8-19F1-368B-6E4D-013B486D4DF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19FB49-CCC6-F45A-6837-68ACCDB839B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7741A8-213C-0CA4-BD11-D9A6261F6B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F69C25-245E-DC3A-CAF4-56E0824BF8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0D8058-2F06-4990-7916-1FAEF0F8621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6DB179-DF5D-3916-392D-39D708BD5FB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9CC4338-96BF-22F3-7885-158C889955E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162E45-46F3-7C01-1B06-541A626902C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58354F-659E-0F64-5830-52D5325385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CA44D1-99AB-654E-421E-19D863AE5B5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2132AF-F5B0-8AC8-8890-2B8C85C2EDF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8521C8-8B6E-8C44-5159-755E01C3F08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BA8D19-4691-AC19-8E72-6B2EEBEE239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0ED626-27FC-A97D-74BD-24EB7154D2E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882FB8-DA1D-9BCB-5AAB-9FF4D0DF71C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A481E6-1B58-C778-3FD0-C03646145A6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5A6E9B-8A50-6C6D-9688-4123DC60F31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18A0A4-B0DB-792B-BD63-CF2B1B7EDE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946EA-19B4-AD77-7ECA-A84099ABF21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BDC7EB-C535-B8A5-5467-5CE387298A4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F28B7A-416E-7C37-6AAA-E36F77443E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833B1C-2E7F-807C-F841-2D20D6FD6A1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EC1799-BAF7-3595-99E6-67AD238250B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9F09FD-80F0-8EB8-4A30-1A6B85CFB56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8A85BB1-6C48-C6CD-E5D9-C24E130C939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20408C4-6A5E-BEC6-80CF-BBEBB8E328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81905A-CD85-684E-C345-D4C8BAEAB25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0A4296-9FBE-0F50-C3D5-068026FE0B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45726E-0DD6-0109-194D-B1A596153D9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BE7A2A4-D524-9E1A-9FE4-80D59AFC759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34F45-7C07-DB2D-8676-923EDF532F0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46D2B-29DD-91CD-33C5-64E0E967525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C0C1685-6B74-CEB3-1B4A-3CD8FF4C4BA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599335-F623-2172-AE77-379690C833B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BF7FA9E-5EA7-D734-D26C-83CC4BDE62A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AF611B-7C10-38F1-124B-8F9A0AA2B9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5B2AA4-6F3A-6CC6-D2A5-75E480F8278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1FE6B6-EE58-DE3C-F458-419D49D1BA7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494D55-4838-9C2F-8360-EF8C91001F4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B1A1C1-2EFD-66D3-3A6A-C3A93BAB098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40789E-ADCD-2DA1-C6D7-11413AC30AF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998756-E060-B05B-341D-1239DCF2B37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1139AA-DB4F-0DF5-6CD7-095D4F346C4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6F0A9-5F9B-337F-2EBE-D7F18339AAD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BF462D-7926-0F2E-9D0E-9DF4E6F2A9C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5EE70C-BFE0-5397-610B-D6BEEC2E72D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C18243-3A47-3B67-E285-B8E5B938E6B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F683F0-9E08-6E79-84F9-DE4CB7ECF3B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BB30DD-F8DB-01F4-1FD3-E1498A03671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D8B3B9-9D1F-9ED4-3831-12B308B3233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D52B737-1116-2F6A-1D7B-8D30C618B2F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00477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14C1F-0A50-9C30-8B17-A0B4E71FF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7FCB01-EDFB-E914-3D52-875FC4A5AF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left [39 in 8].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294BE1-2149-EA55-7C60-FA70A8FFC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240CC8-FFAC-4AA2-1C66-840619E20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D9ACBF-AC45-B73D-FB6C-4CCE0816C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8C07B8-8850-F647-D2FB-73CA4ED710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9673BE-B4E9-042F-BB01-902832737E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6D8AF-EA34-2CEC-66E8-F49AB3FD6F1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09D439-9486-A8B7-EB9B-8941DDC8490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54C2-E30C-EE4B-8E96-8324789C8E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D2D788-D33A-178A-FDEA-707A014A8AE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70ACFA-251B-7FCC-9123-820FD30CE6D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BF112D-6BC2-86C5-BB4C-9421D6D3F0D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13757-C4E8-729C-7D82-7E9E3BA0185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D15310-563F-BB01-9917-B55AA2DB4C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48B423-283E-525E-8DC5-EA479652E2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9EDB18-6C0C-D413-EB72-456696D586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537D3F-637C-148A-D765-1CC0472DCDD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E07E51-C11D-76B6-CC8E-BCE7F97A4A0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17A94A-C86B-97BD-B6C1-2B97A452563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7A700A-1549-2328-1B17-4BDA5A7242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0813F3-E791-EFBC-72B5-CE8FD0000E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521C86-2A64-0612-0378-338A52A2D1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C91127-DD72-B75E-22B1-DC6917FBFEE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9B72D39-6129-A54B-D9B9-E75B34D89F8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E1256A-3E35-3FDD-997C-1B3A06EDFCE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445F8B-EBC4-BA21-8B8C-08639AB41F5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16EC3B-2C34-4F87-6848-EEE67A9645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6C0B84-C266-147A-4AA2-0A98C3DF74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098F0E-D6A5-5132-281C-87A5DA974FE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71A07AB-237A-4D79-A26F-C71D937425B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8716F9-4581-2C1E-87DB-D63A2ADBD44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6E726E-8D66-9F85-AEE9-1A2454966F5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E17335D-E8E4-0595-E3D0-4937F923F70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6C5EE5-6A02-635A-E1D2-1ABBD50C74A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67238E-BBA4-B3ED-12DF-6A377C0F79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948202-7B25-B2F1-08B3-B3071C758AB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37B6E2-C482-6A2F-2A87-D9FE5334572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B95022-B02C-A88F-BC64-55C59301DDD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2EAFA8-D94D-A466-A047-41AC17BADD0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C4D1BC-3206-5C50-9301-A4A61505447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B3DE72-80E9-5FF6-CC73-F155911C558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FA95FB-18EF-C8BC-8049-193E846929C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38AC7-1465-8A1C-4928-B4CD1BE6DC8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563C6C-0F65-F836-07C2-C249338EF69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B5869A-D856-D9C6-BC6E-25D6A72808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50EA6C-D182-436B-1010-936D1C0E42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92DD71-2538-4CF3-2ABD-E0C97B95CC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BF26D8-B2D0-56B0-2181-D3C3C52679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1AE4BF-AC31-C9ED-C184-6F4E858F8EC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78E8D2-C0E5-B9F6-7520-C623C14130C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0BF5C0-90F5-A125-081F-03CE71F2C1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CFCD54-FA01-A4CE-F01A-4605E258A6D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DA56A4-4182-74B9-A5FF-7BD0C72EFDD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8E2DAD-F987-3A0C-BEE3-D664DE1DEFD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9C9F51-DC16-73A7-188F-980CD64BF3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0647B6-5CA6-3A08-3F4C-B8579ABB64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560C9E-D1BB-660A-838F-98DC9C340F7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9B3A10-F856-D60D-2127-5C0BCAB0400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5B997A-9D58-111F-83A2-F05CC371811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44B4D9-580F-FCA5-76F3-3B9CA68118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6E6C15F-EF7B-1D8B-2B34-20545E2FAF0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BD145D1-0E51-E1A9-0E0C-3BE81435166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FBC0E7F-D6A0-43DE-FA53-792B7BCB0A4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DEBE3C0-2D81-81A2-6E70-57C916A5637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37FEFA2-B438-59CA-73CE-522701C044E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CC8569-2BEF-A2CE-242C-A9DCE3415AA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F82B3-4F26-FE1D-2855-5EF117DB534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DBD642-DD4F-526F-D9D3-A039E0204F7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2BD5A1-BA3E-B91E-817E-1FC1BF0DB2B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9AEC02-26A2-2B9B-82B6-35030A94402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13C7EA-24D0-2653-A50E-89A80ADB40C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CFCAAA-AFB6-6310-1F05-78BDBB8E052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32D64D-0D3B-05CA-C0D7-E10F8FAD04B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0B8CD6-0870-EA31-27CA-D611055D82A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D996A0-4AB9-D2EE-DF32-F28E787BBE8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CFD3C3-7510-76DF-61E8-18D0852183A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9A1F7C-5B9C-987C-9805-B3105FCBC2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5F68B78-EE8B-589B-FBB7-3B26F0762A6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25A829-3131-014C-59A5-6AAB262139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5E9CA8-34F1-DEE1-C880-726BA506BC5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501533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4C555-2189-01C5-BAE3-94B2103F6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6B51E4-5984-8B37-72BB-24F007298C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F69A76-CA65-CB14-42C0-393AC3919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29EA20-5659-B73D-EE4D-AB0E3BAC6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47DE4C-FA95-CF01-0C1B-EE635D0C6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E7A73B-1B2D-919F-8615-C53925081B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70E51E-A3B3-A7FA-4816-D9B66FF2C9D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1F66E-6FBE-5E4D-389F-86811EB0F63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8EBEE-B4FB-03C2-E004-7AAE7BF5285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A74770-E3FD-200C-9FC1-5DA586DA356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5EC82-B30D-1FA6-4C83-784354A12B5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75E617-011A-D01F-540C-AF7A974327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89DFA6-D71B-33CA-4C93-130BC5638B8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AEC5A0-16DD-2F05-C03B-414ACE3D7D6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132E9-CEC8-BE04-7545-7DCF65B460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90E11F-1FFC-1535-2870-BFBC84C61E3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9746D4-78C4-B05B-5060-82A42D4AB66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8E2EE5-3CCF-4721-D14C-3A2D3B0BFE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FDB376-BAE6-D4CC-1D9C-30BFDD22311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6A2CFD-14A3-21D6-ADC2-34335AC63AF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F7E9B8-FE10-8043-3D77-1434E3968F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CF4B56-FB36-021B-7C38-2FFEB3725C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DD67B9-6647-C93E-6704-5C7C361386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601665-A089-A2F3-747D-68D7A14CDC7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3CCA9A-9299-082F-5E7B-41DD0FC6BAA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54F078-B7B0-526E-BEFF-AF4E5CA25BC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A3A203-BEB6-0E0F-D27B-F81F93CA97A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60F843-D7BA-618E-899D-EAA9350A08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C1217F-3933-7D4D-9C56-9D10D40D34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DCAB79E-8045-60E7-2ADB-4E6A028A19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F304AD-8592-07A0-795B-D44390BF5A2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DC0ADE-A6D9-CB9F-E8B9-79F67C34690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4B3F267-0D5E-2F21-759B-649C78E42A0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FDF8C05-753A-6E87-E8B9-8FF36A30B8D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DFF06B-6CC0-2914-E90A-520D599FAC8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F3EDFB-7B4C-B719-1BB2-AD62B90CFC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2693EF-2021-3ED5-B72F-D8DCBDD8DCE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55CE6D-65CA-DFC6-19C2-832BF2B897A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BD7C28-00E0-8E7A-65B7-F9490122782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352FBF-E6FC-5995-4135-1683A40BC36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BE17AA-3860-815B-01AD-49563F8D4B1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FD39CA-AE70-8253-1F47-B5909B6567D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15EC10-9950-FDDF-4EA9-7E19E1904F5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CF285EF-52C3-5E2D-1DFF-C2E2C9CDC66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5098A8-3919-A0BE-FACF-6A7331B7DF9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447906-73E0-0AC2-6D4B-15F2D76E49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F7996B-E613-8D95-28CA-A78481AD2BE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3AA7F6-620D-3377-52B5-6C50CE83674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D1394A-8A9C-18D3-25E5-3F42FC15001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AAC970-1993-D65A-4A9F-9D3D4C06C93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9570EA-EA88-C269-A5B8-48AE8DCA72A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98D61D-EF5A-9ADA-F32F-69B0330F14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D11601-A314-308A-043D-4E98E2240A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93E7A-5B24-145B-06A3-4110A068EA6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FD8932-53FA-8499-973D-92154B2AFEB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172A24-B0DD-4134-81FA-2297CF9220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5EE3C-B099-845F-A410-3FF08BE90BF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3FD786-1CC1-4765-1F51-53751188AD2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8558C5-6A65-E349-EB75-681DE3540CC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BFCF8C-EDAE-D32A-068E-37CF3F3542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FCF16A-2B8A-325E-5821-CB865CCE3DC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460BB2E-DC90-99E9-EA66-1D465754EFD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4B27CB-2D57-88FD-ED39-5EEDCDF6EB7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983030E-E9BC-CE52-B799-96823A06D4C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FB035D4-9524-0E1A-C420-3E380E98517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8842DC-F661-217E-5417-BFC22A319E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3FA56B-0D12-B836-1297-9B17E733723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B03684-F9CC-3BA3-A7AC-7FDBC5E4A1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7C66B8-4D61-4F41-3E60-0A73D252962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DFF9CC-FE02-90AA-B910-2BC9A353FB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6C8006-1D75-2873-B5AB-013ACCC9573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190454-5455-9D40-4F18-7EF75380206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AB9112-357E-FA52-FA11-BB3DECCC1C6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BF28CA-5E43-7166-44B6-3E1DCAD68F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CAF2B7-3D11-CDB5-6992-B5B2D2F6C3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11B4D8-0E0F-79CD-72B9-39A8641282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C342F2-FFF3-F843-2956-6D5ED077D6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7B48A5-D67A-5204-380F-9AC2F7F2A86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D805F90-A3CE-832F-A329-21251D3FCB2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1290-2F31-5CA0-B6E6-2D574AF51D8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27C462-1891-CCE6-0BBC-7E083A0E9D1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214585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FD3CC-0AC0-2758-2E3A-97257D893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65E3D-D1E0-E389-625C-C1BB5B8DAA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AEA1B9-7302-DF3E-9EFF-F23EFC56A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B473AD-E890-7AE7-D892-B41C08FA9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5A6866-4CAF-6B62-F20E-87861A8B81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1A9F18-C772-7B70-B61C-2B0CA03DA4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A6981A-B779-4B53-6D86-9872115538A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1D6244-D706-CB12-1E39-F32701ED5A3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16346-3D43-8CC9-F5AC-F957EB6C60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23CE9B-CBE4-9822-6684-B8FA30DEB9D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C98053-0BCF-8903-7F95-1B4755E3D1F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5D7A03-7051-8D4C-2B61-31EA8D06C70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C67B91-9189-A562-9A04-D41DBCBAE5C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B4FBE1-FE15-A325-7E0A-7FECA77B74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F01E91-3184-7F31-E24C-9B17C8BFCB2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B80C12-35EE-3B0F-5D38-A894904EBB9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A783E6-2A20-0E1F-A6D8-EAC1C262F5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9FDA36-0981-02A6-2D44-BF4CF460B17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6AFCB3-205D-1500-8F7F-94D9E129076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349B92-3ED6-16DD-1961-2D617A37D5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4E05C6-F9C7-3201-94D0-ED5B708D04D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B5DB8A-FC9D-F833-6F60-82AFC812DDD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F1A261-14CC-A3B4-E8D4-21A4A49AD48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34B2D3-F647-6A62-EB28-26F701E8B64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7A514F-CEAF-8B12-2D8D-15CA5FEBBCE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07BADE-D39D-9D92-AC03-7A80DE0927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3A7291-B80A-F70B-91ED-6D3913E01F6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88ED688-E499-6160-4DDF-FA230282BE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758F5D-0DA4-FAFF-CBC2-EFB0D9D261D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C41139-EC75-4B5D-B303-5CED9CFAF99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84F78D-F78B-6E6E-50A5-C96D918AF10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1D7FF1-FA03-733D-EF00-062286967CB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2FAC84-DC42-1591-800E-ECA0A9FE41B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804D3B-EB6E-40A2-7F60-92F57D314D8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8F1B28-E2A6-DF52-8B03-3A3C70E3890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29BD66-B738-3310-A6D8-4993F4091D9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7DEF47C-ACC4-769F-F2C3-CD6515C45D6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7ECBDA-D2E0-3FDC-2354-9B1920C4CCF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6EF7A7-A03B-A80A-1213-AFB5EE0893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46AAC7-4B11-3223-B45A-CF084DBE666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4CBE4C-58E9-90D9-7063-4DD0284E65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A74BEA-65DA-17C8-941A-F10AC402C87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DF2925-FF40-4DC2-D6BB-5BFB825802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5FC9C6-6583-4F59-DB1E-81DDF31ABA9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1EDCB0-184D-848D-96D9-7AEF690E81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EB4213-7C19-A2CB-48CB-3FA582D9FF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1620AB-B4F6-C52F-FFCF-7F5359FF074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05FDAC-75C1-6D44-7D47-9CAD97B5335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8ACFC7-6EFC-90D4-9CBF-BE8374CFD46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673037-A381-BA07-DC36-9667443A6C4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F33FBB-1451-15EC-B8AC-EB723A6EB5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C3AAB4-E26A-BA72-EEFE-88B21DD9C04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0AB3AC-55B3-48A8-BB6A-050FDE0D6D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1203D11-4616-9E98-043A-0F11C8650B1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61E4F7-36F8-8447-CC81-9A8EC75200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8616E3-3F87-EB8D-F40A-69BFDCA0ED3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1E05D2-1FC9-9F7D-4F38-EB74F52AC42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F9E752-81E8-7FAE-4DD1-2A18FE4CD63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B7B13D6-023C-E97E-031D-4D33EB7726C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6EE25FD-9CE7-B288-F10A-EE614E4A7D0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742693-BCF4-674F-995C-DBF30DBA3C1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C1D021-D519-18A5-E941-7856ED47DDC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5A0659-42C8-80E9-F7F1-7DD13E33E24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76FDC8-6E85-2F6B-84B0-FB3FF638276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009B9-A4D0-55EF-9CF9-27DDC5114B0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8DEBE7-5AFF-6A41-CFEA-D3917AD5E8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1D9BEA-FE3D-2DF7-5939-9CA0A0C60B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BE5CB-21D8-73C5-7522-DE6F4AB0C6B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BC4212-858B-1216-C77C-37B68FB114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77D4DB-9E0C-070A-AB44-EBC5B1F2F57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D35B5E-7918-301E-B183-E92A5567AC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CE68AD-2980-DA90-3FBE-005069E91D5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3427E3A-0CC6-3FB7-48A5-0380422213C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7605BD8-2348-52E8-D391-96CD58D4D0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ACE46F8-A228-32D3-44BB-57D68BF48A1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DD0A1F-7D9D-EF88-276B-693C070DEC1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8F875D-95C8-6354-592A-4FF9431B40A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B278541-E5DE-1D79-ABE3-90EDF4E58CB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AF3DB19-09CC-6738-DBCF-1AEB7F1D9B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C775C8-5F10-594B-D21E-017BB29BEF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8D2122B-E2F3-5EB5-45F2-9B93AFFDBF7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45700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D06F-6A60-69A3-FA76-9E0555930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BF617A-8FD3-EA7F-10E3-86FDDC8CDF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5159DD-EC54-9F77-B90B-7915FCC9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2C8948-4BFA-04D5-3BA6-A86F69BC3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243CE8-BAD5-28CA-1155-4F2BB70503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7C75FD-E070-8432-F122-8275DD29AD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7EDFEF-2CF7-5021-63D8-D0B38764C67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90CE1-C0A2-A31F-F169-24430421531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70D59F-5482-98DD-1FFB-5F4FFBB73B7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CFF84-A62D-F083-15B3-664449148A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A5A9CD-3F9C-FAD1-F660-89BE6F47B1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80F936-F05B-2F00-E2B2-135B064A08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032B-C58C-A98E-3EB9-2C5E7B1FE0E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E0915-C9E6-AD66-BC29-4C40A0003D3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2D2857-4CC3-2CB4-583E-2CA922907F0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C1849D-DEE7-E374-3C83-5DDBE717EA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00B0BC-C05C-CA58-EDF6-BF23926FAB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B5FA7C-EF4D-408A-DB7B-6207DE44421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D2C320-B5C1-2266-D721-3BCBCF85817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27A161-A41F-F097-AFC4-36EBE94099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023783-5D31-C22B-EF28-CDCA85A4E50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6DB17B-72D3-FFA5-06DB-CE68024ED2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66BA1D-7CBC-1471-0A7B-65B68C430E7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76C496-EB13-78C8-5860-E90E879BF0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41F8BB-57A1-2F09-13B1-E8C98AB92A1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CECB22-965C-AC50-F7B8-C647C44E030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3B7957-6306-FFE6-E3D2-FFC0CEE3B05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1DDE35-2DBF-99C8-504D-3DC0AF8D9A8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F2E249-A122-0E95-A692-15100BCC4A8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E4C888-AA6B-8DF3-BBD8-58B0D80542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1EB3CF-459B-1F9E-EDCB-839071211E6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8A1BFA-B82F-277A-FF97-3C043EA0CBF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24223E-0B1C-3D77-A426-E3E400BA633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9C73F36-01CA-850E-B641-766ACE029A9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10BF8-7EC5-04C1-DEC8-BCA62BE1197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B39980-D3E1-A062-3A85-9AB52E34AD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FD9592-89F4-C86B-7E95-1283F38359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1ECA02-8B90-3A67-B07B-04F298C48E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62F429F-DFBC-0D55-C0F7-741E828DB6C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AFD295-2D77-CCDD-159E-A1E7950D8D8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B7632-4CE3-0CF2-AA75-7F332E8FEF3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DFECC9-AEA7-0F14-8A1B-C877438CA61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161D6C-5195-ED2C-D7ED-35B93BC1391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B5D9DB-49B4-2FDB-5808-8DDBA2E76AD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548FA2-E332-FDC5-FF55-A0B495425FB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2A277CF-A465-9CBB-CABD-42C4ADD216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ED534D-1996-5AE0-86C9-E3721B3455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54C307-D24B-C41C-5D2C-217CEC43565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A7200F-EEFC-132B-A9D8-1AA4D4568F3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F06A76-9C47-B628-9AC7-5DA9DE42D6F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81DD50-0F70-0B87-EF52-E78D936ACAE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6502EB8-B840-32EF-4433-E7969427CE8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EC61B7-1D55-B78D-4620-BF70A452158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6F40884-E6AC-8AC9-1272-9F832FDEF2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5F6181E-D9FA-0342-6567-91382517570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E024367-6E7D-8E36-96E8-85C5798B640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675C60-E317-6522-3447-FB8C3ED2B7C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6D62DD-C6CA-3389-AA94-1B904E35ADB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11136EF-7ADD-B90A-912C-81540E9E48A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41AE76-EEF0-49AB-EEA9-331F0968DD1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4BC4E3-23E4-8962-9CEF-8ABF34F66F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A04412-265B-BB3C-FEC4-71714CE27EE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80232B-9161-612D-4806-14336E18EF1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651B35-28ED-F0EF-73FB-9BB372FD8BD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3F1086-11BA-8494-D9DB-64A4C8DEA5B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F8F54-FCB8-4763-9915-53590ED97A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5C7EC6-10F2-07F6-508C-8FD7BE37BEB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33A0C0-E88D-31DC-B7CD-839E5F4966C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0710C6-6A08-30C8-9B63-622624E301F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D9219F-824A-4E1D-C40F-27D1C7B8D13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7DF20C-BDA7-6778-C6EB-4D76AA33BC6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E5D11E7-24D5-81E7-D42D-4DF9B099685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1B69A1E-2158-C9D2-57D0-F03109D80B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BC4FE8-0041-CE06-47AA-F62F119C6D4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059538-52D9-DCED-328E-CC5891A94F8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12E8D9-2335-E86F-D113-DC86E178534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4CF7AE-4729-B0AB-1414-5D7C9F3FE04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1734B7-BD9B-1AB4-5490-31A79D1998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6F47188-2EA2-BAEA-6935-64CC81EA88E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C316751-9B45-FE26-66A6-809A45F3F0F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B8B72C-6B77-4540-AFE4-46C26FFEBE6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604842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E9EC6-6BF7-89C7-E5B1-B334FB49E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6A0AD9-7537-B791-8151-75C37169B8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04F6F7-694C-75FB-8EE2-C2D3035B9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771841-592A-DA7C-8D63-46F42DAA02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38AD1B-5B6D-7D66-DFE9-1A02C0FAC7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703897-90C0-14B0-9BD7-56631924C9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2CDEAB-BA85-04EF-A1A1-D2FCFD3A63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495009-9E48-7DEF-F001-1ABF083BEAD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2FA6CC-A2AB-A5A6-7D78-38FC9F9BB57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857291-E262-5D4A-8B16-146C94DB2A4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13A5A-9B97-5C77-049D-8C9524C6C12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80D05C-71F4-A767-2833-B096C04271A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6609CA-95BE-E1FB-D023-1F46B8C02F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D5C46F-0AA7-C1A6-E60A-69CED13176F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61652B-B96B-9021-6D38-D07095B9F36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4A7768-AFFC-B224-EC88-678F23D5588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C08D14-8F23-1F9B-DF3F-E34A4088FA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43789E-0659-2931-1623-4020FBF492E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986CA3-EDDB-D033-F112-FDD18410A21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FC2B14-6133-8CD0-3810-26F7F92D1FF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FA0083-36A5-C200-F7F0-454C018535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C029E6-A154-9F9D-AF6B-54D85251A47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85DC1E1-E9DE-B2B9-DA35-BD3CD5792AA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662D0D-4DE7-C4AB-C899-B056C8C471C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4EBE9B-6FAC-9EC3-1903-DF9752AB2D2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F03E8E-85FD-833C-0DAE-54990EEF414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69B893-1864-09D3-6ED5-F2DBDE76C32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2FB12A-AF5D-4217-0B50-669E93B9278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07C1F0-22D5-D1AD-981D-B8A972F21D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B9BCD-86A5-4B63-41AC-83C6C31BFC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DACF8-3BF7-4E6B-BB0F-5333A4E628C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2A29FF-0958-E432-DA4B-6D453F42DA7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E2434F-C4AD-1CCF-979D-430BA5B6353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F2E6F0-76D3-8C3E-7BC3-4E7C6E3A4BB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C9524-A1FA-2E96-E160-070A60E75D4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56CFC4-DFA3-76C4-0783-6F65FA96151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DA253C-374F-6959-BA1D-D1CDC05E6E3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9D0734-7BB4-D088-03BD-C698CCCA9C6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F789A7-BD86-B85E-6B8A-A2070495BC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80F042-35BB-4111-B797-0F724FFBD4D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C413C4-7AC6-AE1F-2D7C-F8222F41603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9214C9-ACEC-B400-C54E-2DB12203A14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69A529-9391-7E47-A041-C48E14803CA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3801EE-92E8-ABDB-2D2C-EFD1BD9E56A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F57780-F683-3481-2FAD-266DD1CB970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A453B3-9270-FDA6-8F0D-BBF95255012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590D43-F3AA-3BAA-827F-8437C375421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E4E179-1835-AF05-9EE4-B18332B353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B5C3F4-ED8E-0EF4-B534-5546CCA387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119686-C4DB-A99E-C68A-868AE69280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A4501B-5E8F-D60B-B063-F9D7B2EBCDD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E393458-C7FF-59A8-C35B-4CFA8DF0EFA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D7BDEC-5BC8-CDE6-D14D-169FACFF7F6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B49B22-037C-AD3D-75D6-525C292F780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CB9C84E-E147-6639-8965-0B2CC7E843A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517F7E-DBFF-AEF3-683A-EF542E3F02D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4F8BB9-D5DE-AF72-4F76-A2DAB10099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FFD69D0-1ADE-EC7B-ADDC-1408FB1B27E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CF4354-48A8-DCDD-D139-BD4F21DC261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C295C8-AC44-A0DB-BDF0-ABD5A26800F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F22EB9-BAB5-429D-3DD0-1B34B1095CB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D46825-453E-9396-9464-BE6EE2B5345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0BA60E-F2DD-5EBB-C2D1-05F32A50088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06113B-9F04-FAEA-214D-98D447F39B9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873385-8C1B-4459-BCB7-76788E32E67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74AA2D-1F05-CF08-1B3A-E9B3698ACA1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F602F28-592E-862F-0A63-09724C19D28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CEBD6E-642F-248A-6D84-FA1056EB049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1DBFB1-7480-DBE3-792C-B663F363A0F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86E930-5917-B0CE-1C10-79F279972DB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58DBAC4-4C9D-11D5-6B05-4047757563F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3F646CF-0C06-2963-F41F-923F6E6366E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2143D9-B482-14CA-3F75-AB7427917EF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B4CBD7-07C1-BBC1-1BA0-A87DD5CFF7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89CBEE-8AF9-242B-4528-F506CB193DE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0AA4880-DCEE-A851-4E45-5BB1FA7064D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4A807D-FED2-C0EE-3B12-53034F12A10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8FCFE-849A-0770-DD9F-B226A903C2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01CC90-97A6-633B-2845-87F0FE9604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EE753D-E864-8EA3-6497-E95F919F20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FB977E-AD5F-677A-07CB-D93011E0C32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604702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81284-BA01-A913-670A-9564193B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E5D6E4-A3D7-7A1E-6E09-F23245263F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13D20A-DD2F-E6A8-0396-F953B0484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F54AD7-27C2-0F39-2970-763B9211C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80CD63-7D94-09A8-C53B-1BAB6446CF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B3D0B0-864A-3E4A-3FF5-209D077BF8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05AB8C-6DC7-5B8D-1E49-8E6E0186867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5E5C81-5587-2611-E5F4-6CF0B51080B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B8B643-D24C-8B66-8EDE-72A2B13BF98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859A5D-4FC6-0FA7-6B42-8966CAA375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1CE849-DF6D-B8A7-6D5E-714BEB6D00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98227A-09DA-573F-56AE-0F8154095A2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A48D8C-AEF9-F387-516B-B259C690CB1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488512-EF33-6598-B983-9D15E46990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554A6F-A28A-7372-C744-DBBA91D119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0563D4-A0C5-7B3B-67CA-9E1C22E8B32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AC5D0A-939B-AFFB-9781-EC873AAF5AB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2D24A6-11C6-B9FC-74CB-5FEE04F018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8F74F8-ACCB-8139-D948-50851722D3D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09D85D-2030-C4B0-C8E7-342DDC66140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F05CB4-42F4-5132-5A8D-32B056307C8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91997E-CC5C-B312-FCE1-0E71AFAC9B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26DF1B-0ED1-2035-1519-5B01AB83A70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474ADA-6228-52F6-C84F-F4260314A8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03A42F-711F-03DF-C005-9EB9B57021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B200932-B1AB-5D9F-7431-203A53D0D04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DEADE9-7D7E-F1F4-4876-11E33E3ED3D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A772B0-C52F-425A-1C75-5484D44011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1D630B-77BD-9073-3DE5-9D3EA27F341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9A273B-97E9-2E71-C74B-4886A03AB31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5D9348-1A80-4D06-530E-BD40014F93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436670-21BD-E2D6-A06B-7473B2D779A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D00FFF-824E-70FD-EA08-F95F3D4BA51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6E208-8710-EB53-21EC-301FC8B193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B28E4A-9E6F-E774-7392-2A944349551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E05276-D3F5-92CE-0EF6-64E293F4B4F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5D5A87-DFEC-F7DE-292B-A3C5DEFD65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8CECFB-7276-96D5-9E43-0AD3A96621A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B994A0-4E4F-2465-36C6-9BE36155269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555B72-865F-B29D-21AB-7C36C507B84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0B4C63-4DD8-B488-09B9-4C9691F0B10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16A67F-BB37-104F-15D6-A12C40F916E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8B858-BCAC-4054-2A85-A98A38A0256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8B1330-799B-0564-6F81-AB87AD38E2B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B3466F-9131-6D0C-720D-3068BDB48F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9D6B4A-6B8E-B018-95F9-8C19B97A45B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CCADAD-CAE3-AB5E-505B-F15AB20B25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869E4D9-9829-41DC-6A81-19465D3517B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D82203-0728-59A0-3E74-BF7E28B0F5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8C55E6-0FBA-180C-7FB1-4E567129668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39223B-A1BA-D2B0-923E-F069E6D4C58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2178730-320C-CDD2-9FD4-E4D57F44C72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4109A11-A4D2-48FD-EA88-B50B504171C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42C015-6982-B514-3117-F11E47A3937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6114BD-C974-34BB-DF0E-13FCFFDA649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E2C027B-5006-05B1-3CF6-AA9C91D9C7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0F2AC9-48E2-ED48-AF74-4790470130A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7ADC80-8881-B03D-2ED3-D0C21A966D4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80D34D-B488-8DC8-EB65-48B8EBF1A2D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38249D-17F4-DE72-50C9-44D7742463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93A025-C336-49B3-EDE2-5E425842373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0DC3D5-BE57-1AEB-21BB-91DF96F93D4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2A7498-7F62-5A67-FAFD-C950700D0B0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0C7A74-D73B-AA62-5AD6-5C3DF5038E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6C3CAD-09C7-3580-E561-0898C63C30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5E169E-C536-0779-83B4-07328517D94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D08822-447A-35F9-BC35-960E68EBCEF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1957B1E-2915-E2BE-844C-BAC7730EA70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DDD33F-51EC-D8C8-313A-BCF2B6B8F8A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C35DBE-C90B-BB69-52A2-865A6CF1568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F8C04C-E2B5-0E78-AE05-62C425A7E4A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0209AA4-FE94-4B9E-EEBB-58CA3CF7527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0905F-202A-3E43-35D4-A9B1D65C0C8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232332-99F0-9FBE-CB7E-719EA218A8D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8B9872-0118-9DF1-E5E3-CAA97E5606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DFCD7A-1F3C-2DB4-3389-F5C5231EBBB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F9E8332-C066-8ED8-8AD8-5D262F022FC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88562D-6161-7F98-4343-709F73CAE57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E8371D-F9C9-5BEB-B46D-809A2C63EE1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F7613B-F7B2-B6B7-894D-4A6421D18A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9FDEF2-C7ED-D5BA-1C5B-38EF2E930D8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825630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C2F68-1CA4-8B43-7A58-C9027E571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4ECF7E-143B-26F9-8E4E-32172A5AB2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1EF9884-5053-1E49-7835-8D44307DE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0009F5-83FE-985B-A5C6-5EE2EAE617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9700CE-EA2E-262D-D7DD-112365F548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7CB7900-BFB8-C21D-BE23-3A01F65CE0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256CE6-4B34-0F06-D707-EE4C22DDBD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7D5ADE-9D21-C22A-DC53-620B1DF7079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E1F5A3-6869-FD71-36E7-285D2628F08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95442-73DF-0974-6736-A88E5EDE062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CACC91-218E-B5F7-FF14-F2EBB1E2F4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CF3EC-A2D8-4F48-7C5F-BD5067CAC6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7E7F2-AE8A-9338-FD2B-593CAD67C4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C73C76-EC03-1E90-A14E-5D644C5996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752B9B-97A9-6B24-6BC2-830D0CE305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515314-4AD7-758B-4C5B-2B6C2B4A4D8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40AA7A-203C-C28B-30A8-193A9FF6FF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D05DC-9AD4-3700-C6C8-B052B74DA1D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ADD2D0-C154-1E52-104C-22CAB0C8738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CF9914-2C50-AEF2-7C7E-5EC59CB13E0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3AF69D1-75C2-00D8-41CB-63B0195DF8A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FE6534-47B3-4B82-4CB8-956EA37795F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F80FFC2-2F13-0D44-F1BF-32071E4F8C3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58E3ED-03FD-7722-0C89-3306E858AF4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D8EACB-0FFC-204B-CA96-9F2C6C560CA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AF7AC3-0259-0DC2-7C8A-7780EA1DEA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BA54-870C-39B8-CC70-2905A2D71BF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F728B0-26C7-007F-C883-ACD9856A90C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271D89-A16E-BE59-0531-4737936BF86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6B5426-8BEE-272F-5B97-560FD17AEF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A14FB5-1315-DB4F-4362-DD868BCC9F2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DD97D1-F495-E713-5E0A-82AAC9EE71B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E4F4B4-7A81-C29D-2629-1D49B0270E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FA0CFB-8A37-6A7B-A881-C19D7A0A839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34333B-4BE8-656B-ECBB-8FB8FB76AF9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933C96-5B2D-7ADF-39C9-7458DF49EFB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9A31D3-72EC-11BF-CCFF-9AEA81626AF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08CD43-2CCC-A284-3D43-5ED8EBAD54A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AEFBEB-D733-E96A-DF14-82138A7D855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B97631-F676-9AB3-9F2C-9FFCAD3415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2C2DA6-E00F-EB10-ABF8-B1EAABB2BC9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624F03-7AC6-11AB-806E-0C36DE88715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F43A51-811D-D7AD-F33F-3A1E551529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3B8D7A-EBD5-4E5D-FCF1-E933B5C0D4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2D319B-07EE-7CD0-9B41-F5501A76D11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9816BC-94C1-7431-0D82-789A7AA38FB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C4BC84-8C80-5836-E470-22C68377D15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A8148BC-4CD1-764F-7A33-2DB1C8741EC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9AC222-BB40-C771-855D-251C0511ECA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DCF413-79D7-FDE5-74B4-EAA5FBF0EC1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C591E9-82C6-A5DC-7094-217C7A024FF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2421DB6-DC40-F15C-7960-FDB7890B1C5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9419B1-AACC-BDCA-A824-8E6ABE63DDF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172A64-06A1-3640-ECD9-D20EBC50402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454612-D041-A2D8-54A4-1101A6CA5F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6864A89-CFDE-9026-C841-BD357861059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F4FC11-FDC5-E518-4BA7-B7BC040906E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48DDCD-5A23-0130-0E27-54132448EC2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FEFD2F-082B-8A1E-DF99-20085C8449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4826E7-C7F3-0DDD-D10E-CC4476532B0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53A40D-66BD-7111-50A2-9D924FD7557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2C99ED-00D9-A5AC-49AC-282465A85E5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2FE48F-56C6-7A3D-3C2C-6F94DE3598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81BC25-6A71-6F26-1EF2-4706F443EF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B3C03C-9340-843F-003B-2868648C1B8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70AE42-505A-E038-3D9A-8EFA9EFFB93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351CD1-43DD-3267-AA87-8BA6ACE2E0F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84F6D0-5E11-EDF4-1948-6A6EB10487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7AA182-6412-3393-30BE-6A9D2AE0239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EEFEEE-5E49-13DD-3F97-2D644C4B6B6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5B87B33-C212-15E1-8227-8AA9E794095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06AF083-A6D6-9D11-ABEA-F4E7CB61E2C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A59539-F918-13BC-2239-4F946E4FDC4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10380C-DBEC-5C0D-BB17-67D03534EB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B08037-9B3B-9822-7B9A-FD41F837AFD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064366-78E5-90FE-1143-7F86885F98F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C42327-3A31-F0D4-88E8-60D334EE56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9A1668-D395-32F1-80EB-FF530A195B9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B1FB15-A6D1-7DD9-E777-902545067A0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AF0444-684B-CD6E-2909-35472DE63C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EC1BD9-7C62-8B17-B1B8-FA7CDBD468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73B399-6E65-1DFC-E16E-B01338EAA3D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B00260-3100-E4E4-DB18-D64F4212B4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2FB1A0-B775-E311-6B9F-E17330B3E9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E484C51-4923-F2AE-9CAD-4E5D1EFFEF9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DD0BC5-40C5-8E6B-2BE2-B5C7F097D26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114312F-53CE-57D4-729B-FD6F8629296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221542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2C82C-E9A7-6BA5-7FF6-2DBEB5F1A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B2CABA-EFB7-FA4B-EE17-438A13B3CB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[14 in 3, no 3, 4, 9] could be 158, 167, or 257. However, 158 is precluded (only one cell with 5 or 8), and 167 is precluded (nothing to place in 58 cell).  So, it’s 257,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526DAF-1CF2-454F-4D49-4E991417F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CFE0E4-186B-E167-AEC3-731815D04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5F1D1E-D034-DCD7-5EB2-EBFACBC2F5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9DA153-3E83-E106-372A-C731F4F4DE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2CA099-46FC-28F2-C42A-EAA1E55506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6405AF-F65F-57E4-6B63-1A00CD81570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E178A7-5E4D-2A06-F453-64E967C87B6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A0AF56-0903-B14A-5BB3-A41D4DCB073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50A84D-CA06-457F-1BE9-EBE4C0848D4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EC80F-92A0-0648-39CB-897F381CD2D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B18418-0F87-E6B9-5468-C8F679DA865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E51B0C-323E-5551-6F63-90175E4E208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4CD6ED-9580-D2C8-42F0-BDFE1D7AF7D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9F8DDA-9FB9-5A02-277D-347B2A2A52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EF6F23-316F-D1E3-E0C3-DDF3EBD691F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E08D02-3086-610F-8474-B32FAEB6CA3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CE21DC-05E9-638E-A8CF-C4585A58FC4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744380-B02C-CF85-9008-7906A9BDF61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D48B57-667C-D210-90B7-85BA91F422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493C60-676A-CDBE-006E-B45097CD20B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22DF87-6AC0-E4C4-FC84-E0E87353307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AB81B6-583A-2681-68E6-F6DA08E74EA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88CDE3-C0C3-23DA-14EB-9C9C94C0C60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771209-9711-FB29-3669-30938BAA382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5B8B13-1E26-E7FA-4CCC-171583586F7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216FBA-5485-F4E9-1C7E-3FC79CA83C9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3DFA6A-EEF2-E58A-16A0-FB31561BE50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3FFB39E-48B9-4669-60E0-74BCEAEED71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B0D9CB-2439-1B13-3F89-E10D01B570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D50EAF-470C-1005-2ACF-B7F111C7A4D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69CF1DB-2A56-51DE-0D08-EE094C02EEC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32A878-9917-03F6-030E-064D78D0808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C25C5D-038A-9801-DBE5-8520DFB735C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D21B2E-8D80-AC99-9FDC-A8906A605F6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0DA576-E57B-157E-D838-2041B47A027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94C312-EF9E-2A4D-BAD4-D93600F45BF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2145FD-2A31-076F-916F-E352B5FD30D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925EAD-0F67-031B-EE27-C59932C4F75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252294-4C3F-66F2-C1CB-EC479D362A8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4658D3-F34E-1571-A44F-336DEFFCCBF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21023D-01CE-83E3-7476-33B886CD54C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69F9DB-F36F-7371-0A51-83804E45C36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A7D3C5-AEB1-2664-8902-14AD690216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C2A721-0B41-121A-0534-655DF414D6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F780F2-D977-EF79-139C-C1F69EE348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23E011-585A-1A9A-9696-B3DFE8CF946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EDF362-0481-508C-ECBD-BDCEFC5E949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61B4DC-BA1B-31FF-E0FC-FE5FA69BAB2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7727F0C-BD57-FB91-962B-D4C4864B96C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63A235-BFDD-8D6A-BE0B-8DC3C645B7D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F639C7-F2DF-B96C-79DC-5964500702A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6B042FE-0663-7C0A-2F00-6F5D2E559A2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7C3BC9-989E-AAB1-DB0E-6AD3F38F898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AFEDDF-49FB-7227-8848-64A700512CD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94B11E-4698-A521-48FF-B38094F1804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C1E418-A7AF-56AF-199C-02DD8CA7D04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E38CF4-AC27-888B-E9B5-98D4E007B68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34F422-9B07-4291-6BD1-0130AB1D0D5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FDFC93-4A5E-0B0F-2BE3-703D8775B74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A0F12E-8B71-2F27-051E-40A8262B261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4DCFE1-9106-F804-1C16-6D1E5EBB87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971B8D-DF58-5677-5F5A-9691AB614B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17B04E-7457-9330-0E1A-E06FEE34C1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1207CD-212F-0A32-A71D-BE1F062FEE5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A43962F-20C0-9119-62D5-1DE665336E3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C66305-855A-B290-98AA-C3B6E533F34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F183E4-C12E-FD0F-2847-5A5C161F86B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59E160-FF36-B68B-24CF-DB1953043F7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2BC9A64-DADA-DBC5-01F4-23664EB133E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0C08E38-3F1E-06D0-BB12-66B8AA018E9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20180D-375B-E534-5647-05F61703D22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8ADB20-F9BE-5DA6-2690-48E396AFB5D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8BA020-4AFA-01A9-C60C-E269A38B733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62628D-EF00-74DE-DFCD-623DB4462B7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70DD2D-BF4B-31CF-13DC-B844455AC31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5BD0D4-4133-4A17-2DAD-5F2844F1CF5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EA3C34-5F52-E84B-ACD6-BFE126F056D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BBD19E-E50B-39C9-9363-173E13D5AF1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3C4945-0279-D8B9-99C4-1038901AB5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9884397-C0CD-E05A-CDD7-672D1F82EB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E7AAEAE-B0BD-026B-6820-F6EF159B74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8715AE-1B10-CAEC-5376-10CBF99BC2D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7E611A2-8ADA-F642-7ACD-8BEE37AC072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AF15EF-8C88-C5AB-DCA8-FAD5210CB6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88E2BBD-C747-06E4-E47C-03CF4B0882A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1316904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F5F85-030B-ED9F-AE0D-1F1D5C0D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185ECC-98AD-C128-A889-FEB9F8856E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3C1BBE-FFC9-857E-7E27-D19D84983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72B5ED9-A869-85B4-DD70-1D3C36EC8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54A855-A81A-DA12-09C6-73BA0EC5C4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47A64C-A7C1-2224-812E-44C15E34DF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8EC49D-D10D-817A-C9CF-6B1E864AA9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F98B2-76BA-F54F-A23B-19F93C54DC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ECFA71-12A7-375F-782B-2A089422B35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7F3752-350A-19D1-0D20-91AA85466F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E6B87C-0F1F-18B1-95A4-92725013DAB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00FD55-8951-180D-BEF4-B88D126B89B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E8C994-FE01-E3CC-63BC-F903077979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D9077C-8797-EF18-6B52-53FED47D4B7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05CB74-D668-FDBA-B283-02D1337522D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AAAFD5-DCD9-11C4-A784-C7B3B115E7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74BF573-DED4-F5B9-3203-49A6FB2FF8D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35A67A6-11A2-B113-6693-34BB6F7B59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6E5BB6A-B159-7D01-FC60-12FEE762F7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18EB938-496E-3115-CE23-B42C0AF7C19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0235B7-E089-AC06-1354-6B539E388DE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98BB97-27A4-F3CF-3FE2-EB72A9E0F30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E51DE9-0BBA-1280-0F54-AF578C54883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6C611F-274E-83AD-48DC-8464F685315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E49568-9F04-18E0-24E4-68AA769D03A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34C36A-8086-3FE7-CF6E-0503435B4F5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73AFA8-400C-B49A-AB1A-2357FB03F5F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2E8EF6-50D9-9C60-67E5-D85039FDD3A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E618B21-3908-BE3A-7CCE-5590F2E303A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D4536-89DB-EE70-1C5B-A4FEFF782D4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D5C91-F8E8-B3DC-FCF3-CC355242238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85109C-22C9-EB19-82A7-8B871318D8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DEBD6D-88EC-E77D-4F40-894937A7F2F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408120-FC1B-C647-E93B-8FBDB3D15D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049F40-99B4-553F-E42C-F6669DFD22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04A012-2EA1-170B-A2A2-F86E666972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7EC698-EB23-0A38-7CE4-315453E9CA7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F14A2B-CFC7-2215-E1B6-5CC3F2A857A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8FABD7-B711-B8A4-63E5-B3F35CD929D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B6E65F-AA16-C893-7FB2-3828776866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73D961-A470-A396-B547-CE403A593F9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E901FE-FBC2-7067-520D-9430EB3BD4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9AFC9-55E3-8073-ED8E-2A0F7A3265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73120A-79C4-4E4F-AFBF-F842146E5A1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BEAB23-3739-A03D-B310-8A598C3200E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3A6380-49F5-5D36-CA15-783DBB4A54D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AE1E21-87FA-3A4D-3902-C9DEC850AD4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65D9E6-A245-7A4D-E336-2FC1E2A9781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80A2BF-170B-ED63-7381-565A73F25BF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83EB2A8-C044-C2D2-F684-2A3194DFE20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42217A-9031-E066-F727-76D511FD12F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A73C1C-F69D-26A5-D8A6-74C9616474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8007450-8184-174E-9FB2-6801227D9FB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7E9B6B-88F9-F283-FA29-70FC47DEB66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8484FB-FC7A-A1B8-52C3-25992AF092D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1EA931-DFEE-BDE4-3CA1-0AA6FA2E3C7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0E75B9-8056-8505-E030-83DE764CB4D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D03AC1-C47E-11D0-DD14-89282664A9D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577BF76-D3A7-6451-EB49-C7819C90F05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F27DFD-6E4F-C55F-6215-B2693F2316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C57CB7-7217-3459-93D2-CD2029B905C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E2ACC1-F24C-4B43-9DC7-53D495CFF3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A3AFC87-4254-2324-0377-996379FB810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697E82-92A7-FA1E-ADCD-589130F92AD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59321E-4BE6-5246-CAE8-FAB9E765C71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2578007-F709-F58F-181B-781D68846F8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6A6DA6-7C14-2776-4517-8CDCC052196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B7D144-9133-4AF0-E90D-255F8E8457C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C5EA95-B4DB-1F2D-E843-2B9A7F74220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71550D-DD64-15A4-B746-BD398E3B815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B5E7065-E429-A897-B531-4026150085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1E9F93-0706-247A-20B8-8D7A5B5AFC3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471385-6796-1C14-2F25-17296C2404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A8814A1-AB20-FA25-6C36-CDF6E84300E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6EEC44-79A6-8894-A7EA-91E7943AB25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B86022A-4133-6FF7-DE4F-569BEF91848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BC2425-2720-53A4-8574-56666CC0DC6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87414B-6EC6-04D2-2BA5-324313819C0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E16D15-C67C-8CAB-D348-64B5B6AB43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2A64B85-503C-6C2C-C2B3-B0DFCFA416D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7E583B8-E7BE-6A21-C380-F5A3EAF957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D734B59-A0D1-5882-5456-EE601BB86B8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46DAE0-F0B0-F1B9-A515-9C201F38AA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7468C55-9985-25FD-38A8-E267556399C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C4C3F8E-6A94-4F9F-B89B-ECD9816ADDE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BD3B109-5D80-DF1F-98D7-8FDD66CDC7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A32B30E-1E9C-4D86-060E-419C64DFE6A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756188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37FE-3AF4-6044-573C-DA62EF0C0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EB6FD2-E0EF-DC19-C4AA-678D10A50D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44AE78-5710-0418-6ACC-F82D959AA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083980-44DE-EA04-8061-A07BD1ED4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CEB92A-A37E-9D2B-18B1-BDDE432E2E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B4AD5B-C49E-C2E9-0D5A-0CCB83EE79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16B3F3-BE36-A78C-E590-2407D036E8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469297-4137-C27B-9162-1B10F899BB8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11C175-2BCF-4A9A-BA89-7CB34AF3567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885C1-EDE0-4063-D73F-9BAEF65D17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FDB6FD-965C-8AA4-C50A-1D4FCDAABF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E324DD-2AF2-AB53-C967-324FE04E01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4569A3-9343-15C3-C387-0CD4EFDACC4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92AFFE-BCA9-8F03-4437-A1AA8D8B8D3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8B7803-A828-04F0-42B2-B660448C9C2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FB5B8A1-A481-E13B-081A-F68156AD6E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D1E2E93-5DBE-192F-37A1-5E7E768EC0C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C7AAA1-7740-67B6-1B7F-CB9A2CC3E1F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D994615-C3F9-11F6-0240-4D9568BD54B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CC66F7-2778-5DA3-7DA2-336D8957657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6D9B1D-86FD-E0CC-ED20-948844C3993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B6984F-D727-37BE-1AE5-2BE5F3709E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AE7561-C612-C2DD-DC77-7CDBC807178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0729D7-846C-8CC2-9E00-9B8FB826639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E9BF94-05CE-8F37-E750-719BF733F79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AEBDBE0-AE0E-E3C4-D587-325430D7ABF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A6FA68-8254-DD50-2632-9AC55A49E4C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708DA9-8DBB-8253-6BF7-03C2D1066B3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054EAC-541D-078F-377C-44C0133D01A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96A331-7BA3-8EED-E5A1-4A7490DD6E9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6ED029-9D4A-7D68-90D1-4C1DC48FCFA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9A0607-0A2C-763F-0416-9ADE93DDB3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568898-FFCC-6176-1687-9230B49E52A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2C7E5A-4617-C683-DBA1-AA435CF6920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BF6D5-1880-898B-1D40-939AF452168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66C3BB-5616-3103-337A-A92731CFEEA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B445CD-B298-2DE7-A57A-384AADE05E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F61D61-6AA0-9CE1-0CC9-AA0064026EE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5A8F0D-C809-147C-8C65-0C645FF1E04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D45056-7F68-6127-E307-29D75E60C11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4338A9-0EC9-1A32-7D4F-1C7F928C7DA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B6D05B-98F6-F356-E5D6-DD2B34316CA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397DC7-DEE2-E76D-0A5D-BFBEF5C2C2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54F9A-0FEF-F76F-8DA8-3AD4FD3E1F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80ABD1-3AB1-0554-11D2-3151413C12D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7778C4-1581-6BB7-660C-93B27E860D5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FE5840-F600-E07B-F707-02A0D0F7BC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15E890D-B12F-979D-443C-099D2F3653D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358B5E-C2F2-3839-4D83-2900600D41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D10AE7B-2FC4-B5C5-D9CB-14A82AC7903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2F7068-65D6-E26D-2043-DF8B39E0F23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C3E01F-E645-1CA7-3FFC-8EE52F27458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33668C-B155-E476-6158-FA1A4C2C3A4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F1CF9C-C925-765C-CF6E-8E908132F0D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7F353-9246-D5B4-8B21-3B725907A6A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27F7FC-A23F-C460-552E-BAEAC2C373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3EEA9CB-EF25-40CB-ACB5-D1416A49CE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64C84FF-3026-7345-A0A3-D029DD10CA5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8EC90C-E6E4-EB91-A62A-CD56E3D1F8F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EE2012-C5B1-4CC0-2FC7-01FEDB87B9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DE6EB06-3055-9165-A23F-F66A9216D6B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868AF76-06BD-27F0-C112-A07E5E44D89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E5C05E-3C9E-A603-2955-DF51A88533D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C36FD2-33DC-C0C7-48DE-620205840A3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672FC-31F4-1D5D-CEB4-FA02487E404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C4DD72B-F1F5-820B-442F-4061743831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399EAD-F7E9-A6AE-16BD-06A50184B77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1F890F-9E9C-2FDD-EF48-37621B263E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BABA38-856D-D183-C992-E6DDF0DCFD6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E802666-381D-4F3F-B523-278EFC39A88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AAD038E-6570-DA4D-719C-C2A0D82B82E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D3EDC6-97D6-20BA-6A1C-49038344ED2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A72953-5AB9-C633-1CE8-94C0CA87EC3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23DFC1-0CB7-7D2A-190C-EAA4E95C0B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4DF0DD1-5BEF-153E-8942-7533A1422B0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830F44-9F45-5105-FF64-2F1C57B4C84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3222A8-708D-333E-4EDF-46B272A1E12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B1D4FE-2607-13F1-2739-2979F89134A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348FD1-476D-C64B-B6C6-E23F586B32A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3DD01-8B94-9C18-98B7-D59849FB289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E490D52-D299-6D44-8752-2E469051038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784C05D-5364-8E5E-66C6-1CEE439045E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A938BD9-4EAE-B3F9-8031-A6DA48B4A50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D0C53D3-308F-551D-3AD9-85587865B90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BD285E2-16B5-DEDA-5FED-686E1A23B76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BD71EB5-9F8C-04D7-7CC8-727F2F40BDD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56A14CB-D347-948C-83D2-C2E30E5608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181487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D27A1-8B9F-3C71-8039-68314333A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04A073-065E-C61C-2B11-6AB527DCC4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7E9456-2319-370C-CD2A-E2A745A17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B57C21-563B-833B-DC83-29E4C7611D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9C298F-FB04-C137-0C35-164EDB8EA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2A9933-F851-5DEA-EFA8-024DB04D2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1A24BD-DCB5-F7E0-6647-BDBADE44FF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8B47A1-D496-B1FC-B581-64FFF485A2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CEC481-D7CE-EC8B-2F3C-10760449A4F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C3F9CB-027E-BC5B-B882-20D877B62D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E962EE-A515-866E-BAF7-1ECEEE78F3F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24D829-E6FA-C63F-BCB3-27A8D3D9F0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734473-EF61-AF10-1B38-7982735A42D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B7127C-8970-9EDA-C3B3-07E7253D22F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2DD13A-D571-51C5-A33E-A309DC36B2F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A70364-1EEA-DC2F-9FF7-8E951EF2124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AFFA32-773E-341A-B28F-C24D09EB545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8947F2-0440-C72B-8069-C2441090D13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FA1B14-6722-36D5-B275-63946BF4329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A75639-6BA3-93DE-A5A9-2EBC71AC3B7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32DB0F-17BB-A41C-71B6-BE6BF8B88B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D5CAB3F-C26D-5EC5-C376-850B03CFF17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B35934-FE85-87BB-C6BE-94B002FD3D9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448B9-9DD1-6008-5ADA-8D317FBF90B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E5EF14-B11A-1817-081A-58FBDE6D74A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4A1742-0C2F-C106-5883-5BF48172A72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F4E778-A30A-858B-D0A2-2F7610C2401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D5ED07-4BD1-5761-B277-925AD7A7F7F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FBF02F-85BA-74C3-0272-4FFDB43BC95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312D03-619A-D021-D9D8-93B47AB5AC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E7957A-8017-42D2-8A5F-16638C08FD6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84E3E0-F057-347A-590D-CBF8A8F267E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13EEBE-34D8-AB57-A900-11BFC44269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8281FB-2B9F-FD39-F345-59E51988E06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C5FD07-1DAE-0559-22F5-61B9B8BD8B1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D7C436-8A05-966A-874B-AE7A8CABEEE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CF0FA5-D981-EFB9-4008-657296CA6B3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FA65BB-0E78-A78D-A5E7-D27E279C394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0437CD-2B85-1F65-7C14-3CE259AD6D4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D771FF0-0B67-E4D6-5FE0-667A376133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23DD86-6A8D-93B1-1A05-51FC2246F41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841B25-897E-D018-4D0F-F77C3F08F7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184FF9C-6306-7508-E751-350EC3111D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8CEB31-613C-73AE-3647-6F6F9ABA4A5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C9509ED-B868-441C-9DC7-E701EF28413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DAF331-EBE5-6F3A-89A9-E41520D16EC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8F1A5CF-B551-81BD-AE8E-C5F17B2BCC7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1DD4E0-C0DD-C98F-78BF-A0B576349D5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A9AE42-426D-51C5-468A-E311603D292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08E6EC-601D-E7CC-8EA0-2580C4EA69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2E9C47-2B05-B577-E0DD-3BBEE4EBC81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443373-C62F-3CCE-D81B-9E57BB1028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780027D-052B-FA5C-5B84-97A5422CA42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B18039-EE5B-E591-3565-DF3690CB11B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7B84CF-7C82-4AD1-491F-F13F48D1A2B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38E3E1-5C64-0B05-45D8-F9AA75CC728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13DFDF-0D48-5BF9-E415-4CF0A1B5D69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561C57-BD42-D861-DFBD-28F4AA286BC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C8F418-AD65-C7A7-FC14-E6C2FAE99ED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D905D0-ADE7-F9D0-AA3D-A19F8D023D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97D6405-28D3-18A7-CA9D-D0B21558667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AFC1ED-D777-4383-B650-A27377441DF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9DDC72B-4E21-C0C6-A6C2-E41728EB93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CB46E6A-306C-D5DF-EBBF-E7045BAC0E6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E63E195-0C28-FF18-8EA5-254F17DC86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70C897-8754-589E-AAC4-CE4CF8C0A71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D6F4C-555D-98B8-D2AB-F9AE3D6C619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155B81-CB97-CBFC-EBD0-C3E6EE4FFC6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FBAF94E-3ED2-0E0B-19F8-351B45D6748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55FDED-71BB-1EC2-8EA4-D192EB63EF7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60F9EB-296F-C8C4-8E78-D5F6269F019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2F566-BC2B-FCBE-0D0C-FC8DCF02A7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5FA648-2144-5E12-558D-E1F1BB5400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079A071-90F2-5B72-BDDD-EBB14BEAB2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B811AAC-2C0A-63A4-80F3-8968C759A44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218178B-54FA-BD39-7FB1-5C940AB956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5119169-EDF9-7E9E-1E7C-6EFE5C4A805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23229-D8E3-4A41-BD71-B64BE0CB0D0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692598-07E3-44FE-D9D8-47AB9BAD120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4A5B50-7311-C2A6-8EF5-0393871BD4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48C9A3-BF44-BB26-4B20-A0C6933A7FD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17BB97-D981-5F3E-F8D0-69E4D2A3FCE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7C36D23-79A4-D981-0DFC-E9E4E0EBD19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EEE1E9-925E-A0D3-6669-923B4DE6050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716D826-326E-80C0-1678-143BB58DD8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AF9B17D-AB3C-F89A-6E6F-A658C624C1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69D4B8F-FF33-82A8-12CD-F1DCC73C2CE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05288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10577</TotalTime>
  <Words>4727</Words>
  <Application>Microsoft Macintosh PowerPoint</Application>
  <PresentationFormat>Widescreen</PresentationFormat>
  <Paragraphs>3956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409</cp:revision>
  <cp:lastPrinted>2026-08-07T12:39:40Z</cp:lastPrinted>
  <dcterms:created xsi:type="dcterms:W3CDTF">2024-03-19T02:13:08Z</dcterms:created>
  <dcterms:modified xsi:type="dcterms:W3CDTF">2026-08-07T23:22:15Z</dcterms:modified>
</cp:coreProperties>
</file>