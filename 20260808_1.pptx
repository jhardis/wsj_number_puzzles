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457" r:id="rId2"/>
    <p:sldId id="531" r:id="rId3"/>
    <p:sldId id="532" r:id="rId4"/>
    <p:sldId id="533" r:id="rId5"/>
    <p:sldId id="535" r:id="rId6"/>
    <p:sldId id="539" r:id="rId7"/>
    <p:sldId id="540" r:id="rId8"/>
    <p:sldId id="534" r:id="rId9"/>
    <p:sldId id="551" r:id="rId10"/>
    <p:sldId id="552" r:id="rId11"/>
    <p:sldId id="553" r:id="rId12"/>
    <p:sldId id="559" r:id="rId13"/>
    <p:sldId id="560" r:id="rId14"/>
    <p:sldId id="554" r:id="rId15"/>
    <p:sldId id="561" r:id="rId16"/>
    <p:sldId id="562" r:id="rId17"/>
    <p:sldId id="575" r:id="rId18"/>
    <p:sldId id="576" r:id="rId19"/>
    <p:sldId id="555" r:id="rId20"/>
    <p:sldId id="563" r:id="rId21"/>
    <p:sldId id="556" r:id="rId22"/>
    <p:sldId id="557" r:id="rId23"/>
    <p:sldId id="558" r:id="rId24"/>
    <p:sldId id="564" r:id="rId25"/>
    <p:sldId id="565" r:id="rId26"/>
    <p:sldId id="566" r:id="rId27"/>
    <p:sldId id="567" r:id="rId28"/>
    <p:sldId id="578" r:id="rId29"/>
    <p:sldId id="633" r:id="rId30"/>
    <p:sldId id="634" r:id="rId31"/>
    <p:sldId id="635" r:id="rId32"/>
    <p:sldId id="636" r:id="rId33"/>
    <p:sldId id="637" r:id="rId34"/>
    <p:sldId id="638" r:id="rId35"/>
    <p:sldId id="639" r:id="rId36"/>
    <p:sldId id="640" r:id="rId37"/>
    <p:sldId id="641" r:id="rId38"/>
    <p:sldId id="642" r:id="rId39"/>
    <p:sldId id="644" r:id="rId40"/>
    <p:sldId id="643" r:id="rId41"/>
    <p:sldId id="645" r:id="rId42"/>
    <p:sldId id="646" r:id="rId43"/>
    <p:sldId id="647" r:id="rId44"/>
    <p:sldId id="648" r:id="rId45"/>
    <p:sldId id="649" r:id="rId46"/>
    <p:sldId id="650" r:id="rId47"/>
    <p:sldId id="619" r:id="rId48"/>
    <p:sldId id="620" r:id="rId49"/>
    <p:sldId id="621" r:id="rId50"/>
    <p:sldId id="622" r:id="rId51"/>
    <p:sldId id="623" r:id="rId52"/>
    <p:sldId id="624" r:id="rId53"/>
    <p:sldId id="625" r:id="rId54"/>
    <p:sldId id="626" r:id="rId55"/>
    <p:sldId id="627" r:id="rId56"/>
    <p:sldId id="628" r:id="rId57"/>
    <p:sldId id="629" r:id="rId58"/>
    <p:sldId id="630" r:id="rId59"/>
    <p:sldId id="631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70"/>
  </p:normalViewPr>
  <p:slideViewPr>
    <p:cSldViewPr snapToGrid="0">
      <p:cViewPr varScale="1">
        <p:scale>
          <a:sx n="113" d="100"/>
          <a:sy n="113" d="100"/>
        </p:scale>
        <p:origin x="1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E550-4E17-9148-55A5-AAA31086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9AA63-8B03-F464-C4A8-F00E35CA0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BB904-8B91-4409-1AC5-A42ED1FEC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ABF84-63EB-5714-C59B-4F36D596E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19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31064-9A60-C64D-0F89-7F4C88DB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1B1A1A-DCC5-DC99-8A70-C93335165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856B8-C113-8403-AF44-7AB9898F1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A6923-CFB1-7D36-5E7E-C0F744FF1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7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DA231-2F4E-B34F-6394-84228C2E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B7101-7B20-2F32-1E39-C297FB351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86B36-F1BD-B295-87C9-F1ED7BB3A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2C971-E381-1FBD-5BC5-DDAFA7B37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06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8F79-DEBF-F2C4-B7A7-53CF2B6F3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A196F-A488-D564-7A28-EB40100BD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41230-DA7E-6656-0B5C-2954FAED6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83B65-2C84-6FFF-77C5-469498D99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83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82767-3EEC-662F-0054-E2BE0E803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76ABB-39F0-39FE-C95A-0679EC630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1633C-B04A-57DE-8088-A9A4C80CE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3CA0C-1117-3A3A-7D3B-967C2ABE0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9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E01B-5E7D-384B-98BD-64045C75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7C883-7F5B-E992-9749-8D193E714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4AFC9-13BD-B834-1256-EC90B274B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5D3EC-7A50-2E9E-0CD1-B6D2CF733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09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E6596-C428-95AC-37D0-C6B6016E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372E4-23A4-DE8E-05F0-364DFA879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6811E-25D6-1264-4DDF-D8B3587EE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04984-8170-1B88-15A2-FFB624EF7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1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DDE3-F09E-0416-4AF8-486F39CA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E26D5-7816-45B7-1D35-162F6B0EF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99F9F-80ED-D447-A8E9-32EA80F57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95867-FFE0-B897-038D-36E7FF486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786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0AD0E-3F51-0081-5125-0FC4514F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C604C-CA4D-15C2-496C-95E0567E2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AFC27-36A1-0D77-44BE-9EFAFBE31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2328B-61C7-7EEC-3310-069265849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110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2578B-5B63-7DF1-CD19-182AF2DE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22715-B7D6-0B6E-B792-CE77D4B2B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A4B0B-A89D-C8BF-C473-F4312265D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F968E-CB9E-C849-D4B0-BE9698934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41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E0B08-C98A-BEAD-DFAE-F409D6A6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AC87E-1F41-654E-1E88-40A38EE41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877D1-809F-8738-D12D-D15F364AB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60754-A90E-934E-41FB-D1FD012EF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79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4766B-76D7-9DBE-5244-CD45F2BA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23FB0-BD54-CD11-7021-DE82F0761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051C8-35B1-22EC-DFD0-E8A31A1A0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ABE6E-F5CE-0B1A-11D5-847C28EF7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12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84B99-D97E-F71C-E882-614AFA2A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AFD7A-4923-7E25-A10A-BF1A91C5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309CA-3758-5709-B9CA-163DAFDE3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4D7AC-E354-0556-AB71-799E71805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546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6E83-82AD-CFD4-D8C1-4B1485A0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D79C3-D0DB-A513-BA7B-DC32112EF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2B0A8-CBFE-5EAD-CA5A-B0F92234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AECFB-DCB8-B439-C02C-2D99F1F01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7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B0B4F-E804-73B5-A2EA-21706AA12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4CD06-F7FA-BCD1-B8F9-C94F01F35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931ED-4665-EDCE-C649-C21E4B5D8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10E69-8A28-8D28-719D-676CE2DF9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84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7ACFC-ABC0-FBBB-8052-2078206A0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0DDC0-D8A1-8AF5-3D26-7B3CED970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6CA68-EB9B-DCB1-B633-E2DDBD218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30D30-FB6B-E664-BD13-117C56F35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18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0C7D8-C5A9-D52E-EFB0-6144D75C4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209A2-FC3C-498E-B588-C05D535A4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2058A-D758-7951-62A0-29B3108A6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B271C-8CA4-05DA-9B93-9F5E4AD38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50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7B93-EE62-B440-40FD-DB8D697B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DCF6D-A965-550F-A981-437FE4EA9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08936-C9CA-BE7B-BEEC-5199370D7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E6AB1-C698-9D28-011F-97DCBD452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987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381EA-9055-DC30-1F3C-CDE78B189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D15FA-6B65-64A0-7E91-B548FE8DD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E48CD-476F-2AD5-3D92-4FFB47661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01A49-233B-B885-1D3D-9849B0631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753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2C6C7-8D94-F4A6-012A-6C8678CC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F3A34-FB68-38C7-D276-D648E8342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91B03-2FEC-679F-000E-D66214B49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E8D5-F9E6-185B-B0A6-D0B8DB600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571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602BE-5845-D6D8-2046-961B28699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FB350-4EB2-4375-2242-64473B736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8E5C8-F7BA-3C3F-78EB-793EE9A9B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5C2DA-DF66-CD66-7AF9-9377AECC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514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B40DA-26C3-1993-B53C-4C44E9EE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E15A8-3502-0D54-3A10-7D0A5B21C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08527-08A3-1CE2-1F62-641403DEF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65667-B303-BA79-1021-DE3E8F21D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0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5CBB-D126-9A2F-10C3-B7CAF9602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6EAB6-C9F5-1A03-EBA5-0BD99BF99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2FA88-469B-F92D-D66A-8CD775F5C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9CFCF-4514-B454-19E9-0F07633D6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086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27A6C-F3EC-FD08-041A-39866E41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DA8F3-F3BD-02AA-E9CB-8EEF0501D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A646B-AD01-5700-7ED0-9342A88F2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36CEB-D7F0-4905-E143-9096E6E4B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5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D8A59-A823-224A-AE46-BA9B6C9E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CD3A6-9D9A-CFA8-4B4E-75058EC81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51B50-3765-40E6-D147-09AA9E82E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83947-816D-D729-E69D-4D37A9F4E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403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D1963-88BF-AB49-812E-D0C09732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88AD3-3FCF-5956-B952-DD1F7B9C0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2B118-6907-E750-9F71-4EED1F7A8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C56F7-DABE-B616-F9AF-2A99EC4F4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8890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FFD8-F9B0-2F90-16D0-F0AB8DBD2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68EB1-F62A-C368-71B8-5C26DC1BE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72E7A-B192-5AAA-4D86-B5A6C2FA8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79084-5433-B296-41DB-25EF595C2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969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E0EA-0D94-BE7C-AD02-18BB12FE6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7D9A9-43BE-E228-2B23-5C76E330B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13948-D507-5A4C-8AF8-C51A8957D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13230-3286-0785-10EA-F4E68D289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037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01B3C-4B5D-8712-F95B-A3CC47C3D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54146-FE4A-C8A4-9484-5102B8E46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E171F-172A-15A9-3379-FC5B9B552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6FEDF-FC7B-76C5-55FE-0900CEAEE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75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C1C51-B34B-26CD-0A70-4F8F9BC7A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6D5B9-8AA1-77E8-79F2-B2CB1BACF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7CEE5-6D0D-04E0-8259-761DA7BEC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AAA97-FC5C-156C-8439-A40754279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170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AD49-4B12-392A-7B4C-BE14591ED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C044B-5F21-DCF9-AF49-56BD1FA4D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16CA9-F8A9-973F-95DD-41B7097D0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27B41-F288-5AB9-6600-33A5FA243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417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6697F-A308-CD1C-A4D8-60686C20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243ED-1176-6162-0B99-F875006F9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84F11-8900-2AFC-B0CA-08805E9D2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EB398-B8BE-9157-AD6B-C0E35FC34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698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BAE18-D69B-F196-4F1F-EBD88CA77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C23C1-2C73-2AAA-AB6A-B61133BF4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9F39E-8C24-535E-4E9D-0D33BBE88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7A0A1-17FA-578F-68FE-E2A670467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762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F7E3-E9B1-E1DC-EF8D-7D83FA821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6FD15-D4E4-D1B7-1273-CA1212D1E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3A04C-E508-E410-5984-9CD5E7FDE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19585-B857-FAAC-8A6F-8DA35D391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881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E824B-04A7-676C-45F8-2D966F837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66897-FABB-4693-2410-6360801E7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03DD3-8E3F-B814-A6D8-1F09DBC0B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51542-5E0F-4EEA-EDBA-BE8FD373A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492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5C1D-47BE-C730-5BB0-FE210C87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493FB-DE03-4507-134A-B38F9F9E2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542BA-9432-1CDA-A89C-7AFB82844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74829-083B-F143-17F5-23B4E8727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551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39F2-1352-8DBA-51BA-ABE2FC1B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3EA95-09E0-BE8B-D6CE-991F9819C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9A801-13E0-4944-12AC-AAC1E71DE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95D98-76E8-5228-B44D-102DEE7FC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714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7F28-72B8-C3AC-1511-94D95585F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2ECA3-F2E0-2E72-89AB-6854A8F21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DA60C-735D-0E5D-E12D-96D102551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675F3-1CF5-58A9-D2A1-0B53C151F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450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69BB1-B463-C1F5-9530-531B0A3F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239DA-E13E-52FF-84BE-E43C723C6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9503E-EFBD-20F7-AB76-B04DD3C4C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A793-4D79-DEB3-5B07-936B51880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110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85F3A-DB8F-ACF7-3EE2-748A38C84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C29577-B76F-B5CB-EAB9-F76024CCD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49F8D-0B6C-2040-4575-425CE75B2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40BCE-2888-F21B-1863-B5E56AD26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353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84686-5179-3A49-7D8F-829B9FE2F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F620B-4ED2-B4A2-C978-D13B9B9CE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D1ECA-3592-1FFB-A36B-DE0830EE7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247EC-E4BC-1730-E81B-857D484F8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542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53149-257F-13C3-77E2-EF46C8ED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86E6D-E2DE-1937-4D80-532584DE8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DA785-F737-DB4C-8F08-E5FDE4654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AB298-589A-2EAC-61A3-B67220D26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754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5F80-622A-6495-CCC0-AD4927AF2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1027E-2E9A-BF53-03E5-E764D6EED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CE0EF-6945-7568-1261-1E28D76D3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3FBA8-87AC-A7CB-71B6-89D25161E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956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A66C5-9996-E026-D76D-9CDEC62B4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63E10-6CA9-D0DC-F769-7E26D9B48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51179-9A64-F04C-79E5-4A5C067CD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8D3DA-9EEC-A191-27DD-9A4613FD5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407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38987-ED59-3730-28F6-153FBFDE1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E591F-D4F5-9785-CC52-77A13672F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DA76D-90BC-BD1D-E48E-C33B34D5D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1210A-70A5-26C1-C748-9A472FC42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22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9EE3-41BE-0A57-18C4-30B4A6DE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77548-557B-F37F-52EE-D2CBFC7BD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5CA23-27F6-954B-2600-7ADE17297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83C38-8374-F0A2-CEB8-BC64B1521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52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37A08-949A-5236-BC39-30C93FC8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40501-6E12-14B0-32BA-546AB9150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AE93B-3760-3E61-CAF9-7C6AC7BCD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90CBB-1AAC-F4E7-42A3-899DF0D58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4302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9FDEE-2569-930E-969A-5B889695D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BA2E1-27A3-0C04-8C92-26AA555AA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F2985-B361-604A-C1AD-65301A8A0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AA241-A748-0459-F636-214240427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4706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48D2-63B2-73B7-6173-137CF9E1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61F90-1901-3F1E-DD7D-5C91D1D1E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25BB3-1343-1CD6-58FF-E81B8D2DC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2A1FA-F65A-238B-3147-DC89F4A9F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118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28EC4-993C-FAC4-B41C-C9E26988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5B223-E103-D3C4-515D-8A31EE770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7F568-668E-87F1-0C64-395297362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7B11-E943-A435-D49B-52B3DC099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610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7DEE7-F029-05FA-B982-0F9575DA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50EC4-DBD7-A85E-E4F1-2C9C5D915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69EC1-523A-9985-C96F-1C2388189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62BC2-1BDB-351E-707B-4F0712A4B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5139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360DA-CADB-6AEF-2283-D6A68ADC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DFDD1-4944-732F-D04D-41E92EACF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2D328-B92B-4661-F1B0-9AB2A21F0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BF9F7-D96B-C87E-5432-1C572BE95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017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827A2-4EFF-8E24-4D8A-277760E8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F851C-44A0-269A-B598-1BA5220FC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14C51E-3EFD-E9AB-39FE-AABD6DD27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2F263-36EB-FBC6-02FD-70C6EE7F6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513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BA677-9041-FF36-10D5-FD62F4AC7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188F7-6B1C-0175-C4E9-A4DC87E25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057BE-3A45-ADF3-92EB-BEA24D316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98386-3561-33C1-D3AB-230FBD794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237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A8F2-1AB0-AACC-D3E6-5AB9EB6A3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8F0D9-CD5D-9844-94F1-3494D6912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229D7-1662-D05F-8904-1F26E83EF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B95E9-EB25-C712-ACE8-A91672596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8096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6A1D3-DE73-2960-4573-7B6F44A2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D3DE1-E0D0-4DB8-D1D6-16D7DED75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C504F-458E-3C30-3642-5F57E3812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C42C0-D059-E148-F666-C82DA56C5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814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B36B-C16B-D8CB-5943-7CA227264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0EC2E-8442-62F9-4CD2-E2881F1BA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9AAA1-FF4F-8D6F-0471-D955A0A9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E2279-3FAF-9011-860C-367899022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685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DEB12-5D26-D9C5-85C9-B842314D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4FC8D-10C7-332F-029B-D6F64330A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66EF7-35F3-796A-C02D-18F47F90C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169A5-DEA8-03B8-29AA-0302AF4A9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55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08B273-5F9B-E889-2D24-7E2B3267F8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60117"/>
            <a:ext cx="4543224" cy="513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436C-CD69-186C-5D8B-33BEE118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57666D-4D09-4E8A-8E7F-688A0699EE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[39 in 8] contains all digits but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88BFDF-07D3-0849-EC6F-240AB1310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0A33D0-F73E-BA3F-C3C9-D3981D3E1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B99103-A9B5-AC41-9FAE-0276A8B45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C5104D-0141-D1CE-4125-23C3C2D119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74F48A-11FC-B26E-D6FF-00FFF26A413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65335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94577-711F-22DD-9B3F-C8BC0AFD9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E0ECBD-5492-B8D4-BE51-8E7F345ADF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[7 in 3] is 124.</a:t>
            </a:r>
          </a:p>
          <a:p>
            <a:r>
              <a:rPr lang="en-US" dirty="0"/>
              <a:t>Then, [4 in 2] is 13,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4B796D-2066-561F-24D5-8D3A75E25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F8402F-87BC-1B7A-AA1C-0043D5592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81D69F-A076-0692-D50C-C9C962152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B7FE17-2B03-A383-B8E9-E5ED5A384B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230518-70C8-C3D9-A132-99F45D96BCA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8D921-BDA8-EE36-87C4-7E1FC63AED1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FA0597-A7EE-8247-FB50-DF90E8A656F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2B8390-057C-4B63-E978-D0BED1BC609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85A81-F501-BA9E-B562-B4B342F7CCC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3B7F49-6974-2058-6E73-8AFAEB7C156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3474216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01A56-ADF4-FC5C-49B4-FCAD6978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7035CC-11F7-9261-17B4-30D02B9920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[8 in 3] is 125 or 134.</a:t>
            </a:r>
          </a:p>
          <a:p>
            <a:r>
              <a:rPr lang="en-US" dirty="0"/>
              <a:t>[22 in 3] is 589 or 679.</a:t>
            </a:r>
          </a:p>
          <a:p>
            <a:r>
              <a:rPr lang="en-US" dirty="0"/>
              <a:t>[9 in 3] is 126, 135, or 234.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D23DFA6-E12D-27C7-7061-F4ACE82A3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BB5F051-D9C0-5F2D-A326-EF0832154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09DB62-1A68-1F3C-8D68-60CD426D8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1474C4-6128-2F42-E72E-1CDF8CE39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975685-808D-3459-EDC9-D0024C29696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2A3DC-1328-0889-E403-6EAF8F6E68F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F7FCD7-0310-9037-3DEF-ADEFAFF5231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5B5EA-A249-0172-06EA-032217068BC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2D6D97-E5B6-7D4E-A40B-573A6CDF283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F3DB13-23AB-E2F9-9957-F9229F7E737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E9F184-3F12-2D28-4214-FC57273701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FBFB8A-4834-AFC5-3582-FDF18A8F6D6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E7F68-7C7D-8878-CB4F-38D10D36AE7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0A2B5-0FA5-1551-5A92-117936A9071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22682B-2216-E83F-2666-8733128D87F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6B1BE4-1A98-5A78-8532-C0DAE9D74F1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6B032-CA67-B14C-7F21-1718EB54082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FD1949-6ECA-5E30-9C0C-AC6431E8F94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9FAF50-DD7A-B0F6-A35B-ABA20502433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D80C60-A56C-3E8C-6C56-16F86F2CB87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C92CF4-DBF7-55B4-F0F8-FEBDF1CE700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B05A66-F153-F62C-A35B-1DF7401DAA4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</p:spTree>
    <p:extLst>
      <p:ext uri="{BB962C8B-B14F-4D97-AF65-F5344CB8AC3E}">
        <p14:creationId xmlns:p14="http://schemas.microsoft.com/office/powerpoint/2010/main" val="218128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28370-7675-335E-1A3A-4AF0E9EE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2298EC-3C03-F1C8-678C-9D81A862BD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1 in upper left [39 in 8].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43D871-62F3-4332-B69F-7CD2F9CB7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4AA07E-7E62-8516-72C7-95E0B9EF2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37135B7-E8A2-260C-C9C6-CA5252B60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BD249B-E7BA-0A41-4616-02F54CF028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30F3A3-A86F-A7E7-AB25-E56CCBE4CAB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3C777-DDC5-E1D7-05E1-0D7956D960C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6A843-D1E7-63E9-2306-5AA56E6712F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120E63-8114-F979-92E6-AAD227E3601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C9E1F8-FF30-0ECA-8CFB-634170DEB49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66CC2C-0642-8328-3890-6C4B9F6B374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AFD77C-9338-594A-826D-8F05A5BE1A6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519CE1-DDE8-23F8-3A99-4BF5608B5E5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704009-0013-A2B6-0B1A-C2C252FE603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D84B17-1302-5D5D-3993-8F768B80768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D7F77-7CDD-70FB-4814-7E3EB663F42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2F31D9-9F8C-AE43-D520-D586A0EBEE4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3ACF2D-B2DB-B02C-DAD8-BD989784BAE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58CC48-9565-0B4A-1584-F91EDFE8902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14A17-AFD6-8956-462D-2D009012160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BA07BC-62F1-7BDE-0303-F538364E1E5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9F5C1D-8754-CC1F-D666-9F75CBC1020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B2EDB4-7346-A544-E3ED-8C73AB8961E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EF7DDC-E19E-1A03-0072-68301133432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3262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167C3-6EF2-152A-7FB3-3BEBAEE0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27F563-DDD9-95B7-EBB8-16D7ACCE90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1 in upper right [39 in 8].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39785B-8AED-967A-0DAB-9EBBC0793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9C7486-C3C5-BF29-724D-6DDC1B13A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703FFB-1666-BD3C-9F68-996F84009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16B780-87E8-CC63-3BE9-B9F80B0F98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D8EE23-A06D-8946-194F-691F1914A3F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8F4EC-E97D-5886-0A65-15382AA01AF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39297B-2D24-311D-3E3F-8D3379CC2FE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B04587-3A4E-8D2D-72EF-503D21FEAF2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975D23-27F3-F786-9338-8F6F0AFDCB8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9A654-5630-EC75-F8AE-4A22165FC61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02972-7E32-4E5D-AFB2-BFE57218C89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CF09B1-2B5A-812E-5FB2-B635A980D87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0E7953-4B70-4DEF-45C7-4844C3ACFBD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D1693B-E860-117C-0C2C-F5989C8DCF4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A6717B-4C8D-9E2F-7336-B768C0BF9E3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3542C3-A3A9-C923-D4EA-E20C4A834D1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DB5986-2DF2-B0F6-A28D-B43C4E9DA45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DE0A1B-8725-11F6-AE7B-DD3628BE1FB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5B2608-7ED5-F454-9A1A-A04377BE640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44C4E3-E6BE-6C4A-8C15-61521152DB5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B198BA-DC69-6551-A0EA-33C384AC58F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EA4DF7-DB91-EDC7-1004-79C264DB345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3B66B6-AD75-8A9C-465B-44E056508AA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1B8E9D-AFE2-D44E-A92D-9DA6D8FC7E9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98588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61162-F452-4508-5F9B-30DFECBD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DF60B8-1F71-674D-5BCC-3AAC308732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32C55AD-F252-B907-2342-2B0C430B6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36F070-5A7B-7ECE-426E-03453AB95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A5C453-DC99-79CD-AB8D-3069D5564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245685-A6C6-0A7F-DACE-A63F683B7B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45DC8B-AF02-CF79-F395-9B7D7918276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8BC3EF-E3F3-4702-46ED-46B3B087AFC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E2367-092E-6B84-9E8D-94AEE69A6D9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B606B-4204-642D-DD12-473B829BA34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F5DB0-9947-0D0C-6E6D-B327617FE42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9BC4F-1B09-A90E-D1BE-177C0AD2BD3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168586-A451-3E44-7AD4-A9602EE187F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CAD5D-017C-A93E-C027-4EDC9271AFF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B07657-F445-5043-50F6-847F1D83FB6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A18E0-F8BE-B460-B9B1-348678C55D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062EA1-CEA7-34D2-6E2F-875E318E414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63EAA4-A50D-3ED7-03DE-F62A9F550D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C3D1A1-AC00-420F-DE70-72D4E1F072F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2AC404-A13A-D4F6-4B06-5CED2605B6A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9B58E-DF38-3F4C-F3D3-258654B6E53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A9CB20-7C19-A641-C0A8-E21C4F65A57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767D57-ACE8-0F2B-77AF-A06008D609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D80BAD-A2A8-BE02-A255-B76697BAF60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4F9325-30F7-1EB3-06D9-A9CE05881D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4453F7-2076-5C80-BF25-74E113BDF42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87976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3CBD0-603B-0176-4794-034C9ABA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AF1008-12ED-6851-B023-93CC81CC46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C6F877-D7CE-46E4-9A95-50176E70A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D0D6BB-CC99-FE0B-32E2-B3EF26E05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497FED-B91C-79D2-9949-56F1BBD24D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0B76C0-B226-EB5F-C3AC-16B284D131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88F948-AEBD-FDDE-9924-EC92E82C6D1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D8862-1601-BF40-852A-D4137819EFF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EF3AF-FA63-46FA-F1B7-E3231E64889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7EBAAD-02CE-D37D-9C8C-968C9F1C813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CB114-FD81-1595-4F7D-344FED83DF3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2BA3AB-D215-D191-24DB-297D7C88B1D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08FB1-9525-7564-2C24-8F6E8FEF10E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C843B-5E12-F304-C9D9-CBEF830D9A6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C9580B-FA9B-C2A7-CCEB-27868B24B08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696E65-2C5A-23BF-AB1C-5D04AC7351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18B3F9-4820-773C-F4E8-7A31EDE8F6B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46E293-BB33-8D03-BAE7-54FA6882326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3A32ED-6508-D56D-AFE9-382F87ED37E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E3ACA9-FE41-B68D-40B7-9E6E2C55C2E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DE4A89-B237-7422-306E-36A56998F63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2768C8-E7E9-C559-E4EC-07D949A92B9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AEC385-9987-99E4-387D-32E29823E86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68AC2F-0399-9651-CE17-3AD960AC86A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1CDB91-FBD0-57DF-DF04-F722EB000E9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A02496-C2D2-992A-59C9-563386763AB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0DB49E-2C43-00D6-6CD4-7F75CECE369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594BE5-1147-0DF0-F6ED-13D4375A243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EF6BDB-B801-F0E6-7451-50394163D89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9948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9C70-AABD-4887-9865-66851330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BA36D3-1B9D-5F9A-43CC-93E9BDEABA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 and 4 must be in the downward (Column 4) portion of the upper left [39 in 8].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A34721-D80D-D40C-ED98-4B2FA1CDC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4AB93F-CCEF-5FEC-1883-42A1299E5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79E0CC-E9AA-A0BB-807E-4D7D8C087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A7012D-1B78-E35B-AC17-D4C34D31ED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6BAC2D-CFDB-F662-7B69-96918F79885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156CF-5286-E1FB-3EBA-F6602DC951F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AD78A3-76B2-C99D-29E5-57DDAD6166A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BAE64F-5A74-E81B-7947-2CA25CFBAB7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FC13A-FF50-28BA-88F6-A91094E0919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4076D-E39C-B69D-8A57-C5317B6765C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9BC92D-4962-34F9-698C-AF619A1B20C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1C700D-1CEC-3935-FF4B-38373C57F90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98780-DB9F-3355-B9F0-93B534F62D7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7B4D77-F5D9-32C8-B31E-D1F6D2A7150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231571-9145-9E8C-7B49-3795DCCA340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52B91F-8F7B-7B79-69D2-8848E094F37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954DB2-8CB6-3E0B-DAF3-AEACC176F92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70702C-1BE7-9395-581A-725DD166F39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00A45-6D51-EDC9-2A7B-A213A21646E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B654B4-476D-DA9A-9069-D25BECA7719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F8C647-5661-92B0-499D-067C634251A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F14D74-1DC4-967D-1732-97FEBDD0268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E97A01-A223-7927-95D8-206368EE7F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E60E17-DD0E-855A-05C8-B626C51C407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5304ED-5B8A-DAEE-EC35-BFD84AAA196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5C8821-E6EB-4C95-442B-DB0F67101B2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CFE10F-FB1F-B00C-8880-683CAA8EFFA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5E159A-B491-AC4E-9AD9-E95F490E71F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3E2D72-F019-2C60-A807-ED8F55D7A95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6BB3E7-CC1A-8BA9-6322-3381FF765A0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</p:spTree>
    <p:extLst>
      <p:ext uri="{BB962C8B-B14F-4D97-AF65-F5344CB8AC3E}">
        <p14:creationId xmlns:p14="http://schemas.microsoft.com/office/powerpoint/2010/main" val="2607574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66B7-F5BA-8E4D-5FDE-B563A19E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A27BD0-7A2D-F215-E7B1-996ED639FF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bottom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103D54-F6C9-A0D0-052D-59C491B26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6197CE-854C-668E-4323-D793F4303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63CA21-81DA-4BBD-D187-BF30D14EC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E1DA95-FB5C-807C-F0E1-E0A48447D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DCB662-7D75-3AA4-3236-DA90FFD2E59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26271-006D-4AC9-D87B-2E08CC1B7A2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21144-695C-D846-8CD8-A85861C15A7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84AD86-77BB-6C61-F1FA-6B62E2179A8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A57737-667D-75A0-582F-4F530A9A137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3BF76-12E4-F2A0-0FB3-28DDBF520BD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1A09A1-F029-DB01-D248-7D81FAC7565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F66404-24A3-05C4-01CF-9AC0CE4D9D4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F233B-1DAA-0006-6861-026D70F0399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04B94-9768-E3CE-928B-B62913D97D6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12CF77-9FF2-51DD-E364-591E67F5AA9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C9CC02-7E89-2E0B-3F77-03C5F05CABA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ED88B5-F79D-B106-2AFF-F817A38E343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5C230F-0C54-CAA3-0E73-198349E6C3D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9D5C15-E5D2-740E-2294-2106CE6E276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FCE859-E355-B9E4-6465-FC6EAC08496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353D91-8582-A011-38C3-CA0EB752115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AABF5F-280F-2AA0-CA4F-2B4CC4441A8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FFFC60-A20B-7A26-FED4-7C80E8131C0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F223DE-047B-2347-935B-370ED2C4C9A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14AE35-99C8-03BD-C773-E313DC026B7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958C0D-4E23-7342-85FD-5ED3ADB7C78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067341-B54C-B24C-1989-8920EAC12E6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9C4219-0901-7AE2-DFEC-D972D32A591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DB227C-30EF-20A2-2808-ACE7DD30052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97D439-1D1B-1033-083B-B483FE19044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8CED99-68F0-F9C0-E93B-F88AC2C22A9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35A2B4-2D62-A42C-0086-DA630FC6794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4E1A3C-EAF1-55B6-2FBF-2B2802243AF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69907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008F-10B5-89B8-999E-836C39F7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5E1273-B323-F5A5-BD23-FD1573CC42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the upper left [39 in 8], noting that 3 and 7 must be in the Row 1 portion and 2 and 4 must be in the Column 4 portion.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3D7BA2-DCED-796F-B62B-9353140DE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EA5036-2B91-8E09-FF24-B08D15F39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538105-4FD3-9DCC-A447-1D2FC8F0F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AB4032-CDC2-470B-BF98-81DAD843AF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E02A64-BB76-FA75-4A96-03E2491C18C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DC224-8E72-53D2-D857-D4DD0BE93CF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95603-CDA3-86B3-E566-00DC6F6CB9B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A046F8-D349-1CFF-2D3A-3EEEBD569D6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4D4937-569C-2D01-66BA-32C8466A0AA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66C01-1EB1-9E1E-3B8C-07BBD442905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4611B3-5C18-E5CD-3740-95E44903331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3F90D-7258-3704-0F89-374E8EEEA70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2F49D2-C21F-6236-9313-77526DD4BF8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9FD931-0055-72AC-A4BF-BDC48458E10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7A2F0F-C40D-8620-DE7B-B1E909355B8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B16542-B796-329B-074B-2BBD30E60A7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AF6D71-FDE7-7F8B-495F-A1E97EB6504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141EA2-49A2-23AF-82A6-DF6C1F9E6B7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DCFCC0-E080-7674-7A8C-FD83D08FC85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6E9D0C-78EB-B86C-8C2E-875EBFDF66F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A0E994-B0D1-4165-232E-ABF196EEC7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A25B19-D664-BD1C-3130-22CF581B470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40A2C3-DA7F-C8D3-1F12-F3F56CB6FAB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6E12E1-EAC4-FB11-E19C-F2D44E013FA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6A4813-98B2-8073-69AA-5078B6670E9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AA35EC-9842-6F09-C943-1B58EC94CF5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5C8374-2D4A-16DD-F34A-B769CB712DB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C6F160-C13F-4337-BBDC-AE726C9AF70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A505F3-A67C-A3FC-3E87-F1A601C950D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5CB3EF-B1A9-6254-BBFE-CA76B4644FC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316009-1CF1-4EE2-8C44-E743250CF33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F467D5-D426-2A3A-F9C7-A74FBD3EC2C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9CD68E-B0BB-4CC9-9927-B047B81A9F7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842CA4-F801-726C-D681-21CD6AC7BC9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560884-DEF2-5D7D-4724-ABC7602EC2E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6712F9-A38A-FDDF-0784-A8B41BFCC78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1ABAC0-5B06-1DF0-4BDF-ACF4439E8BE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323FE6-7EAC-2C52-8DB9-62F74D89BCE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BFFC4D-5B1B-697E-CE05-92A93548F39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A58F66-6C62-226F-ED4A-CFDE157304A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</p:spTree>
    <p:extLst>
      <p:ext uri="{BB962C8B-B14F-4D97-AF65-F5344CB8AC3E}">
        <p14:creationId xmlns:p14="http://schemas.microsoft.com/office/powerpoint/2010/main" val="3744272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A0AD-68EA-D0A5-CC00-589A3740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DFEBA-2C4A-C49C-E37C-D3B2786854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19686A-0149-A6BE-F526-916014B0A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08D060-A2E9-AEC1-5746-2693283C6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352969-36BF-EE5C-30CD-1742AD72B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36E1A0-98FA-FF98-F21F-732DD5704F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E32063-0442-034B-66D4-2442F4E51B9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DB449-EA86-408A-F8E1-75F1A701DA7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6ED60-6EC6-BA7E-2DF8-BD05DECF25F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C3C4CE-C6B9-9FAC-C1AB-A6A28DCE406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40B68-83A6-F59D-C57A-97347F5F528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6F4447-B2BF-E173-41A7-800C359D733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4D2C6D-82B8-B25F-EAE9-2979DED7BD7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46BB29-FB39-AD38-CA62-34FFB36E132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61764E-741F-C6A2-93F7-005858B2878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202B5E-F4AD-0CBE-21C5-97C00A5E3F7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330A1C-9721-B257-7914-198FE8BAB71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BA65F7-0AB3-68EF-29B1-52365299691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89C451-FC82-BD57-AF53-B1C7EDA26B6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6534C8-D1FA-7ABF-5AE3-42030D99028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EF4AA-A109-BAA9-5D4E-0081461B4D2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EB6E55-AB0C-B9D0-46A5-58CBD70F342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BC8721-C95C-DFCE-B7BE-1656F00B4FE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36F074-4D41-F382-9FC1-264B2C8BB39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41CA82-1C52-3326-D531-06D2FBC61B6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6BC2F5-F27C-40D3-6F91-2F0F82BB8F8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7A7375-F764-49FD-7BB0-92910EF1790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6014EE-2045-F9E9-2946-4DF67C53C5B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964A79-6D43-DC87-4922-286E4AF7EFE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F0898E-9E3C-B269-7D69-8C577B6FE23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4CAA7F-6003-E9E5-7442-D9FDAC80716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433FFA-16A0-D5DC-E1BA-7BB83B2E2C8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CC8079-2AAE-63FA-9BBF-AF4BDF27783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26BEA0-CAC9-165A-B6F9-B84F058F6D2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A148FD-5D46-04EF-5BC2-BE15793A433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C69F87-D5F8-6D2D-CCE7-46F288AF821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6BE8FF-FD8B-A71C-457B-B2A8B7BE1D4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64517E-990F-FE8F-E580-E36280D80B6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73CEAE-4887-27DE-5404-50024E0434F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C3FC61-6234-4B18-E0C9-03C3A918671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53A8CA-5A4D-E3AD-FE1A-426B254A8C3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7D89F2-B71D-FF8F-334C-A5E7489EE2D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F280C1-E9B5-9118-2864-EEDA1381ED8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C1755-1979-E1B6-907E-4FBD412F5AA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CDA179-7C38-D11E-1C0A-44A427A1D1B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</p:spTree>
    <p:extLst>
      <p:ext uri="{BB962C8B-B14F-4D97-AF65-F5344CB8AC3E}">
        <p14:creationId xmlns:p14="http://schemas.microsoft.com/office/powerpoint/2010/main" val="3297395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F5EC-5624-7E99-4E3F-BD178BC5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E45E77-B4CD-56D3-8A7B-05E89CE635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left block, 6 is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C577AA-697E-47D6-43F5-FD660676B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38DA1D-B941-6E11-C97F-1367158FD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4BC765-D559-0FED-18FA-BAB6E6DF8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D4AE4A0-7027-B848-E3DA-1E0C94121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8BCE23-4CA8-7E8C-F157-59A54DF936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B0A28-F432-32F0-DB97-C165F3B2BD7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A1B66-CFBD-C41D-DAC4-8B3593F9659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34A585-7E87-AC24-DCB4-ECAB696BB8B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39D3D-D037-2AE5-B01C-02DC4E5594D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B8D41A-13EF-EFC5-A37F-56ACE0AD542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39F738-0161-4972-A09A-8F33ACBFD8B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CE958-C1A6-2AD2-AB26-0D24D1E17B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B82A7E-E573-E26F-8F57-3946C536ADD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F13DC2-66AF-4D5C-5337-A82580784E7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248B02-02EB-53B0-171E-3C547A8FCDF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657233-3594-EC48-23E4-5E255EFB977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E8012C-A4D9-55BE-67FE-76F9361E982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3CEE69-451A-0129-986F-68FA85A1102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D5820E-1926-E6FB-06DA-768D49FA465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6F8ED-9AA7-7E80-E01C-1FDAC1B100C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832B0D-9EF2-A82B-977D-1E32A204EFE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C9CB4D-CE78-5907-8E8D-81D0A0D9194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CDB218-AB3D-993D-0566-657EE5DB5C2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998F75-3DF5-55E8-D800-36EFFFFA810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FD6B8A-4B66-0EC6-81D4-8A6F99E1612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AD9432-31EE-CF8A-FFB6-BE40292755A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644BF8-9FE4-23B2-D7CA-7E0990BA639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BA2ECF-8711-7AB9-D941-23A1A151F8D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8A0566-1398-8474-685D-F4532E6F954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6700EB-6AA9-08B1-53ED-93036E8EC32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2DDD61-E9AC-2FEE-B32B-480E87388D5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8DD24B-B974-CE8B-38B3-C64829F3A54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DF7DA0-BB22-94AC-872B-9232A92A656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480D21-D825-8D4B-C6E6-0586DE829B7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A9C8A0-D51F-DCB4-ECC6-97E692692C0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4CBA39-0E1A-6E0B-620B-0CEA17A0A51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983B0F-FBF5-609A-026F-68A89CFE472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9743F2-A05D-8C95-6340-DDCD6A9C2A1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5BA755-72F9-C7BB-BF77-CE87B68712D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E0394F-0914-BD41-A4D0-5A5F05B6D78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9A8484-F269-39F8-7969-1918351A0DD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E2E323-C989-DF9F-0B6B-90E49F5ABA5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DC116D-387C-BB19-3499-54391D3DE40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</p:spTree>
    <p:extLst>
      <p:ext uri="{BB962C8B-B14F-4D97-AF65-F5344CB8AC3E}">
        <p14:creationId xmlns:p14="http://schemas.microsoft.com/office/powerpoint/2010/main" val="926910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23561-1D37-0C97-D4F5-7A0D65AE7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2ED400-6698-0275-1693-B68DA08988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Columns 4 and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51AECB-181A-41A1-8FBC-B2DF3C0E8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F0D60F-3BDC-542E-7563-0F5BF55BD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9E09D6-3E63-7E2A-2D80-2909A948E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337D65-E73D-E1F2-36D4-D6D179C00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08A2E3-F9E4-E339-6C48-AAD4AEE10EA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7495A-3558-8D05-3208-FABB2F8CE03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043D9C-38AA-7FD7-50F9-45C77FB179F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30E0AC-5311-9201-DFD8-236461C12C7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7B7E39-0A43-996D-61BA-D7558E5D0B1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00DE84-2B55-6ACB-78AD-7A6EAEEA4E9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0731D6-397C-DDA8-180E-95021FD092D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7EA6F5-D83A-3807-4311-763A15B06CC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F74B9-B043-2799-DDBD-64189E165DE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DDC912-AE3B-0C30-190E-83747202C9E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4B0C4B-8E01-7972-7F85-4424858D317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CE4BF6-0128-EE8A-C17E-5C31BBDA6E1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61B8BE-0C62-52B0-F7A1-15FF7463A80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AADB70-95B7-78CE-A253-A7927FCF7B8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40A590-7368-9839-6DB5-DFCC8D30FC0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C777C2-2FCF-D1D9-7C6E-48986DD8469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43FEE4-DBB2-032B-E8E8-942B286B0AB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BB5224-A449-7F2D-D073-7346E13069D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B2BFF6-C6B4-C4F9-4A81-652926FF8EB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1AB806-B0E6-118C-3B80-75DC6FD034F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FB894A-50F8-679C-58AC-0AF27F0C443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389447-F347-5C28-81B1-1F53952BF7F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B64D9F-082C-850E-B877-17D09AAC9E3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3E064A-229E-A7BE-6809-A5FE6C0C2F6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CCE507-157E-C1E8-5985-F689FEBBE2A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5A9B58-6C48-23D0-4190-22895CB9F93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9F6D92-F867-4908-8538-414A34D844D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73E53E-86E9-0AE9-6A2A-9E60CD66F0A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5A2BB1-0E9A-3B2E-1F12-3478589FCE1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8B967A-0ADF-C83D-4565-1BC3320933C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6B32D1-410B-85DC-D295-297DFB8BFE2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F0A73B-E9A5-B605-1586-9614D2ED0DE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0EE515-0EF5-B26D-72ED-77915ADE007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5CE2CC-75DF-A9FE-C6B3-FD1F207A8F3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8D2867-3CBF-188E-BEC2-9A4A8B42EBB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5D4D8D-AC12-AEAD-1E8F-FBF2570CDD3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BDF6B2-44DC-FBB4-68E8-0E042818C77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4C72E9-E55D-5F14-8C4B-F406B738DD4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91F587-CAC7-898C-B0A0-CF8BADE46A6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6292CB-C33E-2CF3-B800-D243D22F22A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C2A827-D49B-DD3C-EC86-9C8651BCF82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E83A99-8836-857A-AB2E-5DE039825D0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A02BD4-A50D-5012-92C6-77411A60ED8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1FCD1A-A430-35B2-445C-770F5D3180D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A21830-246D-7FDE-01CC-2BE99EEE6FC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062599-FB0F-0705-2596-846FCA03089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</p:spTree>
    <p:extLst>
      <p:ext uri="{BB962C8B-B14F-4D97-AF65-F5344CB8AC3E}">
        <p14:creationId xmlns:p14="http://schemas.microsoft.com/office/powerpoint/2010/main" val="1958713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8590-E7A8-6F43-8569-57C7E17BB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F4779-3BDD-6A1F-E1D2-A0AF47BF81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3, note the 5689/5689/5689/5789/5789 quintet.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217193-604D-B875-C8D9-2213E3455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16AC48-1E9E-D2F1-2EC9-37DAAA584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E042F9-AAA3-AD32-6DA8-9FD6CD2ED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20E9136-F5CB-9BA4-681D-2C6AC8AFC5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D493DE-1BC2-9A95-AF42-060B21394BA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1B392-B491-30B1-2B2B-793A9D38D27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8D3C0-E3EB-2C83-11CF-78FD43B61AC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0DB98-535B-9230-4AFB-4E08E8F6011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F08A6-E66D-1BA5-9EEF-82ACCB332B0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3389D-2BA9-33E2-938D-E92E4CA6DFD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EC676-499F-658B-46D0-C88F0EF2526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707EA-0293-667D-EDB6-95D88E8379E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3D9244-AC44-A36E-E389-8B64F734F67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8AB1CD-A4DE-89C4-3F98-D1663214149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6E5EC-1F7E-4F4D-EB98-77EA3C86A37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3C8215-7214-3EAC-B0AD-D38E04905D5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5CE56F-E495-245F-7504-D99EB0855C0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290EC1-1159-C601-A655-D87B511CD7B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19E0CA-3A6C-2FF6-BB7C-B3FEA93A6E4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916CB5-DDBB-8A56-65FF-62AC01E156D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EBCDAE-9060-A88E-4E44-D9D90E60531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C49232-1B37-3234-CBE8-362057846E2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6B7B6A-7A99-D1FF-EA8E-3EF0FEF9DC4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1BBEC4-8333-C5E4-3795-AF2696F33CB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7732F6-5562-E317-9980-9143A7E2C72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95A2AC-7A76-436F-B53F-7C306D5935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44782B-A9DA-D46E-AF40-0F81A14383E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31369E-AA93-9F80-14BA-E01B5B2A257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9DDD4E-D25E-6A41-09BA-50885A0D619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973222-F71E-9F0C-11CA-6EFF9CE6529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B9AEC0-B7F2-AE5A-84E1-DF5309AB297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84A109-2F5F-2AB2-BF3C-8668101559C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776DAB-BA29-A88E-5461-05410F54A0C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71EAB4-C8EA-DC3D-E319-07088DFB9E2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A3E82D-90D4-44D5-056E-F3B5DE54995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79B811-5954-CCA3-2BEC-E7EC484BDEF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36B263-B1B8-5D1D-2EDD-31F39FE3FB0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5725D1-216B-5001-13A7-895CC0D4CEA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FB492C-A2FB-74C1-94BC-ABD9B3403B2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5CB5C6-E4DE-DED9-0E80-5ACBF90D6E6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98A801-3F18-D7FC-CB18-4362C1E28DE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087A34-F721-174D-1DD9-6D6B3852E04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C14027-48C4-9AC3-1EB2-7FBE109B1EB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D5E816-0FBC-808B-82AD-A807EF8DAEA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181B50-ECB8-890F-E255-49D4497C5FB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A897CF-89EA-5DA2-73A5-9C17CC5D01B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B5C184-77FC-45AF-3CE8-F4F6AC25BCF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D8EA8D-6A33-E561-F84F-C246BB8B30B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7471DB-88F8-1371-B8BC-8AE9FB50BB1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A8E3B2-48A5-B6C3-1135-2F92F82A01C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E3229A-61F3-D746-E95E-57FD5CC633B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48993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BA6A8-AA65-08FB-4F75-69329303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35B2A2-EF6F-41DB-7D9E-B7DB372E7F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Note that in the upper center block, 7 is in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3B4FA6A-299E-2543-9773-B677F527B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B0E3A8-DF4A-DD69-07EE-CC8D8029B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43D82F-6855-B34B-78B8-A8BCCDAB4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09BF91-B47B-33DE-9200-3AC36F32BC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2DB186-16BB-54A3-1053-875D54C18EF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FB27A-57B4-461A-E73E-D585723B339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76403-B288-1D1E-F2ED-3DEF66DD044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2BC08-94A2-9BAC-AC97-F91C785E899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D62A1-E053-E05E-EAB5-C296F949C29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737574-E6F8-2F26-E355-791BDE8B801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03D59-3A43-B1F1-762D-3E66E8152AE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9FE17B-06C6-E58D-D145-053D153C0B9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A8B4AB-EBE8-A1BC-667B-FDC40D592A8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04CDF8-BF72-3C06-49DB-D1205C86B85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D2EE77-8672-5452-3F3D-0BFB759128C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586754-77AE-E8CF-FCFB-AC6E0A9AFC8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1F733-AA42-B3C7-9258-4369C39A89B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A6B537-FDB9-D429-06E8-E573EB19470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CA3DF8-216A-11ED-4053-BC935921101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C6363D-79FC-59EA-0E4B-AF61179F8B8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949032-C173-DB57-574A-8959D056909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77E15E-A003-1723-49BC-602E9D15D1A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EFC6D0-7269-F977-186D-A53C2D06E51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5FA130-8765-482B-A529-5DEDE8D53F7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D12D73-23B3-A2C9-6EB5-303621A6558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230AAD-F301-B603-A7AB-ED5E5549D14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E369BD-96DE-09F1-3732-55C09F41CDB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E0C311-625E-F7EA-3C3B-30FF4044626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A64758-0ABA-7AE3-0DAF-B77DE97000E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C80D96-A242-4659-7223-E6BEC6B4E30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C0B8B4-5511-9787-DDDA-9C24A3B2E86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CC98AE-512C-800C-AA7C-50B603FF796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E249C0-E157-4D3E-8FC7-A8FCB10EC3A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4E7361-385C-8E09-A9BB-606E07CEB68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4659A5-39E1-BE39-4B27-1B288E4CF4A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DB3D84-9CA8-0DE9-5E35-05E19EA9CBB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80C247-D80F-1BA5-F67B-34CFEE83267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243E5D-E5B9-CCAA-F8B3-9108480490D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D50D14-41AA-5114-C8E5-9268D08507C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C72CF6-93FD-C843-CC32-11D75392776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032E82-5049-EB3C-D854-E5CD8FC4DD5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8791F6-7340-B97C-3398-EAEB2EB1EC3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07ABEE-765E-A516-5F6B-54CCD87B2EB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4B3FA4-C1CC-2DB9-C9F2-2AE37DE0FFC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F424CB-5728-396F-1C95-34872A8AAAB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FEF27B-AA15-EC41-7CA4-2AFB61B4E93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37378E-E3B9-C792-2E7D-5220C0FEFDB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83EF33-B563-AEAF-EBCA-A1797662171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BC43E7-3BC2-346E-6894-8D4C6855BCE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EE9935-2AE1-EC3E-C3EB-7E57CA28C93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6068D3-5F88-0F03-E516-FD35496C556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0077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FC52-638B-4369-2936-208E9208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792CFA-CFA7-3CD0-91ED-13AAA378CA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remaining possibility for 2 and 4 in the [39 in 8].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EBEEAA0-0959-1A03-1946-9267D36AA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39710FB-80C7-C1C8-53AC-07A56BA3C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8476FA-5538-FE2B-2DF7-287476560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6325267-3C4D-4C13-0A20-76CC8A09F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F04B2C-DF57-CC37-65CC-DB7840B97BA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76DC0C-45D9-6E6D-97CC-16CC265B0D2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C90F66-37B4-0462-FE0A-696B684997A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BBFC5C-0EB5-BFE3-EEF9-FA398AF3841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B4C29-DBD8-9D9B-A67E-5978C623E44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4F448C-20D4-836D-A643-02E2A40007F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90404-DBA8-4EBD-FA72-38216986A41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879138-3F1C-D97F-435E-42BD6E82BB2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83C777-FA5B-473B-82EA-70BC2A1B285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DE8A5-0BAA-350A-267D-9E37A22E4E5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1073BD-C197-CA19-AD9B-F867EC17C31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B7C548-41E6-8810-85E6-51AD4054E53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022A6F-4F21-5B35-3623-171576935D5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623A9E-0FE8-6C1B-289B-BB96B2259BB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967D68-7971-B781-059A-CF078199F3E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C4D1C1-FD2C-98E9-2975-06C7E80D6A2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B0EB49-4EE8-B219-8747-6574406C1E1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95CF66-2303-5A82-7FB8-CEEAFB26758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8C4BA8-ED72-D75C-EE71-849A2C37094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E9B29A-41E2-7437-F48C-FF9D2580EE8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1899CA-A469-178C-F330-AB641FEC6D5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AEFFFB-5447-46A4-4C3A-F742ED4CFDC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24FC3C-B3E5-9D38-396D-D375B0D12B9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FFBCB0-4496-84F5-9AB0-D8DC1E7230A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58DDB3-CE45-52D5-E862-892F51434A1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25F894-0619-2905-9AD8-E91939A7E0F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C5091F-DAF7-6831-9E96-38EF738162F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BBA0C4-1D24-1818-6EB7-8D61F562433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A7DF80-1AC0-D34F-4452-6982A750DE9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77F7BB-4A99-35E5-6569-16189962085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FE8534-AB81-2CB6-1F09-58F5CAB4C08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2451CD-29FB-0597-FBFC-D703632FE5F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9EEFF9-1304-AA95-C23D-B7531AEFBFA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37E324-1238-5668-2AC6-1992AB7B739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0CA504-6491-169C-ED05-BFCE51DCEF3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A36C9A-9E2C-C683-491F-53866A9CD75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97673A-E055-B1A2-743C-68D2564F41A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4F1848-BD49-750E-379C-ED7681BFFC2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584DEE-5D95-3684-A044-794E8AA5305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83CE97-4AEC-F598-6211-039904A401F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D6D1FF-A958-DEF6-6E90-FFE4949EE5E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D98647-EFC1-E970-CED3-2C43032B69D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B72F2F-6B84-F095-9BF2-54A415FA1D4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E23DE3-A0B5-3EBF-1C5D-74B3907DC54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AA89FF-76BC-6A2B-DE1D-91B058E38F7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2E6F58-4194-8ED8-94A9-2C54F5CF769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549A01-63A6-52DA-8CB4-6A049C6A17D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32240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AD27F-AEA7-79DC-C03B-4B23B8E45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BEC513-1032-21AE-6E57-C176A35EC4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DDB912-BD4A-6196-9C69-AEA7E49C0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7B6C56-9BE6-8F32-5AA2-3B7D20A98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91B9222-AA8B-F55F-53D8-EB049CC36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A2A51F-F197-0A0E-E4AC-2202D25E76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DE8091-B6D2-563B-8C66-D56A6D1145F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DA95D-B749-B900-ED98-EFDDD82ED5C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C8C3E-EAB6-D208-0047-75DFD388697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8EEC3B-BF85-B3E3-FA3D-69182503A46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1F49BC-7A45-2E8D-D147-3AA65DCCFA3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7B22E-31CF-FDC0-EEC7-C54F39093BF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ECDBDC-F0A2-19FC-AA1F-EA044D257B2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0F3EEA-FD8F-CBF0-1BF1-F445B151400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D0FAB5-B413-76A2-5409-1BD37CD5C2D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5E72FF-3CAB-98EA-700C-D480089525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149105-D02D-5DC9-7169-704F1EF044D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B72EA8-5D2D-D745-D31A-DB0CD1C4F44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F0DE39-8AB5-35C6-96F7-1EAB3F5E94D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B8906B-F324-5F6B-F4EC-98469764BC9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EE0FCF-C90A-6262-4534-457FBB3930B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C6036F-C41D-031E-2777-612C910FB41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F32EF1-C363-7C42-402E-DB7529651BD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55E52A-9128-131F-904E-DBB5120E78E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75539B-5FC0-EFEB-A119-EC4DDC488AC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1516C6-85F1-54A0-7953-076B3C713B2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461B45-5EAB-BE24-4E5B-EE489B3D15A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8859E7-5398-4BB3-B6F8-196FD2B42C6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1DBAED-518E-7D08-8557-934B5AFAFA1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4C80D6-EA1B-7E21-B013-54303D3CF70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EE1367-74EA-CF72-905C-F40AE74569F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6EF603-279A-E36D-21E2-A745D4B3F24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807AAE-B97E-A5A0-B036-D344ED823F5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5FB76B-A84F-6F4C-97C7-1B1DF038FAE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BC00A2-5DBD-9260-BFF8-C14462222C5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8BAA4E-BBC6-FBB9-329C-11A2AACCBE4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DFE294-7F71-9B9F-C2F8-72D7F211C46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1CFE1C-C7C5-FFD6-42FE-508AAAB3A81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B373A7-949C-7115-F212-4B73A833482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C41A5A-31CE-6AFD-4CF0-BD9A00AC125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1E8C73-F0B5-27A0-B07C-8A9F0427FBB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41B480-ACCE-18AA-C495-CE444A98612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4807DC-4CB3-BEAD-D5D3-6124BBA4587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E804AF-04C3-A9D0-F0B6-D394EA23444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DE422F-A9EF-7E0B-4E49-DF444414968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B76A78-7F67-76F7-D48A-B1A80BC1137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E37754-72D4-F057-0AEC-4277397AC30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E30FB7-1B74-4F15-545A-BD86BB10B5B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960990-8B51-9F57-14A5-C9FB85FDDCB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EE925F-B493-911C-CF1F-35E2607ADAE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31D286-BC23-712E-D6D5-3B7F84CE6C8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D4A7C6-19C2-1BDF-6030-7F211191E83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E7AE94-75A4-B76C-3475-07373BF3FAB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9806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E2B22-1469-6ABC-816C-C2171BFA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8BFB87-2C73-4013-183A-7B4D3580B5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bottom right [39 in 8], noting that [22 in 3] must contain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F89F84-6E75-7FFF-E243-15AAF87FD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83407A-2067-B951-4B9F-5A1F18E28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6689697-F614-BD43-4D6A-1CB1FE657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2F4E1F4-FFCD-9667-BD1F-B96B0C73AA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69F6B3-F840-2A3B-7E83-57E0A0347E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5985E-E585-3973-ACC9-A3C9AB10DE2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A1692-C6C5-3AD1-44D4-3C44CA8E05D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D7A00-8367-91F5-600A-31A7FA7C0A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F121C-498E-4FA0-CA3E-7DEE9720A7B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9D2300-1097-559E-B8BC-A43614C778A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4416DC-9D55-F22C-B5E8-F8B79DA9821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05982-8FAA-1F85-CA7A-8234BD00A6E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4DCF7-8710-CF14-8DC8-98498EB14E3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C273B-87B6-7E30-D0B1-E096B31F7AB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6E6857-37CE-39F8-F422-1A1D2F9D7FF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6546A9-BEE1-CB20-E8CB-5E819E4CE1A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309F09-AEA2-9AA7-31F0-894092168A9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135FDC-8AC0-76C5-A833-E0DC4AD2A15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96984D-F78A-3438-F55D-66604A0E80C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88927B-677E-2CA2-A4AA-1E0DC172BF6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F41BBC-01AB-8FF7-B841-27D7B2A7C8B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29AC73-9046-6E91-816D-30F643071A4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FD4B0-D0B4-99F3-CDB0-2AB954631CE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5A21FB-CC71-A097-4021-ED0A91AD3B2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25E2D2-3D51-BBD5-B901-9BD3B8EF19B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E0F9D3-D10B-65D2-898E-125CE59E42A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8FCBC2-9883-441D-D2F7-02C0284EEB7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DA935E-EDD9-28F2-FF1D-BF2F5C9E6ED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6AFD4D-D23E-4034-F79A-59816DDDD7B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3472ED-50B0-8F9C-0046-F34C86A033D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605DB4-C709-FEF7-D13D-A5CB3B38A4A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1E8097-4329-4BDD-B94C-1C4D22000B3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34E75A-9DB9-4A4F-16BA-916B32E2651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B60590-EFD9-2EDD-BE5E-EE09B23C11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36F71A-2724-5084-3B02-88B13F47629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474815-A003-AC3E-8F85-9B02D8995E3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F991EA-4844-7E91-85D8-D20541D4052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33AA93-EBCB-4875-6B5F-0F40B63EF02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35CC95-40A9-A81B-7008-E7A2077BEB8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D13AF0-B723-1D55-2268-B280BF64DDD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3DD46C-02E7-F1D0-39AF-D7E971AB71E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804B4C-480F-8069-9196-52B4DC95792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CB9A5D-12B8-D62D-170E-7161666DCE4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2090DC-3B44-18BD-95ED-A8625A1320E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384035-C86D-0506-3F35-6C30722A80E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78C4E0-D88F-6736-DFCF-8C591881BE7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5760CE-FF4B-0721-97DA-827484C38FD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09FFC5-8B06-280B-4BCA-E072FEF28E8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EBD997-60ED-4E29-E105-B046AB47BA6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73E2BA-4907-D388-C469-D9F197F495E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88AA2C-FF91-41C9-8917-9DC28161A2F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8DE8B0-7136-54E4-461E-E1317CE97AB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8D20A7-CA4B-C9C3-E952-1E265241F95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F8DA9A-A480-A7E7-0040-C14368FF55D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5426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AC21-15F9-7007-5623-B8467F3B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3602DC-E428-3C19-DF6D-84719D8A6D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Row 9 portion of this [39 in 8] contains the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582CBF9-5FC5-4634-628A-5666EB457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9C3B04-6E6D-128D-114C-CC4A672D7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B9C123-904C-D598-20AB-FD0126D2A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586D077-DCD9-88C3-534A-BA2D9867E6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7419BA-F9FA-6A36-2B33-FEF7BFAE7D5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E23BDE-352B-945B-E13F-4779254A860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2A2BE5-BD1D-D6DA-19FC-E1175EB9077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7A188A-8A6D-C045-1F73-A0B516CE611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ED25A-0426-1592-0D18-1B9320DDAA9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5D73CB-50FE-78D3-3EA5-BA77A6A3D31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B3A03-4EBD-986D-99EF-3BF1FF2EB0E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145AF-0A79-FC6E-E5C5-CA3A6CA86F4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453FE-A658-B30F-8A07-D27AA3D4B25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D7E6F0-97A4-F627-B46C-31095103A6A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5135CA-E5EB-B251-0780-31597BA89F5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7D2F50-01B6-7F01-3EEE-96F4B3EC963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15A0CF-C1C2-85D8-BC9B-A27B48CE9EF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318359-2C93-04F8-1852-D9A82305120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718D13-3556-6C5E-9227-EBD8A2BDB41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02B957-E593-6CA6-81D8-72BFD752759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322D71-EE85-524F-20F1-E8E8BDE1762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3EE50C-69B7-1DB2-0631-8A5EAB537DA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497683-55C6-6309-2281-4C002E0BFCB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450882-ABC6-98D8-82DF-0D8BEBC5676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AE7C71-B2B3-86C0-384D-92A6590ED97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6D0DA1-4FF7-AAD0-27B6-38E8B21A21C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9B5A09-4F3E-8713-3625-539D9A13F74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F4A858-D15A-E8A3-DE3A-4A534F7E7B8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0848D-8BDF-AAB9-2788-866436968AC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18C55D-D052-89E4-C57B-E1D78C4C7CF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C876E7-4DB5-404C-A215-D47CA0138F3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669452-74AA-BC72-9A69-DE62B0525F7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2E77B5-BAD3-647C-B365-D8B7425228F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1612C4-3968-21C9-1BFE-F4665A5E4E6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C0AE34-6860-FDEC-F8B1-6D6EE0F71AE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71B9C1-67BA-CC61-FAB1-7F9B3373123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741B25-D524-74EA-447C-79F38A93471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768360-61AC-9EED-88DF-CF508C2DE9C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6EE684-4A63-BD5E-950B-5FB08B9FD3B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79F64D-EA42-4415-7C6C-ECAA2D13463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42BAC-BA49-CDAE-7260-922873ADE86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B6A13E-3BC4-99D0-6EC2-D593EA9049E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023F0C-2037-319D-1CEC-D46A545B7AA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643E4B-C175-96EA-DAFD-0E36F582722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496883-75C8-BF48-0C2E-4E17E4943B6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0EC107-6767-D3C6-0408-C8618E19982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E1BDFA-A730-4588-5BAC-5BD8D7A0A88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68E58C-5448-694C-8719-42A9B6A4282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4F09C3-7174-E4CC-3F28-68E8CA3F394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6181B3-642B-F133-6B27-B83C6C4C9A1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FDEDB1-8A2C-E307-1A17-829CB9B003A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239878-C340-223A-CF2C-8D644A9E219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734315-549B-C390-ED51-54394079E47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9FB0D0-7CC5-338D-B603-8AD805995E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01523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2D2D4-8119-DF25-CC98-50A06A4D2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ED213B-5D93-27C9-696D-CD0550130C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[12 in 2]. Remember, 7 is in Row 9 of this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C14D63-A940-74AF-0F11-1FD9AC39E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28B611-4803-55F3-543C-B126098C4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93B672-46E1-D2B4-5ED5-E2942CAD4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1EA4E02-A7D0-D85C-A593-AAC34C928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2A251E-8411-7DFA-E371-D647671A85D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F3825-79C2-9014-5F04-C7F6AF648A3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DA5D1-46CC-F831-22F3-AFB39E64519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8A6367-F557-8E59-89EE-3C8EE067D6C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4C7C93-FEDE-D949-F31E-8A84623D4AD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67B7F-5A1D-5EC1-C7D7-D1EA66365ED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2B2845-F5BB-B1C8-AADD-5224DE2F6E6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46189F-1FBF-BFB0-45C9-C3D783E1D47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CBD45A-F91B-AA3A-78DB-0CEFF8C45E4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F9B95B-7B02-EA45-9B5C-CF1B0D3FA7D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678E74-30F9-AC13-EC72-6D0E1108400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E7AE7D-EE0E-2CF2-3327-78E72FE6725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730370-920B-B6E1-B641-E4B5EAC61E0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1C89B7-3A87-C519-46B4-CFF33FB07D6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7D6441-3339-32BD-1349-E9F215D5F48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1F8425-1CF1-D9B2-7AF7-855282E83F0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25DC15-5229-306B-0D52-F915836B3DD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AE45EB-76B0-374A-2E17-A5AA9B34AC6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8F810A-6C85-0729-6EDB-7DB01156AA9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F299F9-9AC1-7827-32CE-686404031CE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2D7A40-E73F-1865-97B0-9620DE52FE3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E004F8-FCBC-C5FD-C5E9-2B4FAB9714E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554E4B-9B2B-8A18-E189-2C154E17205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B7C89E-CA53-2AB4-CF95-94548D5526A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2E173D-D721-0FA7-537D-7AED7AACDFA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27FED7-7B10-BD3B-73E4-B0AC0689362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EEA34B-90F7-A855-69B7-1E4A1B22FBF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C51CF8-2CA5-3BED-E8EB-E7B500C6AC5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C2A726-8A94-9A4D-5801-5A2CB0E6E79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CE8795-57F1-F848-66E6-76535BE6B63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811382-03BB-9CF4-1F31-0430A5D8D25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A4566B-B1FC-F2ED-A833-C16C4A8A743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B37BBD-EE45-1B35-DD14-7716737A225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D90419-4574-85E4-7962-B3D9EBE56B7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B12F7E-577B-CEE2-C882-B858F695D00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5B0566-9D1E-DF58-ED72-76A5957C315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13C22B-B523-4C3D-2006-A9A9466D397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E97DE1-2B06-3DB8-F4F8-A3FD2AA0EB4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8802DD-37E9-9549-B88C-E22F46C3876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A31BEF-1692-A7D0-5594-C7A3E6014DF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F099F1-AD57-A2AA-BC71-51BED27FE32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BE0C0A-1F7B-CB31-201F-971947A086E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2030FC-7A2E-A4A5-AFDC-B769A78CB3A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5E7027-695E-F929-8A76-9EA3AF7CE60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993A3C-0EA1-2004-9A7C-E1CA7AEB60C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23B065-BE33-94B0-8240-F1E4C5A02CF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1338A5-1F99-253A-8737-A6E604F1D67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431DDF-0F5D-8899-D114-7FE2849F20A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AE2F28-C6EB-506C-7E75-37348AFB1E5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BFCE9D8-8793-DA2F-723F-59BF88BBC64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543ADE-C79E-DCCD-CF67-DEC1962D1D7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C84874-8462-7D37-455D-562F480FF5A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16266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174A9-E46D-5C88-4947-2FB299A8A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40AB15-F69B-FDD5-FBD8-534B72E55F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lower right block, the 1 must be in the [9 in 3]. Therefore, the remaining possibilities for the [9 in 3] are 126 and 135.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CEFC11A-298D-5B21-D586-753A81D8A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07A0A8-0179-4EC2-610D-8D856ECBF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38DD39-A10B-38C0-9656-0351CAB96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BC4F4C-D404-31C3-35F2-390F29907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D29C3B-FD56-5A15-86E5-B6AA1E7C283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DD157-70A4-BBC5-948D-4158BE07EA3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793E-C7B9-67F5-608E-5ACC46C10D6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08461-14A4-BA90-AEC7-BCFBC5E591C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D9CD3-D418-320A-F579-378F72C7E2B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5507C-35FF-01CC-6DFD-B7BA5C620CB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5FBDC-DD38-679C-A17E-1360A542BB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600481-4D17-35E8-5D6E-15DB3C47291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119C70-8D8B-8A4B-3567-FB93A788D9A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7B0F7-7EF2-9E3F-6860-9CE8C50301F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4BD2FD-1A25-275F-42D1-6D905DB50C6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A4AF6C-D859-0293-D4E7-68BFA30717E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C6585D-61AD-DD91-830E-5F5C79E921A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D10270-19AA-8749-53F1-5C0D4BB25BB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FEB92A-3C7A-B22C-8922-A7D9CA31034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E626B5-BAB6-24CE-7165-56BA99E72C8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05D034-CA31-3C94-18DC-0D39E8C05B9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4CAEC7-FC70-7625-F5D6-177B6BC489E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5EFE24-24E2-B6D6-D4DD-FD63F988F70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CB6C32-5A49-B7AF-A747-DFE2F0CFC31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0F95F1-2ABD-22A6-0AC2-08B65341652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F26736-EC2E-B4B1-1F88-9EF000F5DD4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863C4C-81BA-8846-720A-0ACA687C09D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84DA64-6EAB-B934-C5B9-52350F29F82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E9EB79-7C4F-6DA4-EC11-4715911FED2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9D044E-D7E5-7E07-3424-65DB1BC946D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820A62-8453-B248-CA88-8C806E3E752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95CC4F-E45F-6A82-B72B-ACC24DCA582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CE4592-7BBF-AFE7-5DC4-8F1D0C38A5E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A006F8-2DC0-7F65-2AA8-26C9871E8CE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5FBD6D-8C50-A11C-8791-00F33FD13CD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B3D22F-FA4A-BC3F-BC10-CD488A13246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78781F-5DF5-9F1D-D262-45C65F87337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203C26-618F-E58F-22B0-053DAE8B76E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556944-2CE3-448B-91CB-C88910AF0A9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2041EE-5DCD-E505-A4BE-E866F1782D0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84CE48-3F39-A5E5-600B-57C320DD369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FA4044-6836-DC81-85C8-37E9D9D3B84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90F196-B8F3-93C2-D9DE-6CDC8CBD43E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C2C8FC-DA3D-773F-7604-1CC018AEBB3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8A393C-B561-A9D9-3C82-551ECFBD89C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FA9018-6894-3299-6C8F-CCCFA8AF070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4E6BD7-BE62-E6FC-C175-C1DFE4DD9B4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FB920D-886B-AAE5-82BE-03E0A1EDB32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9315DD-B891-5ABE-752D-5A2A4566E2A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93D00C-E4F4-94B5-771B-E5AB9F4E723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6CEE07-E293-5E21-F7F2-B5400CB8DA3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808240-875C-6F10-E6C4-B5EEF5B0214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1D54E9-3936-6799-4EA4-C691373480B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9789C8-6827-40D7-9D65-58C5A9140DE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3FDD37-3FB7-3A7E-B89A-86C36F6F9F8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EDDB88-F048-5B15-4F48-D86BB96756B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2813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165F-B874-9FCF-BD7C-392ACA56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07EF5-A406-6C43-73BF-2AB19F7271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lower right block, the 4 must be in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49ADCE-F049-8D37-F86E-0C643A110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221FCC-7949-0F22-4A33-178034689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008B9CC-332E-61F6-D357-EDDCE0175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9699B86-4F55-E9FA-1D31-6A740DFA69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6BA3AF-2976-39B5-B0CB-09B7B892001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33D489-9E7A-10BB-C387-D224145FBE6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C6988F-F21D-E3BD-28DC-E69494C516C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0DD25-CCA1-2BAB-B48C-1769769E19E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E414D2-7C6F-67D6-5E7F-931AD7DAF86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F9C73F-B9BE-0984-2B1E-94C4FCA9594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103953-AF7B-3B80-0B6B-651A029E78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776730-56CB-EC60-14E7-6ADE488C70D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51081D-8F9B-6553-6AB1-17C55EDF20C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8CF5F2-1B7E-1D51-C2E6-FE1D6DF3086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6EFE06-6219-02D6-9923-E41225BC1E8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D129C7-F2E1-793C-5DD9-4E0FD0BBF47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4CCC3B-6C4C-DC16-C3F0-0838494F894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D616B6-A696-36B9-71DE-4C595FB7FF9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7D84F9-50AB-B71C-F753-E8DC9B09446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3DA6D0-BAC9-988C-B492-3DB4FFD7020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D79F0D-A4D3-5799-3231-EFC54ECD9E3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F3774A-1241-236F-0C9B-A90F9FB3E2F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CEB751-7BD5-4ECE-B69E-0532AE36B32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9279E3-A739-F02D-D0F0-67F2C7DB8C2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B9309F-EFAE-BE42-A817-5B950BDB1CD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48F9D9-3BCD-1473-BB64-86056B64A4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E0039F-6D1C-ED95-DDBC-531CE69250A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49867-8A57-2713-4CA0-080AF573499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EDEF23-08AA-A094-E4F1-1C33E968C5E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5D1860-53E7-3F90-ADD1-C455B7C3B01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86EEF5-D435-5EFC-9F9B-925DA4005A2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C90284-35DA-E9BE-4110-B7E0FFA00EB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C1CD8D-26B2-3488-B5FE-7A85A21CBDE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756F22-6CE9-45C9-4288-6AC0A062507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BC003E-9AAD-CEAC-B85D-7A66D872889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075A4B-1711-6C61-A5A8-793E5AC4814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F393A8-9429-CBAD-3237-91E9733EDC2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E22C0A-DCD1-AEF4-0EC5-9AA52C32951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763724-1CB8-ADDF-C118-FCB505AC18F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CB9C00-7F29-6182-316E-00EB55BBABE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B75292-2FEA-4B35-40C3-A708299B34D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7BFD9C-700F-5AA5-D8B6-3579B9F7266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92580C-21BF-BF5F-6A89-D1EDA676ABA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6AB29C-886C-AF3E-AC83-C7E711B70A2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189284-4009-097C-2184-9299839B100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F82A38-9A87-B4F5-262B-BB210670835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DADD61-52A5-8B98-D9D4-7CB91EECD96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F36124-1F2E-386F-A464-666219606F6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D063E4-C81C-F824-F5B1-885B3F4E48E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582B13-FB5C-1C63-5298-58B2E5C7A47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495B3F-AED2-F514-0F6C-3DC9B80CCA0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F38389-A444-41D9-3E92-41CAAE52E6F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3D1E6E-FC67-4B86-6080-3199FA0895D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84A7D7-2711-D96A-F075-6F49C347C53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5DC070-6858-BEC8-3307-B3921C591B7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1C1060-C7F2-59DC-0F31-DFA6AA750FD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61754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B9C08-7A89-A010-FCE3-C24E9A01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BC03B7-5AE3-551E-FDB7-D7FB47A27F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53EC28-2CFD-3488-02B6-745361B9B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9DC2B0-5E9D-4BAB-0AFE-4AEE6A7FF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A64234-1045-A76E-E78E-C92E2531C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731335-305F-1881-F9F0-F90A95019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AC9426-4FA1-FBFC-F0AE-9DC615DCF22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991FC-5606-D328-4028-3948F4C04C6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B952D-7B04-326F-1EAB-716D7CC0522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66249-5D80-A2F3-6E6E-7EA571F6594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E67182-148F-2620-7063-9456B4DA0B6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3DA491-D6FF-9E04-8EC3-3BAD2056ABA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478791-D53C-50C4-82CB-52FD198C612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10FC97-C035-A549-5886-879488865CD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8DB5AD-F0EF-C36C-711C-074ECC51FDF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8A484B-0CEC-39FD-BA86-70C1D40CB2D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A05D71-5185-010E-54E7-6A29DDEC6CD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EACD41-5386-7A1E-5BCE-C77EE2F2215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F8BC65-A4AC-7306-3B69-85C3A830242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A41935-76E0-E36C-21E6-6A5A5BE1318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622B51-17B6-662E-010F-44EEF461CAF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0263C6-A834-41D2-862A-807E5EFDD46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E950A4-EBE2-562C-69B6-EE6D2B81F4B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3B8FBE-493A-18F1-4910-A7B15B60988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B2590E-8615-B484-CCD2-DA69D18C004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2F2473-80B8-39F4-7998-5B9DEEF2350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E27DAB-8EBE-EA0C-5C89-EEA7D860B74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5A7FCA-0D4F-1855-D220-1E35E29E77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662E7D-FA7D-41AE-D9F8-9180298699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E90C42-7F22-0AFB-6EC7-3BC1992F45E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3DC25C-52AD-22B8-4F66-423BD5D3407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229934-6326-F00B-EF7F-36549BA01F3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183939-0C5D-102D-C684-787491D227C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45BEA4-82B8-B9C9-D5CA-3D90045DDF7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731A41-5C30-E051-7FA0-02E82CC2419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88C390-01ED-F64F-11FA-37A427E5ADC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D62BDC-7D38-1737-3958-6DED7251A0D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F9F083-22CD-AF99-2EDB-C5C391D3A0C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72F4C9-BA11-B152-1F6D-321B0E63ADF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2EFF49-AA2F-00B9-E20F-71E90163FBE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5BB3AC-52A4-DCE2-36E7-CF8EB1C7801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5E97A9-8054-07C4-880E-4B214A73C0A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8A705D-A3EF-891C-B874-B239D9D46CA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178B03-DCFC-876F-E1E7-6D4AD5841BA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32F121-D1CD-404F-2E60-705FF8C7263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53DF36-9D51-EE43-D657-649E38E3E75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794E16-7110-5834-8B8C-AC734E67937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517F63-E5C5-0524-0E4D-F2492B7C88C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D7917B-E85E-AA75-19E2-0E5930F324D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642A12-141C-9C2E-B786-26488DCB3C2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8739C0-FC52-A51C-D007-74793B5AC44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CDCF6B-CAC0-C559-A6B7-A6196956D84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A68C48-3488-CED9-0F09-076C1598223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DE88FB-986A-A413-67A7-7A28B67C6AE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D38537-7627-33FE-11B5-5FA9A968282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04E275-E85E-AAB2-DDC4-D89436972F9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0F3922-31F2-B441-FE9B-55752592C71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42DFFE-8CD4-3CFA-51A0-039ECBCC1B6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F3087E-704A-C167-07C5-9389E2761FAB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2345689</a:t>
            </a:r>
          </a:p>
        </p:txBody>
      </p:sp>
    </p:spTree>
    <p:extLst>
      <p:ext uri="{BB962C8B-B14F-4D97-AF65-F5344CB8AC3E}">
        <p14:creationId xmlns:p14="http://schemas.microsoft.com/office/powerpoint/2010/main" val="171609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25359-537E-BE89-B7BD-F8124475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B42657-B4FA-8E9B-E178-4BBED817C9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right block.  Remember, [22 in 3] contains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D782BCA-AEB2-BB72-0414-C9FFB7CC7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9E47E6-6DA9-C2BC-F36B-04160FD5B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97AFEE-F8A9-D84F-ED6D-1E8B7DDA18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FD7A7A-FF22-D40F-A1BD-8086310EF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7DB287-1259-6E4D-DC0F-B3391E6D3D6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4651A-986C-3732-4D9E-FBE57650DC4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60227-B930-2334-0A73-C860F0B1DBE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D1E004-123B-5F87-D125-9323DFAA61F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2B6FD0-B0FC-9652-53EE-067720A9C9C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DB117A-B028-7571-5514-A9A74E7C133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83E41-4A3B-928D-ADB5-E572E98A948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188507-C723-F8E7-BBCA-66C5B1EB6E1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A92D3B-D113-2917-8632-07264CEAE8E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81590F-C3CE-5FE5-3BE5-61ADC850848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86B489-4984-B12D-25EE-F1C0E4DCD7C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9F3E94-428E-FCA7-E84C-951EF27474C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DB7028-B666-3630-42D9-374B792A07E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186C86-21E7-BEE8-A5CF-4610B9C478B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FC79A1-6762-34F6-BA54-E1DA67EB087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0B7840-69DB-AB6F-2BA3-A7A5B559217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B0DA80-39AA-13FD-EB04-715F8BBA9D2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A42336-DBDA-5D35-19D2-A191F50B472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30B2B3-E6E0-FDB8-5D82-31E8B5A1BC3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963A09-2A23-D34C-F17C-F8387A7D115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02BCD7-CD76-DEAF-F498-F337857A08E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C7FCEC-6868-B078-161D-D7FA1A0E56A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0CDEB8-BA00-DA53-2BA2-697A856AFA1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E0C4E-F931-547A-F69A-743A1FB576E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AD5181-AACE-E3BC-688B-77E30BFB746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D6BB5A-125F-7687-7A19-D411383FB9A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6C5EEB-3E35-2DA9-BF6D-9448BD469A9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A21F82-EEA3-7ED6-769F-BE64CE5C9D0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30C1B8-C65F-DF8B-8CA2-7D36194CA0A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A89C36-ABD5-2743-1F91-74AAD4A0211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8F818E-BBAA-03F5-7452-63D903CC88B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255A32-4D30-493C-7F46-21BCCE1766D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F6F0E8-DA2D-6A1A-BD01-6BB9E8C2D8A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45BC22-8318-E980-2238-5D5BBE19D4F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6E5D6A-A5A1-CBF3-2674-97B7459A8CB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9FAFF6-D8B3-4496-7CF8-9B357ACE957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47D8F2-7EBE-017B-997E-3A455F18D40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7151E1-D494-3808-92DB-0C3E1923FA7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AA53CA-F402-2569-E197-407010B5F58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5B5B2F-CCFC-0ABB-F36E-4BAAF5404A9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C4654E-8CF4-42E1-13F5-0D258DFB3A8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188101-2F08-57E5-2187-9DF9F2D26FB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2C6ACC-5799-0CEE-37AA-E66A490E3B8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F7D7BF-7AF1-E124-AD2D-01C69FDE17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26716C-70D8-BE74-B1B5-772F59276AC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7532B6-53D2-041A-4EC8-22D60A62DEA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C61144-1748-F365-0412-091CD82C3D0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1A3728-3183-2B76-D727-407EE728471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CFF8F2-4D85-9DED-F0FB-4B05D1EC5BE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E9D7C2-9513-D04A-C576-C1E1A57133C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28288C-09BB-A7CC-305B-B31EE0D0F26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78F897-CFE7-D63E-452D-55F1CCCB266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E2975C-64DA-50F3-D7F3-9D38E7329D95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6B0760-C6AA-A6FB-F2E3-9954457C905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3C83BB-E1B9-553E-2707-95337A9E48E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D38C38-D2A4-9B4C-32E5-6B762512D03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3DE1C0-6C3C-77AD-B3A0-016FC79C82B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</p:spTree>
    <p:extLst>
      <p:ext uri="{BB962C8B-B14F-4D97-AF65-F5344CB8AC3E}">
        <p14:creationId xmlns:p14="http://schemas.microsoft.com/office/powerpoint/2010/main" val="2384479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402-7054-E2D3-12FB-E1A2D0B9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081AA4-6DF3-E627-6289-66846FBF83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upper right block, note quintet including 56789.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68293D-ED39-35BA-46E7-5A3121038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56CBBF-E7B8-D647-7345-AC637F978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72A149-F254-CDB8-7A0B-8E031F872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52EC31-4AD2-6CA8-2FD7-252F28B53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BDF8BE-0454-F755-A803-430D0D62C9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577F28-4E0F-329D-57A1-1492843192F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AD4B15-3E11-566B-9AAA-DE4C9F9ED63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10E6BE-99E3-7B17-DA79-FCF09B7C742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2181A2-D403-FD51-A090-9004B2A95C9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8D244A-ABAC-F15B-EB7D-9A0398A78B9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289DC1-913E-C996-4C0A-18DAFFC4E3D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8CE203-5B96-727D-0B58-20A37462E79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361373-FC53-E71B-7F34-7E76E67B48D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9FBC62-9171-9CD3-8E8C-10A5018E1A1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92BCA8-7430-1375-E098-AE931AA4EB8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1DCCD2-7033-16F7-FDEA-80D33B22ACF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851564-3D49-0688-1073-3CB13E0DA71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ED5997-49E1-6391-86DE-7916BECDD5A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0327BF-C340-893C-BF97-869D49B0EE3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25B3FF-708B-ECAA-6863-B1F00009F3B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D82695-9285-8CEB-50ED-230D0B8ADFB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ABF344-B510-1329-FF45-119F31B9CD6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C5839A-00A2-9FBD-1A81-CBA0E694AEF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17FC67-73B3-8FD0-778C-0E8F428A96F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A4F56E-B217-1D4F-9D72-436ACA960B3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60A0F9-FC4C-BD7C-D34B-502B2DE142A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98362A-0E4A-0CE5-E6ED-0CCF6A72D93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285606-245D-86CE-B26E-83F943BB7CA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22B24F-B145-27EC-1568-DF2EA3D32B5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112903-4CF9-8094-74B8-9CF15384459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C93B7C-C7E9-C1D4-654D-7A23407001B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3F82EF-764D-8A1A-7CB8-167F2E9F68B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63AA60-0EBC-8A74-70FD-747130DCF2D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AC1DDF-22EB-3206-D10D-355513554E6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69D872-4242-39BB-5798-D6C7DC0FCFF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D4472F-E780-5114-1BB6-BF56A5F876E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6DE0E7-5294-753A-A245-9E2A183A876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188D4E-80C6-2115-8BDA-2DBC4F832D4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D0D126-BB5C-7543-8E7B-0383C2E24C0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6D10EC-D2F8-C10F-2274-1692ED201C3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9360BD-FD7C-7221-AC5D-D5894CB693A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A463F7-C48F-BA4A-F58B-1BFDE93E41F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611207-AF7D-1CD1-3AD6-50FB905789E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EC2FB1-DD52-79F9-3BEB-D6E1A0861F4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C677D2-3DAE-A70F-0AD0-D695584CB17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FB64FA-DFB4-C42C-2341-61199E6F258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A59786-CED7-A729-53A8-EF44928D6BC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3653DB-1FBB-7EC7-0A17-DD1BE0C375F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3D6D36-AA92-52E4-BBB6-0FF0BE9CAE0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FD9825-ADF6-5948-123C-A7A5C694F72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DD4BBC-E89E-E7A4-0905-92FC00CC396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E90B79-E7D1-1CA2-0DDA-95D87BE8B90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40919E-AC0D-3979-B983-E7D0E555507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3E8FE3-31B8-B3D1-0040-006317762A0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97840A-1DEE-615E-83C2-359E7509A82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E0B6AA-E85F-46D1-ABFB-D1EBC0A5A8C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9CEA84-E418-B68A-9C60-074C4414889A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0FFF48-9B9E-C1BE-8057-25EEACA4857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B798FB-9AE8-6B6D-B909-75F1C91A1AB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53C66A-9A8E-648F-B0A0-22A335CAED9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26B75C-3E83-33D1-E600-3CFC6778283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750615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9BD53-8814-ED75-E9BB-DB58BEC49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98D3BA-55DD-761A-0F4C-1FBCCA19CF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right [39 in 8]. Note that 3 and 9 are in the Row 4 portion.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798E97-0CFE-5C5A-713B-3C4EA39B1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45C875-59DC-5F4D-B439-BB2DD706B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C0653E9-574C-B35F-3A7A-F8A934D3B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711017-2C34-E380-C827-F41D8BC0F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806D6B-0478-685E-1688-1C1C1BBF95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449B24-123B-9733-0D7C-33DE96A0126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028B5-EFE8-D0F0-1030-62DDF5F5787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81B5BA-0744-6C89-8F76-07633B225CC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2B1F11-DD36-04F7-229F-0DFA932471A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4CFB9-4507-B000-DA26-930F89688AE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3105C3-E8AB-3A58-3218-FED43F86F5E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34535-7DAB-7500-88C3-811173AAC00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FF2740-597C-B8B9-0D1E-614CFCE75E3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3CD708-E3A1-5F16-360E-3A0D6CD6A64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6F7E3A-16CB-D011-D0C8-308BE31C0E4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FC4189-868D-8261-D4E4-D3B17C91A36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ACB892-6FD9-0DDF-37C2-AD134C38C2A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F28928-1675-1855-1124-A771E83DA3C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AAFCC1-D2CA-2823-92A2-431E0EFEE51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B674D7-6906-0F14-C5AB-7E01D5D5E2E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61E418-4B8C-803D-38AE-2DEA86CED88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76ECC1-90A3-1DF0-9709-1F9DB701311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CBF3BC-E07B-F2B7-589D-2BA93AA1D3F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935A1E-6344-6BF7-4849-D018A74E175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739C9C-C8DA-EA74-DDFD-AF41006CA38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37BB4B-8BA6-0084-A7A3-C0334EAA0B9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F6C237-B065-4F68-1AD0-FD3AB93F65A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D97BEA-34ED-05AB-B348-7DD8B1A6AC5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82967B-399E-2ABF-4232-1CB55868FFB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8B5030-C523-2C61-C4EF-6BDC3551545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53A798-E689-06B2-8A64-A7B18E113BF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366B6E-811C-AE97-6833-623FD6234CC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51348D-BECB-CFFF-D432-1BABB0B3006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D283E8-C882-F59E-C171-87646CB7009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001B4D-26FB-88BE-B7B3-7CA0F4C64DA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85588B-0D90-F969-9A51-F3F74C62861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2F602C-2936-C1B4-8FF3-F13326F769E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5ADD28-DB00-1C43-F706-17D944671ED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9BA106-97E9-979A-94BD-0967E575667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B5642D-8341-5EC0-CFA6-4D4415C950B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B998F0-5903-D820-0188-285F97EB918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52AC0F-9D7E-DEDF-FBD7-7B636FE4C29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97BC55-918A-1E22-8E80-BAF9DD4F690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E388FC-608F-D3C5-B681-C1BD685BD68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4AEE77-FD8F-B0E3-7F2F-48A07C3124D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01F3E8-3124-726C-F49B-09A98B46069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60DF63-C19E-3C44-6424-39F8A8CB2B4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420532-4AAF-3E89-1E56-37103D78096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2C95D1-FD56-64E2-29D1-C8B77B2A861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0E81AD-AAE2-231E-F796-5FBC66ABC94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9C808A-5EC9-D55C-C5AE-016A639E534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20395D-0F19-B87F-90CA-0FE60BE3ECC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EA034C-5229-1142-4EC5-1CA71D768CF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A997D7-6258-5AFB-AB65-43A0CB85A6D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05CC2D-D8FB-6322-489D-2BD22404D30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F2FF8C-14BD-6F20-9CBF-25510947585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141758-62AC-2C10-C670-592CCBE92829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25D850-AB69-27F3-C61F-769F9B206BF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CBD4DC-CF36-6759-A741-7F21066FC29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746185-EFAD-6155-C2C0-9E345BAFB1F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0A1578-6CCA-1A97-DBA7-FB0B1BF3D3A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BB64E8-9493-A06B-2112-3E009BBA63B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FA1FBD-FCCD-F33E-6E61-515266A82DE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8E2653-5D29-BDD7-D2FA-A0DA1BB6775D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2345789</a:t>
            </a:r>
          </a:p>
        </p:txBody>
      </p:sp>
    </p:spTree>
    <p:extLst>
      <p:ext uri="{BB962C8B-B14F-4D97-AF65-F5344CB8AC3E}">
        <p14:creationId xmlns:p14="http://schemas.microsoft.com/office/powerpoint/2010/main" val="2902358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3F01C-1D42-EF64-6371-14696921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4C0BD6-D8BE-F4DA-BE3C-EFBA96800A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[19 in 3, no 1, 6] is 289, 379, or 478 (no 5 either). Since [8 in 3] is 125 or 134 it must contain a 2 or 4. Combined with the 24 cell in Row 5, no other cell in the row can contain a 2 or a 4.  [19 in 3] here must be 379.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DD0132-56AF-C7DD-6691-0431231CE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498625-B73F-DB67-C680-7B9F851B3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0DE5592-3D4E-4C12-E247-9D60C23CB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3489B88-074A-B539-D16E-A209B5827A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D4B46D-DB66-4F51-2519-C0909CC07AC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AA3D5-EDAA-5F9F-0948-1674632B5A9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61537-0064-71EE-F883-0DA71828BC3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443AA-CFDC-0F50-B29F-728DD4B294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60EC01-49E2-E6F2-B75E-7844991062A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778C8-5AE5-47FF-6D26-5E392386E41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593ED7-EE69-BECC-6126-31369274CFB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01B001-8A23-F388-D681-E7A96272DD3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4E1D57-03C0-55D8-581C-2B0D699A542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5A4F03-88FE-9F88-AD53-9E1CF6551ED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1EB62A-6126-B4F9-43CF-3B040146ABC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26B9C-29FF-7A5A-1DCE-713752EF37B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3D7D8A-A948-DD49-9AC2-D4F00980D25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DED554-25FB-60A4-B23C-B625E01BB95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3FE6DB-1998-8DA4-B5CD-144EFEEC704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AE3C4E-8C9C-4BC0-DD83-58A30FE006E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010CAF-C94F-CBA4-409B-5CE78573806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9D952F-7618-28FC-58E9-23EC8962C2E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0D226D-F5A1-67D7-6D93-A081DBC42C3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BC2D96-9235-CFE4-37D7-C7EDFAAFF10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5C60F4-338F-E3CF-9852-C7C7ADD3B25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8DABB4-8218-CA9F-45B7-7D2DEB1A2C6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4BE5ED-F2D0-3ACD-4AB9-AEE9FF157C1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CA7B69-7C32-7148-2572-319319F6B0A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3795B3-4A1B-449D-540B-D7303924A1B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9E1097-B7F9-9A91-468B-FB24CFC708D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942882-545D-24AE-0A2D-BFCA95B0025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EE149A-129F-37FB-B1AE-C0533148666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D5DCBE-3A30-BBC4-9CCC-304A46ACDFC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E4495F-C7FA-0E1C-0788-93228677355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D49E21-0D4D-D0EF-9D64-CDF54063366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F8050C-061E-4A4C-4BAC-8107D0E452E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9A4E4B-5851-543E-9278-11843917CD6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62938A-B3C1-6C13-9F8F-21EEDBF34CF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C6E779-092E-48A1-F247-234FA7ADC54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89B7E7-58FF-E065-10E8-BEC2B26E46C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490969-FDF5-40B5-A964-BD744BE61EC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7D5FB9-10E8-D711-D217-CAA2196547F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D44032-87D1-CA4D-DCCE-E3009A9EE53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EDBA54-0B98-B431-76CC-AFBA5741759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77DC53-1B34-D239-C225-ACAB31BD90D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073A29-93D2-7CC1-7C98-25743FAF46F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DD2D47-82CD-6999-2CA2-5EB852BFF23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D6D680-B57C-F76F-06AA-B08D24B9022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A8B7C0-FC98-6BB2-E2B5-0FB84598A00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43DC95-DFB8-4600-EAF7-25E64AB27CB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0206B4-101E-F1A7-36BD-CB65C5660DA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88026F-88D3-8E77-FEA2-FD231067015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04A719-0859-711A-4FA9-D1568FC8E3C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CB10CB-0D8B-BC18-9C7E-D8156D3A415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1DCD26-47EB-6637-CFA8-3DD653B3340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DB8130-1D43-9DDE-E5B9-2ED98070520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9D1B88-6B62-B38B-A681-AD93BE1F5ECA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94FC4A-0496-9673-DEAB-C34345FF10D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21845F-C386-4069-2766-0BEDFF0D111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21F758-537D-CDB3-D9E8-604A20E4519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49EEA3-111E-5681-FAB6-EEDD281F811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885F29-F7EF-2EF5-F906-80403AEB596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0787DC-192A-E926-FF72-60ABFA7EC57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63A470-AA95-380F-C405-38A9705E9607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54CC68-B020-6036-DD7E-387F9E0336C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DC390F-9EF4-D761-D2F7-EB70A0E1ACF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6858A0-3319-2C47-FF1B-4F0178D451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</p:spTree>
    <p:extLst>
      <p:ext uri="{BB962C8B-B14F-4D97-AF65-F5344CB8AC3E}">
        <p14:creationId xmlns:p14="http://schemas.microsoft.com/office/powerpoint/2010/main" val="1703441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2AB7-6E14-7F52-E091-BED37ADB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E5A00A-52D5-6BB2-041D-AFFF1F6AAA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8 in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50FF6C-8D36-64C4-C5CC-FA529084D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8EA36D-0CDB-8F54-515F-71A8A0B05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F2C1E0-45A1-06A3-5B0E-A4C0EC4ED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4118AC-2760-E4CC-D470-865269F79E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1F2212-3CDA-6366-7D33-FF48015F7F7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3892C-FB36-55A3-E4B0-152B70523BD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2BD88-8AE1-4035-AF06-A969C78AFDB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A9E2E2-45E1-473D-A705-B2AA0B89C79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68CB9D-3AAC-0949-3638-657226E881C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5F74A-CD77-322F-6B72-D7EEF577FC4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19F3AB-BF67-234B-CD74-67DBD0AA1D6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0A83D5-5EFC-C50E-E51F-609E6D4B2C4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19045C-0341-AD36-9A63-C55682FA3AD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8CCB49-1EE9-E06B-9E75-534955676B1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C03B1-E2A7-45E5-901C-D7E6E01051C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865A2C-5183-C23A-D813-7AC053B2C19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09CCC5-189B-5DFC-EB6B-623B6A6C68A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D791E0-A18B-E54A-AE10-2F73315849F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B1B2E2-253E-E936-0BF2-C3080755617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EB354D-4939-9CB8-F91E-09FCD6A6B01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E9BD05-F774-B1F7-826A-FFE037716AF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8C36A4-8453-9DAA-9754-E5EE61AAB9C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51681-0554-8F8B-CA26-11A1E8EADF5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274D0C-E0BD-ED91-4751-0CFBB7AD047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F227BE-9801-8CA4-29EA-CEACA182D3B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BEB9E0-7194-9DAC-0FF6-BFE6156B9A2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5E6702-193C-870C-C6B8-A5D9559D210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894A44-A93B-288C-CBD6-9AC76179653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A0AADE-E035-A2AF-85E4-4865785833A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2B47AE-1172-0B5F-3BB2-AD9C40F207A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3286E3-551D-2F8C-3656-88EE0730A92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C65B65-22C1-11E0-9717-24890F6938B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1749E4-A448-DBCC-2E7F-B414CB9F04E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A8B38-ECFA-A853-4726-4879CAFDEEB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717DA4-BFB4-6991-8117-6A6660849FD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B865F0-85C4-3716-0502-E35EF2A72C5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807C75-32F7-9BDE-708A-4541EC24580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DEE203-405A-EA41-8BB4-7957E215314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14EEE9-9662-F3F6-8AA5-9E6993095AE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70F167-AB35-7F30-0323-66B997B2ED3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9904F6-79FC-D007-7DEB-3B5FA9D14C2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858C39-A2E3-C2A3-1F81-6E795DD09F5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13609F-DD6A-BB33-4AC3-08D2F176D50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3A551F-524D-D7F2-E61C-564E9370A47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BFDAA5-C092-EC95-D42C-67EEE344148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E5CCEB-A4A7-6414-B9E7-D3BD44150AF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388E24-453D-4308-FD1F-22B86A767F0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20436E-C155-F76E-ACBC-4EF5F2198B6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52341-E668-AA40-09A5-092A7FDFFBE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7DEC07-0963-E3A1-AA04-C13A24C9569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4F7182-A49C-4C22-B3B6-B172319E61F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59343A-3885-D2AA-C497-29DF9D5991A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384DB7-72A2-B27F-9377-9A6BE48076B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52B2A3-1020-D902-4F0B-64135EA2877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F9432B-8075-32DD-71DA-5297D766C41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D6CD55-A30C-3969-B24B-861E2496E468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1C245D-56FB-C4DF-2B65-1F0B3064F43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D693C58-6044-E17E-0425-F18021855BA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51D5D4-12E4-44BD-289B-FF00CCF0574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9AEDBF-33AE-A312-FC68-279EDF295D1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A3C5021-6A38-0C04-F4AC-77378A0DD4A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3D47B0-0A72-1B43-7BF3-F34452B23DA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EAD131-991A-D6D8-9CBF-0C0046494C16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EA1021-BC79-C6B4-35BB-33C46797E7B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E6890A-21BE-5D77-7165-E6B8630B300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90C074-9FA6-A3BB-7AEA-79C64028115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F0D79F6-38FB-04B9-E37D-001ED0E8DBA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18061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3614-927B-45AF-8245-26DC89D69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1D1926-817F-2974-190E-3CC20FC265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Note that, in Row 5, the 379’s preclude [8 in 3] from being 134. It must be 125. (And besides, we need a 5 here.)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0CC482-1366-C932-8AE4-3A519072E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EA8CFB-D5B8-969F-F976-46AEBD91C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D670AA-0266-BDCE-DCB6-6B6C915529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C6A58B6-F2EA-7976-2CB0-50B4FF957E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474597-D60F-D166-4D85-E335F129B4D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44356-457E-514E-0002-089A92F69A7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98E86-4EB9-2DF8-7584-E8E03CCCBF4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32E72E-5DCE-BC38-C0E9-F78D165D43C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627FA8-E52C-D70D-D910-0AB06FE3A83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8BCC8-3CBC-8DF2-8C4A-4A06EBC5D04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A74336-00D8-2162-5EB7-C1FAD88F596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A20E17-C1F6-A1CF-7EF3-3FD8DE03D77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6463DA-6E49-927B-3BC6-C9C8D0349D8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8F17E3-6227-BE9E-4CFE-1A10EA3BE7F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CE683-3021-8E1B-DC36-7AFB53C3681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5F21C4-399D-56D8-1040-38A78A602C0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899F3A-C772-27E4-33C9-F19F559671A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B2E713-2836-796F-AB99-534EDF9825D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49EF88-E3C8-43CA-972B-19E241CB386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1EA704-6C6B-81E4-BCC8-9D1737754CC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AA610C-8F25-39A9-8074-98AD67A2CED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24C98B-71EC-1445-4B7D-F22A87D739D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BCFE82-F343-83BC-10FA-E857859735E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997E20-E676-F9A6-441D-9234BE088AE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13B6FC-209E-1423-7D62-7C41E8B9286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AC765E-8F75-B809-1311-166F77C9A51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911ABF-5D73-BD25-6657-918B32095A0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688FF9-5A6C-BB00-2F56-32AC0AAED52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D5989F-E593-7A8D-94C8-EE90F961158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19F2CC-D764-2176-5D84-0FB532F9158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BAB43E-46F4-C573-16D0-34FCFAFC9E6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4C851-8E01-4349-7232-FEC13843925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841FA1-AE67-45B5-2461-CFD986D52C3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4A0A1D-6761-8BB6-FF1B-2EADE97ECEE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AD3AB9-914D-89BD-47B2-EA74C395530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FCEB2E-1825-0940-A307-089996EB1FF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97614E-6834-735D-F626-7C292E9FF3C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1AA213-BBE5-47CC-2DC4-1EF6EE29FF5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80400A-F941-5335-6C66-3C95B986568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AD2485-5A3C-9602-6FF1-B93014E9B5F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A4BCB2-2644-4D20-8E4F-6B164725309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07E225-C8BE-E3F2-A149-74ABD03B440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59C716-2CE3-9BF4-EB9D-EC4C7556C34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8F2848-49A2-2D66-80B1-73D2EA85E88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596616-9D0A-944B-E809-4DA09B93EF7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C95245-41D9-E850-0785-F50534CCB72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DA4420-4AD2-FF32-D940-296380BE4FF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79386B-2FE6-38CB-A6D6-DCFFA8EB75D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500B9C-4C27-5BEA-6EBF-469A8262120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15E58E-74F5-D4E3-F33A-0B919566240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60E2F-FE11-82F0-B8D1-E249897B41B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84371B-32CD-B9F3-B489-A0B5FB15034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0A5BB4-D9D1-A6A9-8104-E8CFF32F962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11890C-CC3D-903E-A407-7D555FA6E8F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78C5F9-C439-84DD-59A3-4B1DEE461C4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7A6855-3F10-195E-148B-BF9835BFA42A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800354-E69A-84DC-F09A-6EE5AF51018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C864A81-B1AE-682A-09D0-64FDE294ECA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7919EC-565D-B88F-8C98-1A13CF911B1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4BB96D-A59B-DC39-4C05-7B38ABB4D30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AE81590-B273-7CF4-3EE4-63738239B91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CCAF7F-C983-A793-FC9B-AD661E958AD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D48FDE-E784-D4AA-8307-FC41AAF7D4CE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B36677-8A77-7D2C-EC8E-800051F6630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AEF4C3-25E8-9E06-C725-9BA90529DB3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B12208-CF11-86DD-9EE3-EE522812455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2CBD54-93D4-7678-87B2-8A1D736A5A9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52130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43609-5F80-ACCD-2878-AEA063E2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EA36CF-08D9-64AA-3887-584F3BB6AC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bottom right block, 8 is in Row 7. We previously determined that 4 must be in Row 7, too. One of the two must be in the [12 in 2]. Therefore, the other will also be in the [12 in 2]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290B717-75E8-40CA-694E-118F8A8C8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38F945-9091-DE17-9842-500C38D27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1C294B8-016E-96D6-9535-A2A9C867F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DEB898-0460-451B-9E19-8B6C2D9D7E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3E773B-FBE8-83D5-5011-61E57F536A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75AE3-2965-4517-1EFD-CB2743388BB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5A45F0-047A-8D75-F7DC-E9420187C9F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7AEE7-4FC1-9069-7395-3973B617054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B3ED5-B8F7-C888-C9BA-8A1C9D0C00C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8B7C3B-066A-1196-8B62-9800F66F0E8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5301C-2C5A-F724-E6BA-1C337958D80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374583-4976-3646-28B3-99B43FFDDA0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9195B7-AD0C-DFD1-6F6E-FC7E3D279E5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618B68-4268-0E12-9ED8-F9C31E70A81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B7A829-8301-F086-5AE7-231313A7C1C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155E89-A832-03A1-C927-5179943E9F5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940D27-B502-2B75-7AD0-D9882ADDAF7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BA5DF4-A7BA-6684-E536-B8F6D4BB992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95EA2-8916-F290-9830-2F9A04EC8B1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9FE350-F6E7-5FDA-671E-D9C1D746D68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A3B6A2-AE41-5CBE-894A-20E4104E10A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E63A7A-5127-099C-0BCE-B81C51978F8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D73882-6EFA-D959-6642-9419D460583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93B263-6BCE-54D9-3395-C210750CF1E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2F0271-2005-815D-EECC-3137D2CC195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D3C2C9-8EDE-C846-EA78-9760F58717F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55A3EA-8FE6-7413-8530-EFCC3421D0E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8419F0-36D0-F679-EE1E-173FE4D3AFD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D3CF9B-6A78-E6F8-FBEC-D2F4BE64924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2B47AF-8D29-57D8-FAEE-59B586A2EE7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571FA4-33CB-8F27-29CC-E737C6B6644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3F7DF8-4974-EE98-ADDB-AA6BBF59166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2E84E2-7B63-3C5E-1C76-FCDB79E034E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673C52-BF3B-9F30-11F7-4568E06BF30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047325-177F-4A07-94A1-DB389648EED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CF5C3F-7241-EA35-E153-B3E129468C2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7536E5-B113-382A-45C6-E0781E36718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E9AD16-474A-02E8-00A1-68BEA0F1A40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2C219F-F2EC-A1F6-F738-BACE4506B09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DC67DF-57C7-07EC-A148-4B44CABCECD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543D93-00F6-3A3C-5AD5-33D90E5DA44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3F490-F1EE-881D-01E4-446B6DB500A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303893-B613-4198-72D0-28CBEFF2DEA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C08B62-D65A-4AAD-611C-7289322F250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437CEB-BC2A-1147-17FB-6B1C20B0040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C7C46D-B2D0-E629-F18B-8F8D51E4CDE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662593-84E0-E8C5-0C3B-042CD0EE6B1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2D7136-06DF-7F62-6D8C-242911A03A6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B374A2-5A0B-78EB-EB6F-4859331829D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D4DC7F-EAAA-A387-4206-316C8285EBF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E4482A-2098-DBF2-FC49-28183658470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F22F7E-3A22-2970-36E4-E5397700F24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FE0934-EFF4-2819-2F98-E2011F22FB8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849028-E1EF-0FDE-2AC8-F0BA340FD53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59244F-A29D-8EAA-331C-935B41AFAE7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E0D208-F4F9-3589-29AE-BA4804B03485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B638F7-9DD9-0583-3643-A486CF24821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73A1DB-49F5-EEB4-492D-13F1B0A9AA0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105EDB-8731-535E-B6C0-4262B02CB97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E9382A-8533-2043-B5DB-0B41E72E456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ABA1C9-CD19-7044-0DE0-CD24B2FD5F4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13DA650-B60A-31EC-7DDE-AF51B0AA5D2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5A84FD-6246-E326-544A-C343168A5225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7A8A14-F7D1-BF0B-1EB9-70BDFAF4B51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AB0C23-F766-79A6-79F4-881952AF120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5741C0-5BB3-D812-A034-8FF5B1B4555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F71E56-6697-B930-129F-44743EDBF7F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65758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CCE1F-686D-FB7D-AC73-FB1B2995E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72BD2A-6A87-F79E-3EE5-B093B856DA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right [39 in 8], 3, 7, and 9 must be in the portion in Row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98C11E-750A-2AE6-696E-DFE5DFD83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12CE63-9F76-8064-3841-E03357BFC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BED831-96E5-FBE2-4452-E8A791C4B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638AAD7-49EB-E162-5DBB-28537C0F6B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D024A8-99E8-AB38-208C-43DFEBC683E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7DDE2-1BDF-3F5D-F772-766B91C751E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83F15-6EB0-19A3-9A23-D383C309C77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687C0E-C933-BABC-A000-727A0C150AB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4FC42F-9E17-3D3A-37A1-2E53E38C97C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465506-FB27-8C02-01B8-63C4996D213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2A080-14C0-0EF8-6B5D-0DC89C51F60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D7365-41F9-D499-A737-24C28C130B1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96BFE0-31D4-7032-B101-A6552937799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87B0D0-55D6-9571-399B-D5FE23792EC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067D43-C9B4-D1F9-EE6A-8D1ABBDDA7E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B0BC97-E62D-E91B-0E35-3265470A477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44A09F-9F1D-4124-43B3-BB4AE06FB1E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17CCA6-A70D-682F-2265-5D803541F4F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82C620-AF88-EB58-98EF-928A4517A18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C6F545-7C03-93A8-F82F-E078D581D94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B08A4B-5BBA-B326-9441-2D9767BA8E4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1F2A13-BDF0-ECB0-5BFC-8CCC3BB2A01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CD1CF7-85A1-F864-18F0-B2D4A2449E2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F7E819-AEC9-6A94-24A0-403F6F2479C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B19495-43F1-BC38-1ADF-2DE8FB9E405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4DFE6D-8E6F-412B-E670-9A7296F480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B11345-DB15-A235-CB08-5C2A38C4772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1C4D57-486C-A175-03D6-82A5FC5668F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4DBE58-A464-1A98-6D4D-CF32D94131B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0ABD7F-80A4-D058-8A3F-A24C7D0E22D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9CA4C0-F6C4-5CB7-B6FA-323AD8AABEE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7BE09F-3404-BA85-024F-DCC394A9F99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1831-86ED-FB84-71C3-CCDE012B6D5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5B53A9-0B43-467A-6F6D-93D6A43F7C2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844330-A200-CC9C-60ED-9B5C80749B5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C4647C-E78C-F8EB-79E1-646F5E78A99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02D8A6-C7F4-9EE2-CCB1-020AA3A343C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FCD762-36E2-D93A-1B99-6A1F5374FFB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369ACC-1943-14F8-24A8-8B67FF78A04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556196-9E47-9EA8-9B7D-6929BA5F140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D57D68-1AAF-428E-A8F7-8DB9B418AA1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753AB4-E730-C3CC-D3A8-06EC16D5E98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9EF6AA-18D4-6585-A5AB-5AC3E76911A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436B08-9F8C-1C58-BCE1-221DA2E03CF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59269B-C272-8810-FD5A-74423D397A9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FD3F77-B71F-91B8-333C-AC2089DF277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EF7779-BC41-05FB-9A66-722E2DE2569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328F4A-914F-79BC-5328-565AC501D32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F4B374-0877-C24A-B431-C0AFFE585B5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92F1DC-8F55-B62A-5BE9-A550C09B5B7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61CE66-B45A-CB86-CAD5-F6E3C98ECAE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1ECE4B-D0C8-F80D-E698-F3765AC4063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B635FC-FF32-AC99-5029-CE9B70755E9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ED96A6-3155-1670-283B-BF4775A5E9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9A322D-618C-DB98-F475-CF8E6B1AC8A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E536F6-D03C-027D-96D3-499CC2382434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B04C7D-3124-4EF2-3F57-30E293C26DC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63E895-0020-242F-CA84-FB9BB3FE76E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4BF68F-A724-9A33-487C-BB695F4F60D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165E46-4E7D-0B0A-A31D-7F6D8D222CA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A22641-B919-042C-8CB1-3F7AC8B1A7C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400576-6D3C-7F52-AE20-09D44A0945E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38E8B5-BAA6-9311-BB1B-7CFBC2073191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1982CE-645E-D600-DD33-F4CE99E58C8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696781-F21E-0FCD-3B18-962FDF6813C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DC8BA30-68D7-6B84-2458-B3D12DF0A2B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9A8AA5-44D9-C878-5B85-0A212587E71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62569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3E1D-2362-DFE5-C37D-7AF636DC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504D01-953B-A5F7-9432-3A22C75C4E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right block, [22 in 3] could be 589 or 679. However, 589 is precluded because that would leave no options for the 58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C6317B-3A52-8B6F-5F63-198FEBB61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A5A195-9949-893E-9887-36F78E514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F8DC94C-0F76-F4EF-FC30-AE122B0E5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CBF4FE-8FF0-0CE0-AA10-91956D637E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4EF2BA-955E-376E-D8D2-34DEEA68D1D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B8C234-BAF3-C591-9B1B-AC8C6A88158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E863CC-9DDD-84BB-63C6-E099CFC0A47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524178-81B3-FD64-5B9D-8D85BA19801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CC200D-1694-FD8D-E1B3-E52FB8621D5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3C29B5-6528-3006-BBB3-9080133115E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7F7FE4-3E28-7D13-CF0F-C304CE2A86E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D6E33-3B60-E348-B385-E0EBC9103BB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30B465-B037-6C5A-3349-F8780CD3F5C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94E99-69F2-E315-62B8-954727AFA9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D2DC28-EA7D-D820-2BC8-78253300C78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3B8F7F-B489-E325-2AD7-19D985599C7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848976-22F7-68DE-F21B-00D34430FDC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1A5E0-B71D-8A56-27F3-A8DD4E2C071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EB4A0A-EAF9-2940-C077-95F2808B6EF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C7FC67-7DD5-A75D-892D-54F991C8CB7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293B0D-9223-CCC3-27CC-8DCE60E465C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A517F8-1A87-8E13-749D-17B14308558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624F2F-CCC6-4318-5075-31FD32D8395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863064-BA1D-30D1-E73D-0828CA3E4CE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70DCF6-7251-266C-8B11-13AA5A2E635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25515E-6823-AA5A-5339-AEF7DB3F9F9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7F8267-A051-3114-A230-1DBE27BDDCA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95777C-9E3A-8895-D31F-79340793E52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7B3327-6612-D4A4-D449-954D64CA265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6AB640-E7ED-5559-270B-4E6946F8AE4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A780CC-2B35-8067-018F-5C3E47B0F99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68BD4C-3C78-9CFD-76F8-E62A051649F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D66A5-5601-5817-D2D4-189B86DD9E9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BFA4C7-3C5C-7017-A080-6BD6B41ED2D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E91388-F651-AEAF-326F-F6192A52670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6611E9-446C-D76C-8BA4-A188384FD9A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D7502A-82FB-6102-32B6-410FAD9FCCF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EFF053-CE26-FF07-E3A3-6E4FB787CBE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4F3215-A268-9397-93B5-652AC0429CC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82B199-057E-529D-E6B6-2653FFB3BB2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41FEEE-6B3F-DD42-55B4-1BDCAB5DED4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B9410D-DCAC-CF87-C4B3-3907B7522AB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FFFAC0-77D8-05D0-859A-B658250349E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A47858-4E5B-0F51-FE4F-D5F71F6A4E3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EBF2C4-A839-8BBB-97C3-B02034C3CC9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06A879-463D-351C-5076-B631FE5D2E3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473B8B-83B8-5791-7E6C-883B5CC1678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6CCFEC-6C86-8711-12D1-0B8F4D3802D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2291C4-4AB9-5CBC-D65A-2D6D9C406A8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CADF0E-0704-E9E8-A273-4C74C82DAD0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F45654-BD27-46FA-F5AF-61A8A3C002F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BFDF3C-442F-4FE4-14BE-05E5AF7305D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9F4550-12B0-092C-9421-D727DBED5A3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7A35C5-DF73-1469-CEBF-63BB375BACD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1517B8-2848-B0A8-B9CA-1E317322D42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A764AA-262F-B8CD-11F1-3961A8F1D844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304877-039C-7520-5A8E-2BF362546CF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96DD66F-C7CD-4133-5CD7-A1AA65406C2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AD8A2A-566B-7E83-10E7-F011713C85E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D8B1E7-A0A4-6DA7-E455-B67257F1A8A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89F05D-77C8-FF73-D786-AA4596BD332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A9B36B-8B53-5798-6368-0A038FBB43E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F02405-BE97-8EEB-EF9C-1C71EC193CCA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49850A-09F8-0F7E-5AB7-86E5DA3E6BB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097BCA-75FB-23A6-B507-E7242E9B1AE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240C7E-CB46-7D91-D879-3E52C9AD723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3CC777-67E2-F445-97CB-62968FD826A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398884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3185C-0560-9C9F-56E1-C2A8B618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9096F6-541F-CF1F-AC7C-E36CED9A42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E30883-F7A2-569A-CBFC-03D8C47B1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53511A3-4FFA-BF7D-55AA-EDD25E07A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65EEBA-6BAD-E886-67CD-42AE77C7C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6D919F-BA88-3D6A-CC92-0320474F2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C33743-C87A-939F-0434-B66719B1007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D270C-413C-D788-5030-9BBB6E72523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E536C-28B1-190C-A85A-63DB5A62CEF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B29A7E-AA61-02E1-E647-19D9BD24470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C0EADE-0C3E-7727-0E4C-0595B2EAE95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D1665F-245F-BD5E-575F-684D32C3877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8B78F1-8F62-4628-5119-E306E73BD16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ECCB0A-071E-5A48-8AE9-F11FBE2B193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EB6AAD-58EA-EEE3-9406-653B21DC3A0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2091AD-1B97-AAF6-6CAD-AD872B22698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EDA358-D9BB-B4A4-8481-1960E67050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5AF8D1-3E1D-9364-E289-30946B0C79F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50ACBE-D535-D192-4CCE-9286968AD38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D55B7D-055A-7F28-40CE-43987CE61CC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8C1B8B-F43A-41C7-51BD-CC15F0E39AC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208098-2B77-C246-5D31-9AA4CFF1B0D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F62216-356F-9648-123B-93C3B355762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E57E46-4ED0-71C6-CBE8-0729ED57EE8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12314C-AB8E-3F80-FB10-B7DC11D0D54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4DA8E-3CC7-F4B8-3085-23B51B9E93C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F5D255-5CDC-0500-7063-41D44ED6D8B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CB6085-99EF-B82B-28EE-61493FB2B33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59A843-F43F-A45F-0EC8-171802A1ECF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8D6777-8EA4-0819-5ABD-4D449E8E41B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CF2175-4842-B890-05A0-61CEAB3F524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B6281D-635B-D3C7-FD7E-158E2FDC56C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AAA45E-D31F-90E2-A11F-7746AE76278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EA4684-8765-DE84-9755-CB8F565ADB2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A7933C-75DE-E7A3-58CC-F152B4A705B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DA8586-7C9B-3DB9-02C9-05B690101EE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252A4B-975F-2910-EA87-E89334BE51E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49F925-23E1-F060-7DC5-EAB68A6444F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A4447B-96D4-9F65-C541-9F5817A2959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6D018E-8E87-EA5E-E8FF-194EBD1A69F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2CF489-20EE-0F52-B31C-BF8A6F54B5A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A51C80-6340-07F5-7368-7C1080418DF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8E4F76-C118-DDAC-1AAB-A1D10784935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DD5041-4CFC-965B-C5B8-AD60EAFBD83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E8F217-77D1-0B23-8F31-655C5C395BD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EF8431-3CBE-C08E-0D1C-E4419E1EA24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6BAF0A-2889-E745-EBF7-5B844449DD5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34B7A1-CC6C-3920-DA86-38DC951C7EF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10B716-D23D-10A6-0C93-6C94BB1FCBA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0E90AA-1CBC-F5DC-4DDD-843E9EF528D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B5ED25-B00F-A793-7E79-86C2ED1C8EA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399F7C-AFFC-4036-339B-B69A486A763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678570-A517-440B-E38A-1078F2C2774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D942EF-0CC4-1274-7531-A8BDED8188C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C792DC-27DE-5728-F04A-D0516B2CD17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A615DE-8B59-AAEA-69AA-D87AD10868F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C2631A-24A1-5513-9591-66AB12E4562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11F9B6-8CAA-9868-4A95-55132651E35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6D097C-9669-288E-F8D3-BC1CDE756B6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2C73E3-76AD-C8C0-6205-F2A3481A904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5CFD85-8555-421F-9591-C6A7336B53B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ACDD1B-6F07-6528-DF99-D7F9BADF987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4856AC-BDE9-35C6-6DB5-F3715AF5B57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CB04DC-7B73-7071-9A6C-8D35E739D35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5A3F4D-DFD3-2020-54EE-101F88A957C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98D9EA-9EA8-3B05-C96A-9DFF2E00F68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9FBAE9A-EF1E-1003-E80B-204CB3E10F1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263451-3D7E-DB7D-C660-5DFDC616460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7480CC-845A-8E6F-8A83-8A34754FA0D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04206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ECA07-1D44-CDF4-4D7A-A2362C178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B68654-3F51-EF01-1EEE-6EDF7846BE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F42377-4C19-6D51-9502-447D80832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D697DD7-0FA3-8B44-11A9-AFD2F2445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C1DEAD-F12C-2612-76D7-F1A63C1DE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9F28AD-9E2C-9495-89A9-3207A12A67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24901E-B130-5022-3536-218624FC1F9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D1ADA8-5D67-39EF-89CB-6C7C7DE74DA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A87E4-A547-B24A-49BC-B26103FD68F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64FA8-05A7-D3C8-408D-206DAD1421E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7E361-0BD0-366C-AEE7-DB803E1687D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3809E7-BE55-BA5E-8CEB-505F8388210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AF10C3-4E3A-02D1-4128-8F3B36D8C8C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2742D-5FB7-2101-8F3D-DBBAF85BCDA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BC2893-1046-3D90-8544-0395DCFE4DB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03923B-938A-1919-D05C-16F8526CFB0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26077F-D87D-4560-884B-524C801733D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33018F-D259-8A5D-ABA3-AA4F45838E7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BAFD17-D809-8B40-06FD-1572B3B16C4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526D36-C7BA-3531-52E8-A9A59319789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23032F-3D86-0926-0746-32805154D71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BD144-29D3-C864-3AE1-F71D0267B18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F1B417-2803-49B3-0890-B497C58D080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743C92-D27D-1A23-7DC3-7FB053ACB94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84B595-9F4F-3258-CDC2-4C765FDDD0B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91FF09-D2CA-A768-8EC6-3FF0FA7EBAE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B5C018-E3F5-6A2D-F665-2103080F9C3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65509B-D951-7411-9382-E95550CE472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A5691D-BC16-D9E2-CC48-D9621896DDD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5CEE51-B68B-C90F-02DD-1D694B53D53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8A713D-5F2D-A198-4F84-7C042318A89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D76004-8E11-1307-1A85-803BBF17A8F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930492-2ED3-E82B-A8E8-FF215361530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79A063-6BD6-EC4D-1FE3-3632686900C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ADEC9C-0C00-8BB4-3077-1A72D95206B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D6275-1390-7205-A5BD-C2C9AC90F6F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3B6455-6DE1-EA8A-5413-C916E5482B3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0EF4E2-D062-595A-0DD3-A3CC152C610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CD198F-D4DE-72A0-BF58-7DA619E9833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E1D80E-D825-35BF-8110-80A1971D754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04E22A-147A-99D8-7039-844BEFFFE21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4F254E-5401-8B0A-4BD8-60CB5FEF453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1138B4-5060-5677-19F7-C6157887BD9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06C6A4-7D75-5F48-2A41-15E7479FDD0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4CA307-6F1E-E8A0-64AD-6D9CB21D2B1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05C889-0E7A-4354-FFDC-D60B2521BE0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478C09-89FD-BFD4-3BA0-2783EDDEF90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F73C7B-A98F-AF33-3509-CAD089CE95C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25E261-3B2E-8F7B-7D65-BB7D66FCAE0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5453EB-3999-9C59-A210-1320280D8F1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F12486-8A12-6470-7481-7033890F5BD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213925-1CB8-BC48-37C5-B35D9A17760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7C93AE-45B5-7EDA-CF18-58505C1F50B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B4ACAB-72F2-C6AD-2678-6968AD08C1C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8E9D951-D2E9-1E4D-1EE7-0563C63C367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8B624C-A66E-1B8B-8E86-82795EA1EDE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9BA13D-35E6-C3EF-C8D9-CCB16C6DE7B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59EEC4-6CD7-1486-151D-6EF1BB311E1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63741C-F04F-194F-C927-977DE509514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92AEE4-3742-1A87-71CD-5116E7F4AB2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8158B4-3DE5-9FAD-36C3-C893A9DC3B7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016C1E-3BBD-A611-6A41-188BBB81770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951FEE-C16F-DA2E-06C8-50FD19F1E7D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9A2E7D-71C8-4B17-3900-B4FFA386AB2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63ECF-4613-3658-C99D-14B677803FE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0E39D9-5B91-4D2B-4298-661527C5E0C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E4A740-B53D-BFFF-98AC-255175E4B85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A50F88-DA38-B351-DF4C-A7D8354785C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C16A3D-097F-A731-1B59-4E5C45AD2B9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677199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E9EC3-2909-9277-C238-09958AC93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34F1EA-D0CA-E2A1-A8F8-DB4A8B4F10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EA2CA82-4DFD-44D8-93D7-7A2D8FDCB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97F168-4F61-4196-2800-1142A9924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498E11-64F8-4C27-44CC-18E7AF822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96C008-5821-6DD0-8EC9-FB60F0D7B7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2A965C-0804-E4BB-22B1-41C3B9026B6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EA64D4-886E-9281-170E-7F6B0DAD0C6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24314-2126-6944-23E6-7744F426772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A97CA-84E8-69E5-57F5-40E47C682F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37B70-A542-31D4-806C-823B5112F30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E9D975-FF3E-AD37-9A07-51615CC9D94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F52AE7-0246-8090-71EF-AA7F8FA8920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82EF38-E3F8-F956-5334-E7AF071314F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22A80-06C7-6079-120F-86812935765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19F2DA-1DAF-130F-EA04-A405391D2AD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16B4DD-F3D7-00E8-62CD-B14A809FE82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CA066A-3086-9EED-7D91-AE23498F1AE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398B2D-D778-A15C-3684-BA899616BB7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99E15-5576-64BC-AF5D-BE151ACA57C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B31BFD-866F-5705-9047-DAADB1D4DF1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1AE859-F8FF-CF10-A892-5A5D88E2447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D1D5D4-016E-53A6-2565-B5BA622D69A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9EC5EC-E339-9139-0B6D-76418715380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531BE8-D152-8A27-4A7D-69A257B77DC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DCEA75-407D-65A8-10ED-45967F5CE7D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81E44F-ED28-C6ED-C5FB-B01756F738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172092-F5C8-DB58-02E0-AE6D5BAC994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760E2C-BB45-B24F-53DF-E6655815764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F2812C-8B15-EFB7-126F-536E2A6FA98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D73A0B-CE1F-0DF5-D09A-9B19EEA32EF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79BAED-B2D3-BA66-200A-22BD1F309EC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CA942B-4714-7C8A-CF4E-2A807F87CC8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8F2136-8950-D53C-7FAA-2C7E20AD4FE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D4DBD8-DC4C-733E-3C61-3561ACE9807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1AF94D-6D3A-4CAA-F9FA-8D24757D1C9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8BD8E3-464B-99DA-DA67-692146BEBD4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8A24C0-E46D-9FD8-D320-AAC3DE1EBCC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5A8785-5E29-49AE-6227-2060EBE152E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F80BAD-1C7C-F3D0-B2D7-BAFC3658434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B52C28-9D80-1240-146C-5F52CEB7484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A485A1-811A-F645-F00C-D89CC7BEB4E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FF0ACC-2719-D80F-1928-E8EB5CD9DD5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4FF0A6-E963-76AA-0ABF-EC659579369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3E9ABB-7399-3FFC-3B4F-7307F2F97FF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97DEDC-D964-47A1-D3A5-F3973F2F33B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2B287F-945F-BC37-A5E0-8BF3480BF17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1C3615-2454-1486-42E4-D3E49677FCA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1B488E-E50A-16D6-16E3-82C7AAC6357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BFEE59-751C-5492-5109-474632EBAE1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072D1A-BC37-ADD4-5709-970A2C2DAF5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4DC111-037B-37E1-40E5-60C4927F6E6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5685D2-A68F-510A-D7F1-005ECEB59BC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85C98A-BB7F-18FF-CFAF-406A3DC0EA3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CAA110-521D-715B-6194-4932D998C3B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9ACB36-80D5-11E3-22F9-6FBE17891B7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2ED6F8-CEAB-B0D6-C76A-221E06C8507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9C7D00-F90B-EDF4-DBBC-3E06CA382D9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90BDAA-A66A-95C0-C0F2-DFA3A6BFEF0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9DA2B8-24D7-6630-19BB-A9482F06FA3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9CEE2D-C82F-FF81-C9D8-7FA8EF39759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4512F0-5026-590B-BFD6-11D2271F177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D0700F-9A59-A421-2932-6D4E07D3F42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92212F-1E2C-0E16-D2A9-CA30426E6DF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801008-9A7C-01BD-BB43-51E6C62AEC4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4DCA82-33BA-1D8F-12AD-236122A1900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319EE5-8D75-0525-0D5C-C49A3D3E5D5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738F68-FC64-879D-812B-B96F4CCB85C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1C504A-A556-A3F8-CB3F-D5389C2D170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469551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78164-82AE-3EDE-EB26-816718A0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888F87-41AA-1393-2AAD-30ABFAAA6A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737DD6-9C18-6E4E-60CF-52ECB5B7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9D01BF4-0394-63C8-9060-B1BD1605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020F7D-BD0E-2AAC-5FEA-BEA50BB0A6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3D1637-877C-D2D8-D7E4-AC815EB09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175171-25D5-4F46-91F9-5BEA0744350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7B9C0-BEB9-CDB7-70B3-7019DB5CBE2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5BD9C-1B55-51DF-5D2B-E975547E25C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454FB6-73FD-FED7-870B-B4202EC2A7B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61241B-ED10-83D9-7413-8B5BE05B6D7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51DC95-4BA9-994A-D2F1-B34E3EAD281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F7A2C8-59CF-9F4B-4403-1F30895288D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889EBE-8B5B-4BAF-E76B-F29F415FE2B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FACCE-7546-82C9-E459-487AE4BAFF7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0D074E-B2E8-89DD-127D-A49A49356D6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033CC1-80ED-B6C6-56B8-DF5F64BD663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A81460-F252-50C8-8C30-673A733A73C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2DD0BB-F20D-3E54-2DD9-EEB36F51ACB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8CBA53-93A5-E120-F0BC-886F93BEF9D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835B22-AEEE-490E-E3E2-ACE0560EB0B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9388C-4D33-4C48-5F82-069181A58DE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4BD89-4845-E9A8-4728-293FEDAE2FF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BA0389-83D8-0225-C21D-5E71E3885AC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6E486D-1437-3C9C-90B8-633C5AA939E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72B858-8294-C770-A5F0-AD702CD5023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7F1AFB-EC74-9600-59A7-D70DB6C4B73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FFE782-430C-C1F1-0DB2-D4F4772F920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737175-016B-A887-B6F4-52CE352E66C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80D116-5266-2765-101B-DC7AA4BEB01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DBF25B-6E8B-71DE-ABB5-352D717FB27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50EE71-A556-4807-21FF-4387E6CF635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0D4938-36CE-82B2-B295-D49D032026D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12DBCC-4027-83C1-FD28-67ED71F71BE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8B5462-5AC1-CA62-EB03-F086FD83695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EA0080-7ABF-30F3-AF9D-CEF6CB41E3E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72DC9C-CF70-69D6-7532-E493C3C72C4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7F2E69-5249-535A-DCCB-AD189A4638A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F88258-6CED-33DE-3A46-5B4A19B5AA4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E630DF-F7D0-FAB4-42B4-2EB4666F9F4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58B702-71AC-67CA-CDB4-B6E3793060B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F9C843-4B08-6247-81B4-A189B4D5058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150091-EB6A-7B88-3818-FA2542543ED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1F901A-A208-FAF7-8B51-44111D40E04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4D9EC1-7163-355A-BD41-AB2B7B4F464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D577CB-EA65-E6F6-4FD6-4DA055D2ED4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C8863D-2DB3-7CA5-DB97-59A4BB40878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909415-4BFA-F366-F10B-D23FC02EF9F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9777FF-C653-B072-51FD-AB715624566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B7E5F2-5928-9042-2533-190CDCABCC4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B85595-3850-94B8-0822-14A2CC92CE4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022715-EC22-D941-0A4A-55E5ACB151A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8E0A23-22C9-D550-EEEA-B783EB311BB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40DA2C-1FD3-0974-AD98-7ADBC3E470D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61198A-60FF-1A95-4D70-D164CA3D2F0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E68E85-414F-FF39-3E7A-7E89AD75CC3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DD842A-6695-CADE-2246-EACCA6F4000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366412-AE0F-65A2-A2EC-6F3C11E4F09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84731B3-4A2D-CCB6-D74A-941F5B0CA2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309AB5-DE8F-F7BF-5078-5685B39211C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0BA385-154D-766E-22E0-754AA5FF647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5FB57BB-F83D-2B9D-64DE-CFB9B7C4C02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AB9442-266F-70CC-81AC-D197A3A2FA0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CFA4C7-F699-4548-518B-B769D1A7A67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BA61B7-9978-7C4B-E7D7-D67A3C92065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51C38C-EF34-33B6-7E0E-581609FB123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A87958-BECC-24E5-2418-D2C0FF748DC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1489FA-90DB-BB3F-3814-900EFB36DF9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E00667-2A6C-E69C-80A6-74632E8D990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1543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5D968-CEE3-23B9-AF7D-A0DE2C95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318A60-179B-902E-3B40-EB416F2983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bottom right block, we previously eliminated 234 as a solution for [9 in 3] (4 must be in Row 7). Now we can eliminate 135 as well, because 5 must be in the Row 9 portion of the bottom right [39 in 8].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10FD19-431E-EA25-9AFC-5591A722B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DA69D8C-F5D9-303A-9791-A167EA68F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9445406-62B1-8724-BC2A-F1BD11829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9F8BA0-E41D-9120-F876-3F7EA6469D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C506BE-D53C-1B8D-4D9C-8627CF29AFA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37DCC-CCA4-A8FF-1A4B-645422EADF4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D5A331-29FF-A399-70A2-51EF649336C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62CF78-1853-8820-278F-ADDBDD497C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B98821-CEA1-5F59-3B29-D09BCC59FC1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65A83-0ED5-4020-2821-2DA885ABC1A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EDCF1E-433E-37F6-066B-232596D1F49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F49A28-68C5-37DB-0918-1FDF978422E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EC0231-EF8E-A0D5-A1A6-8887E3C3F8E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EA6F1E-56B2-9145-1089-6B2C7452B8E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C996C8-0F18-2A53-9657-E3B7F0DA027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C62D6E-222F-2268-5488-5562C362742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722B7E-9DC5-358B-4502-945A6A6E5DF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E6D0F4-4958-4E12-762C-1D64DDFD02E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4585D-8902-6FB4-B281-75FCD0398AC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A464C1-E90D-3D24-23E9-B132141C353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7CA98D-10E0-61BB-1D5E-94CD738F904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C5AA7D-BED0-D693-EF22-95DE0B17D09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830E12-2D30-F6AD-A805-022A5F1C5AD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AFBE9E-6E9D-6A8B-B6BB-44AE18591C2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0E5438-6F1E-B404-8BE6-1B516F26BC7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86BC2C-23F0-FBC1-FEEE-9B6CA0030B7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32C1E9-DF0E-BF65-CA41-226C1DE5F8F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A80AC0-A180-EFAC-0E8C-5023D4C70C0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DCF65D-E0D8-2705-3679-50378B69889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6BC25F-9B96-5438-78F9-3F4F5BC28A8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F2720D-F862-4E51-E3B8-EE9DD7FE5A8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AF55F6-E068-34EC-DD0B-8278055E753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BC6C21-0073-4C13-D640-180E37CA76B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2975DD-E18E-22E2-F004-4336771D8CC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F0F963-9B88-6429-E3C5-E996EC55110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22B0E6-AD89-FFEC-7AE3-835CDAA93F9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EF651A-9EB4-2281-D5C9-495A28B2054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EAE8DC-E0D4-4C21-D605-9F9EC87B3D0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88CCDF-73EE-C0AA-389F-0430FB66FF0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EBA977-EEB4-0CEC-1040-A5C663DF12A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E8B7A5-3D25-F4AC-33C3-A7C7EDD7A7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B64277-7109-CAE4-1539-097D475F958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8219C6-F4E7-1FBE-F2E0-6C354B7B0B0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166AEC-42E4-B302-D331-D39F1661E07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43B95C-D6E0-448D-EB11-AE6FD7ED319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80108D-1642-5891-0B64-275B5BD1B61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D919D4-4625-8B58-DD5E-C48DB3D4120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8D8F4A-257A-A0F5-E75F-90B430C0DD8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51E7F6-9C3C-DA45-D0DC-320BD8B2CFB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33EE83-E933-F717-5FCA-C017B4D6B8D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53BD46-133E-DF87-B160-E6217DAEF33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05DFC1-29FB-4C27-4341-5D9F32B3BA2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5234FB-F8D7-693D-B422-8824016D633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5222B2F-BE3D-F3DA-4839-7EFA96BDC85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4A3881-9F9D-6D80-47FA-D12DF97E8F4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7F8910-2A8C-12FD-5421-D9EB133014D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D539C6-65E4-AD2E-D7B3-129B2AA5517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552514-8900-ABE3-F283-80412D5C49E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3F64251-8CC2-EAC7-4EE6-4A2C199E60C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8D5303-8BCA-7913-181C-D09F60D6A5D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441CFF-2496-D9D1-A07A-D89D074AE82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98B73F-082A-DA3A-71D8-6732A85930C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79A348-FF82-7099-0DA6-C48B8F901B3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D33A5A-8629-3CE1-DE52-A5F020F0D1C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0A9D70D-E0FF-C29D-1CDB-445145364E6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5CA153-F0B1-A488-AB5F-47979BAA760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696A6D-56FB-6F52-9BD4-17EF2A71A56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595465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6D81-6B54-B363-AF28-5ED75055C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DF8184-ACED-5A1F-56A4-6B1197A9A9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5 in upper right [39 in 8].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D42B32-5D56-9B87-D8EC-4D16763EE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E3D1A0-F914-953F-50D3-3F2E57D8F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45CD7D-31D4-CF92-4852-E2FDA1B46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48AB7E-93F5-0E36-3C29-9CED00764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BFD7D6-EABA-7B98-DF7B-8D7166E51FE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69405-907B-6D10-827B-FD15C4DEC9E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3AEFBC-F5F8-4C0E-AC37-066A044601D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46A696-8ECE-9EB6-8083-385144AB3F9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7D3D8C-7FD9-B63F-446F-F56E14E5767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7CD1B3-EB4F-CF24-2272-AE6DA8E377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A6918A-AAFF-C031-5438-916C2B655D7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8855B1-6203-58EB-99B9-0A372390C48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727529-931E-1EB2-B70C-FDFEF6234AC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B1F23A-5DE0-4F17-1AD2-89E23518799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2E844-E8F9-451F-D135-28ACD16F82F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11FA6A-731E-625D-3316-B9F59D8048B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E9DE91-16C4-4DB8-698B-88CF1043A8D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AE3A18-2855-B6F1-3E21-B3C2F921587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2BD0E-4A09-FB3E-0856-D6335B7B7CC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020702-4D51-DEA6-387F-943858FABCD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94D0F4-02AA-77DF-F9A4-19D122AEC55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5083E7-1DFE-6604-09D0-475835971D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5521F0-5B14-8F05-24FD-8CF16376CCB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CF7704-33E7-DF6F-1606-8F52CEC8361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E49846-4FDA-001A-9BC2-B43D4008CCF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F19560-60C2-19D2-5395-D951998461D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1106C7-2AED-23F9-5EFB-848B0D748B2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02DF75-3107-CDAA-6C29-D368FCB3FC4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9C562D-8BE3-044D-FE14-6EB82D07C97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018A06-5E7D-1958-E754-F5133F7FB59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02C07D-36C2-DCD0-695D-231A7F0EACB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71377A-287E-E5F4-1F74-A44B25519BF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B1FB9A-3296-5C3F-4EC5-1AB3F73A621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C240B6-9C30-B6E7-2259-2388A97B730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A67CB2-7289-8376-C4BB-78CF358A80B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D78820-5725-AB1C-0770-CA929F94C90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37B7E3-C0E0-1335-65C8-FB234953FD1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04B424-6058-7C0A-A2B5-6B4691D8BE0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09D7AD-7244-40CE-BE51-20E3E85062B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5A4955-E2C9-E558-73BA-C360AC23ED0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CE5129-88D7-CD98-5C09-5AC80AE9A4C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9A8776-E204-2ECA-F37D-E48372D2F8A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2F4E78-57BC-E6D1-4BED-E2D2EB41306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F85330-419B-78C0-1657-7144CDE90AB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7EBF75-16CC-EF20-2B23-B0DD73617F3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4BA4F3-8317-F4C0-9056-A52730E7D5D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D467500-8203-B928-9C11-1156848E456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9AF8B1-0FEA-7DB4-2045-394D2425417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9FF33D-BB92-F6DC-D108-BDCEB55FBF2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55BA03-4782-D785-B28E-824DDF599BF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38B590-2A06-85FB-7717-D69C4E55257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036FB0-2937-E2D3-F865-45F4B86D2A9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BF3E65-329F-4D23-A8D1-EE67F8C7E76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1598B58-7045-D334-0029-1858AB9642C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2A01B8-CA41-74CD-7207-6B2600ADE1A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2ACDDF-A514-E7DF-BA88-3113B297942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4DAEF08-129B-DB4B-3FE1-17523DBCAA6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D61D8F-9A88-7ED5-D2BA-EC648DBCA72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C066DE-CA8B-34E0-CA37-96ED06EE044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C66804-20FB-27CC-7A7F-891A80F0D4C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AF73A1-92BE-D1EF-FB00-F3BAA8298DA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ADD598-9656-0285-F932-A7DB606E4DF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3F197E-539F-435C-D30E-D474CB2FDA8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7FDC2F-F788-1A5F-8552-2B858BBBA24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EBFAC1-0D67-E1D7-BE5B-E6A6CBAD3CA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7327B7-8013-67ED-1F83-5A5039DC3E3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094E27-3490-6462-D344-0CEC21F99F9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06464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C004D-6485-DC0D-DE6F-8C8E1E20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E783A3-3DBB-03D7-05D1-AF800C1280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4F89F4C-C031-F318-430C-1EF09AD6A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EFEFB8-5514-25F3-46AE-65AB38936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85B38D-7FE6-99D3-AF7F-46C3E7257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38FEC1-0E02-A3F3-1A5D-95F2316FB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6314B3-6DC3-44B2-6B61-F109CF3329C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06F87C-DED6-BF05-CF8A-CD4CBDE2A00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3A005B-021C-5D65-CCCB-B505FA29E57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24900-E12E-3A9C-6136-F1EC8E650D9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F8DDBF-806E-121E-01FC-67C0B89FCD1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9A5172-5DCA-10B4-3955-52EBCD040A2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C1E997-4B5C-09FF-B3F9-2C91F02F924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865510-D609-F1B8-7EF8-614B073D549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90624F-1D36-8451-60A2-8886F440CE1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DA7730-4362-9F81-9D5A-64B6C451CDA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AC569D-0836-7797-951D-08F13463291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CA4BB5-0E78-10E9-71DA-0A3584C9859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9AB95-5EEB-F895-FC3F-17A4BA5029E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42C6D0-C109-6417-69C8-486011AB1DC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A643D3-9BA3-AE68-6B73-BBD0BD9EE9C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76BBA7-CFF7-7148-7AEB-1BB2D86E981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79C425-1B82-8BCA-A310-EA685024066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5F5B44-88FC-57A6-0933-700D0622EBB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B2841E-0E64-EACB-AF65-AA0DC8E5F94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A4A0D8-F5D8-8878-1E1C-B33CE91C980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6B4F7F-573D-AB23-3D27-D5E001DA00F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54CBB9-0F62-B0E9-677E-85416549B8F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87EC77-F6B8-2731-A3F6-F7FB7877A02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2218E2-D7C1-3859-2BC0-3ABBB09EFCF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3710E7-D9A5-4C2D-46D2-5F8ED275BC7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1C2035-E6DB-2B30-D001-7F2D3E1B67A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1903CF-6413-84C5-EB71-F3CEF3DC8FE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F6846D-346D-2ABB-938A-1926E146EA3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53EFE3-0079-0734-8C73-88A3135FD4F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851E63-46A8-D873-E737-C1D272B64A5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95E329-0128-0E72-D0A5-234413B37BA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2814AF-B7C2-3818-746B-783EC2635E3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0A13BD-D6F4-B5FD-5FD4-8F9C210D170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4CB879-28C9-BF74-9974-250675A5EB5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2E9F6C-D90B-47EC-C208-D545B21AA6F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1486EA-16C5-8C7B-1B70-90FCE6C32AA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B3E51C-4B05-C50C-B98B-5505E6C550E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8A454F-1EF0-853D-C243-E371CA69D1C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2CA87D-1D8E-1929-91E7-F6BBB647E3F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88C87E-863E-4E0F-027B-841B54A9E5B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6D662B-4BFF-CFFB-2A8A-ECF01363F8A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72AEEC-7AF4-CF4A-1A95-AE2C5F92E54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59C397-9DB5-0F35-B542-4060F07713C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F209CB-72FD-44F8-4B00-B5C7802E30E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38D32B-70B9-1528-D43F-0BBDA0B26FA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F568E0-9C7C-CBDB-7F24-1261B9E46F5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6C9340-1200-2B0F-0A43-2B796629C3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155DA6-7686-79C8-EA10-7706D504ABD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C680D0-AD8A-53E3-950F-D7343FFF290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BD9446-849C-CCF1-1F43-CF8A7210889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C6D4F3-CC39-5BBC-BD15-34E90E4937E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58EA87-7662-CEA5-2AFC-142ED327C63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3E1DFC-E663-1841-486C-6E591DBD1EF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98D96F-43BA-817F-A944-4065C501E19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C15313-6BA8-31B7-D3C6-EF4E5F816AC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EDDF87-3814-BA76-685A-19BD4C4753C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B38DF0-48D8-AAD8-A8A6-C25B1ABAEAF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E84F92-FD19-354B-0A9A-6AE70F3E2A2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00596B-E3A6-26EE-E0FD-F852F7BC483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B79A66-5F6E-EBB0-C38B-6223CCEBB0E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A3B079-C1CB-3A01-1F66-C6ACEEF3812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67FEFB-DA9B-811E-B433-3315E50569F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4C156A-2677-9CFC-36A7-C049D6A5F78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608963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6E4F0-C1C1-A0BB-A31E-7AED5A92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1C2101-E27F-9E25-FC0B-6214369F3D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19C4B9-263C-D4F2-AB15-DC16A7656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3AE2FC-63A0-9467-61B7-D72DF8212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8B18BE-029A-1B15-DDF6-05FFE743C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3231E0-0605-AF7D-4B87-14ECFE17B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CDA6C7-BEE7-EB11-3E2C-4432A523204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2E7ABF-70DC-4E8E-3BA9-158134514F4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9DA19-97DD-2639-03A8-30DA6C54AFA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6F023-930F-4ADE-2D92-160C3CA7173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FD3818-E917-5B51-A540-0D7089532FE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D7F441-4A57-AC2C-F924-55879B7B263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431D51-5D75-89C4-736C-6A6DB50CB63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5036F7-FE96-3659-38C3-7FFA2AA550E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B2D9BD-F1E6-9A8B-3ABE-02AECE348CF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CD57BA-B6A8-CC37-05B1-17BC4948DFE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1395E-85F8-8113-3AAC-9E9A6D66D8A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8DEDC0-61AF-D273-DA1F-165F256C265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3DC0F6-2E1E-4030-77A1-D7C4B4953C5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51F531-4556-960C-076E-0CDE613C0B3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2A4857-0CDD-2C53-CDB0-F10D49210DF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2E550-4253-72FC-6C3E-BC3E1AC63AB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767560-2257-ABC3-FC88-4307EA284EE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2CC351-310B-EFB9-AD25-720997B36B1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F4A4CE-F9D5-C339-513B-6A278D717E9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9F55A0-AD27-97AA-46FE-E0985EA2FDF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0BC9AB-18B2-8658-0347-A14C4AD4235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9BAE3A-8A4D-A282-EFE7-11487C47172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DA57F2-F6D8-539C-B61E-05912EBA425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9C4614-D46A-B06E-8E68-2AFBB34900C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9A780C-FF29-C9FE-D985-261D7EC0486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AA143C-2EDD-3003-67F0-7C8B448B9C0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0CC807-F17E-C3E0-8732-3D5F771AA6E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C2BBEE-654B-E970-2EDF-2116BDF7C6F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6132D7-CDCD-520D-2137-0836A5461AC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37EB18-A905-20DD-C392-B272C74D3CF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FEA626-7B62-8830-8754-5E64BF9678F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37B7A7-3A4A-69BA-61A9-522CB70B6E9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87477D-3F21-A732-CAFF-4FBAF9EFBBD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E7AB8A-E01B-B2A8-3FC2-7B9666E8C45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5EFF8D-244E-4917-0AF3-28C78AA7891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213731-451A-EECB-8407-F04DB02AEB4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D1CCD2-E0A6-2B4F-5270-B1F07B7D39B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A56767-CF07-4810-9277-745050C1D74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6E744B-1A6F-5555-B87D-ED02A83E75D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597930-B97B-B8E9-2E5B-093955AFB44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D240F7-F5A3-6A73-C77A-1D258C2FBD1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1959DD-438A-645A-5D9C-4D91898BA87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C24A94-869F-9AE1-F5E4-FC5758130C2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C69DCC-B074-7566-4996-83458EDDBA1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22F44E-FA6C-B2E8-436A-5FD77444D39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D7309E-15E6-D04C-E0BD-FF6724C7692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64B9FD-2868-FDEA-5576-58F945B84EE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49BB48-A07C-8234-BCA1-DE8E30BB2E4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6DB300-E125-223D-F34E-5EE184FC1D6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EFADFF-8F99-282F-AEC8-3838994CDE3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EF358E-2201-5211-77E9-1876068AD01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742363E-0FA4-8BEC-1DBE-A7237A9F476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EAE013-90F9-6CBA-031A-3AF1A5D9643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E64D38-2590-EF06-B87B-623D0B66E4D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BC70DF-F1AE-938D-3F4A-6877E43D5D2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C2499B-96B7-F293-2876-15BBB4244F0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04406A-47CC-2CED-83F4-12785D6F8B4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C8BA54-E395-F480-6034-3B0E007C8A1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6960CB-91D9-9274-FB5B-FF47F217C04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FC5E94F-6698-02EF-CB0A-5CF862E4485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A2B37A-D266-00D2-3EA2-5AD7DCA84D7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44016A-C9A7-D168-DF33-0256A918C58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476F02-4158-5B43-11D9-72356EE641A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452793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0566-4B4F-AF70-9D15-3980B3493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241A1C-F33E-BBC1-CB93-57CCF75CC3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8BFCBA-EB15-754A-7008-724478CF9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11E550-0CF7-0070-1C2A-02FD53084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927737-7025-B74E-5B5D-B1DEDFC77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D8201D-BD21-26C7-B54B-D226008A80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C143A5-30D0-7F65-4BDC-606F25C766C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DBE1AA-A928-081A-FF1C-21DC0BDFF08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50B37-6377-891B-8AAD-2BF1FB3E99D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F98C8E-3E6C-4F7E-EC23-CB1324E4DBA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D45150-4048-DEF1-8F53-3992BFC6B59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47DE5-BE35-F708-9EEB-00DFF7C2DF5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CF45F3-6E52-5186-7D58-8ECAB3C61CA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A45068-AAA6-6984-E78A-EAE02865ADB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0F66AF-EC98-C3F9-8CDF-9265D3309E7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1C207A-B021-18AA-0D44-88F655C2A05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CD15FE-B993-81D0-EBD8-A5426AEF2F4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5FA682-6856-CE0F-C541-26A344E497C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D56D1D-737E-5638-4A34-8F9F442EE2D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DBF395-6CCB-EC67-C2A5-243FCC26ECA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518783-6E74-0F9A-A799-322FCA7ECB9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9377AD-09D1-F1EA-729D-8F8AF6496F5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163655-5F60-E50A-E9CA-CDFD3901532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0325C9-0314-83C2-A5A7-9289B561D82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03C0BD-4E30-17E6-D693-3DDAFDC8E41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44340C-22BE-18C3-921E-D1069344CC3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15ECBA-1679-57F8-04B7-111099283B2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016C9E-8BC2-4E9D-685D-ADB094BBC63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4F3C81-6D79-82F4-99F8-42CFB5CA7BE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CFF0AD-3CA6-22A5-779F-DA6527783DE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39C975-A584-FEC3-7811-B8F5C97A145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B53BFA-4915-AAEE-10E6-3DCB2CDA71F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5C596F-3B8B-0733-9B88-F39317BF860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2E1AC3-E5E9-D707-41C2-1D3F3F03C9C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FB2E76-8C86-9413-61AA-FE7B1F2ADBE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9B12B5-D0CA-C1A0-99E7-7F6CA36877C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BC8F7B-07ED-F106-2EF3-93BD97F7A0C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1A368B-83E2-CA0A-9874-9BB4C53C366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A13853-14BC-7D7A-0B2E-36F3BCFBFBC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8BFE22-8A47-47A7-34CB-76FB896349E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97BE04-0F05-B5DD-6DD7-653B684E251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CBA82C-FB9F-7780-5DF2-5386A6168DB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2E5285-916A-CFA5-7934-9D4A1B82FA0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F67965-9F5E-8D62-3D89-A70AF40A41D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1D97CA-034E-AF63-F1E2-2FBAB57D138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AF859D-56FB-F442-9C9E-B12F838AD58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F7334D-329D-80A2-6793-62309067A82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DABA38-27F5-86B9-2C6C-F4CB6736CF9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696685-6F22-F87F-3265-844841EEC8E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E3CD4B-1544-DAF0-4ABF-7A3E1932CB6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85998-DF11-D23D-5C19-BB0BDC4117D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0B5C3A-9992-FFD1-F7C4-82319846448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FCD40A-9E46-F205-F90B-4715496A522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5AAFB9-F478-8E3A-51CA-C96FC4E0178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9A2E0B-4275-629A-9F0B-1195CFBEC1E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D81569-32CF-A137-0191-185201935F2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99F6B6-4783-1B2E-5FB2-6135360C636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5CB0348-A4E2-EFD6-CFA9-5124865373D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BA70BB-A9AE-EA57-5726-028DED77FBD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E1ECB9-8CAB-EAE8-1854-B47770ED52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3E8B11-F35E-748E-C89A-A06A050F80C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F22A06-CFCD-7533-F3D2-A0F32E33E5C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1D1D42-57A3-D428-0320-B8EC9013D95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6449CB-5088-F6C3-9AF1-320E55ADE54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47A6D4-96F8-6E79-9814-09DFB470423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568A0F-E3D3-D3E8-8C5C-DFEEECD62A9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C7FCEA-63EB-47CA-C0CD-DA4814BC2EA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30CC35-96B1-F143-AAF3-A2260F80E5D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6848012-F9D5-E745-2B1D-32862159922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81466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937C5-0D53-F39D-9860-7CA5E176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610352-1BB1-C556-373B-11C8248C8F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AF4E51-9077-FF19-4697-B4B3566C8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B6D2D0B-58E8-6FFF-0C1C-A8A2116ED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0C1BFA-C4D1-AAAE-3E2C-D38303FF2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CC6F82-1970-9FB4-C66F-7B394F98B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BDAFCC-8F4F-FA6B-31FF-5B0C68F539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A6888-3A4F-E365-6F93-A7B55AD7EFA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9EC80-37F4-F539-CC5B-FAE69B54A2C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A74A2-CE5D-1C6E-3B27-11B7C37878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B7EE8-3C41-2429-04BF-527C94FABD1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39779-F81E-C80C-DCBF-730113BAFA7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7F67AF-3472-F487-79DA-EF3A6C159D8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AF75FD-EBB7-3D13-4B2B-7E36659E581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792EB5-99DF-8946-4A03-F46D7436459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E4C440-0395-162A-385B-935FAE84389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BD4F06-BB9C-4F43-9498-D5EDEC108D0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A8C4CD-FFD9-9787-A271-618E1E97371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C51AA0-9992-E6E8-40C0-9C8554813D4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7366D6-6267-AF8A-B10F-0F157B13343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A562E6-3B73-4719-F887-7B0D273310D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3C26F9-BA4A-79A3-FB12-A2617B0C072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C0A97C-5CC5-9D39-862A-39802FC3262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EDA924-0714-37A7-CCC1-9513EFB8034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0C45B9-DCB7-7012-E79F-FC6310A2821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3E5AF0-B674-A110-7A61-41F39E90FFE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402B1A-EDDD-82FB-4E44-484BE70D75A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873BA9-E05E-6E2B-0412-0A23E975FC3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13FC28-6B0A-18DA-1559-870807293B7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035C5D-2EC6-EDCA-BFB6-B506A877B2E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A87F7F-4A9C-B900-043D-EB4997152A4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5D9033-93BB-7775-9FF2-AA9F01D72EF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3A01D0-B0DE-318C-2D7C-A335EC6460A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66969C-3ED6-9677-0C14-11385390AEE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68D0A7-6D65-9BE9-B58E-5AAB54BF644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5777521-21A9-D2B8-0227-17635739AFB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FFFC79-1DD4-EAAD-35D4-06D4F6770FE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E68304-37E5-A1A3-8C13-A8A232CDD2A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0F2387-B0A4-7E19-1910-9ADBD07C170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F70E6E-0D3D-3D5E-89EC-3FFF3B25ED5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FEEEE2-5B23-A377-2E51-1A5198B290D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766395-6563-3EAF-5471-6F29BFB5BCF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3F5C9E1-DAE7-ECA8-BAE6-FF6826392C8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B668DB-F280-DE09-3C34-0E06888E62B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51B518-A0D3-A9BA-254B-35C5C8BDD35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C82E88-7801-F230-E0EE-3FDD5803BDD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BF24F5-D725-07AF-8B8F-AE3DF04517A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0E839C-0FC5-C2A8-96B0-3A8F2C00C41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5805DE-0663-25C9-6FF4-C5944286E3B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D15AD1-8F64-21B9-0858-4FAAFF78F73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2A562B-A60E-B315-2063-8E54FA94D46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B95EB6E-F85C-5CCF-9844-1574D15BACB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62A4BC-2BFA-5F9F-C4F5-51A6A3DDA7E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912796-CB1D-C034-4831-9CED0BEACF5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B85CB8-ADAA-FD40-8506-E3D47879669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4B48F1-2172-E8DE-5DE3-BE127018DCF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E48346-53BA-5A9F-DFB1-FEBB3BE74A8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90A7BC-D846-4AD8-948F-284948A3E57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AA389C-5A42-0159-2BBE-D64DF682DFA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32032B-8E90-A003-4FC3-1AA642293D9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4F3704-C1EE-E774-8CB4-DD2CB6B6755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25B870-A8EB-5D34-E7AE-24D5AD2CB7F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B557A6-B48B-73A2-8379-1A2790658C7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CBF21-4F96-39E4-8FB1-6F0AD608066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3CD5F2-DA91-A992-75EF-C787130BD0F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B1DBFE-5AE5-C46D-8CDB-E97AE15BF49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17A900-44DA-93F4-0DC6-7975E33D2D7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281658-5FF1-1E36-A768-2B3FAD66948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607555-CD93-06ED-AD14-4AC90CEE01E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526511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798A-8143-994A-48E4-4BA76B4F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5766F7-1E93-708A-A7A9-D465720C5C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2882D0-214A-BBC7-0256-67132227F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3E189B-9811-4D15-986A-97B11E3C2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0B0927F-6444-4EA0-A3FC-E0F7117DE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82704C-2967-BA97-72D6-7FB7BD7A4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4E9F18-3D3F-98BD-41B0-BF130F3EA06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A347D-F230-D4EB-64F6-05914E627DD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70DBD-DCD3-3E9F-B98F-73EC10FFC5E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C44EB2-3CD0-47B4-DCAE-6BDC93B554A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0CEC97-A2BA-BA51-E592-AE3FC21240D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D2D96-7AA5-584E-55F4-22A44ABFB30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75AE03-D48A-986D-8C1F-A8C1737D143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3512C0-196C-4A67-B39B-722FE7EDDA0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2B9E08-44AA-0DFE-76B9-84E22B23D52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6369B5-78CD-1D6E-8AE0-4F41D2F752E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BC4B03-71A4-A931-7648-94C2D6BA594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4C2D47-CFE1-03EA-4728-7358808182C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C998C5-D80E-95D2-26A7-3E8725409B4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F24220-2A88-AD0E-B022-3E4B817C5D2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67A214-6811-6C81-96E6-F11F436602A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E9BC51-5F70-388A-CCD8-F26874BA6F2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DE06D6-E7B2-82D4-5E6B-B7E22B0B8CE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0AA255-356A-3F67-8416-E0B7308A09E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F37106-3ED0-C876-BBFB-F5760873CE4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17B5C-6E58-B8DE-860D-1EACCD5A41E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B28673-6B77-5051-FEE8-0730E9147A2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E4B0B0-7D12-AA17-33BC-CA5E419A55B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F1A546-3243-4FE9-31E7-7712C7E3F9C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5D0DF7-08D6-3057-5ED6-79C68BD99BA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8C475B-EAA3-E3A0-B056-6850DBA77CD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10520B-A780-41B9-20F8-39F7547CC00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656E5D-C421-3A5F-FC53-BD5821E13F7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2441F2-96F5-4441-4047-9146488F7DB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2C762A-F55F-4CF3-89F8-D72861CF8BA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BB9EBA-3460-7F96-F837-EE079B01C55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336DD5-1F61-A75A-8B84-FA1134DA77C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EFF611-7F6D-D5B3-1711-A7A524B6850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4A6139-7D0D-9198-F746-86D1CB8C9C7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C23E50-A03D-5631-0489-7080BFB0F16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7B3E9F-BAF0-107E-FCB9-5E1AA6A45BF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93838E-6917-48B2-DE67-E0E98F31D01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6CA1777-4290-CEAC-153F-193EF7D16F9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65B380-C4EB-5F8D-9EEC-DD20A65EF5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7547CB-9AE8-A7FC-DEEC-2491EF35366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690542-72D4-5817-DD66-3AF1B68EC3B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7C460C-62DA-6A61-EC35-E0DA7697A4D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B8902D-02B0-3343-5FCC-DE239DC1B2B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7B0B01-B73B-5CB4-AD4F-D906292DC26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C39476-A4B2-D30F-E1FF-7B6EA22FE92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A441D8-FA92-38BC-1A97-6E819D4B6AF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AD007A-534F-9925-057E-9143C301482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5E3280-A3D5-35C6-4785-4F1FA782709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6F78DF-AB01-9BDE-EB13-06F336A8B1C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1D189B-5D33-1887-8F6D-60D8A7F2ADE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DD6902-00A8-D23A-3B00-D91787BD8CD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0D5C2F-36E4-E077-4292-19A307A5811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676BD9-DA00-EAC6-B8CC-F8F1966E3E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574FA2-6E64-C265-3F7F-A2A58685F83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932523-EF4D-F09A-9C08-C7F4107ABA4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FA98DF-48BB-552C-17CA-A71E4632A3C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E469A2-5778-7B44-CA49-E1D0DF678D0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43FEA1-D144-66FA-8270-DEC6DE77AC7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F9A417-8147-ECAF-0073-881AD725465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313396-2C95-F452-6B5E-EFE67D503B3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33C272-3E05-1060-F010-66933DDE0EF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D68AF8-DD3C-90D0-60F1-8AC14F5BB38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485C37-89E1-221C-5F58-A6BF2E1FA68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ECD81B-D014-7CFF-6957-A295CF564A7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136938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ECD94-3970-5BE6-FBA0-DDDF50284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64AB5C-3F91-96F8-29E8-DF313AF334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09A4EF-31B0-F4C5-8F03-00830658A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CB2700-9100-323D-320C-14437DF14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9A785D-50C8-A5F7-FFBA-6DAA058C46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99CCBC-762E-AC31-6605-1BA4021E36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5934CB-9628-D4E7-7A79-ACB48D19844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9FD42-BFBD-568F-35BD-78E1FBAD43C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0EA7E6-BEE1-BF81-A8ED-4A1B02EBACC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4A799-D9D8-8124-F1A0-EEEB459599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8B50AD-EA1C-1E9E-C921-3556DB48713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D55C36-89C0-2410-4429-11B32984DCD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D5A32-F9DC-9EE7-6466-C39AF5C156E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F96E0D-1570-DE7B-F4E2-04FEB306502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7EC03F-AFC7-4C2E-0A5A-3E3D0B63C64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31F225-FD09-FAB2-8BB8-96909446828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D60962-5A78-6CB4-A640-B9542F9B3C4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45EF29-9F78-677E-9D44-4DE7D5CC8BE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F1540E-A08C-19F1-146D-350AD1ABA83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04A5EF-9784-AEA4-8BB2-9525DE9AB49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205A58-E478-BA92-633A-0BE0CCF1358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3F8691-235C-D54D-1070-1416A6A8012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9A8880-7224-39F6-0D7F-2124ABDA861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D73A0B-3A18-1D8E-288F-43B6E75BBD5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E1822C-05F9-AAAF-64B5-5C4409FC11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03DAC0-6A03-4D55-D7DB-32C7E22BAFC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88D4E8-E3E2-7630-062C-85F5B9BE1E4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5F1158-4F01-9359-063E-30A328568A0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076482-69EA-5264-A5C7-FDD68B6032F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8785D4-5D70-F00A-9642-134107F7CF4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97A018B-775E-F777-FB4D-4D1470CA78E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F05AB6C-C5DC-2C9D-384E-4CFB402ADF6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7BABF2-4F93-0E4A-21B9-4BF373784A3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2FCC4B-D4D9-7960-5912-7AA9825AA7A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D91F88-7A79-7479-6EC4-C29E0804735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D9FF39-8408-9B4B-C529-122F0C9E3F1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BC5739-3450-8A84-6532-EED2520C958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D052EB-FC06-D593-5BEF-AD396857F4E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02FEC2-2698-F27E-7FE3-58D08FD30B7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AE464E-9602-93AB-9CDC-E82CFF7E11B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E541DB-699B-B565-4923-FB461B0221D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151D50-FF50-7543-A14B-22212343607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3FE3F5-EB25-12D3-3EBA-6DE10AB8CB7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CA23D72-FA55-CD5C-42E3-3145D49A7CE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C13C64-033D-A132-87FC-96F0EE086EA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1A7364-4F84-E2E0-7028-AD1D6AD4892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98B83E-141A-5041-6246-081DAB2BD9B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AD14D7-44E9-38FB-FFCE-6D0D1C3711F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0D7F36-56E8-4B88-EEE2-40FBDC09DA2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0FC59F-EF33-D5FE-6D16-F1EF5816102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4A60F3-C101-A96B-CB35-A6A2E986A69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F2A18F-1E30-EB77-9FA5-82F8A126057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B6F898-20D5-3E80-5BFD-E10BBE90D04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722EB5-6145-EFD4-05A2-2965F4F75BA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EDC299-950A-D45A-726A-4AC6C284062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6D7696-796F-D01E-E057-ED47D9E48E5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A2540C-062E-35B0-28FF-102C6403F15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C4BCB9-666B-E8D8-60E5-7BDE306CED1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2788BE-7194-CB49-7C75-3A878AAAF80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20562A-1734-BEE2-F315-12095C6A3B0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77E2F9-E047-959F-84E8-BE36358B813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72BFBB-C499-15CC-D089-5B8465176F7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57666D-FCA8-9432-56FB-DA10716B621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68A389-92AB-DF68-C341-6D4594A8044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B67723-42FA-1A8E-3988-BD00A031EBE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C5F70D-4DF8-5F7C-6796-2A211945B2B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12B55A-1C03-AD11-069A-7959E31F8B5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9AAF52-281A-C720-2F4F-A1A4A4148F4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E06318-14DA-AF95-FE28-828C893D5B6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067191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38A2A-100F-7D93-0E43-463C4B8B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AC3DB3-EA86-BE4D-8205-B71739ABE7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791308-A821-D23F-B7A4-334AF197F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A7C2DA-07D0-AC8D-3826-24D72884D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EBD873C-1382-3B91-6171-BFF5916E6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C377E3-55BE-E799-4958-16CDF5EF4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55FC3A-638F-4CE6-B739-CADF7928350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66A34-CDBF-4A3F-C776-7C9B1E2A5A1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5AC78-F1BE-6B77-581A-60404FB977D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B5E2D1-A91F-C486-F691-5C92B878091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E0B1C2-E3D9-4A34-ED74-D94BC5FC72C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392509-9DA2-A288-051A-06F8C8044EE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3FA769-4A40-2904-08DB-4CD6AD027DA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27FBC3-A1D2-F5B6-3D81-915A898F68C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5E3731-AA27-560D-FFD8-78AC7633CAB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87FEBA-2F78-9DF0-2E14-AE9D429FD43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E02029-C19E-E6F3-AF1D-6AB1240AF08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E140E5-3716-F695-9256-FACC38BCB6F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F1D200-5522-C6CB-837E-50B5B4D3A42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53F7AA-EE82-CBFE-F85A-25F70B82EA1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1CA989-AA9F-A6DE-56AF-36D5B24C032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400D3E-9C60-129B-84D8-F1CDC94A6F1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053B12-0CF1-62FC-DAB9-ECA6416B008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42CCE8-206A-B3CC-8204-549098BF565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9DD9F2-F692-4472-07E7-7E519E9EBE4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C4F320-F177-24DC-AB91-79F0AC494D0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A145AC-A999-8FB3-D80B-AFD8A1F4F1E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F2EBFA-9010-7DB0-9B2F-03406328703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E32884-84B7-2E48-3F63-AA54ECA79C1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EF79DB-19A7-021E-C27F-BC12F52A6E0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CDAF696-C92E-C8F7-ECFD-9D09981D7AD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399930C-2820-B9A0-4C63-C11FB261E86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549E27-F6EC-E8EE-675C-C3BBA6FF086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F5CFD6-499C-33D1-B2F7-71611CE667A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C0425F-D6F6-F56B-98AD-86CE077BDD9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9FD0B09-DFB3-32CC-D30C-EC1A1E488CE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22F8BE-08BA-97D7-9B64-A7EA0FB1EFB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AE55A3-EB72-361C-785E-D52C79DD10E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AA48B0-C9B3-FF21-0D3C-65D61B027C1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FE5B72-1E07-985C-2089-D41D84F5582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04272A-1D7F-0D44-1134-83A483C4702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CA9D82-0484-A3E5-560E-C308096888B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1BF1D1-4209-F589-7BF6-68508073042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E53A4F-4FA1-35FD-BC30-6C4F96BE597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3091F9-31B1-1F1D-7635-08374955E45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30CDE1-D8FB-99FF-E39C-A0125572FAA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4F9D3F-D1CD-5B79-55D8-03BB12C8782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0F55E5-A381-45F3-5196-60F14403F5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7F6926-9A8D-B45E-883B-F0F1DF424AA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839C4C-5814-5AD6-A1E7-17EBDC4A9B7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68359B-56A8-9699-46D7-B1EFD3BE776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4BCE1E-DD6D-E057-0F93-57A4A58DE3D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8653B2-845F-F98E-FE74-0F51E993F83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11159D-A6DE-EFAB-2703-B4117065286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CD741-F23E-4F79-F171-D085D90CA65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5E3A2-C492-08C8-24BB-CA44CAC6A15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99F31-B2ED-4B2C-9BA2-780E2AAECFF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CD4BAD-0C84-AD2E-6D92-E3992F3EAD7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C0AADF-8C48-FE28-9DD7-4F28B0EA89E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63D579-42A2-248A-DD36-F5276DBDE76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44A9F0-564E-B567-555E-984AC4F6824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46D8ED-8DCC-E6D2-E140-77F115411D5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22BDA-E331-BC0B-6852-7A5486BEC8A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E8C4E9-6BB9-7874-0ED5-A1B6C159A31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21EC45-F6D9-FD0B-9E2B-DD391F342F3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E0FF1B-4C3E-3F45-64B5-9F65E67F9D2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5BAE26-A9C5-0A32-F910-6EA483D6338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9AF5CC-FE76-7A94-3269-46DA3F8374A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9A2C2E-79DB-D4B9-726F-6485D8CE337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0177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8E03-9954-F4EB-A0E7-1C44CF9A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E2FD07-EC3E-A843-D313-804D955123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369AEB-B391-ED34-F88A-CE6AD0986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C04FE4-F35D-74E6-F1A8-B0C45242E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812EC9-FD26-A69B-AF93-63A315B7E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06C46D-BDB5-3F12-BEA3-3D3D78996F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A475AF-67C5-3A6C-D1C3-6A0DF21A7DB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5785B-21CE-8620-DD78-107BBCA9F8E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EA9B0-0560-E85E-5DC8-D9A74535DF6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E3D04-319E-4F4D-3AFD-177835D0C71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98A0CA-9634-3694-4998-B2832A61D21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AD5AE-4579-BFD6-731A-B0730ED1994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B7C029-772A-D463-275D-2BF63AD3A9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2089EC-A41B-37EF-4412-AC233030425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F39F9B-AD52-E880-809C-85311755F7F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EB5810-2AFB-8D86-24BC-A6AC93F1CD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6C97AE-F1DB-AA40-609B-FB98E511B14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ABD842-90B6-E13A-7480-16317F9AD30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C7B25C-90F3-FB3D-111A-21C387BDE8E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84BCBC-511B-DA4A-2CD7-6D7A5A18FD3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0ACB85-5ABE-C390-27F1-17628DEA885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82D256-1968-406C-3C53-2CF14AEDFC7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3F423C-E0D8-1EA0-C851-668AF4CC2D4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5B54AD-45B7-B1E1-CFEC-F4BECAECB95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8685AB-B4EB-9619-57B8-864875FCC2B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127637-FCF8-61E0-9CD1-99E17506E83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ED8F88-C6F9-7D8A-FA9D-4C37B87A0EA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178457-30B9-F50F-65F1-9B68BB7AE89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EE6633-B542-FC9A-7D73-741E5C53A8C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08FA4EA-3FB7-DFB1-FA6B-D2D5B5089CB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B025B6-8374-7632-F180-A59ED161B52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C7720F-BB25-5F05-5044-523D38DD60B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275DEE-595C-6CC4-661F-196CA283B77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00E0655-A597-D391-ED35-43E24A95E78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F4EDE5-5A87-EEA4-B2AD-CCDB2CE1EC9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0FC437-23C8-4287-C67F-383E35B6828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618BA6-0BB1-8998-739C-0B298597CCE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F62E70-ED89-4227-6D3C-EA2A668C2D3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807AF5-2C63-9F42-4376-A26EB917C59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589BDE-76AE-866B-12BB-EFB6D6A8151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8C02CA1-613A-BA28-693D-715E2EE4DB0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9FB29F-D5EB-06BF-57E0-9084EB9E275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4F6EE7-C156-F865-6420-158043361D0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20F38C-2582-7767-3816-75BF64B89E9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4418F5-1FC5-3AEE-DF97-2BADEE097B5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F5D782-3AEE-9242-A85C-110CF9C60C1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912B63-5FB5-4216-6666-4B9F2F54099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B72C79-7165-E724-E6E8-B8E1CD50CA4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F535D6-37EC-AF29-494C-3A9D803F9B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6D4E54-9097-B8D3-309E-439BA720382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DFFDB6-EC52-A7D7-5527-BA137029290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C2BFCA-6F8E-CCB4-854C-34F72EB8303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F77F1A-6D4A-2ADE-5C3E-038D47DEA1B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2A517F-78EB-C414-100E-D90B85E8CE7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A8E00C-E835-BBA2-F159-9DAD6481179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60D0F3-32DC-23B2-F142-8908F1E22BC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46791C-D3C1-1811-9440-BE219ED7A73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9BE50A-D05B-5D90-13FB-2B58A954991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A698BF-613E-6CAC-40B3-846E88AF7B9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7F38BD-9354-6B39-2CE6-84E127A55D9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34C8BD-CE50-B1F5-2FC8-9787B143EA8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AB9930-E3FD-B0FD-4A8A-D0E6C2DD5D8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8DD8A31-09EC-89A4-D7FC-8C2FCA2E3E6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223BD9F-184C-B031-3A9F-4BB2E6B5F22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E3F3B8-2680-4CC0-CB1D-7521C948E61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8F52E60-71C7-BF5D-F873-864E41A8D69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604360-E97A-A58E-D605-02D92F0FBE0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3D4F56-3B10-4946-1063-474E9FA832C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7720B2-D208-4445-36AD-C4149320B88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F84363-CCBA-DA83-C38B-99F2F382C42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3B20DC-5D75-2AD3-5726-12426C4E191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69290C-C90F-256D-485B-569705CCC53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35724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F479D-CC6D-4964-3034-CE246E4D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9DE2AE-FD23-4EBB-82E8-9C25F26D7F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546DE6-00E9-AFF4-3CED-86A05FE6C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84DDE1-5E6F-44CC-EA91-DB7F7BF9A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CE1AEC6-CEB4-9E3C-FD80-2547FF867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A62A70A-8391-FE09-FA96-E2C30F6567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E9AB9D-9B7E-905A-0C50-1B968A7181B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900402-089F-D984-8011-9EA819FA37B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FD2DE-38C3-A852-AAD6-A9798EB7AC4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D8EA9C-0332-E564-DA52-8D76FF530FF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9A3093-AFD9-7202-F1C3-8FCFA1AB356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0290E-F6C3-8581-DD1C-DE144FD61D0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F79C22-09AA-3E41-5555-6C53D56ABD5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520E73-6BFF-FA3A-36FB-BEBC62A9F8A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F9E82B-BC3B-D9C6-F2BD-7C0F2A104D7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19B6E4-AE17-A834-1269-E4D49B491F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04D587-428D-5164-65EC-4885A578175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252524-BDAE-65B3-AD01-0240EDC860F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CA5E71-6D7F-B99A-F091-226930D2F57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7C3913-6AAD-39B5-50E7-16BD21900F9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DC22EA-990A-055C-56CC-10330BDDEE9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BE6A05-8654-42E9-1FD1-2D5C21A91A2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65E8-3ACB-FFA4-C1CB-B1A666A7945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CDD40E-1A8A-0698-2D60-B9571076C13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16154F-05FC-3DC0-2A32-8E2EE17017A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0EBE24-2EDB-3325-8179-1B600AA5F7F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A2D1F2-7DCF-38D0-3B4E-2AADBC0D5FC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1F0FB8-19F1-368B-6E4D-013B486D4DF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19FB49-CCC6-F45A-6837-68ACCDB839B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7741A8-213C-0CA4-BD11-D9A6261F6B3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F69C25-245E-DC3A-CAF4-56E0824BF86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20D8058-2F06-4990-7916-1FAEF0F8621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6DB179-DF5D-3916-392D-39D708BD5FB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CC4338-96BF-22F3-7885-158C889955E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162E45-46F3-7C01-1B06-541A626902C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58354F-659E-0F64-5830-52D53253850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CA44D1-99AB-654E-421E-19D863AE5B5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2132AF-F5B0-8AC8-8890-2B8C85C2EDF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8521C8-8B6E-8C44-5159-755E01C3F08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BA8D19-4691-AC19-8E72-6B2EEBEE239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70ED626-27FC-A97D-74BD-24EB7154D2E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882FB8-DA1D-9BCB-5AAB-9FF4D0DF71C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A481E6-1B58-C778-3FD0-C03646145A6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A6E9B-8A50-6C6D-9688-4123DC60F31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18A0A4-B0DB-792B-BD63-CF2B1B7EDE4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F946EA-19B4-AD77-7ECA-A84099ABF21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BDC7EB-C535-B8A5-5467-5CE387298A4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F28B7A-416E-7C37-6AAA-E36F77443EE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833B1C-2E7F-807C-F841-2D20D6FD6A1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EC1799-BAF7-3595-99E6-67AD238250B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9F09FD-80F0-8EB8-4A30-1A6B85CFB56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A85BB1-6C48-C6CD-E5D9-C24E130C939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0408C4-6A5E-BEC6-80CF-BBEBB8E3289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81905A-CD85-684E-C345-D4C8BAEAB25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0A4296-9FBE-0F50-C3D5-068026FE0BA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45726E-0DD6-0109-194D-B1A596153D9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E7A2A4-D524-9E1A-9FE4-80D59AFC759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334F45-7C07-DB2D-8676-923EDF532F0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146D2B-29DD-91CD-33C5-64E0E967525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0C1685-6B74-CEB3-1B4A-3CD8FF4C4BA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599335-F623-2172-AE77-379690C833B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BF7FA9E-5EA7-D734-D26C-83CC4BDE62A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EAF611B-7C10-38F1-124B-8F9A0AA2B90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5B2AA4-6F3A-6CC6-D2A5-75E480F8278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11FE6B6-EE58-DE3C-F458-419D49D1BA7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D494D55-4838-9C2F-8360-EF8C91001F4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A1C1-2EFD-66D3-3A6A-C3A93BAB098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40789E-ADCD-2DA1-C6D7-11413AC30AF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998756-E060-B05B-341D-1239DCF2B37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1139AA-DB4F-0DF5-6CD7-095D4F346C4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F6F0A9-5F9B-337F-2EBE-D7F18339AAD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BF462D-7926-0F2E-9D0E-9DF4E6F2A9C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5EE70C-BFE0-5397-610B-D6BEEC2E72D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C18243-3A47-3B67-E285-B8E5B938E6B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F683F0-9E08-6E79-84F9-DE4CB7ECF3B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BB30DD-F8DB-01F4-1FD3-E1498A03671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D8B3B9-9D1F-9ED4-3831-12B308B3233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52B737-1116-2F6A-1D7B-8D30C618B2F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00477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14C1F-0A50-9C30-8B17-A0B4E71F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7FCB01-EDFB-E914-3D52-875FC4A5AF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bottom left [39 in 8].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294BE1-2149-EA55-7C60-FA70A8FFC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240CC8-FFAC-4AA2-1C66-840619E20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D9ACBF-AC45-B73D-FB6C-4CCE0816C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8C07B8-8850-F647-D2FB-73CA4ED710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9673BE-B4E9-042F-BB01-902832737E4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6D8AF-EA34-2CEC-66E8-F49AB3FD6F1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9D439-9486-A8B7-EB9B-8941DDC8490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D54C2-E30C-EE4B-8E96-8324789C8EE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D2D788-D33A-178A-FDEA-707A014A8AE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70ACFA-251B-7FCC-9123-820FD30CE6D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BF112D-6BC2-86C5-BB4C-9421D6D3F0D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B13757-C4E8-729C-7D82-7E9E3BA0185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D15310-563F-BB01-9917-B55AA2DB4CB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48B423-283E-525E-8DC5-EA479652E2B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9EDB18-6C0C-D413-EB72-456696D5869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537D3F-637C-148A-D765-1CC0472DCDD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E07E51-C11D-76B6-CC8E-BCE7F97A4A0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17A94A-C86B-97BD-B6C1-2B97A452563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7A700A-1549-2328-1B17-4BDA5A72428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813F3-E791-EFBC-72B5-CE8FD0000E5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521C86-2A64-0612-0378-338A52A2D1C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C91127-DD72-B75E-22B1-DC6917FBFEE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B72D39-6129-A54B-D9B9-E75B34D89F8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E1256A-3E35-3FDD-997C-1B3A06EDFCE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445F8B-EBC4-BA21-8B8C-08639AB41F5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16EC3B-2C34-4F87-6848-EEE67A96452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6C0B84-C266-147A-4AA2-0A98C3DF74B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8098F0E-D6A5-5132-281C-87A5DA974FE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1A07AB-237A-4D79-A26F-C71D937425B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8716F9-4581-2C1E-87DB-D63A2ADBD44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6E726E-8D66-9F85-AEE9-1A2454966F5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E17335D-E8E4-0595-E3D0-4937F923F70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6C5EE5-6A02-635A-E1D2-1ABBD50C74A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67238E-BBA4-B3ED-12DF-6A377C0F79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948202-7B25-B2F1-08B3-B3071C758AB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37B6E2-C482-6A2F-2A87-D9FE5334572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B95022-B02C-A88F-BC64-55C59301DDD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2EAFA8-D94D-A466-A047-41AC17BADD0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0C4D1BC-3206-5C50-9301-A4A61505447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B3DE72-80E9-5FF6-CC73-F155911C558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FA95FB-18EF-C8BC-8049-193E846929C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938AC7-1465-8A1C-4928-B4CD1BE6DC8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563C6C-0F65-F836-07C2-C249338EF69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B5869A-D856-D9C6-BC6E-25D6A728081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50EA6C-D182-436B-1010-936D1C0E42D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92DD71-2538-4CF3-2ABD-E0C97B95CC5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BF26D8-B2D0-56B0-2181-D3C3C526792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1AE4BF-AC31-C9ED-C184-6F4E858F8EC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78E8D2-C0E5-B9F6-7520-C623C14130C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0BF5C0-90F5-A125-081F-03CE71F2C1B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CFCD54-FA01-A4CE-F01A-4605E258A6D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DA56A4-4182-74B9-A5FF-7BD0C72EFDD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8E2DAD-F987-3A0C-BEE3-D664DE1DEFD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9C9F51-DC16-73A7-188F-980CD64BF39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0647B6-5CA6-3A08-3F4C-B8579ABB640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560C9E-D1BB-660A-838F-98DC9C340F7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89B3A10-F856-D60D-2127-5C0BCAB0400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5B997A-9D58-111F-83A2-F05CC371811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944B4D9-580F-FCA5-76F3-3B9CA68118B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6E6C15F-EF7B-1D8B-2B34-20545E2FAF0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BD145D1-0E51-E1A9-0E0C-3BE81435166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FBC0E7F-D6A0-43DE-FA53-792B7BCB0A4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DEBE3C0-2D81-81A2-6E70-57C916A5637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7FEFA2-B438-59CA-73CE-522701C044E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CC8569-2BEF-A2CE-242C-A9DCE3415AA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7F82B3-4F26-FE1D-2855-5EF117DB534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DBD642-DD4F-526F-D9D3-A039E0204F7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2BD5A1-BA3E-B91E-817E-1FC1BF0DB2B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9AEC02-26A2-2B9B-82B6-35030A94402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13C7EA-24D0-2653-A50E-89A80ADB40C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CFCAAA-AFB6-6310-1F05-78BDBB8E052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32D64D-0D3B-05CA-C0D7-E10F8FAD04B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0B8CD6-0870-EA31-27CA-D611055D82A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D996A0-4AB9-D2EE-DF32-F28E787BBE8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CFD3C3-7510-76DF-61E8-18D0852183A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9A1F7C-5B9C-987C-9805-B3105FCBC27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5F68B78-EE8B-589B-FBB7-3B26F0762A6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125A829-3131-014C-59A5-6AAB2621396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75E9CA8-34F1-DEE1-C880-726BA506BC5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501533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4C555-2189-01C5-BAE3-94B2103F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6B51E4-5984-8B37-72BB-24F007298C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F69A76-CA65-CB14-42C0-393AC3919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29EA20-5659-B73D-EE4D-AB0E3BAC6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47DE4C-FA95-CF01-0C1B-EE635D0C6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E7A73B-1B2D-919F-8615-C53925081B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70E51E-A3B3-A7FA-4816-D9B66FF2C9D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1F66E-6FBE-5E4D-389F-86811EB0F63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8EBEE-B4FB-03C2-E004-7AAE7BF5285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74770-E3FD-200C-9FC1-5DA586DA356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5EC82-B30D-1FA6-4C83-784354A12B5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5E617-011A-D01F-540C-AF7A974327D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89DFA6-D71B-33CA-4C93-130BC5638B8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AEC5A0-16DD-2F05-C03B-414ACE3D7D6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C132E9-CEC8-BE04-7545-7DCF65B460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90E11F-1FFC-1535-2870-BFBC84C61E3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9746D4-78C4-B05B-5060-82A42D4AB66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8E2EE5-3CCF-4721-D14C-3A2D3B0BFE1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FDB376-BAE6-D4CC-1D9C-30BFDD22311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6A2CFD-14A3-21D6-ADC2-34335AC63AF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F7E9B8-FE10-8043-3D77-1434E3968F6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CF4B56-FB36-021B-7C38-2FFEB3725C0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DD67B9-6647-C93E-6704-5C7C361386B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601665-A089-A2F3-747D-68D7A14CDC7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3CCA9A-9299-082F-5E7B-41DD0FC6BAA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54F078-B7B0-526E-BEFF-AF4E5CA25BC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A3A203-BEB6-0E0F-D27B-F81F93CA97A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60F843-D7BA-618E-899D-EAA9350A08F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C1217F-3933-7D4D-9C56-9D10D40D34F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DCAB79E-8045-60E7-2ADB-4E6A028A190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F304AD-8592-07A0-795B-D44390BF5A2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DC0ADE-A6D9-CB9F-E8B9-79F67C34690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B3F267-0D5E-2F21-759B-649C78E42A0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DF8C05-753A-6E87-E8B9-8FF36A30B8D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DFF06B-6CC0-2914-E90A-520D599FAC8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F3EDFB-7B4C-B719-1BB2-AD62B90CFC8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2693EF-2021-3ED5-B72F-D8DCBDD8DCE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55CE6D-65CA-DFC6-19C2-832BF2B897A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BD7C28-00E0-8E7A-65B7-F9490122782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352FBF-E6FC-5995-4135-1683A40BC3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BE17AA-3860-815B-01AD-49563F8D4B1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FD39CA-AE70-8253-1F47-B5909B6567D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15EC10-9950-FDDF-4EA9-7E19E1904F5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F285EF-52C3-5E2D-1DFF-C2E2C9CDC66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5098A8-3919-A0BE-FACF-6A7331B7DF9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447906-73E0-0AC2-6D4B-15F2D76E49F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F7996B-E613-8D95-28CA-A78481AD2BE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3AA7F6-620D-3377-52B5-6C50CE83674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D1394A-8A9C-18D3-25E5-3F42FC15001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AAC970-1993-D65A-4A9F-9D3D4C06C93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9570EA-EA88-C269-A5B8-48AE8DCA72A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98D61D-EF5A-9ADA-F32F-69B0330F14E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D11601-A314-308A-043D-4E98E2240AC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A93E7A-5B24-145B-06A3-4110A068EA6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FD8932-53FA-8499-973D-92154B2AFEB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172A24-B0DD-4134-81FA-2297CF9220D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65EE3C-B099-845F-A410-3FF08BE90BF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3FD786-1CC1-4765-1F51-53751188AD2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8558C5-6A65-E349-EB75-681DE3540CC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BFCF8C-EDAE-D32A-068E-37CF3F35426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FCF16A-2B8A-325E-5821-CB865CCE3DC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460BB2E-DC90-99E9-EA66-1D465754EFD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4B27CB-2D57-88FD-ED39-5EEDCDF6EB7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983030E-E9BC-CE52-B799-96823A06D4C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B035D4-9524-0E1A-C420-3E380E98517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8842DC-F661-217E-5417-BFC22A319E1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3FA56B-0D12-B836-1297-9B17E733723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B03684-F9CC-3BA3-A7AC-7FDBC5E4A1F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7C66B8-4D61-4F41-3E60-0A73D252962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DFF9CC-FE02-90AA-B910-2BC9A353FB7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6C8006-1D75-2873-B5AB-013ACCC9573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190454-5455-9D40-4F18-7EF75380206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AB9112-357E-FA52-FA11-BB3DECCC1C6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BF28CA-5E43-7166-44B6-3E1DCAD68F5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CAF2B7-3D11-CDB5-6992-B5B2D2F6C34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11B4D8-0E0F-79CD-72B9-39A86412826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C342F2-FFF3-F843-2956-6D5ED077D63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A7B48A5-D67A-5204-380F-9AC2F7F2A86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D805F90-A3CE-832F-A329-21251D3FCB2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19D1290-2F31-5CA0-B6E6-2D574AF51D8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27C462-1891-CCE6-0BBC-7E083A0E9D1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214585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D3CC-0AC0-2758-2E3A-97257D893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265E3D-D1E0-E389-625C-C1BB5B8DAA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AEA1B9-7302-DF3E-9EFF-F23EFC56A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B473AD-E890-7AE7-D892-B41C08FA9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F5A6866-4CAF-6B62-F20E-87861A8B8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41A9F18-C772-7B70-B61C-2B0CA03DA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A6981A-B779-4B53-6D86-9872115538A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D6244-D706-CB12-1E39-F32701ED5A3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16346-3D43-8CC9-F5AC-F957EB6C60E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23CE9B-CBE4-9822-6684-B8FA30DEB9D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98053-0BCF-8903-7F95-1B4755E3D1F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5D7A03-7051-8D4C-2B61-31EA8D06C70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C67B91-9189-A562-9A04-D41DBCBAE5C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B4FBE1-FE15-A325-7E0A-7FECA77B742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F01E91-3184-7F31-E24C-9B17C8BFCB2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B80C12-35EE-3B0F-5D38-A894904EBB9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A783E6-2A20-0E1F-A6D8-EAC1C262F52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9FDA36-0981-02A6-2D44-BF4CF460B17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6AFCB3-205D-1500-8F7F-94D9E129076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349B92-3ED6-16DD-1961-2D617A37D51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4E05C6-F9C7-3201-94D0-ED5B708D04D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B5DB8A-FC9D-F833-6F60-82AFC812DDD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F1A261-14CC-A3B4-E8D4-21A4A49AD48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34B2D3-F647-6A62-EB28-26F701E8B64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7A514F-CEAF-8B12-2D8D-15CA5FEBBCE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07BADE-D39D-9D92-AC03-7A80DE09271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3A7291-B80A-F70B-91ED-6D3913E01F6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88ED688-E499-6160-4DDF-FA230282BED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758F5D-0DA4-FAFF-CBC2-EFB0D9D261D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C41139-EC75-4B5D-B303-5CED9CFAF99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84F78D-F78B-6E6E-50A5-C96D918AF10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1D7FF1-FA03-733D-EF00-062286967CB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2FAC84-DC42-1591-800E-ECA0A9FE41B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804D3B-EB6E-40A2-7F60-92F57D314D8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8F1B28-E2A6-DF52-8B03-3A3C70E3890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29BD66-B738-3310-A6D8-4993F4091D9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7DEF47C-ACC4-769F-F2C3-CD6515C45D6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7ECBDA-D2E0-3FDC-2354-9B1920C4CCF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6EF7A7-A03B-A80A-1213-AFB5EE0893E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46AAC7-4B11-3223-B45A-CF084DBE666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4CBE4C-58E9-90D9-7063-4DD0284E653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A74BEA-65DA-17C8-941A-F10AC402C87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DF2925-FF40-4DC2-D6BB-5BFB825802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5FC9C6-6583-4F59-DB1E-81DDF31ABA9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1EDCB0-184D-848D-96D9-7AEF690E81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EB4213-7C19-A2CB-48CB-3FA582D9FF4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1620AB-B4F6-C52F-FFCF-7F5359FF074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05FDAC-75C1-6D44-7D47-9CAD97B5335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8ACFC7-6EFC-90D4-9CBF-BE8374CFD46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673037-A381-BA07-DC36-9667443A6C4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F33FBB-1451-15EC-B8AC-EB723A6EB55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C3AAB4-E26A-BA72-EEFE-88B21DD9C04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0AB3AC-55B3-48A8-BB6A-050FDE0D6DE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1203D11-4616-9E98-043A-0F11C8650B1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61E4F7-36F8-8447-CC81-9A8EC75200B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8616E3-3F87-EB8D-F40A-69BFDCA0ED3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1E05D2-1FC9-9F7D-4F38-EB74F52AC42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F9E752-81E8-7FAE-4DD1-2A18FE4CD63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B7B13D6-023C-E97E-031D-4D33EB7726C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6EE25FD-9CE7-B288-F10A-EE614E4A7D0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742693-BCF4-674F-995C-DBF30DBA3C1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2C1D021-D519-18A5-E941-7856ED47DDC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5A0659-42C8-80E9-F7F1-7DD13E33E24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76FDC8-6E85-2F6B-84B0-FB3FF638276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8009B9-A4D0-55EF-9CF9-27DDC5114B0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8DEBE7-5AFF-6A41-CFEA-D3917AD5E88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1D9BEA-FE3D-2DF7-5939-9CA0A0C60B3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5BE5CB-21D8-73C5-7522-DE6F4AB0C6B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BC4212-858B-1216-C77C-37B68FB114F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77D4DB-9E0C-070A-AB44-EBC5B1F2F57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D35B5E-7918-301E-B183-E92A5567ACE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BCE68AD-2980-DA90-3FBE-005069E91D5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3427E3A-0CC6-3FB7-48A5-0380422213C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7605BD8-2348-52E8-D391-96CD58D4D0F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CE46F8-A228-32D3-44BB-57D68BF48A1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DD0A1F-7D9D-EF88-276B-693C070DEC1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8F875D-95C8-6354-592A-4FF9431B40A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B278541-E5DE-1D79-ABE3-90EDF4E58CB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AF3DB19-09CC-6738-DBCF-1AEB7F1D9B0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DC775C8-5F10-594B-D21E-017BB29BEF6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8D2122B-E2F3-5EB5-45F2-9B93AFFDBF7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45700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3D06F-6A60-69A3-FA76-9E0555930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BF617A-8FD3-EA7F-10E3-86FDDC8CDF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5159DD-EC54-9F77-B90B-7915FCC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72C8948-4BFA-04D5-3BA6-A86F69BC3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243CE8-BAD5-28CA-1155-4F2BB7050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7C75FD-E070-8432-F122-8275DD29AD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7EDFEF-2CF7-5021-63D8-D0B38764C67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90CE1-C0A2-A31F-F169-24430421531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0D59F-5482-98DD-1FFB-5F4FFBB73B7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CFF84-A62D-F083-15B3-664449148A5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A5A9CD-3F9C-FAD1-F660-89BE6F47B1C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80F936-F05B-2F00-E2B2-135B064A08C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DD032B-C58C-A98E-3EB9-2C5E7B1FE0E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2E0915-C9E6-AD66-BC29-4C40A0003D3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2D2857-4CC3-2CB4-583E-2CA922907F0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C1849D-DEE7-E374-3C83-5DDBE717EA9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00B0BC-C05C-CA58-EDF6-BF23926FAB0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B5FA7C-EF4D-408A-DB7B-6207DE44421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D2C320-B5C1-2266-D721-3BCBCF85817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27A161-A41F-F097-AFC4-36EBE940998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023783-5D31-C22B-EF28-CDCA85A4E50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6DB17B-72D3-FFA5-06DB-CE68024ED21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66BA1D-7CBC-1471-0A7B-65B68C430E7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76C496-EB13-78C8-5860-E90E879BF0E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F41F8BB-57A1-2F09-13B1-E8C98AB92A1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CECB22-965C-AC50-F7B8-C647C44E030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3B7957-6306-FFE6-E3D2-FFC0CEE3B05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1DDE35-2DBF-99C8-504D-3DC0AF8D9A8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F2E249-A122-0E95-A692-15100BCC4A8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E4C888-AA6B-8DF3-BBD8-58B0D80542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1EB3CF-459B-1F9E-EDCB-839071211E6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8A1BFA-B82F-277A-FF97-3C043EA0CBF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24223E-0B1C-3D77-A426-E3E400BA633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C73F36-01CA-850E-B641-766ACE029A9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610BF8-7EC5-04C1-DEC8-BCA62BE1197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B39980-D3E1-A062-3A85-9AB52E34ADA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FD9592-89F4-C86B-7E95-1283F38359F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1ECA02-8B90-3A67-B07B-04F298C48EF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2F429F-DFBC-0D55-C0F7-741E828DB6C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AFD295-2D77-CCDD-159E-A1E7950D8D8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B7632-4CE3-0CF2-AA75-7F332E8FEF3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DFECC9-AEA7-0F14-8A1B-C877438CA61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161D6C-5195-ED2C-D7ED-35B93BC1391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B5D9DB-49B4-2FDB-5808-8DDBA2E76AD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548FA2-E332-FDC5-FF55-A0B495425FB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A277CF-A465-9CBB-CABD-42C4ADD216A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ED534D-1996-5AE0-86C9-E3721B34556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54C307-D24B-C41C-5D2C-217CEC43565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A7200F-EEFC-132B-A9D8-1AA4D4568F3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F06A76-9C47-B628-9AC7-5DA9DE42D6F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81DD50-0F70-0B87-EF52-E78D936ACAE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502EB8-B840-32EF-4433-E7969427CE8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EC61B7-1D55-B78D-4620-BF70A452158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6F40884-E6AC-8AC9-1272-9F832FDEF27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F6181E-D9FA-0342-6567-91382517570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E024367-6E7D-8E36-96E8-85C5798B640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675C60-E317-6522-3447-FB8C3ED2B7C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76D62DD-C6CA-3389-AA94-1B904E35ADB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11136EF-7ADD-B90A-912C-81540E9E48A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41AE76-EEF0-49AB-EEA9-331F0968DD1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4BC4E3-23E4-8962-9CEF-8ABF34F66F4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A04412-265B-BB3C-FEC4-71714CE27EE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80232B-9161-612D-4806-14336E18EF1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651B35-28ED-F0EF-73FB-9BB372FD8BD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3F1086-11BA-8494-D9DB-64A4C8DEA5B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FF8F54-FCB8-4763-9915-53590ED97A5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5C7EC6-10F2-07F6-508C-8FD7BE37BEB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333A0C0-E88D-31DC-B7CD-839E5F4966C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20710C6-6A08-30C8-9B63-622624E301F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D9219F-824A-4E1D-C40F-27D1C7B8D13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7DF20C-BDA7-6778-C6EB-4D76AA33BC6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E5D11E7-24D5-81E7-D42D-4DF9B099685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1B69A1E-2158-C9D2-57D0-F03109D80B9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BC4FE8-0041-CE06-47AA-F62F119C6D4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059538-52D9-DCED-328E-CC5891A94F8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12E8D9-2335-E86F-D113-DC86E178534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4CF7AE-4729-B0AB-1414-5D7C9F3FE04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1734B7-BD9B-1AB4-5490-31A79D19985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F47188-2EA2-BAEA-6935-64CC81EA88E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C316751-9B45-FE26-66A6-809A45F3F0F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B8B72C-6B77-4540-AFE4-46C26FFEBE6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04842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E9EC6-6BF7-89C7-E5B1-B334FB49E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6A0AD9-7537-B791-8151-75C37169B8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04F6F7-694C-75FB-8EE2-C2D3035B9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771841-592A-DA7C-8D63-46F42DAA0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938AD1B-5B6D-7D66-DFE9-1A02C0FAC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703897-90C0-14B0-9BD7-56631924C9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2CDEAB-BA85-04EF-A1A1-D2FCFD3A63D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495009-9E48-7DEF-F001-1ABF083BEAD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FA6CC-A2AB-A5A6-7D78-38FC9F9BB57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857291-E262-5D4A-8B16-146C94DB2A4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13A5A-9B97-5C77-049D-8C9524C6C12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80D05C-71F4-A767-2833-B096C04271A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6609CA-95BE-E1FB-D023-1F46B8C02F4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D5C46F-0AA7-C1A6-E60A-69CED13176F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61652B-B96B-9021-6D38-D07095B9F36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4A7768-AFFC-B224-EC88-678F23D5588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C08D14-8F23-1F9B-DF3F-E34A4088FAE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43789E-0659-2931-1623-4020FBF492E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986CA3-EDDB-D033-F112-FDD18410A21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FC2B14-6133-8CD0-3810-26F7F92D1FF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FA0083-36A5-C200-F7F0-454C0185351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C029E6-A154-9F9D-AF6B-54D85251A47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5DC1E1-E9DE-B2B9-DA35-BD3CD5792AA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662D0D-4DE7-C4AB-C899-B056C8C471C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4EBE9B-6FAC-9EC3-1903-DF9752AB2D2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F03E8E-85FD-833C-0DAE-54990EEF414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769B893-1864-09D3-6ED5-F2DBDE76C32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2FB12A-AF5D-4217-0B50-669E93B9278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07C1F0-22D5-D1AD-981D-B8A972F21D3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9B9BCD-86A5-4B63-41AC-83C6C31BFCC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2DACF8-3BF7-4E6B-BB0F-5333A4E628C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2A29FF-0958-E432-DA4B-6D453F42DA7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4E2434F-C4AD-1CCF-979D-430BA5B6353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F2E6F0-76D3-8C3E-7BC3-4E7C6E3A4BB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0C9524-A1FA-2E96-E160-070A60E75D4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56CFC4-DFA3-76C4-0783-6F65FA96151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DA253C-374F-6959-BA1D-D1CDC05E6E3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9D0734-7BB4-D088-03BD-C698CCCA9C6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F789A7-BD86-B85E-6B8A-A2070495BCE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80F042-35BB-4111-B797-0F724FFBD4D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C413C4-7AC6-AE1F-2D7C-F8222F41603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9214C9-ACEC-B400-C54E-2DB12203A14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69A529-9391-7E47-A041-C48E14803CA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3801EE-92E8-ABDB-2D2C-EFD1BD9E56A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F57780-F683-3481-2FAD-266DD1CB970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A453B3-9270-FDA6-8F0D-BBF95255012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590D43-F3AA-3BAA-827F-8437C375421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E4E179-1835-AF05-9EE4-B18332B353C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B5C3F4-ED8E-0EF4-B534-5546CCA3874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119686-C4DB-A99E-C68A-868AE69280C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A4501B-5E8F-D60B-B063-F9D7B2EBCDD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E393458-C7FF-59A8-C35B-4CFA8DF0EFA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D7BDEC-5BC8-CDE6-D14D-169FACFF7F6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9B49B22-037C-AD3D-75D6-525C292F780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CB9C84E-E147-6639-8965-0B2CC7E843A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517F7E-DBFF-AEF3-683A-EF542E3F02D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54F8BB9-D5DE-AF72-4F76-A2DAB10099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FFD69D0-1ADE-EC7B-ADDC-1408FB1B27E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CF4354-48A8-DCDD-D139-BD4F21DC261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C295C8-AC44-A0DB-BDF0-ABD5A26800F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F22EB9-BAB5-429D-3DD0-1B34B1095CB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D46825-453E-9396-9464-BE6EE2B5345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BA60E-F2DD-5EBB-C2D1-05F32A50088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06113B-9F04-FAEA-214D-98D447F39B9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873385-8C1B-4459-BCB7-76788E32E67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74AA2D-1F05-CF08-1B3A-E9B3698ACA1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F602F28-592E-862F-0A63-09724C19D28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CEBD6E-642F-248A-6D84-FA1056EB049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1DBFB1-7480-DBE3-792C-B663F363A0F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86E930-5917-B0CE-1C10-79F279972DB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58DBAC4-4C9D-11D5-6B05-4047757563F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F646CF-0C06-2963-F41F-923F6E6366E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2143D9-B482-14CA-3F75-AB7427917EF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B4CBD7-07C1-BBC1-1BA0-A87DD5CFF7E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89CBEE-8AF9-242B-4528-F506CB193DE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AA4880-DCEE-A851-4E45-5BB1FA7064D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4A807D-FED2-C0EE-3B12-53034F12A10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B8FCFE-849A-0770-DD9F-B226A903C2E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01CC90-97A6-633B-2845-87F0FE96046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EE753D-E864-8EA3-6497-E95F919F205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FB977E-AD5F-677A-07CB-D93011E0C32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604702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81284-BA01-A913-670A-9564193B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E5D6E4-A3D7-7A1E-6E09-F23245263F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13D20A-DD2F-E6A8-0396-F953B0484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F54AD7-27C2-0F39-2970-763B9211C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80CD63-7D94-09A8-C53B-1BAB6446C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B3D0B0-864A-3E4A-3FF5-209D077BF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05AB8C-6DC7-5B8D-1E49-8E6E0186867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E5C81-5587-2611-E5F4-6CF0B51080B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B8B643-D24C-8B66-8EDE-72A2B13BF98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859A5D-4FC6-0FA7-6B42-8966CAA3753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1CE849-DF6D-B8A7-6D5E-714BEB6D005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98227A-09DA-573F-56AE-0F8154095A2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A48D8C-AEF9-F387-516B-B259C690CB1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488512-EF33-6598-B983-9D15E469909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554A6F-A28A-7372-C744-DBBA91D1190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0563D4-A0C5-7B3B-67CA-9E1C22E8B32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AC5D0A-939B-AFFB-9781-EC873AAF5AB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2D24A6-11C6-B9FC-74CB-5FEE04F018A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8F74F8-ACCB-8139-D948-50851722D3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09D85D-2030-C4B0-C8E7-342DDC66140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F05CB4-42F4-5132-5A8D-32B056307C8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D91997E-CC5C-B312-FCE1-0E71AFAC9B7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26DF1B-0ED1-2035-1519-5B01AB83A70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474ADA-6228-52F6-C84F-F4260314A8A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03A42F-711F-03DF-C005-9EB9B570212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200932-B1AB-5D9F-7431-203A53D0D04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DEADE9-7D7E-F1F4-4876-11E33E3ED3D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A772B0-C52F-425A-1C75-5484D440111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1D630B-77BD-9073-3DE5-9D3EA27F341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9A273B-97E9-2E71-C74B-4886A03AB31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5D9348-1A80-4D06-530E-BD40014F939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436670-21BD-E2D6-A06B-7473B2D779A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FD00FFF-824E-70FD-EA08-F95F3D4BA51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6E208-8710-EB53-21EC-301FC8B1932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B28E4A-9E6F-E774-7392-2A944349551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E05276-D3F5-92CE-0EF6-64E293F4B4F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5D5A87-DFEC-F7DE-292B-A3C5DEFD651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8CECFB-7276-96D5-9E43-0AD3A96621A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B994A0-4E4F-2465-36C6-9BE36155269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555B72-865F-B29D-21AB-7C36C507B84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0B4C63-4DD8-B488-09B9-4C9691F0B10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16A67F-BB37-104F-15D6-A12C40F916E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68B858-BCAC-4054-2A85-A98A38A0256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8B1330-799B-0564-6F81-AB87AD38E2B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B3466F-9131-6D0C-720D-3068BDB48F4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9D6B4A-6B8E-B018-95F9-8C19B97A45B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CCADAD-CAE3-AB5E-505B-F15AB20B259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69E4D9-9829-41DC-6A81-19465D3517B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D82203-0728-59A0-3E74-BF7E28B0F57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8C55E6-0FBA-180C-7FB1-4E567129668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39223B-A1BA-D2B0-923E-F069E6D4C58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178730-320C-CDD2-9FD4-E4D57F44C72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4109A11-A4D2-48FD-EA88-B50B504171C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842C015-6982-B514-3117-F11E47A3937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6114BD-C974-34BB-DF0E-13FCFFDA649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E2C027B-5006-05B1-3CF6-AA9C91D9C73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0F2AC9-48E2-ED48-AF74-4790470130A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7ADC80-8881-B03D-2ED3-D0C21A966D4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80D34D-B488-8DC8-EB65-48B8EBF1A2D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38249D-17F4-DE72-50C9-44D7742463B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93A025-C336-49B3-EDE2-5E425842373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0DC3D5-BE57-1AEB-21BB-91DF96F93D4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2A7498-7F62-5A67-FAFD-C950700D0B0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0C7A74-D73B-AA62-5AD6-5C3DF5038E1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6C3CAD-09C7-3580-E561-0898C63C306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5E169E-C536-0779-83B4-07328517D94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BD08822-447A-35F9-BC35-960E68EBCEF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957B1E-2915-E2BE-844C-BAC7730EA70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DDD33F-51EC-D8C8-313A-BCF2B6B8F8A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C35DBE-C90B-BB69-52A2-865A6CF1568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7F8C04C-E2B5-0E78-AE05-62C425A7E4A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0209AA4-FE94-4B9E-EEBB-58CA3CF7527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C0905F-202A-3E43-35D4-A9B1D65C0C8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232332-99F0-9FBE-CB7E-719EA218A8D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8B9872-0118-9DF1-E5E3-CAA97E56069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DFCD7A-1F3C-2DB4-3389-F5C5231EBBB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9E8332-C066-8ED8-8AD8-5D262F022FC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88562D-6161-7F98-4343-709F73CAE57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E8371D-F9C9-5BEB-B46D-809A2C63EE1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F7613B-F7B2-B6B7-894D-4A6421D18AB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9FDEF2-C7ED-D5BA-1C5B-38EF2E930D8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825630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C2F68-1CA4-8B43-7A58-C9027E571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4ECF7E-143B-26F9-8E4E-32172A5AB2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remaining 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EF9884-5053-1E49-7835-8D44307DE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0009F5-83FE-985B-A5C6-5EE2EAE61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9700CE-EA2E-262D-D7DD-112365F54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7CB7900-BFB8-C21D-BE23-3A01F65CE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256CE6-4B34-0F06-D707-EE4C22DDBDE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D5ADE-9D21-C22A-DC53-620B1DF7079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E1F5A3-6869-FD71-36E7-285D2628F08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695442-73DF-0974-6736-A88E5EDE062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CACC91-218E-B5F7-FF14-F2EBB1E2F4B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CF3EC-A2D8-4F48-7C5F-BD5067CAC6C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27E7F2-AE8A-9338-FD2B-593CAD67C44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C73C76-EC03-1E90-A14E-5D644C5996B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752B9B-97A9-6B24-6BC2-830D0CE3055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515314-4AD7-758B-4C5B-2B6C2B4A4D8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40AA7A-203C-C28B-30A8-193A9FF6FF6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D05DC-9AD4-3700-C6C8-B052B74DA1D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ADD2D0-C154-1E52-104C-22CAB0C8738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CF9914-2C50-AEF2-7C7E-5EC59CB13E0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3AF69D1-75C2-00D8-41CB-63B0195DF8A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FE6534-47B3-4B82-4CB8-956EA37795F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F80FFC2-2F13-0D44-F1BF-32071E4F8C3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58E3ED-03FD-7722-0C89-3306E858AF4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D8EACB-0FFC-204B-CA96-9F2C6C560CA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8AF7AC3-0259-0DC2-7C8A-7780EA1DEAA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CCBA54-870C-39B8-CC70-2905A2D71BF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F728B0-26C7-007F-C883-ACD9856A90C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271D89-A16E-BE59-0531-4737936BF86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6B5426-8BEE-272F-5B97-560FD17AEF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A14FB5-1315-DB4F-4362-DD868BCC9F2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DD97D1-F495-E713-5E0A-82AAC9EE71B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DE4F4B4-7A81-C29D-2629-1D49B0270E1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FA0CFB-8A37-6A7B-A881-C19D7A0A839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34333B-4BE8-656B-ECBB-8FB8FB76AF9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933C96-5B2D-7ADF-39C9-7458DF49EFB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9A31D3-72EC-11BF-CCFF-9AEA81626AF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08CD43-2CCC-A284-3D43-5ED8EBAD54A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AEFBEB-D733-E96A-DF14-82138A7D855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B97631-F676-9AB3-9F2C-9FFCAD3415C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2C2DA6-E00F-EB10-ABF8-B1EAABB2BC9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624F03-7AC6-11AB-806E-0C36DE88715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F43A51-811D-D7AD-F33F-3A1E551529D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3B8D7A-EBD5-4E5D-FCF1-E933B5C0D4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2D319B-07EE-7CD0-9B41-F5501A76D11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9816BC-94C1-7431-0D82-789A7AA38FB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C4BC84-8C80-5836-E470-22C68377D15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8148BC-4CD1-764F-7A33-2DB1C8741EC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9AC222-BB40-C771-855D-251C0511ECA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DCF413-79D7-FDE5-74B4-EAA5FBF0EC1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C591E9-82C6-A5DC-7094-217C7A024FF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421DB6-DC40-F15C-7960-FDB7890B1C5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9419B1-AACC-BDCA-A824-8E6ABE63DDF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5172A64-06A1-3640-ECD9-D20EBC50402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454612-D041-A2D8-54A4-1101A6CA5F0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6864A89-CFDE-9026-C841-BD357861059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F4FC11-FDC5-E518-4BA7-B7BC040906E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48DDCD-5A23-0130-0E27-54132448EC2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FEFD2F-082B-8A1E-DF99-20085C8449B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4826E7-C7F3-0DDD-D10E-CC4476532B0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53A40D-66BD-7111-50A2-9D924FD7557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2C99ED-00D9-A5AC-49AC-282465A85E5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FE48F-56C6-7A3D-3C2C-6F94DE3598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81BC25-6A71-6F26-1EF2-4706F443EFF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B3C03C-9340-843F-003B-2868648C1B8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70AE42-505A-E038-3D9A-8EFA9EFFB93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4351CD1-43DD-3267-AA87-8BA6ACE2E0F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84F6D0-5E11-EDF4-1948-6A6EB104877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7AA182-6412-3393-30BE-6A9D2AE0239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EEFEEE-5E49-13DD-3F97-2D644C4B6B6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5B87B33-C212-15E1-8227-8AA9E794095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06AF083-A6D6-9D11-ABEA-F4E7CB61E2C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A59539-F918-13BC-2239-4F946E4FDC4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10380C-DBEC-5C0D-BB17-67D03534EB5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B08037-9B3B-9822-7B9A-FD41F837AFD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064366-78E5-90FE-1143-7F86885F98F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2C42327-3A31-F0D4-88E8-60D334EE56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9A1668-D395-32F1-80EB-FF530A195B9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B1FB15-A6D1-7DD9-E777-902545067A0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AF0444-684B-CD6E-2909-35472DE63C3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EC1BD9-7C62-8B17-B1B8-FA7CDBD468C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73B399-6E65-1DFC-E16E-B01338EAA3D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B00260-3100-E4E4-DB18-D64F4212B4D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E2FB1A0-B775-E311-6B9F-E17330B3E90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E484C51-4923-F2AE-9CAD-4E5D1EFFEF9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DD0BC5-40C5-8E6B-2BE2-B5C7F097D26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114312F-53CE-57D4-729B-FD6F8629296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221542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2C82C-E9A7-6BA5-7FF6-2DBEB5F1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B2CABA-EFB7-FA4B-EE17-438A13B3CB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[14 in 3, no 3, 4, 9] could be 158, 167, or 257. However, 158 is precluded (only one cell with 5 or 8), and 167 is precluded (nothing to place in 58 cell).  So, it’s 257,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1526DAF-1CF2-454F-4D49-4E991417F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CFE0E4-186B-E167-AEC3-731815D04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5F1D1E-D034-DCD7-5EB2-EBFACBC2F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9DA153-3E83-E106-372A-C731F4F4D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2CA099-46FC-28F2-C42A-EAA1E55506D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405AF-F65F-57E4-6B63-1A00CD81570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178A7-5E4D-2A06-F453-64E967C87B6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A0AF56-0903-B14A-5BB3-A41D4DCB073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0A84D-CA06-457F-1BE9-EBE4C0848D4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EC80F-92A0-0648-39CB-897F381CD2D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B18418-0F87-E6B9-5468-C8F679DA865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E51B0C-323E-5551-6F63-90175E4E208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4CD6ED-9580-D2C8-42F0-BDFE1D7AF7D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9F8DDA-9FB9-5A02-277D-347B2A2A526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EF6F23-316F-D1E3-E0C3-DDF3EBD691F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E08D02-3086-610F-8474-B32FAEB6CA3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CE21DC-05E9-638E-A8CF-C4585A58FC4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744380-B02C-CF85-9008-7906A9BDF61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D48B57-667C-D210-90B7-85BA91F422B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493C60-676A-CDBE-006E-B45097CD20B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22DF87-6AC0-E4C4-FC84-E0E87353307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AB81B6-583A-2681-68E6-F6DA08E74EA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88CDE3-C0C3-23DA-14EB-9C9C94C0C60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771209-9711-FB29-3669-30938BAA382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5B8B13-1E26-E7FA-4CCC-171583586F7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216FBA-5485-F4E9-1C7E-3FC79CA83C9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3DFA6A-EEF2-E58A-16A0-FB31561BE50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FFB39E-48B9-4669-60E0-74BCEAEED71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B0D9CB-2439-1B13-3F89-E10D01B5700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D50EAF-470C-1005-2ACF-B7F111C7A4D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69CF1DB-2A56-51DE-0D08-EE094C02EEC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32A878-9917-03F6-030E-064D78D0808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C25C5D-038A-9801-DBE5-8520DFB735C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D21B2E-8D80-AC99-9FDC-A8906A605F6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0DA576-E57B-157E-D838-2041B47A027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94C312-EF9E-2A4D-BAD4-D93600F45BF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2145FD-2A31-076F-916F-E352B5FD30D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925EAD-0F67-031B-EE27-C59932C4F75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252294-4C3F-66F2-C1CB-EC479D362A8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4658D3-F34E-1571-A44F-336DEFFCCBF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21023D-01CE-83E3-7476-33B886CD54C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69F9DB-F36F-7371-0A51-83804E45C36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A7D3C5-AEB1-2664-8902-14AD6902164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C2A721-0B41-121A-0534-655DF414D68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F780F2-D977-EF79-139C-C1F69EE3489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23E011-585A-1A9A-9696-B3DFE8CF946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EDF362-0481-508C-ECBD-BDCEFC5E949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61B4DC-BA1B-31FF-E0FC-FE5FA69BAB2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7727F0C-BD57-FB91-962B-D4C4864B96C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863A235-BFDD-8D6A-BE0B-8DC3C645B7D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F639C7-F2DF-B96C-79DC-5964500702A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6B042FE-0663-7C0A-2F00-6F5D2E559A2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7C3BC9-989E-AAB1-DB0E-6AD3F38F898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AAFEDDF-49FB-7227-8848-64A700512CD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94B11E-4698-A521-48FF-B38094F1804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C1E418-A7AF-56AF-199C-02DD8CA7D04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E38CF4-AC27-888B-E9B5-98D4E007B68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34F422-9B07-4291-6BD1-0130AB1D0D5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FDFC93-4A5E-0B0F-2BE3-703D8775B74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A0F12E-8B71-2F27-051E-40A8262B261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4DCFE1-9106-F804-1C16-6D1E5EBB878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971B8D-DF58-5677-5F5A-9691AB614BF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17B04E-7457-9330-0E1A-E06FEE34C19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1207CD-212F-0A32-A71D-BE1F062FEE5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A43962F-20C0-9119-62D5-1DE665336E3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C66305-855A-B290-98AA-C3B6E533F34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F183E4-C12E-FD0F-2847-5A5C161F86B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59E160-FF36-B68B-24CF-DB1953043F7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2BC9A64-DADA-DBC5-01F4-23664EB133E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0C08E38-3F1E-06D0-BB12-66B8AA018E9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20180D-375B-E534-5647-05F61703D22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8ADB20-F9BE-5DA6-2690-48E396AFB5D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8BA020-4AFA-01A9-C60C-E269A38B733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62628D-EF00-74DE-DFCD-623DB4462B7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70DD2D-BF4B-31CF-13DC-B844455AC31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5BD0D4-4133-4A17-2DAD-5F2844F1CF5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EA3C34-5F52-E84B-ACD6-BFE126F056D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BBD19E-E50B-39C9-9363-173E13D5AF1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C3C4945-0279-D8B9-99C4-1038901AB52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9884397-C0CD-E05A-CDD7-672D1F82EBD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E7AAEAE-B0BD-026B-6820-F6EF159B743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C8715AE-1B10-CAEC-5376-10CBF99BC2D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7E611A2-8ADA-F642-7ACD-8BEE37AC072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7AF15EF-8C88-C5AB-DCA8-FAD5210CB6F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88E2BBD-C747-06E4-E47C-03CF4B0882A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131690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F5F85-030B-ED9F-AE0D-1F1D5C0D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185ECC-98AD-C128-A889-FEB9F8856E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3C1BBE-FFC9-857E-7E27-D19D84983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2B5ED9-A869-85B4-DD70-1D3C36EC8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54A855-A81A-DA12-09C6-73BA0EC5C4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47A64C-A7C1-2224-812E-44C15E34DF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8EC49D-D10D-817A-C9CF-6B1E864AA9F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F98B2-76BA-F54F-A23B-19F93C54DC1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CFA71-12A7-375F-782B-2A089422B35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F3752-350A-19D1-0D20-91AA85466F5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6B87C-0F1F-18B1-95A4-92725013DAB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0FD55-8951-180D-BEF4-B88D126B89B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E8C994-FE01-E3CC-63BC-F9030779796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D9077C-8797-EF18-6B52-53FED47D4B7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05CB74-D668-FDBA-B283-02D1337522D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AAAFD5-DCD9-11C4-A784-C7B3B115E76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4BF573-DED4-F5B9-3203-49A6FB2FF8D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5A67A6-11A2-B113-6693-34BB6F7B594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E5BB6A-B159-7D01-FC60-12FEE762F7E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8EB938-496E-3115-CE23-B42C0AF7C19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0235B7-E089-AC06-1354-6B539E388DE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98BB97-27A4-F3CF-3FE2-EB72A9E0F30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E51DE9-0BBA-1280-0F54-AF578C54883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6C611F-274E-83AD-48DC-8464F685315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E49568-9F04-18E0-24E4-68AA769D03A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34C36A-8086-3FE7-CF6E-0503435B4F5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73AFA8-400C-B49A-AB1A-2357FB03F5F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2E8EF6-50D9-9C60-67E5-D85039FDD3A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E618B21-3908-BE3A-7CCE-5590F2E303A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D4536-89DB-EE70-1C5B-A4FEFF782D4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3D5C91-F8E8-B3DC-FCF3-CC355242238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85109C-22C9-EB19-82A7-8B871318D82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DEBD6D-88EC-E77D-4F40-894937A7F2F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408120-FC1B-C647-E93B-8FBDB3D15D2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049F40-99B4-553F-E42C-F6669DFD22B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04A012-2EA1-170B-A2A2-F86E666972D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7EC698-EB23-0A38-7CE4-315453E9CA7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F14A2B-CFC7-2215-E1B6-5CC3F2A857A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8FABD7-B711-B8A4-63E5-B3F35CD929D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B6E65F-AA16-C893-7FB2-38287768660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73D961-A470-A396-B547-CE403A593F9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E901FE-FBC2-7067-520D-9430EB3BD40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9AFC9-55E3-8073-ED8E-2A0F7A32656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73120A-79C4-4E4F-AFBF-F842146E5A1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BEAB23-3739-A03D-B310-8A598C3200E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3A6380-49F5-5D36-CA15-783DBB4A54D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AE1E21-87FA-3A4D-3902-C9DEC850AD4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65D9E6-A245-7A4D-E336-2FC1E2A9781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80A2BF-170B-ED63-7381-565A73F25BF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83EB2A8-C044-C2D2-F684-2A3194DFE20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42217A-9031-E066-F727-76D511FD12F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A73C1C-F69D-26A5-D8A6-74C9616474E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8007450-8184-174E-9FB2-6801227D9FB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E7E9B6B-88F9-F283-FA29-70FC47DEB66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484FB-FC7A-A1B8-52C3-25992AF092D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1EA931-DFEE-BDE4-3CA1-0AA6FA2E3C7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0E75B9-8056-8505-E030-83DE764CB4D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03AC1-C47E-11D0-DD14-89282664A9D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77BF76-D3A7-6451-EB49-C7819C90F05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F27DFD-6E4F-C55F-6215-B2693F23161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3C57CB7-7217-3459-93D2-CD2029B905C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0E2ACC1-F24C-4B43-9DC7-53D495CFF37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3AFC87-4254-2324-0377-996379FB810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6697E82-92A7-FA1E-ADCD-589130F92AD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959321E-4BE6-5246-CAE8-FAB9E765C71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2578007-F709-F58F-181B-781D68846F8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6A6DA6-7C14-2776-4517-8CDCC052196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B7D144-9133-4AF0-E90D-255F8E8457C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C5EA95-B4DB-1F2D-E843-2B9A7F74220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71550D-DD64-15A4-B746-BD398E3B815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B5E7065-E429-A897-B531-4026150085E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1E9F93-0706-247A-20B8-8D7A5B5AFC3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8471385-6796-1C14-2F25-17296C24045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A8814A1-AB20-FA25-6C36-CDF6E84300E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E6EEC44-79A6-8894-A7EA-91E7943AB25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B86022A-4133-6FF7-DE4F-569BEF91848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BC2425-2720-53A4-8574-56666CC0DC6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87414B-6EC6-04D2-2BA5-324313819C0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E16D15-C67C-8CAB-D348-64B5B6AB435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2A64B85-503C-6C2C-C2B3-B0DFCFA416D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7E583B8-E7BE-6A21-C380-F5A3EAF9570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D734B59-A0D1-5882-5456-EE601BB86B8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546DAE0-F0B0-F1B9-A515-9C201F38AAF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7468C55-9985-25FD-38A8-E267556399C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C4C3F8E-6A94-4F9F-B89B-ECD9816ADDE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BD3B109-5D80-DF1F-98D7-8FDD66CDC7C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A32B30E-1E9C-4D86-060E-419C64DFE6A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756188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37FE-3AF4-6044-573C-DA62EF0C0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EB6FD2-E0EF-DC19-C4AA-678D10A50D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44AE78-5710-0418-6ACC-F82D959AA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083980-44DE-EA04-8061-A07BD1ED4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CEB92A-A37E-9D2B-18B1-BDDE432E2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B4AD5B-C49E-C2E9-0D5A-0CCB83EE7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16B3F3-BE36-A78C-E590-2407D036E89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69297-4137-C27B-9162-1B10F899BB8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11C175-2BCF-4A9A-BA89-7CB34AF3567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885C1-EDE0-4063-D73F-9BAEF65D170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DB6FD-965C-8AA4-C50A-1D4FCDAABFC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E324DD-2AF2-AB53-C967-324FE04E012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4569A3-9343-15C3-C387-0CD4EFDACC4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92AFFE-BCA9-8F03-4437-A1AA8D8B8D3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8B7803-A828-04F0-42B2-B660448C9C2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B5B8A1-A481-E13B-081A-F68156AD6E8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1E2E93-5DBE-192F-37A1-5E7E768EC0C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C7AAA1-7740-67B6-1B7F-CB9A2CC3E1F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994615-C3F9-11F6-0240-4D9568BD54B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CC66F7-2778-5DA3-7DA2-336D8957657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6D9B1D-86FD-E0CC-ED20-948844C3993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B6984F-D727-37BE-1AE5-2BE5F3709E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AE7561-C612-C2DD-DC77-7CDBC807178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0729D7-846C-8CC2-9E00-9B8FB826639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E9BF94-05CE-8F37-E750-719BF733F79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EBDBE0-AE0E-E3C4-D587-325430D7ABF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A6FA68-8254-DD50-2632-9AC55A49E4C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708DA9-8DBB-8253-6BF7-03C2D1066B3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54EAC-541D-078F-377C-44C0133D01A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96A331-7BA3-8EED-E5A1-4A7490DD6E9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6ED029-9D4A-7D68-90D1-4C1DC48FCFA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9A0607-0A2C-763F-0416-9ADE93DDB3C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568898-FFCC-6176-1687-9230B49E52A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2C7E5A-4617-C683-DBA1-AA435CF6920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ABF6D5-1880-898B-1D40-939AF452168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66C3BB-5616-3103-337A-A92731CFEEA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B445CD-B298-2DE7-A57A-384AADE05EC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F61D61-6AA0-9CE1-0CC9-AA0064026EE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5A8F0D-C809-147C-8C65-0C645FF1E04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D45056-7F68-6127-E307-29D75E60C11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4338A9-0EC9-1A32-7D4F-1C7F928C7DA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B6D05B-98F6-F356-E5D6-DD2B34316CA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397DC7-DEE2-E76D-0A5D-BFBEF5C2C22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554F9A-0FEF-F76F-8DA8-3AD4FD3E1FE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80ABD1-3AB1-0554-11D2-3151413C12D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37778C4-1581-6BB7-660C-93B27E860D5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FE5840-F600-E07B-F707-02A0D0F7BC2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15E890D-B12F-979D-443C-099D2F3653D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F358B5E-C2F2-3839-4D83-2900600D416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D10AE7B-2FC4-B5C5-D9CB-14A82AC7903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2F7068-65D6-E26D-2043-DF8B39E0F23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C3E01F-E645-1CA7-3FFC-8EE52F27458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33668C-B155-E476-6158-FA1A4C2C3A4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F1CF9C-C925-765C-CF6E-8E908132F0D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D7F353-9246-D5B4-8B21-3B725907A6A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27F7FC-A23F-C460-552E-BAEAC2C3736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EEA9CB-EF25-40CB-ACB5-D1416A49CE7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64C84FF-3026-7345-A0A3-D029DD10CA5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8EC90C-E6E4-EB91-A62A-CD56E3D1F8F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EE2012-C5B1-4CC0-2FC7-01FEDB87B99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DE6EB06-3055-9165-A23F-F66A9216D6B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868AF76-06BD-27F0-C112-A07E5E44D89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E5C05E-3C9E-A603-2955-DF51A88533D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C36FD2-33DC-C0C7-48DE-620205840A3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6672FC-31F4-1D5D-CEB4-FA02487E404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4DD72B-F1F5-820B-442F-40617438319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0399EAD-F7E9-A6AE-16BD-06A50184B77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1F890F-9E9C-2FDD-EF48-37621B263ED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DBABA38-856D-D183-C992-E6DDF0DCFD6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E802666-381D-4F3F-B523-278EFC39A88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AAD038E-6570-DA4D-719C-C2A0D82B82E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D3EDC6-97D6-20BA-6A1C-49038344ED2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A72953-5AB9-C633-1CE8-94C0CA87EC3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23DFC1-0CB7-7D2A-190C-EAA4E95C0B1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4DF0DD1-5BEF-153E-8942-7533A1422B0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830F44-9F45-5105-FF64-2F1C57B4C84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3222A8-708D-333E-4EDF-46B272A1E12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B1D4FE-2607-13F1-2739-2979F89134A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348FD1-476D-C64B-B6C6-E23F586B32A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9D3DD01-8B94-9C18-98B7-D59849FB289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E490D52-D299-6D44-8752-2E469051038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784C05D-5364-8E5E-66C6-1CEE439045E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A938BD9-4EAE-B3F9-8031-A6DA48B4A50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D0C53D3-308F-551D-3AD9-85587865B90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BD285E2-16B5-DEDA-5FED-686E1A23B76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BD71EB5-9F8C-04D7-7CC8-727F2F40BDD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56A14CB-D347-948C-83D2-C2E30E56089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181487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D27A1-8B9F-3C71-8039-68314333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04A073-065E-C61C-2B11-6AB527DCC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7E9456-2319-370C-CD2A-E2A745A17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B57C21-563B-833B-DC83-29E4C7611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B9C298F-FB04-C137-0C35-164EDB8EA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2A9933-F851-5DEA-EFA8-024DB04D2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1A24BD-DCB5-F7E0-6647-BDBADE44FFC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B47A1-D496-B1FC-B581-64FFF485A25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EC481-D7CE-EC8B-2F3C-10760449A4F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C3F9CB-027E-BC5B-B882-20D877B62DA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E962EE-A515-866E-BAF7-1ECEEE78F3F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24D829-E6FA-C63F-BCB3-27A8D3D9F02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734473-EF61-AF10-1B38-7982735A42D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B7127C-8970-9EDA-C3B3-07E7253D22F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2DD13A-D571-51C5-A33E-A309DC36B2F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A70364-1EEA-DC2F-9FF7-8E951EF2124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AFFA32-773E-341A-B28F-C24D09EB545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8947F2-0440-C72B-8069-C2441090D13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FA1B14-6722-36D5-B275-63946BF4329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A75639-6BA3-93DE-A5A9-2EBC71AC3B7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32DB0F-17BB-A41C-71B6-BE6BF8B88B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D5CAB3F-C26D-5EC5-C376-850B03CFF17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B35934-FE85-87BB-C6BE-94B002FD3D9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2448B9-9DD1-6008-5ADA-8D317FBF90B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E5EF14-B11A-1817-081A-58FBDE6D74A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4A1742-0C2F-C106-5883-5BF48172A72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F4E778-A30A-858B-D0A2-2F7610C2401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D5ED07-4BD1-5761-B277-925AD7A7F7F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FBF02F-85BA-74C3-0272-4FFDB43BC95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312D03-619A-D021-D9D8-93B47AB5AC3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E7957A-8017-42D2-8A5F-16638C08FD6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84E3E0-F057-347A-590D-CBF8A8F267E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13EEBE-34D8-AB57-A900-11BFC442698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8281FB-2B9F-FD39-F345-59E51988E06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C5FD07-1DAE-0559-22F5-61B9B8BD8B1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D7C436-8A05-966A-874B-AE7A8CABEEE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CF0FA5-D981-EFB9-4008-657296CA6B3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FA65BB-0E78-A78D-A5E7-D27E279C39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0437CD-2B85-1F65-7C14-3CE259AD6D4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771FF0-0B67-E4D6-5FE0-667A376133A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23DD86-6A8D-93B1-1A05-51FC2246F41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841B25-897E-D018-4D0F-F77C3F08F75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184FF9C-6306-7508-E751-350EC3111D7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8CEB31-613C-73AE-3647-6F6F9ABA4A5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C9509ED-B868-441C-9DC7-E701EF28413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DAF331-EBE5-6F3A-89A9-E41520D16EC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8F1A5CF-B551-81BD-AE8E-C5F17B2BCC7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1DD4E0-C0DD-C98F-78BF-A0B576349D5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A9AE42-426D-51C5-468A-E311603D292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08E6EC-601D-E7CC-8EA0-2580C4EA69D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2E9C47-2B05-B577-E0DD-3BBEE4EBC81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8443373-C62F-3CCE-D81B-9E57BB1028D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80027D-052B-FA5C-5B84-97A5422CA42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B18039-EE5B-E591-3565-DF3690CB11B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57B84CF-7C82-4AD1-491F-F13F48D1A2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B38E3E1-5C64-0B05-45D8-F9AA75CC728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13DFDF-0D48-5BF9-E415-4CF0A1B5D69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561C57-BD42-D861-DFBD-28F4AA286BC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C8F418-AD65-C7A7-FC14-E6C2FAE99ED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D905D0-ADE7-F9D0-AA3D-A19F8D023D4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97D6405-28D3-18A7-CA9D-D0B21558667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AFC1ED-D777-4383-B650-A27377441DF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9DDC72B-4E21-C0C6-A6C2-E41728EB936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CB46E6A-306C-D5DF-EBBF-E7045BAC0E6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E63E195-0C28-FF18-8EA5-254F17DC86D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70C897-8754-589E-AAC4-CE4CF8C0A71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D6F4C-555D-98B8-D2AB-F9AE3D6C619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155B81-CB97-CBFC-EBD0-C3E6EE4FFC6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FBAF94E-3ED2-0E0B-19F8-351B45D6748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55FDED-71BB-1EC2-8EA4-D192EB63EF7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60F9EB-296F-C8C4-8E78-D5F6269F019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2F566-BC2B-FCBE-0D0C-FC8DCF02A79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5FA648-2144-5E12-558D-E1F1BB5400B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079A071-90F2-5B72-BDDD-EBB14BEAB2B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B811AAC-2C0A-63A4-80F3-8968C759A44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218178B-54FA-BD39-7FB1-5C940AB9568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5119169-EDF9-7E9E-1E7C-6EFE5C4A805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23229-D8E3-4A41-BD71-B64BE0CB0D0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692598-07E3-44FE-D9D8-47AB9BAD120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A5B50-7311-C2A6-8EF5-0393871BD40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48C9A3-BF44-BB26-4B20-A0C6933A7FD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17BB97-D981-5F3E-F8D0-69E4D2A3FCE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C36D23-79A4-D981-0DFC-E9E4E0EBD19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EEE1E9-925E-A0D3-6669-923B4DE6050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716D826-326E-80C0-1678-143BB58DD83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AF9B17D-AB3C-F89A-6E6F-A658C624C1B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69D4B8F-FF33-82A8-12CD-F1DCC73C2CE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05288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10736</TotalTime>
  <Words>4026</Words>
  <Application>Microsoft Macintosh PowerPoint</Application>
  <PresentationFormat>Widescreen</PresentationFormat>
  <Paragraphs>3306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410</cp:revision>
  <cp:lastPrinted>2026-08-07T12:39:40Z</cp:lastPrinted>
  <dcterms:created xsi:type="dcterms:W3CDTF">2024-03-19T02:13:08Z</dcterms:created>
  <dcterms:modified xsi:type="dcterms:W3CDTF">2026-08-08T21:39:43Z</dcterms:modified>
</cp:coreProperties>
</file>