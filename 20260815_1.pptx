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457" r:id="rId2"/>
    <p:sldId id="531" r:id="rId3"/>
    <p:sldId id="532" r:id="rId4"/>
    <p:sldId id="544" r:id="rId5"/>
    <p:sldId id="545" r:id="rId6"/>
    <p:sldId id="541" r:id="rId7"/>
    <p:sldId id="546" r:id="rId8"/>
    <p:sldId id="542" r:id="rId9"/>
    <p:sldId id="543" r:id="rId10"/>
    <p:sldId id="547" r:id="rId11"/>
    <p:sldId id="548" r:id="rId12"/>
    <p:sldId id="552" r:id="rId13"/>
    <p:sldId id="553" r:id="rId14"/>
    <p:sldId id="554" r:id="rId15"/>
    <p:sldId id="581" r:id="rId16"/>
    <p:sldId id="583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91" r:id="rId25"/>
    <p:sldId id="594" r:id="rId26"/>
    <p:sldId id="592" r:id="rId27"/>
    <p:sldId id="595" r:id="rId28"/>
    <p:sldId id="596" r:id="rId29"/>
    <p:sldId id="597" r:id="rId30"/>
    <p:sldId id="598" r:id="rId31"/>
    <p:sldId id="599" r:id="rId32"/>
    <p:sldId id="600" r:id="rId33"/>
    <p:sldId id="601" r:id="rId34"/>
    <p:sldId id="602" r:id="rId35"/>
    <p:sldId id="603" r:id="rId36"/>
    <p:sldId id="604" r:id="rId37"/>
    <p:sldId id="605" r:id="rId38"/>
    <p:sldId id="606" r:id="rId39"/>
    <p:sldId id="607" r:id="rId40"/>
    <p:sldId id="608" r:id="rId41"/>
    <p:sldId id="609" r:id="rId42"/>
    <p:sldId id="610" r:id="rId43"/>
    <p:sldId id="611" r:id="rId44"/>
    <p:sldId id="612" r:id="rId45"/>
    <p:sldId id="613" r:id="rId46"/>
    <p:sldId id="614" r:id="rId47"/>
    <p:sldId id="615" r:id="rId48"/>
    <p:sldId id="616" r:id="rId49"/>
    <p:sldId id="617" r:id="rId50"/>
    <p:sldId id="618" r:id="rId51"/>
    <p:sldId id="619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37B5-3437-BDEB-857B-333E4D68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6DD75-85C2-3080-A4A9-6C3DDF966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82F2E-506D-2C66-88E5-429DC48A3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134AF-4A65-0D6E-3099-A7E59152E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05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EDA86-8FB2-1F66-B8E1-DCC4B26F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E20BF-CBB4-65C5-771C-BDB9E06C7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E1CAC-D98A-07CC-762F-3B38691A9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13117-61BE-A795-EA8F-EDC3AAAC5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7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A836-B72B-EDC2-D0B1-608FE877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3A555-44DB-5A76-267A-A0ABAB6AC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62F1C-7CED-A3E6-E4F7-DA59F1064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67637-30A4-3F65-6AE0-3CCB875EE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68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DFAB-1AC2-DBF8-D16B-275E52226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D811A-48AC-B9B3-C663-CD70FAE6A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9BE6D-017D-5F50-F750-0793F49FA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1D82A-B83A-B988-1051-6C0796511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75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E39B-88B2-20C5-21E2-F6423A4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983003-F29B-48DD-D058-B03A365F1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AE4AB-D389-BF32-AD25-19F17BC7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A8529-7D1D-B74C-2D7A-0FC037CBD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92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581C0-9D1A-0863-0B7A-CC14E6D50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1B23C-0360-50DF-405C-B77933ADE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8CF62-8C11-5C1F-4639-739DFD58F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B9A83-BC30-DCBF-0E15-AE5EDC3F2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8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FBA8F-5FCE-36F6-0287-92E43448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55793-F1FA-6896-D12F-CC68F10B2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DA01D-FBC0-8127-8A1E-2A446821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8AF6B-BBC3-2A76-C32D-3DEFCB0C8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8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DF8C-CEC0-297C-0D6F-2ED7782D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6F7FE-DB05-44C5-6B02-263A846D8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8E23A-CBB4-ECD5-68C8-76D9E275F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52EC3-3A6D-DB91-80E9-74A49504D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76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C6A6-B61B-A38D-E3EA-5C7BEF7F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9AB30-8075-19DF-2697-9933FF193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7E502-016A-6BD4-6396-9F10C89F7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90F4F-3CA8-E82F-ADA7-1A43CB07B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95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6ED9D-F6A9-5257-2191-CB69FCA6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0178C-6329-4925-BDA7-DD9813102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0657B-B897-C72E-5D98-B41C7566A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4C1E2-A552-1293-C52F-35C8993BA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86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65127-5662-42D1-D58F-B0AD7F39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7C6F2-F9F4-5C41-3938-EE50A36C8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30B2A-F889-F932-198D-39D7A3BE1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DE2EF-E816-8916-D0B8-1C14B0D24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03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38F6-6D4D-84B9-3989-751E492E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4DBB8-218C-EA43-1DCD-8D5F45BDB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40CEE-7DBA-1C52-393F-3F100639B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8C7FA-FE95-4492-9EA3-68DB4CF52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44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03F7-AABE-EF8A-C97D-59256585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DAA5B-DE5A-03BB-C6EC-122B22A52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D57A9-4818-F270-8013-8ADD69B0E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26CDE-7BBE-706D-F37C-0797569D7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80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515AA-0232-E9CA-1DCB-E1F0A067F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27CF8-8DAF-3057-54B4-26A822EB3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3116E-5F46-8CBF-A34E-634B5E106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BA23A-C8ED-8AAD-EF2E-8293E25B2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89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A542-A2B4-E17D-43ED-52B53EDF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3A491-EA3E-C211-8153-89B3C74C8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72CEE-5F1B-89D6-ECC8-F8D4315E4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0AF5E-5D0E-02FB-C8B1-1A0EEE8FD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94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A6C1-9D7F-E434-E066-00C7A36AF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8BACD-FE4B-3D57-AA7C-A80D7CA9A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68D31-1625-EC97-F0AA-5EBB62164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3F9C9-DA34-D9B5-5828-DF30C7ED5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80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7919-3E3A-881C-CD96-878B19B6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14822-5D31-193A-BE88-3F27E723C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F66F1-D56C-22DF-6262-F1EDC1542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56B77-E235-F698-BB11-B25EE4F14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202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4F5F1-59B5-A967-7F42-9015F6DD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74F8C-DEF3-E18A-BF87-8304032F7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9B558-2AEA-7CE9-7FDD-30B0201C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EAE5A-F859-7570-CD42-835A7F55A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53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2F6E-6A19-3F06-03A2-031AABAD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66F8D-F79E-EE08-ECF4-98AF06298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520D9-58A8-0B4E-720A-6469061FB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D358F-2D46-D8DD-5DEC-B927176B3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43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90F0-F69B-7E49-66DE-DF5B6F4D3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5F364-E3D6-0FBD-3A7F-CBE92D96B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3B073-FEB3-067D-96F6-C9821F185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FC184-6014-E95B-5FF4-E77293215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26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19999-326B-C5C5-CD3D-ADC55C1A5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84FE2-50B7-FD11-0B3F-9EE49DA48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9B500-F83C-9FB0-2F8D-A50FDFF4C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1221-0D12-A943-D16F-45FBA49A0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53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E369-DF32-EEDB-FE96-ADD124AA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4FD7E-CBC1-B6BD-080C-E0320D9CC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6D0AE-12EE-2F44-41B9-E62448B5A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CC0DC-023A-C9C6-0F52-55FBAEFAA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90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0776-1866-B9BE-4C99-3D63971C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30C3F-80E0-2587-7A51-739E4F504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EC558-67D2-6096-B7AE-B3263D7AD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0EB82-1542-4463-2A6B-5FAEE48D2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459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FF5C8-6D51-0E86-980D-9DD5D033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F8603-CF87-F254-C9EC-12576F505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811E4-2F55-3250-BDEC-6C979C8AC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B5AA5-9271-9DF8-02D3-8204E7A45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379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E419-F86C-7CB2-6160-DBA5F8DC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BC4A4-98A3-B94E-A4F2-70980FA10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42B28-3521-FA16-A734-70C21E574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5C3B8-0AC7-FD3A-9202-C3E27048D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49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4437-540E-9ECA-F4DC-8481F17A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39631-0EDD-75D7-5D6C-9A9450551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46EB9-5897-771B-31CD-4BB007E83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7F164-DF4F-8C0E-2A4A-25517F75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995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CA6C-A1E9-76DF-E713-C3F35B23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3252F-7414-D93D-5FF2-FF7B1870D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E7997-A4E4-1C32-257D-4C3A4C9EF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E0364-2789-17ED-08FE-976C63457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214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950F-8BEF-AB19-805C-E22E712BA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F0225-D95C-4FB1-4FC7-D7FF67C63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A40D3-D1AF-683C-D96B-A5A1B661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8F4BE-4B3C-8E09-7380-A6B6B1693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712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CEC1-F744-EBDD-4CA8-56D06F5B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1FCC6-4F5A-8C87-A0B9-3CE726799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819B7-A489-FE4E-286B-89072E78C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AE82-8493-29E1-623E-244E9955E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354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5419-347E-18D1-EA6A-4D911FE5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5F4F5-C3C1-34CA-838E-AE1E73388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377A3-D58C-E8AD-A15D-A3DBD5405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5F8DA-218C-F08F-E8BE-4F1521414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329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6BAD8-2EB4-13B9-28B7-BEA375FC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7857F-5C26-CBC7-A3E0-F7320F541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CCA71-9EE8-9C65-11F9-0700E3734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59199-D397-418B-31FE-F1CF79CBE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398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A93BD-CA6B-8A4B-D3FF-FFE50CF1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886ED-3699-24CC-F4B6-6D114443F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CA211-CA9C-C6E0-A60B-5F315C6D9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44998-F97F-6F0E-068D-A615605F2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49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D116-426B-DD1C-ED35-F2AD2ACD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884B0-9AF8-3342-F053-8BD4045CB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AE003-38F7-35F6-2617-933601D70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98D-18EF-63F2-6F2A-AFE18B3DA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027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C16D4-14D0-AAB6-EB7B-5EBAEF45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B1FF8-C2BF-9A56-FBBB-26F3F293C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70EE7-B06D-236C-34F1-3B24902F2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1D1DB-B5E6-DC2B-E220-9B04C5B52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208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F44B-5E71-302E-7446-CB4211F5D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C15BD-7432-9AC4-BB2C-B4E32779C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36B00-27E5-0F86-C13E-6FAE3463E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0258-B184-5C5F-63FD-53C44F8FA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870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B8AF-818C-7347-90FD-5B9998E04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8D770-775F-5B41-AF99-0433BBF11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237D2-1BE7-18B1-2595-913603C52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0709C-5B43-3221-D54D-D53F33FBD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609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C19C-03DA-6505-619A-E51E41D8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1E747-DA2E-3A64-DDE7-B13611D2E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A80D0-E074-0C0C-CB7E-B15DD27DE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78E34-241D-330F-54E3-FA6259DC2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943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F2DAB-272B-7E72-5724-B559E9B7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F1A84-F11A-457D-8D0F-6FFE0EB3A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879A7-8B0B-71D8-6E26-B05180C65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0F15A-EF3C-E582-75B1-CBD1B4751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286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F6E9-33AC-4C7E-27DB-6FF7C5DC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7107F-A555-ACF5-6D8E-E8880A334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E0689-74B2-1826-5A76-C7228BDAF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53A3C-265D-86B0-B614-B5E1307A8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710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9B71-C9A0-49E7-BDF9-7E566621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4869B-7699-EF62-CB82-21C22442A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502A3-C964-7E45-A689-D05E7C489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F4281-72EF-F3B7-A18F-399948D08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335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FC414-3399-F065-2D37-B1DFF15B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0C581-968B-403E-3FC7-E8D650D0F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BF131-6293-E534-4FBA-D394FA298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F6280-6B54-9935-9851-8A75B632A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417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CE4E-10B5-A294-6BA9-DAAFC087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795D3-F37A-8598-99E4-E60CDCD8B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C157A-A31D-498B-1B85-F1F7378AF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66BAB-E613-1340-A07C-DFB55D490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305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F60B6-44BD-2F2D-F805-BF2EDCE8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BC418-FCD4-A728-9CA3-0AF59EB1B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132A6-0094-DA96-6DC3-9759DF552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C7178-D8EE-B443-B7EB-E0DFEF40D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156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D25E-6766-0CB3-E6AD-5D609500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5652A-20D7-7FEC-816E-B3647C8B4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42FDF-6369-A786-197E-CDC5D3C7B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FA201-131C-D71E-5AEC-8A637FFCF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223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0804-99F2-AF40-CC13-FF044B87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BB387-C971-3CC5-F126-C561077DA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DAFFA-9EF4-04F5-A90E-1FAC6AD3B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1B720-F919-DB37-9580-8F93CFC2F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987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52F9-6758-648A-77B0-A727D305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CB61E-43F2-0AC4-C020-E3C47ADE5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AA7ED-5F8C-24C8-A137-E25BFC9CC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212D-DD93-7953-9656-2138DB21F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9738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5CD73-BA59-8DFA-8A6B-FC542A0C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B72CD-FF40-8EA1-6B42-204B77E4D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3F4B7-CB23-F62B-1A49-375719D63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7AF59-2F21-068D-675A-5C3A9393A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531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53C2-48EB-EF0A-AF5B-0D58125D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D4D65-3708-EDAE-14A4-AEFC72F52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B1A6D-72C6-49FF-D95B-4F97589FE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86386-D79F-2DD9-E481-D2FDC2C85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934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C3613-BF77-7EDE-EAA6-1BDE38C3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43830-450F-A997-AB79-15BF731D7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33D83-6B01-269C-FC61-BF9CCE364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1E1DD-BADC-2C2E-1430-C25E2551D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438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4946-E833-8D5B-9639-B70FE272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8FC39-3F1B-FC84-9C2E-F6DF56D54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D1B8C-7525-DBD9-9F8B-773A81AA0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3B881-4A96-1FDB-E9CC-7CBEEF4F9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38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C2E738-B8F1-8898-D979-5A6045F6A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315729"/>
            <a:ext cx="4543224" cy="498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C7D1-89D8-D813-D559-5A330788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5E161A-A48B-8334-FCFA-7CA6CA1CB4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C576B1-C5D9-C9F1-8176-88665C09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E60337-0D6B-8CBD-A353-4CDC49CB9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F09D23F-D97E-D8D3-E21B-348B5E6C1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F04D53-28BD-26D0-4A10-5C7BA9627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95D6C9-5605-D78B-6E2F-DF8770D8C0A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033DF-0BD2-E95D-EEAC-26A79AC1FA6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9BEB3-3160-2476-9795-0CD30D2FE72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E26AA-BEBF-7A38-2E09-BEE25F1A70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A2AE3-D6E5-4CD6-CD84-0492CD89647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387909-A431-B01B-1986-7B130CC5F16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79CFB-CA8B-6448-A938-BAEBD9CD3B5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ADEAEF-BE02-99E6-4DB9-646371B396E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</p:spTree>
    <p:extLst>
      <p:ext uri="{BB962C8B-B14F-4D97-AF65-F5344CB8AC3E}">
        <p14:creationId xmlns:p14="http://schemas.microsoft.com/office/powerpoint/2010/main" val="201749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455B-5F98-2298-45AB-A98F1CC5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E34EB1-204E-DD20-3D5E-5BB4144F85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702084-DE6A-B40E-EC4E-7435ADBE7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46A1F2-787F-7FE2-4892-B64FCE80A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A98F0F-9E5D-4713-783E-9930EDA6E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1D3B74-E831-4095-2A68-29B612756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7D2FF8-BD68-87AD-5566-71B88104A8C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128C1-B28E-ED63-E933-4300A590DAE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BD044-1E02-7E62-E78F-3ACC0EA28C8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80433-AE40-FB54-62F0-460E6087378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298EC-4947-5DC2-A175-10215FE974E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2729A-D9C8-F974-690C-455B25E488B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0AC3D5-D52A-069D-C9FE-911BCCDC4A8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DD6E7-0FF9-0C6D-FB56-1E4CBB95078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</p:spTree>
    <p:extLst>
      <p:ext uri="{BB962C8B-B14F-4D97-AF65-F5344CB8AC3E}">
        <p14:creationId xmlns:p14="http://schemas.microsoft.com/office/powerpoint/2010/main" val="1480845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69499-77AA-F42A-D1F6-1AE2BC87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C4959F-37DE-D7E0-1AAA-8C1BF8D5BB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[9 in 3] could be 126, 135, or 234.</a:t>
            </a:r>
          </a:p>
          <a:p>
            <a:r>
              <a:rPr lang="en-US" dirty="0"/>
              <a:t>[21 in 3] could be 489, 579, or 678. However, 489 is the only possibility without a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46DB1C-FBC9-03CA-CDAF-25D6CA181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675F6F-E52C-BD82-193D-3936DE519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9AF4D1-5AD4-5A28-9174-833E5C5E0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9A6B04-DB12-A27C-5C61-F21D5DD873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2E88A1-2FAD-4E7F-44B1-9F6FA14A244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98B0BA-F248-5095-AEC3-03A132837D2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3DDA5-7577-98F9-94DF-BE4A2CC2B2B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BCC34-7D35-6979-4572-B1F31D133BF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C49AD3-B595-52E3-75C0-A7E9C0EEDF9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1ACD29-7AD1-F196-4FF6-4430463B27D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254676-037A-6113-7E31-3D04E6F30D9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09C2A-6B48-71E1-1DE9-7DCB05AB176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B78890-9B26-AE6B-F077-0A497BA7DCA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372E09-76FC-DC88-E48B-A823EE06014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ECF7D5-5ACD-0769-DECC-6063E49BB25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87BDF7-3B21-24FF-B5C6-62AA3225B4C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29CE6F-1B2F-D25B-640A-E744F0B39B6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BE2388-6158-1FBF-96C8-99732B52F94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</p:spTree>
    <p:extLst>
      <p:ext uri="{BB962C8B-B14F-4D97-AF65-F5344CB8AC3E}">
        <p14:creationId xmlns:p14="http://schemas.microsoft.com/office/powerpoint/2010/main" val="353407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AD3B-BC4B-7D81-DCC9-8BB1C5FE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6F8397-2407-69B6-AF7B-181BE8DE9B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FD8EE7-1FCC-01FC-0CFF-049BE9BE9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5354A0-1CFC-82E5-C424-ADF9608BD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0E627D-3787-7F69-7E82-740392979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5A99DA-2790-A92B-B31E-1CFDBD817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2C7A23-B2EC-88D3-9A1D-B7545509E48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F2C4D-13AF-0AE4-16A6-4BF169C9C0C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9A818E-E9CA-EC9D-847B-0FBA9138981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62DDA-33E2-E7CA-FDFB-FED1DDDDC9D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2491F6-ED79-C651-8F3B-A2759EE872F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4481BE-4F2B-B424-0429-F32AF30EBE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CA5D14-E2DD-7963-1892-E879FD92C1F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9E6434-6344-C77E-984B-A607748D520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DD17B-63DD-91C9-DECE-9B07B64A43D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C056B-A28B-F5DF-0B29-1F880D584EC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BB0F04-7669-4309-94F7-956CA7C20A3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1447A8-716E-59A1-B2FE-1D7F43B007E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6919FD-82DD-CF17-14D4-7040250BDFE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125A50-84DE-1D89-C223-85AE6429B1C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4753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ECED-624F-84C9-8C02-D1D617BC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AF0020-DCBD-B4F7-CE51-37C4CFFEDF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[17 in 3, no 8, 9] is 467. (17 is one less than 18: 567).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DB942C-A35A-5D36-571D-7996F0F56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3106F6-B6B5-4F45-294A-E36EC874F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50B272-90B0-340A-E6C9-3E120C107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5DD8F5-06BC-7C30-D915-B9D127163D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F05DFF-1DEF-E369-75AF-C13BDBC9720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49EAD-70EB-4FE5-23A5-0ACF8ACCB60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665C7-6A00-BC78-C39C-59857123CEC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A12F09-9E86-2FF4-633B-221521B5163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D8CE8E-7765-F33C-1703-40EEC0CAADE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9DED7-C6A4-EBEA-A209-8D8FFEED872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7A88D9-E652-45B6-07F4-7BA1CBE08EC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3CC47-9DB8-E3F7-FF34-4AE45B469D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C2F0B-A54F-EF7A-32C4-28B9900852F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EAEA9-FC10-3DAB-70E7-AB094AC0BC9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80E2C6-8452-3684-1225-BDF47D237FC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7719F2-95F9-E674-F70C-503AB657CB2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0BE218-EFF0-B42E-67B2-14B39C80E46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5816CB-3474-953D-1152-2777EA33E53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04EDAD-38AE-85D4-11D3-F582FD18FE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FD54DC-05A3-CCCB-EEBA-D43515B3092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5EB273-84F9-EF4A-E31C-D78CAD060A4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803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754AF-7A9B-827B-FCD3-56565BC8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1FE078-C789-5E56-2EF2-2556122A62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([9 in 3] is now limited to 135 and 234. It must contain a 3.)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F1D907-9116-E055-2B57-19F63884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8E4A8D-5763-7DC8-9040-E38B2F18C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05BDAB-A2CD-10B7-DDF4-7989CFD76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BB4CE2-9423-F769-4147-9096207CE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548944-66E2-0E37-00BC-EBFF7C37952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F114B-7EAC-38D5-CC30-FA17FFABFF5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7530DA-BB55-C940-174A-4C2524AA542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BBF13-51CE-C75E-47B6-56A3796958F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F50F6-0D37-3B69-461F-539CA1DECDE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8DE7B9-0110-ECE1-F932-232B95EA4DA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BCDC84-A2B9-B0E1-3EB7-F8EEB44FA2A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1357D5-8503-9950-7D04-D35C0D62321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0B4982-A8BC-9C2C-1C25-9DC623E60A7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9EDB13-3F56-EC27-C6E1-FDB20F9FFF6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22291-953B-2EAE-9686-2F51DCFC159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DEF9D2-73BE-358B-23C3-24E315FD635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9D3F39-A184-A9DE-5A97-0C2916D5E2D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5B1C0E-5464-EEAE-7F1B-B1A8C8206AF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84FCCE-F2DD-4CF1-F8B8-984BE28F04C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14F528-D275-0DFE-7631-250A4D9C08E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88EA7F-2743-878B-611D-79F351F6049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00329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D442-9C55-2D27-1B46-CF3CA0E9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D32E33-A895-43E1-52C5-57FF12902B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45–(17+17+17–{78}) = {12}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8C4590-49C9-6F51-918B-93AC8680F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8FB028D-F06E-75ED-405A-1F69F4E5B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AC6045-F43F-2343-F56F-15E810ED3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931B74-324E-C156-5FA8-D7DD79D44D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039E95-2EF8-EAF4-D243-5873A283F79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3CBD61-259A-5276-FFC7-502278BB35D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17C50-9066-6682-0D79-FF27AC89238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A2982-3856-BA19-51F6-51B73ED8868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2BD16-8735-A428-17D1-875A8F79213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F159D3-5A11-24F5-2F86-29139DE12B5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95FA63-C78F-C738-DFC5-5E5B4557CBE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2458DA-0E56-FE50-8C81-AEA7A27F2DA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69821D-E345-25AD-9223-CDE4359DA75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5A3904-0D91-2ED9-FD1F-624CFFA692A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0EC49-FD5B-889F-DBDF-A21D47FBF3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D3905-AF0C-6B1A-43DF-D120363AAD9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148609-B0B1-1D67-764C-2ECCDFC963B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035A37-44AE-C2C5-D318-6CE53A58ACB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2132F3-2998-7CF7-1E32-AC13D2B6FE5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44A8B8-0274-2AB4-E7F7-826CF2E58E5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C12FFE-BCA1-5508-F39E-A25F0E852F7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E2EBAD-4B19-6831-CA75-2BE0A7B5BC8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F87CC1-31F0-4E95-F52C-BB2BA8A6BFA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6604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53783-2376-70BC-1642-F3E0D6F5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F40F0E-761A-45E2-57B7-55AF00E0B2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4D00DE-9840-A9EA-0874-0E34AB343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DE20B7-BCCC-A3F8-93B5-13635EF45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46CBEC-7851-60B0-F69C-6BC6FD85B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75669D-F22C-2A7D-0168-24BF9A1A92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8870E3-FBE5-6609-321E-BAB2F436ACF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82768-479A-E9A8-59E4-B3FC3AEAFB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55C25F-FA93-37EB-F68F-C385F9F0092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153F9-86A5-0777-8338-FD1C7BE5E88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C0199-EF42-A186-5ADB-4679FE2875D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6BDED3-B5E1-12ED-8E63-43F8BC3BC96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1AC5C-072C-B69D-39A9-755B35D5066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63112-E94D-DE64-9723-0B0A560C2E5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0D8EA-3649-5B5D-44F6-D1E7728E1D8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650C9D-C562-7A3D-1E4B-FDD67137BDC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12D8DA-795B-A958-CEE2-5887F85F245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912655-434C-7792-5A38-355D2F5C1C1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842F1B-0748-3D04-885B-2BA68E8BDCA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6149FA-40C6-A583-69CB-DD5222BBEC5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95222-0CD9-D24B-484A-CF3016D603D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5E2C4A-447E-54F8-6256-4633772D872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2095D3-9E76-B43B-1669-4EB1E18B53B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988F29-C5B8-B993-161C-697947C44C5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389560-A153-EABE-894F-6ADE3AFBD47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DC3E98-A174-AA11-8576-D8E550B0231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F18450-BF6A-16F4-2695-64DAE126764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465774-126C-6563-C87B-2022D3A2C59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2790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1EC1-1455-5591-6123-F4D151DE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63FC05-CD16-7584-C390-1629C0F850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Row 4.</a:t>
            </a:r>
          </a:p>
          <a:p>
            <a:r>
              <a:rPr lang="en-US" dirty="0"/>
              <a:t>Then, initialize [16 in 3] -&gt; [8 in 2, no 7].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93036C-2CD4-646C-2186-A956A091C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52CBFC-9A39-4E1D-66ED-5ABF8D913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9B38C2-8EB4-BC43-DB2E-8F9BF1A7E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D57706-E790-78A8-D9B4-357700AEB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87202D-BB72-6D73-6B4E-47F56082BEF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3294C-7525-F566-183F-BFB2D9E3D83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8F4BE-94C4-B50C-3021-3943B07CA46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9831E-D314-F495-2431-4FF5286035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8F01C-2687-47E9-9C25-6308C1DD408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EEC2A-9766-B990-7459-CD537778330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47949B-4F3F-238C-957B-0C8DA65B090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CABC4F-2F32-D6F4-EC22-8DAD2492F06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2DAB70-EC11-6D1D-BDB1-565C0C417EA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672508-7A5A-1A2D-C255-46D74045610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F48BDA-6FF5-8785-8B4C-38883982315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1DD547-3444-7D97-78CF-81B22E72F32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61A06B-EBB0-4FA2-4DCF-1E77348CC64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F469FA-D149-A0A6-EBEB-E1C9C7C02C1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44DFFE-9658-3B3E-C068-A45FBC8A1EC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170A8A-44F7-E8C0-E9F3-C12CE7CB0BC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0B2983-EA0F-640C-4421-2284D4ADC12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6EC7B1-EFE1-A86C-83B8-6B4FED9C109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E77998-5B03-B126-1F08-5F80CE281C5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40AE68-7C9F-D5B6-2437-157721D4779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4F51CE-3C98-7BAF-0B0D-7140352F953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ACAC47-612E-B9B1-5877-58AB9C1AFA6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743AFD-1302-68FF-7FB3-6EEE0283497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192622-4C52-4C5C-3752-74289872481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48A485-23A8-6077-8FEA-BA3AE1157D2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</p:spTree>
    <p:extLst>
      <p:ext uri="{BB962C8B-B14F-4D97-AF65-F5344CB8AC3E}">
        <p14:creationId xmlns:p14="http://schemas.microsoft.com/office/powerpoint/2010/main" val="2345158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2D73-5466-3B06-E7B8-A7D523F9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27D823-5750-18FF-9B2E-9EA4695BE4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4, 45–(16+16+16–{457}) = {124}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93BA0A-A410-52D0-7414-AA43C61C5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A0F6E0-69AC-DC09-D5A4-E6ADBF05D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35D7DB-2A18-5DA3-9265-032B8D01F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DB99F3-066B-7A72-A913-76E6B24755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07C9AD-0B3D-C94C-C014-E86CDBD8633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CBA3B-B040-4F6F-242D-BD7FD7410DD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9C251-A15D-D466-0BB9-CA05940E7FB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79546-E637-70B8-0C6B-7C9903B8B96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D55B8-B230-11FC-E6A6-86750473B5E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8D6C8-8871-A9AE-3198-B21DC2B3E94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17BA79-88F3-8770-F3B7-F4B09110BC6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AB202-FC7B-3B6A-FEE8-5BA7584E2BE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3D7BF7-0DDB-2A84-33E0-82FD6B954F1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0882D4-2371-845A-678A-D04957C484E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F3594-0C05-0417-54B7-4AF0C95F38D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DB730D-7328-86BE-17D3-CC77362FC7C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68F0B0-800C-2699-3960-BB7A26D4BDB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575FA4-2D1E-C215-4B27-25842FD69C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91070E-8A6F-9CFF-9E8E-10515721C0E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40E743-2281-A222-F29F-DA8F3F48AB4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DB7BE5-C0A0-8D85-7D7C-943F468CD4F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FF7669-5BB2-896F-25E8-61F75E0AC07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1B3803-33F1-7DBB-3436-B75715304D6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426BD0-3A60-B9FC-C0E9-4DC1E406D5E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E1DD3D-80CD-F671-DFB4-966F197D75E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ED1D08-E5B6-D4F3-ED6D-1FD9C96ECAE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D85759-A28C-A960-EF41-C2F4137EC2E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1DBD0A-68ED-0376-A6C0-0351F463E45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8F8FB5-F6E2-0108-DDEE-7E9699345C1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101C74-A082-C2A5-E80F-460930049C7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94A922-6A85-FAFD-374C-C4099B4F867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</p:spTree>
    <p:extLst>
      <p:ext uri="{BB962C8B-B14F-4D97-AF65-F5344CB8AC3E}">
        <p14:creationId xmlns:p14="http://schemas.microsoft.com/office/powerpoint/2010/main" val="282210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0AF3-2BF6-87E1-6BC0-116CA7A9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3E00D3-3E43-91FA-DD90-2D742E030C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6, 45–(15+15+15–{12345}) = {12345}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1773C5-877E-326C-3CED-5F0C583C5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59C99E-EFC0-0563-A585-12B8BC344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D5DDF7-6D26-EAF7-8BA0-76B7CD8D0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D37794-EA30-CB1F-BF98-EFB04626F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83BA47-012A-8CE5-2674-5E4790E164E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BC47B-9779-A88C-EA5E-F176D7489C0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AA0F3-39F1-72E6-1814-B64B23943AD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9BD35-9D05-DE12-471E-E67D3A9BF7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2E07EC-7E19-ABC7-403A-369423DC5BC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EA1F52-E4F9-70F6-5F4D-63B66C36F01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6EF28-A96D-C19B-1A87-AA1DD1AFFA0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AED96D-BD5A-92A9-4225-DBE6573551C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8DFDF-E6CA-30BD-41BF-AEBB767CE27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C55C7E-FE62-52EF-C33B-1144137EA3D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E29F12-B217-650D-308E-CDFB6C4725E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A9A62F-FED3-F189-C830-E3C142D3A81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88F274-09A9-E674-7751-6023F1C5951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173747-0054-61C8-08E5-0BE2093A9AA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D6ADB-0668-E461-F4FE-3D4A11A3BD8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BAEE41-D46B-4ACA-312A-06017C4AA18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B45C99-F0DD-956D-052E-17C9594DA28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2AB40E-E5CE-7665-AE4C-897D55E2C42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8A8729-09E4-0A65-28A9-5A63FC68ACB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7F621D-53D4-A091-5C7D-82AA3C219ED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E21A72-697F-1A84-C2A8-D989D78DE7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9C0E81-F608-7141-20A3-AC3471D7818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0DD6FB-6585-0A2F-B4F0-D5DBDB88AC5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687D06-730A-0EF9-0D89-E14C6F2EC8A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6AB5D1-293C-87E0-5F1E-6ACE12CBA9B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7F6768-8500-E376-438E-09931DC64DB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FA8AA8-4140-BB0B-3785-73BC0F0C347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DE46FF-ECA4-569B-9CC3-00DB84734D4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DB4315-D293-D46E-A61B-C5633E174B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2311998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43D0-6A39-7419-3389-2837CF88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4D45AA-68CD-B13A-9779-5DC97EEFAE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F694B1-2598-EC7E-8261-8E83808A5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DA6805-422A-CFC1-AEEB-BD54C8301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1902B6-01B2-999D-C3BA-119384205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836F2D-AB0B-61DE-9116-765D5B7EA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5E5B49-B2F3-02CF-98FF-AD22DD352C2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37124-44A3-034E-C2E1-41201A919E6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7C8C6-D71E-A59D-8DA6-65157014CDE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DEF85-B109-1462-AC1B-077237803DB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349E6-E5F8-7FDB-A10E-F8DA066A8F9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2E8E7-44E3-3843-B9DF-F23DA034582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7DD78F-24B6-0A98-4FD5-E713A87FB0E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F3091E-87ED-78FE-9982-88B06141D1F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35152-85F0-CA81-A374-C8D53D189AC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3B6F0D-F502-EFA6-52E1-EBD9C0F6371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24704-78F7-FA52-73F2-88F2F8D57DA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C4000F-E70E-B05F-D74C-26F459844C2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9F39EF-785A-5B57-5451-DFC058F5BCA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75B2CE-BB5E-D152-00D7-876654A6A0A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645611-85CC-4364-2B97-A993E0268C7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46B2F3-E8A3-DBE9-97D0-86DF3A5CB8D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D4695E-E8C9-B836-9282-1D20DB2C900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B82248-EF0C-E28D-C793-1332DEAD4F3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383168-7FE0-B3A8-64AC-835E340E9D0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9A21A6-C1D4-5362-B686-1DC553C064D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CD6EBE-E3A0-10E6-F45E-5C1250A19B2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645DEA-EDCB-D090-634D-8497CE416CF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E78BF6-AC46-BDE0-A386-DB6FB6D0BDA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406826-5EB3-7F9A-C0DC-2C6FDB45ECA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3F9653-54BF-9F9F-2CDF-79217123D9F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AEB873-7109-4822-7BFA-4174BD85171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C94E69-121B-351B-8500-6BD3DB401DB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41CE68-C6BC-79EB-1710-9B92F99F58A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DEE884-1C7B-4D74-5DF9-919398BF96F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38543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A090-2A0F-0B8D-304F-6D93E636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7AFCBA-0E19-2A23-8DF2-B8E697C36C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C02503-EFBF-8635-83C9-C9562B6F1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40A6C8-D9BF-F3AC-936F-55E8E93C6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70EEB9-9DB6-3B98-CFF5-6D8C083AD0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3A1A8B-A2CD-8CBB-C2D9-242F415DDF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858E25-C457-4595-C780-6F5E7D36A15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01450-2A97-D684-A79F-509BFBB500F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792507-F79B-4AEF-E8C8-012A1026E47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8340E-DD2F-CF4D-520C-291E8CEF96A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FC494-AAD0-2D3C-979D-74C401109C4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33911-CD9C-519C-1855-E9A4F9C8278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B6FCAF-4C05-B614-92B0-37D71BD83D8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49ED4-E6E8-C541-A561-183C74CAADE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A4E9DE-2F79-37CE-23B6-0A770A37934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8B66C-B225-B293-E8F5-286E3D66E47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FB680F-3D06-4829-61A6-67DED683889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A18AD2-3C79-8BDE-CCD9-DE5D8CCE163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AB8E2-8317-1A97-617A-7242D0662F1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82B139-49DE-054A-3A26-FF1A7665432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88C2DE-4D9E-4FEA-B38E-DAAC5504F5E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8D7F9D-56E9-B783-857F-4882E11BBE5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F3382E-FED4-3C74-1292-D6BBA7A6F61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542F83-28E4-F1DB-BAEB-68E7000E099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71613F-011C-70F9-5E77-178BD7C58D8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BF1264-4253-994A-33B1-28B0A9F32DE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E25A93-A802-EABC-E680-81449B307B1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A730D1-367D-9614-04BC-BDA91A3C108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DAB1EA-2E1D-DD01-B182-45EDC2C9867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10AD50-71AE-1DC7-3E43-40D6C0C4002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718A89-EADE-4B0E-CB89-CB5B3C6952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4545B5-CDBC-5D39-36D0-391C4FB4823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0ED9A4-1D27-492D-1B07-D89C94C4082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834825-6C79-DF0B-2FC6-14FFB0BBCF8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300834-3BA2-1406-E824-C032262E9CB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62507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D96D-F67A-F22F-CCD4-1FB25AD4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722302-3028-90A9-57AC-5589C9FE8A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2F1C5F-3BE5-1933-6098-AE37E1057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E433B4-CE66-354C-FC44-86CB6038C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449D60-67BE-7CD4-5908-324124770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6724B9-A476-F2AF-B503-DA0A96BEC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50634B-95A1-8608-7089-FCE46424177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9293E-774D-F1B4-8C16-CF3D10FC6DD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5B5B9-B9D6-A4A9-F317-1A480672415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70888-B860-BF3D-E788-FE60C375774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899B9E-1580-4346-B43F-4FE914327C6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CB2D13-0757-775D-D9D7-9D9520FC077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9BC0C0-FF5D-9972-597C-AC9F18A26F6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6B704-D69D-3F05-7883-2998537F211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D428AA-EA95-E135-4784-9157574E6A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F7182-1B04-C45E-8A16-B1CF12DF0AA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91A79A-0794-1C79-66A4-41119160ED3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648ACE-4DB0-D1C5-4B28-044913870CF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15784B-ECBE-98CC-8662-5F654616798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76FC39-81EC-AF2D-AE2E-5DFAF323CC3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8668BA-7F40-64CD-61F8-72F64009324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B6BA04-F338-78C9-33AE-5D2CBCE612C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1E1661-6B1D-406B-A901-1CA32BA8627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46155A-1DAA-76F3-140C-DF49ABC431E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70FD35-4202-B525-99B9-EA89B2077CB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6334B3-F4C3-E0C5-F707-CD855C70DC8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8146FE-932E-38CC-6618-FED6FF6B887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591D7A-CC3E-21BF-C8CD-A79DC9D5303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D1BFFA-68C0-C442-CCDE-DB4957B4C4B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1D4AC6-8C66-6E39-DDA2-E49F438ACA2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727C12-D87F-93B4-BA5D-96F25F494B5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490D9-A812-2593-5B95-7BF9B15D01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78524A-D318-1A61-38DC-2B3DD9D3C1F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E846A-8306-A110-0534-C82610DF74D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8A8579-0698-723E-773D-C5C57266949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48583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9133-AECE-B64F-CC5C-7B3B5C40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508A25-FA1D-AA3F-FBBD-ED007B79F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09B984-E002-CC52-B7C5-988560959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7C0EF9A-5E69-F011-7883-F3AA3CB31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1EFAF6-B37F-A5B6-1C02-6D342B2DA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74EF83-7CEB-ACBE-0EB3-4DE20BC75B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7CF578-325E-B975-C211-1297C725A8E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76C1B-C270-B140-9490-B5547D02CFF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BC151-5D3D-478A-9F99-FDEFBE35406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44242-C732-0B45-1A8B-B2FE9DE594C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11EE1-4892-DC23-2711-9178CD54721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C4125-7534-3093-C7E3-D7622A03681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E544BE-6984-735D-7AD5-CCB4665A341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A0C54-8C6F-3430-F143-2FDBDA4AE26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BE2DC-DE06-EDA4-1460-FF990E44F7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D62F12-3BCB-A269-44B4-E643B676A5F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4D46EC-D26E-CA84-41FC-2D919FCD72B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706A31-79FD-30D3-907B-72EF9C52DDD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E27913-B813-26E1-8E2D-A1D92E070F7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B40DCF-ED4D-C3F4-1F73-60252220547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717C1D-0D28-9FBD-F083-D0054D80706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ADDE7A-E5ED-8528-F7F3-4FAE2C26A35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3CB2F9-0F7D-D854-6180-342FD1F1120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0433F0-9E59-8BBE-D79C-D9A78A61BC2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80C1FE-3274-DE6A-D20B-F1CEF40E1C9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907A4D-C88E-F007-B11C-4F3DC03A331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CAC5C2-FF48-8A59-B6A3-8A880605E80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65B197-4191-4854-4D1A-15C757BBDFE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04FAF2-06B2-C27A-79EB-D50E954A7F1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37EB8-1DA1-5FB7-4AEC-B4F8934E8FA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D58D5A-8370-9CCB-D3EB-B426D3EE7A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07B470-0FD2-6290-595E-1A633B1A9E5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1590F1-CA2F-4185-1D76-ADBF3917211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99ED76-3C5B-EBA3-E949-06EDCA283C9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48658-625F-3ABB-40C9-2DE604359DE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9B331-760E-52EB-A4E8-D83C4AB345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48783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96022-7658-9D7B-1306-DE77B7A14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DFC06C-B8C5-2B74-A686-E329B4A874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With the 9, the remainder of [15 in 4] must be 123.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C25999-EED5-A575-74EF-142A752B9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999C02-E1EC-2796-A13C-23AE9F700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071CE1-EA74-9CE1-7CA9-F5683F20C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8C18D3-063C-D5E5-7DAF-401C8E8FE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7F3553-F24B-0F97-B8FF-B630293C53E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616A3-BC1E-26E9-9C39-CAF02A214C1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4F4423-80E4-42B3-A4B1-30240C7AFCE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142599-7BCD-EA90-5C40-2FD82999BC4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DA838B-7795-1697-5945-A84A84FCC86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731F13-6192-2690-DFA7-AC7EF5077CE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832E2D-4E27-07AC-5D26-0F109A90280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0665C4-B57B-3A01-3FCD-7DA99A0D5CA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49C0BF-3754-7939-081C-A76BADBE05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955B86-4B37-1200-C072-57DE5E244BA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73DB88-E357-3A4C-8F3C-8FE5F294C24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31509A-2C56-6925-D5E5-64F739E7472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C902B8-EC7D-A792-3982-EF09BD6F3B9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B5638C-B15B-4BBE-DBF9-6772859DE47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43CC0-CAAE-B671-9E2F-A416BD08D00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B0C571-741F-D5C4-14FA-4BB359F179D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1FF9F0-2D0C-9021-7093-3C5C221B5B5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D95B8B-4BA6-38FD-82FB-55D63BC5F2E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5DF686-1877-D2F1-51FB-2EDA8CF90D8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B6A100-28FB-1BCC-276A-D5C151BF6AA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A1158E-CA4D-2C0F-BF98-70ED3BD2145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D7EBF5-DA2C-08E5-F65D-C1B3D4855AC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1DC1AF-A7A4-44B1-794A-924F94E905D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1C3837-3F87-E0E2-D6B1-490A8FACFA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E19F6B-D031-E63B-4196-203D8067421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EF1CA6-8BC3-881E-B322-21F32021BC6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771269-CC78-A913-C119-66D5540E8A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1B3B51-60EF-B21D-F0A5-20B288D4C1D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6FB94B-FFF5-853E-C92E-3ED9E6CBDE5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5E4246-1E28-1483-772E-553EFB1C6E6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A048ED-60AF-5250-F15F-424DD9776FA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3CECB6-B609-143A-357D-CA3627902F5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8479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5D863-4D61-45CF-C797-CBE63AE8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A5206-C722-5B31-9B36-E358BDD8AF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6. 456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D3DE36-B63D-420B-65E0-0B4395FB8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56CC0D-95F4-3FD4-F7F9-8C2965D77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F00D7C-2012-6060-50F3-D8C8CEC86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C79284-00DB-9851-CBD7-980F0897A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783DA2-339C-80FF-511B-68EA86D33B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F3B85-F74F-433D-B7F2-B34ADA609D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877AF-D799-7F58-0B0A-E265B5ACB9F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3AA181-B176-25A6-7F3B-3E30A553364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9A05B6-D8AF-63C8-FE6D-327A0296C2F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8AF781-5BA8-3FC6-51BB-0D8615AA4FB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5D368-11E1-EE5D-F12A-0ACF55C3CD8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E2DE4-3DEF-CF89-9B95-682086EC480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30064-FCB9-B0D3-B588-CDB20C61C5C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C815A-6B0A-7EF1-B5D6-5031E8E0146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B1DE65-6225-A76F-4420-BC40854D482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D959E4-69CB-D8EC-2C8C-E7922406547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CEFAB0-CE07-14FA-9A01-7378A8718A9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4AD49-3502-4A4D-6670-F5FEB49807A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C81631-3434-31C8-1409-1E5C5C20045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E01F99-C5D8-2B7A-9EEE-EDCCF23EFAA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34848E-7DA0-4345-5B90-EA0D1DB78E1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32B767-2F00-F2F9-E925-9D7C820C86C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6B06F8-F5FE-A65C-D185-2976B9A2CBA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EE9B34-6941-1EEF-F9E1-5CEC60FDAED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4A54EF-2434-0A15-614D-9FC1B4D45E2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F41EC2-A5E4-0B4C-BD2B-1C7A6A9EC88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7F03E5-9F9D-ECC0-2D16-36051F13BD9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A63F10-3960-D362-5A62-A8E6D92D39F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F31C8F-DD40-2E49-10D4-B9CEB075EF4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F2B0E4-C449-7A47-61E3-1B131274204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CA5477-3A28-3485-4173-C72588277AA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76830A-A99B-EC4E-9952-C57259CFBFC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A95D6-205C-CF98-4DFC-7FCD7CB88B0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8D390C-9974-E626-E909-DA03EAD5143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DFA588-FD4B-FB42-77A2-741E39B710F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0DD6D2-44F6-BBD2-CC97-658EC02997B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419213-1861-19E7-6C3F-F892DFE724A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DFE3A3-B49E-B0B0-963B-982906E1BBE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9D065B-3B18-8980-4CD9-E52E07FD00A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46785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F571-B3D5-6C21-942F-4CB14B24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08E683-7EC1-79A1-9918-F433C464CE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12E3C5-BCA7-5043-D858-16693990F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5FA337-2A31-10D8-92E3-AE83DC6A1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12B1A9-A6D7-91AE-0EC4-D2DBD4583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C21B68-AB91-B5F3-F348-36FE3784A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E0A8A5-29DA-B876-3A2A-3F608DC753E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F8715B-1F1F-9F81-4D70-08B659FA074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D7AA19-24D4-DC48-20C2-29CA30DA826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A8CF22-1DA1-CCCC-EB2D-EDD5BDE6E0F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80F6BA-22C4-59D9-61BD-14C043D4E53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2AECE-0659-9FF0-2D4A-3182BC72724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0CC5AF-53B2-2671-7CBF-EF217C43622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AD140-C866-2BB5-C544-417A53687B3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269C0-3ACC-BDCF-A22E-1BDE2B5D763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2A49B7-B564-9730-0782-5BC0B85F7DB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130293-10AE-876A-2EBA-C3EB95A24C6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01E244-C8CD-EDAA-C12D-EA7D8E4C5D9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76203F-BC81-99AF-A743-2543A183AE6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665C03-D656-A4DE-6A32-93525EDA166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D46427-7F3B-4D2B-F887-BA63EBBD032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23B52-7FE6-0257-BB6D-8C63872FFAE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5A6566-C479-F4A5-B7B9-4975EB0BED8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0A4659-3B36-EAC9-4648-D9AD3B33915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E71BED-D0ED-A030-030C-C021BA633F5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70DA27-F193-5CD2-2E56-9839F9459D8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9D49FD-0F8B-4010-9727-0C29946FA2A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178D49-9C81-43F5-036D-A578C7B9B1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9A4A14-5B9A-7EC8-CA8B-F963B1B7352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8CF6A5-3E2A-55C2-5A5C-48CADBCD667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0B6F87-805E-CE3F-E3AF-5676E9B241D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681D0-455A-E1DB-C79A-0C733DB9289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931FD0-DD12-61A3-1350-2E6C0686371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BA9366-9AA9-7B5C-B594-2144669890E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7825A8-FB1E-5501-949C-6A3D60509B7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9EFF50-E769-E406-2FAF-1CE5C763724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97A273-C795-27E1-8C1D-8C82AE1046C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C9DA5B-D81B-84A9-22EE-336C38E6871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0FEAA8-58DB-A1D7-C69F-29917A2083D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0E8EEE-5562-A93D-A8D4-6E70B4CE0BF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AE8901-4306-9EE8-8D43-D6CC4644906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0762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2EF9-C03D-73E5-75EA-398B760F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67C9D0-456A-D5DA-4ADA-A66D460039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819D46-F93B-F906-99F4-99C92B791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5E91B4-BFB9-C86F-0FF9-89A76178C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112ADA-9502-A821-9836-AEC63630D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8C4FEC-D671-F027-463A-07F1D9E5E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DCD216-D99C-A1CF-3FF3-33828989EAC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401A6-7066-EDBA-2B53-384A4F2FF4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63CCD-B089-377A-0992-7B3F5EC91EE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9906AB-8C5E-09ED-5D7B-B860BE83BB9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45E223-0D87-6B3D-AA4F-797566DE5B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D2D9BA-BAB2-0E21-25E0-F2ADC9FB949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BE331-58B3-027C-4FC2-B689064CEF2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9D705-60C8-3EDC-9208-6E9A986F1D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8EC285-1BFC-6043-A185-4F9DBDC6ED7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E3E9A-2743-6ADA-0BAA-A8FDE162356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3FE43-519D-3141-A48E-A0BC8C2ACDD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D5391F-C705-35B2-C3A1-558A751DD48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EA3915-0DB0-41A6-F354-77BEC8076C6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01E15A-A6F3-FEF5-7833-90D0992B739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3CC3EC-5307-1D5A-B2B5-5949A158C59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6445D1-CF44-A685-7140-671305F6214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F524F0-AA1C-69C2-D992-2E83832C5B2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1593DA-BB47-A62A-EFA1-4863FFCC835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2F988-F98B-0941-0290-5C704F53DB0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91F288-3079-73A7-AA28-4B529042530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248B91-7527-C0A5-11BB-D1CC87CF9B3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F7D165-4492-0231-7183-D7F204590F8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444C7E-3893-1E52-FA98-618369300DA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244A1C-0D2A-C52A-3840-5209237A1F5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003202-CB68-E53E-6667-48AC0C5DB0A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764C2B-30C9-DD78-68AA-E6F1A814AD2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1BB801-03C4-D099-6767-AB2ACCBAC2F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F665AD-403E-8F93-A82C-81451634F2B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F5F94E-A1A0-E82A-8C4D-323CBC007EA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3E0E91-54FD-79AC-3872-DBF91E8D9A3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3C394E-2FA1-220E-197E-61598E4575F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9F4528-4292-5D5B-0988-B461BD089DB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AA172A-A1AB-73EA-E637-118A4EBC2B7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B67921-5D01-9203-91AE-0BAB61DE9B8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1B0593-2C0E-D24B-EC13-0709D3074B1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0398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2121-087C-A449-EB01-AB424E70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CC6AD3-AF6C-31C6-F0F4-FE01B9BD64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[9 in 3] can’t be 135 because that would leave 15 cell with no possibilities. Therefore, it must be 234,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33D9BB-64C2-3063-5FA4-CC8E553D5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7DC593-45B6-14CD-8A1F-463E8EFF9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9B12A5-CE5E-AD75-24E8-D143F2018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DC8A89-DB90-B3CA-B639-EC734861E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977798-9C23-1F58-BE8A-256B0A67946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68508-07D9-4B78-8C4A-DBF103CE06F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1F8E6-49E7-AD33-377D-C4F62E1EB40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7EBB2-40B6-6D7A-6157-CD9BC0C0751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994E9-6171-42F6-078C-C04239900B6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F6D602-1D7A-F56B-0F55-50784DBC60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B2103-5D14-5D28-FCC2-448D6B78353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C1AED3-05DB-D7C6-6EED-20D79A75908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B7E6C-6FEE-38A0-7916-63AB4A7D28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2E2AB0-8401-37B0-3253-F3679879567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A831DF-FF83-591A-2A9B-0E68F442A7F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F3B7D6-E9FC-0B31-4272-5A2522EB040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8B165B-6933-BAC9-1B1B-371D45EDED5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EB211A-BC1E-ECFD-0831-137AC1F277A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FF6EF0-0E18-330A-4063-69587F49F7F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E21E47-9883-337A-1BFB-A141795E4A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531E93-CE17-4FF9-0E75-0A73CF89116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344E5-29CB-9AA0-F427-12F06BD5D52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E300C0-1C62-105E-8B07-4E9C6A83F27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6C4C09-2E4C-150E-1694-4B8119D028C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3D4194-3781-A29D-05C6-561945229A3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E7594-D85D-61BA-DA68-239A99C2F5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58C350-1CE4-7D56-A3AE-9A72A138A7E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34EDFC-D7B4-07F4-7023-AAF09E18BDC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DB29A0-BC6B-E478-AC46-4258308318A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E33117-DEC4-0D68-CA2F-319556978E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CE1CD8-74DB-9497-E95F-0F6CC7F2D16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B64A53-36EF-6EE3-6B18-A5D19FCB8AB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F82A30-2639-21F3-1523-76E6F404A33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B8CE6C-D57A-F13E-DF67-386937B4ED5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1CA600-5109-8D2F-7812-20C5C8068A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8B0632-23C8-4ED5-ABF2-D315D6FC4BE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43B4E3-5D9F-9B47-ED48-60DD9FC2C3A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886319-928B-347D-2B7F-408AE226CD9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DE963D-7A5B-82DB-89DA-06403099C2F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86891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153A-4A75-3B34-5E55-FEB26A20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6C378D-FDD0-91B2-6D35-6FBE1C400D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8BA367-3316-886E-EA54-9784F3B94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320F22-2C17-C13C-8F92-55AFF6EA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20EFCB-50E6-1F66-98F8-0BB78F4B0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B47A67-2C31-2F1E-D71F-CD208427D6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7B1E2D-9216-B70E-A581-391784AE377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4201A-B594-8FD4-AD10-E312C3CCCC0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42C48B-DDD8-04AE-E41D-5CEB584BF74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DD655-3AB6-CD00-6765-D10B5BCD3C2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8091C2-403A-007C-0CC0-D21BF8C18A1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924F2-E7F3-0B2A-432A-598DA856969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CC21F-A326-EA37-8AB7-4F36CEE95EF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F8013-A9DD-8044-A977-5E4C435F337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09E552-4949-5145-0430-341E3D7F033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A719C6-ADDE-153C-F255-9B474989876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FDAED1-F009-4EF3-D19D-9CE42FDB3C8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BC0666-8325-E2C3-CBF3-2FFE2B8A5BF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7CAC4F-83CD-C45D-7089-8D65082C5E6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340D31-D142-4343-E43D-07757B7FD0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3BE7AF-3209-FF53-DBFA-2351490EA95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2C7DFE-B173-FAFE-4AAE-B492EBDE28C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5B1C53-4082-04DE-B7D3-674BE4B7FE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43C2AB-C8CD-5E44-1071-CB2F89173DC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06B3B-5DA9-C2E3-04BD-C38A2518CB8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B02B33-25CB-4931-CDF6-FA2C35A2AE3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FFCB9C-538E-9EAD-DCEE-F029FFF588D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C754E4-01A0-9269-EFA7-16436B70C47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1A0F47-6B90-86CF-749B-D73523B9166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B256BC-A9DC-711E-19EE-8DE5FEC43E2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94F5A5-9223-5DF1-490B-105BD14482F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DAF03C-DE73-9DCE-C4C5-30F1F87BAB3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58FBE6-1B38-ED76-7294-8F5BA777909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EE64D7-8B1E-C060-45E5-3A4DD2E6626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75F844-5F7D-88CF-EBDE-3EE806D606F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A3AA22-640E-8A1A-05C4-2592DB6A9D2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F22861-B8D9-1A9C-A0C0-F4101DC276F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78A9BE-02ED-6A94-545F-CE4E325027E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183DF5-0A99-EB0A-6AC8-D9762AD44AD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DBC7A6-75A4-33F9-4F68-333F160CCDE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AF85B0-3ADB-DBA7-B7C5-6645B794218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68065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2D1B-B121-8BE8-A386-A1ADC89A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E2BC7-5A82-A1EE-9B6F-F1725802A0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block. 45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5449FA-AD38-70F6-8E2F-8D425129F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15220C-2B58-D9BF-5982-986F5DA96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5B609B-178A-B5B8-C416-000A307E4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8FCEC8-4BCD-9D3C-A856-839A2D7121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4E5AD8-60E6-3B38-BAD6-DDD73961E6C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4593D-30D5-0F5B-92F6-25DEB36207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1B486-0C84-31E1-CC7B-F290D68870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89982-1A7F-4E8D-8F41-6BE325FDC87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0E50A-09A0-7881-EA51-39CDC04F1A7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368C24-EA11-A251-43C8-CBCDA5E5B2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DC38AB-326B-CC76-70ED-43B3E8343B8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E8001-DB13-7D2F-10AB-93FB16406B1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8291C6-78E5-E5DF-129D-615E61BBD59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FABAE0-CE24-C653-8FA1-09408F177B7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0A66B5-8F85-3A8D-28C8-2E2ED987847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E24162-CC56-72DC-74A6-E3DED57EA65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DD54C7-CD1D-E18D-9F82-47849D92F50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F8C87E-6ADC-8BDA-BEDF-791B8122EFB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7D2CC0-9760-F750-5C64-2EA40D7E09B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6EBD98-3B86-4021-E1B0-893A4903F4E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BCE0D7-42E2-889C-A690-1C91B77A89F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C14FA0-02E7-F029-707C-7A5AAC81C77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EEF80-D83C-0C3B-A68B-8E8E6775BB5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5831E-4501-F91F-6F56-DAC49CE2149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DEE626-0358-C100-1073-317DF8663D2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2DF9D7-1630-BD85-D3A2-A5891FF5C8E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8E2F9C-C257-EE6F-9417-5536927EA37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9AE03A-5BE1-779D-42BD-BBFA781F06E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7347A6-0392-A8BB-F71F-EF849B250FF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DDEB7C-5B0D-D399-7ACC-B801D4D893B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BA2CB1-BE67-1F94-9A48-96B097DF1D2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84653B-3F5C-B28D-41F0-B25F766DE2B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519C1E-7699-5DDB-80B8-492EAB5BECB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9B15BB-37FA-B7F5-BEAA-051711A3EB7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88FA0E-C462-490B-5BC2-93693E22919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D8AD5F-D471-A8C0-4999-E9651FE9F4A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58C654-DA96-FFCF-2915-B3D5045D68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50544-1DE0-6042-1638-CFBFA6CA868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EFC892-11EC-808A-E24A-178064B101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E72D40-9F05-2765-54A6-2B4B1F648BC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ED9F3F-AD14-D1E5-802B-2CA519EA142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24711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4C71-8631-DD3A-4169-6B215D9C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836709-AC5A-D53A-7651-D593A6A0F4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4 and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D160B1-A74F-922F-AC14-BF4D7A37B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C96D4C-27B6-7B00-1AB6-A68E3E70B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323159-B521-FBEA-35FB-F49724294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762F50B-5CAC-9244-086A-14F4A07EF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05D5D6-DB8D-B786-3234-55E5BB11467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34981-6B99-D0F9-A58E-6AC44E5AE7F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713A3-F069-71A4-B7B1-348874879AF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3879A-564D-373B-2CFE-510BECC24FB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992100-6393-10F9-3FC1-1950080208D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BDEB8-6811-322F-CC14-A2022EC5462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5FC694-5987-B129-91D7-8A13800CD4C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1555A-BA13-7D9C-CEE5-1CCD47A1913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DA6B7-5C91-9A62-3D8E-6801E42372A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45EEC9-BA2F-EE1C-596B-92F8C40C525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4CF2BB-5A41-0815-980E-0685A6D3A5B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FB2AC-851D-6406-BF9A-CBF8CD49F78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B6155A-5F86-77B4-A95A-A14B4918371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1031B1-188A-5453-7683-6E26955D2CC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E05530-4E71-2711-7DA6-8CBBE0B6EA5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002CE9-0AE0-5BD9-E61D-3ED628E0DD6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9968C4-07EF-6DFD-4A7F-61A1E19C96B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1E436A-3828-0BE4-DB23-2D4C3FEACBD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EE0A3E-AB30-9AD2-5AB0-218D5AB3CE9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DBB6DA-69A8-DAC2-27CC-B3989007DD9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82E2DB-398E-AC33-B606-82736DAE977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2B404A-811A-BC02-CCC6-0EACE7D88A9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E0F8B6-4115-FD95-34DB-35EC2131C2A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F8BA77-8CA1-F6EC-8F04-9D0B948F31B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22A249-7E45-DB0D-E7CC-D7E2EAA0CAF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B48328-AD43-8A3D-F49A-A2FBF06B214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BE7D77-2F34-74CB-93C8-2E09E6CCDF0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319546-2EB7-0DBA-89F2-365A81BC4D3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A479C6-93AF-C54A-2071-51C4E7A8BF1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6F7624-76D2-831F-D88B-7124C4258C9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5199AF-532D-D6F0-09FE-057A38209CE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7D6A79-6923-8054-36EE-C0C8BFDE6D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05286A-BBCB-D910-D910-1D4EC7769A4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ACBB40-ECE8-D395-06F4-8FD8965ED41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97CB68-7102-144A-ECFF-CDD8BF286A3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C3C38-5F9B-D242-0E51-313E2D16C0E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481BB-AC04-23B9-CA47-723E3B6FB8B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6AE25B-9B80-A767-B4B3-E9A33721B7E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913A92-2C7D-2738-2AD8-2FFE01D4E11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22D2AF-EEDE-2FAD-8AEE-75038BF1E5B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2A5603-8E59-A538-AED1-C7DE7246897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8BF3E6-AC2C-2BD5-32EB-BC0C68C3B84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84944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DB724-530E-00DA-3C83-E04184A5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A16648-4DD7-D06E-C766-006779E3EC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6914B18-3ACE-25A3-5AA4-3816EF91D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B2BEB2B-7E03-0E41-E156-F017DF983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026573-ACAB-A5A9-5507-AF3F0716A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1FFB68-1E8A-ADFE-60C6-ED7B24D2D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FF2E4-D673-18E7-3ADE-BC5CF909F21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DFD35-F1EC-413F-CD8F-36C8BC6025F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8FD4E-C351-DEDE-951E-3F010A0B3D7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965C1-7F15-19F9-1BDF-CA41331C495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8F42F-552C-1E4E-2D1B-FC8A5620B72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03756E-CAF1-C75A-702D-7E30F135B56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6B03F-AA46-A5AD-C7A1-B22B080D960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19C7AB-6770-4C78-E0C0-D3FFC298C1B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918EF6-64FF-DEB6-2BBC-B9FD10928F1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D415F5-EDF1-5368-3D21-FC3679AD84E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E8D600-B42A-B3D9-B63D-61E5329E20D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C06CC4-9F3D-C8D4-EFFB-A6869D6D5E0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6658FA-656D-3373-2D64-C182D446684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808F70-8EE8-3F2E-7FEC-29836AAC27C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EE9035-F1A0-C8DF-47FF-6BDEE942522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890A29-48B2-B916-0B12-0655F400E64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3F63FE-FB37-A51C-007E-8ADB90177E8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E203CE-65EC-8D9F-E62A-18A02DFAAF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E7E07D-3B68-477C-EDCF-B5731CDF925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C4312C-245E-2BDF-270D-554134FAEE0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1B3BB4-5BA1-88EF-2AA1-CCFEBA81B4E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C68584-DD92-2C67-303F-D77A42FB0D8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5A0779-0ED6-2D13-3AEE-BCA6924486B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6D97E2-A31C-7883-8054-FBED3EFD894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D7FC9B-F376-3D18-9547-AF0A649D399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867E78-1D2B-BD47-E72D-05703A80571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A6E5FD-4A0A-16AD-BDCA-18F4EC49E5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FC2744-7E00-F9AC-4CEE-D08A41CF4F9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9073DA-9C43-F90B-7D4B-EB7F30E2A9D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8BAD6E-6A9C-94A5-5669-50DFB96D6E4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DC072-4D5F-33F9-25B1-198DC90151E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CAD91B-4380-E9F0-80A1-E867997F93E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0FCED3-C990-0FC0-7D08-7EE64F6AFBE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75D80B-F426-FE37-F7A1-8D4EC4FE2D5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CD5E9D-9091-A1B2-0C57-C1A44EF7C12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0EF176-7DA9-74D4-0BBE-FD1F48B616C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846970-0A56-5B6D-018C-5535122E314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B2FB7E-3987-F003-E66A-0F8919DF6D4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886432-9058-B02C-F573-EDEEA15E378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1B8F38-EDCD-D080-7C67-ED1974680A4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8E8880-6750-4443-FB51-3C9C457A8FA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062BC1-062F-5BCD-400F-BD0E4506DF5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9460C7-10B2-B6E8-F136-F0283959B81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9649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0AF6-36C0-2FDF-7B7B-50BF6174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1268F1-9C53-F58F-7DA9-18D1B4A929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there are two remaining places that 9 might fit. However, if it were in the [15 in 3], the third cell in [15 in 3] would have to be 4, which is a conflict. Therefore, the 9 must go 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012B514-8034-F573-6DEF-B499AB47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94A4B1-665A-7ACF-62CD-130E84399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39AD0D-10C0-A1B5-F73A-E6A3CA35D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6A5256-7391-8D2D-EF06-1586EF6AD5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3058F0-A8CA-3510-D6D7-2E71363E1D4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07378-F2E5-7C7D-E3E1-10F71C8D703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96455-3F40-5D1D-FA0D-35A74529E01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E9E368-9FDF-C47F-7277-0AD21EE0FF2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DEE4E-248D-BE12-427C-1F982188E04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3EC18B-C4E2-6BEF-2295-F683A527CCD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2C4C1B-9AF8-B892-3CBD-3F4E9C97127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7F4292-CEB1-A75E-5D54-51C1BA06434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2F1476-40FD-6881-A1C9-3AB2B682A20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0A7020-AA60-DB4A-DD69-C0522D522AA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6F20E7-9075-7C02-DB91-C7C4F4F1CCE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EBC86C-3E92-7BDE-B839-341938A619F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7C5328-D3EC-BB03-F830-2BB8A1B00AF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E88A58-7929-F043-1B61-E615F1810A0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69377B-5212-B688-BABE-3643D2FB36E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3508D1-1ECD-6299-5856-ACD0F960DC5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64F315-B71D-45F0-0FA6-4EF92BC57EC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FB125F-6CBA-A1BC-45DE-C06585A8791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C2715-E796-8895-A489-464BE65723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B96FDA-D44B-21FA-8D73-DDC070DFD4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E552D-994B-4384-B44D-731660C9180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F98A09-3AC0-EFB6-786B-7F4F43995DA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3E8A9F-A13D-4D27-5C19-DD61ACEA2DC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F304BE-E440-2493-DDC7-8FF1C74700A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A1727A-4AED-B792-3966-6165CDB25E8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06CC83-2579-AB7F-FB1D-F10326A6064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2BBD48-8E52-77D5-D535-F6FAF91441C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9FD0D5-3A14-E265-BF66-6998289EBFC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B1FA28-2A91-E1B8-552F-A564815C2B0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9A4CA8-8075-9EB0-2900-9D466E1A0D1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005764-E116-714E-6B01-D527312E038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B2A086-2B9F-CF84-4515-27E2B9B7FBF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35361E-CFDC-7AE8-E92C-32C05821C97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0EDB8-111B-3A04-4435-BB90157EFB9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2A433-A7C5-CB7F-3418-ADD29FA6044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739FE1-0C5C-9EFD-6D7C-D991D8C4735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63E95E-E522-DFB5-C84D-D6CE842AACA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E67440-8A44-12E1-E0AC-D11A7123C78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C2F10F-FF07-29D7-DBD8-ED9F08457A1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3825F4-8C00-15CA-EFDA-C65EF125FC0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B4AA74-010E-5F39-4175-E2AA238F8AB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C70874-DC42-C323-2677-00F00330621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2D97C8-3D98-E852-C0B8-5AACB39088C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AC9934-E86C-C20C-57DE-4C2A7863A53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67202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7C1C-F3EF-D05B-E7E3-883BA2493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2E3394-66A6-4CDA-E048-3F082DD251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Row 8. It can be in Columns 1 or 2 because the 9’s are filled by the [17 in 2] and [16 in 2] together. It can’t be in [14 in 4] because 1239 &gt; 14. It can’t be in Columns 6 or 7 by Sudoku rules.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20E632-921A-BE0C-18AB-2B8F3F1ED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B1EC08-0D8B-02ED-EBC4-43F28385A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CC4C54-D542-9D85-8619-791CAA97D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562FF0-1A56-9199-59F7-D344975D95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3DBA69-0409-AB80-E0BB-CF3885918BC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6169B-B222-CE4A-9955-E5032530443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F5CB5-0D99-21B9-5FFC-8BD8D1422AB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2D367-6AE8-03CE-6E73-32973B184F8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B0D881-F537-6A51-0FF0-67A7293CFBB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DC077A-8C8C-B438-69C0-5A430D5FB54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BEC216-8422-2534-94DA-A1EFE827233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048050-CCA8-82D9-76C5-2ADD1DEF0D6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F995AE-4103-2223-ED4B-B5E1D62EF23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A71AA1-5B4E-5FAA-765A-B5600D00C5F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285ED8-11C8-BEF5-764A-BCA33487AC1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A965C-713E-4EE4-7036-1BB730C0E22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0B9775-9A0F-2732-B0D7-97DCB172942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9574C2-F6BA-6CBB-01D6-68FB809284E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78C238-872E-0CD5-5CA3-BE4F77C476C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198523-5E36-314D-8860-4087A9E4964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6E7253-4FAD-A92E-03E8-BE5607D1F3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499F6D-B480-0A74-CBD5-14BEFA67D31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DF72D3-1E72-D94E-0722-3E30FC6E23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CE6366-4F84-939C-A11A-3F69E3E52C0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3518BF-175A-3559-94CD-6D96439C4C1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74448C-60A1-BA41-F139-42C4549EDD1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ECA0C8-86BC-B792-C90F-3EC3BB9D0D0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C655AC-39BA-D5F4-AA1F-3096AE5797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7E4F5D-B722-B651-3CB2-A82805073FC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E0255A-24C0-E443-4515-C64DD04B00E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BC5F77-B34D-82A3-D596-69111A2122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9F4DBA-E85D-85C1-F2A2-10D0D60D285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37D899-5E2A-CCBB-A1F6-FE74A3396E6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85E979-5A43-9A94-73C4-5FD8EB5D3B7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5435B7-7D3E-C69A-D9FA-01E8F01E59C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A5F30-DEAB-5A22-D1E3-6B136DE3C31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8A7F6F-9FFA-8C59-A1CA-8FB9DC296C2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463F5-D270-007B-6924-BF034370A30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DB86A-FD65-1869-0939-57F2CB12FD5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BA3ADE-78E2-9299-2B5A-E410287C13D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FE5C3D-6493-EF8B-68EC-04EE0EB4005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82F3A9-476C-EC16-C853-6C24987892B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0ABD1E-E373-4A97-FF62-3BC594931BF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845CA4-F0C8-A760-4004-DEE887B74D3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63F7BA-38ED-75A7-3FBD-2E984BC28FA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08FFAA-669B-1342-3370-EB120D13A94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08BAB0-73DE-227C-0592-65238C87A5A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EB0FF5-3DB5-C97F-7E71-49CDC160594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72715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D0867-0D64-D522-4457-7D406C5A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54CFD8-DB89-CE98-DB15-750C51E09D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27E0F6A-0913-A435-A2C6-B39FAF573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53B7FF-64BD-6F24-8559-9BE023809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A8FF73-FC9E-2BC2-B028-098EFC4E0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3DC3DD-A74E-F472-78D4-793B1B40F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0FBC7E-8F23-3CC1-B17A-FF93F9A04B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DD1EF-1664-5094-A508-4533A787C90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A6947-7EF7-6C58-5F9E-91D1CEA16AD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2D4C3-1F8D-45A8-DBCC-4A4CBE4FA4B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D65D3-3F80-BDC5-722D-FCC06B24A14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CB6988-AD64-2C58-1308-7688B8BA74A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1FCC42-D6BC-340E-7A55-170993AA7C6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AF010C-A2C5-F5A4-F7D7-F93F6D9A1D2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B3353F-2EC6-B0D3-FC7A-C077FDD8049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8E38D-4B99-CA58-B8F8-381DD6E71C0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E85048-B969-C2F8-53B5-204CBC740CF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A319EC-9A88-AEFA-4FBD-C0C09EB82BA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57C8A5-E5AF-F54B-6956-37D294B7846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08C33D-45BC-95A1-C412-B66087F4511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50E42C-4A87-8059-E2D1-C42C7728F2E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2A5F73-206F-0F55-5EEA-6E1B7FCD9A1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A9343-8061-284F-D164-DF02CDA163F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3E64ED-F774-3CB1-714C-185597E54F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BF15DB-F021-BA3A-A22E-B9AC682E8D5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1A89DB-8FC3-FF39-DE68-E1B5338C84F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B16D8B-6C36-84B5-D006-C46CF74046C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19C39D-141B-B165-F159-ADD4D5EB06F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28A8BB-72A3-DB2F-EAF1-152D365836C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97AD80-999F-32FC-9EB0-70401D9A3DC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79D9CE-9130-3F0B-465D-2A136AA4B22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9BC371-9CEA-38FA-3CDF-CF65C66FAFC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14CBB5-54CB-D4D3-5BDB-09723437C17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943B67-AE59-DB7E-EA86-504D0EBE79A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D62A7A-A791-B867-EB9D-5E66E6998AA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94CF7A-D82B-2875-A80A-038C858880B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FA950E-3FBA-F7B7-BFBA-AC92EC2E166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01C3CA-4481-AF9C-3479-DBCC784C748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88EE5B-FE6D-41D0-E775-018AA690CFA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502549-A108-2EB1-9704-AD093919D57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810B3B-0F26-7AE6-303B-045F102A650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94C124-96DB-6D2D-A051-0E4A338BD39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2137A7-4B83-D818-55B2-68138CAFBC4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E5AA5B-F3A2-2868-470E-42FCAB080BA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0735B8-B6B6-11B6-620A-95939BA5494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DC32BB-5A16-C1EB-0E0C-D9CB32C24AB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45D471-AD8F-79D4-83DF-ADD4CABFF4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3B9BFF-09ED-3081-F45C-975E46938FE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0B3F48-F073-8BB2-735A-F97DFBA790E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E30D2B-380A-CF7A-B8FC-C93722F6220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13292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F8B7-F1A0-11D2-5BD2-082EBED9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A676DC-EED1-2B99-5495-1BDB35820A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12657F-3BC8-2BFF-6D1E-7BE3E59AD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854A1C-394B-FA7F-B807-30A9E27C8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3F6AD8-AD6B-09DD-2E71-E29244DEF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76C1A2-2770-45F7-8185-4F5B2E060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465E13-14C4-393A-72CF-1D3C36DCC6D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8D4A4-2127-F102-F0DD-D6D3D0A9C0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0B1EA-1A51-83A4-C2D4-47A2BCC9E50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37A8D3-C69A-286B-9204-F93D1BED3A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92765-671B-F8E7-70BE-3E66502B144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E6F637-6903-2641-3D90-A84DC034CAC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0C5F1A-1BCA-A2AF-5BAF-3E2D1E64D72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567B33-7936-05A9-EC19-A4E14A038D2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F2C631-1773-EAD5-8DBC-BA581EB819E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33699D-2A3B-EA4A-F363-7BC772D7449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5149AB-D707-0597-51E9-444E3DBC522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4A7C4D-25D6-2F4E-D3FE-ECFB176C258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DF0CA6-BE82-009B-AB92-96D750F2686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E54-2904-6F56-92ED-D72CF048B9E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CF0CBB-1BAD-A9D4-EAAD-8707BE2B20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016A55-0ED5-FC3F-4EBC-6A7889AE5E7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37378D-D1BA-81D7-3384-5D165AFBC1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80068-5B43-0F9B-DA66-44B69D485FD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44F974-3E4F-3D25-FF4E-85E883B9D3F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229AE-B939-5EBB-469F-E2C2D8C3D66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0FA6F3-8583-CA63-65DF-E498470117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F72E4C-6825-63BF-6695-8B723AB735D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221275-B5FE-95DA-AB3A-96B914C2337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4BCC16-267D-F8C6-E10E-41CF11DE58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395411-6824-C7D4-70E6-7C0DA354712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5D4F4F-50E1-069E-B6B8-DA6F535AF48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1904A9-17FA-F0E1-F846-7410A8BF9E7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F42BC2-A1C1-B466-6A68-F5E41722E2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1B5858-CC6B-3614-B249-81368C76FC8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39107E-091E-3493-204E-43DE4C36458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0CB66-5B3F-2666-E2DA-C457DEC62E9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2FC2C1-DA35-AA7C-6C43-7B9AA9103AD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D1CCF6-A9E6-48C5-C9B2-670D522661D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C773BB-12D8-CFFE-6CBA-DCBFD6028F5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B02D85-DB5C-CD01-0396-A6D108A3B89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C250C3-4740-9EB7-7485-E479D8D310E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CE3902-11C3-2707-362E-8F53BB527FA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6BA0EA-E91F-1764-FF46-5D4AA9B9054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1B8ACD-0FEE-B7D4-9D52-4D64B64C21B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D14A1A-602A-F8FB-F1C7-C13F34673C6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06211F-9CA5-9483-AC45-2B1FFA4BD26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1F1EF1-D68F-22F0-02FA-C5555F8D705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4B30A0-0E87-89E7-88BC-EB66AF609C2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976936-E738-364A-1D73-86620C4685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20767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2A981-9A54-568C-690C-2870B76B9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C6E85B-E5C8-2546-36FF-2D36E999E0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A4A79D-71CE-E336-691F-0763989D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934123-9BDE-3CCF-2499-F7AB3A523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FD6F7D-2949-9376-8034-CFEA9764A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64F016-B853-3651-D72E-FDFCEFF80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A9139D-F132-C0C0-66E2-0314F36EE66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92C5C-FBD6-BA01-BB41-765DABA9C40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95660-FD11-B844-23D7-7B26876D58A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FCB44-AEDD-BAE3-2AA4-5D40D592950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E73A4-C294-FF22-61E4-A65EE71B9C6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A40DC-5538-291A-AA5A-B06469963E6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E1075-B210-021B-BF0D-104D7719A93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725682-574D-F9FD-190D-5CB55274853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959D0-5831-27C6-406D-35F9CFA25B8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60C21E-6B55-1EB2-4B2B-0502972D280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BE1A53-B784-F21B-6E29-F770047BA04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0184F0-124B-0201-33F8-14A2277E9C9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F7CE9B-BD5A-970B-3466-5926861F578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4991F9-048E-61F3-0059-93A4BC5012C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47260D-E44C-73BD-4039-A8AC3463A04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7A591B-B31F-FE21-C45E-2868D5BBC8E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9A86DF-5A1A-CA35-2CF6-89DBB5E9D26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1BE4A1-8A09-BC77-6A50-5803950766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F9233-3EC2-ED27-777F-4B2DDB4AB50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2AAA71-3321-E479-F631-03C4AB56C85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BB0537-79B9-03C2-924C-988E79AA9D2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4EEBE8-1121-1183-EC13-8628094E2FB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B7083F-85DA-6846-3B69-F77F39DD5A7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24EE73-79E2-8D03-0D23-AE7563AF0C7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830828-DB63-35D1-C5C8-AB3BFA00658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918F4E-2CB1-9EEC-8546-FBA7A89CB57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23EA5E-CBEB-C6CD-F2F7-DFE37761D61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EFBF98-4F94-954F-7DE4-67D0F892941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8E52F1-D51F-0ACF-9DBC-9E26B381BDB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5147DB-7BD3-DEBB-F0A2-A2A4EB6C0AE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A46BCD-4D01-D02C-B16C-3666E0F95FC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F8B451-2E05-FAF5-FF0E-F18EE9E065D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7CFBD4-B66E-6B1E-6662-F736653839D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061F8-638E-13D8-9BEE-8CEA6A38829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C18C2-2D58-0E32-34E0-F3A54EBC101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B7B46F-A111-243E-571E-BD08868FA7C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F4D2DD-876F-8FB8-98D5-7E168ECF6ED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E8B7E6-B382-CAA3-05F1-957706BE77B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D17C11-DFB3-0753-8939-2BF9FB51B24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EF375D-8691-5717-18C6-63823A0EB11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3199CE-8299-710A-2264-3ED59396DE3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C6F42-1D28-3C2D-0429-2EC3B296A52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D816B6-F549-B5B8-157A-84DADEC160C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89F85-CD32-9325-7723-91890569BD7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07071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FE799-4B7E-0F22-AA2E-27EC35EC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4A853-9EBA-547B-FCA8-C5DEDC527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E4D48F-A3C2-F33A-B443-A9FD8D3DD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3E2AC9-6588-43F0-7B41-48AF2E98B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79B954-B495-1113-F499-AAB132265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E63ED3-488C-C54A-95F0-A9AF95877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53F69E-39A8-AFE2-2906-09A25AE178F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A9932-73DC-59C7-1921-FA22B513E10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875FC-33E6-2311-F60A-DD945B01FAF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0223A-A5F1-FB4F-8BB4-ABC60381C48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B7DA63-4AF1-D0C1-F9F1-FFA798B381F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26521-8AA4-22D3-EC5D-437801B479A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C32864-7E13-41DD-98C8-0656CEADFD3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452484-2EC9-C18D-5ECF-C186A1625CE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F082AE-2FA3-1956-A4FB-1D3AE688ECE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1E16DB-7D98-C9FD-0655-DC25BC3777E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ACECAB-DD8D-D54B-566B-65B172124EC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25DA1-1DB6-85F3-353C-FB3F1BF898C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AD8285-762A-FC4E-C5A9-A0FCAE49AFC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EA54DD-F1A1-27C8-40EA-2DB0F6936F3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886460-0735-55BA-5FCB-3A83335CA4A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87A4A7-D218-1E47-EE1D-DB69C1839A4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6AA010-E6A0-AF07-7741-93E2F121CBE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339394-58D2-7AB4-0620-7DC3BB88EEC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B90768-DD65-42A8-13D5-942FF292711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7368D7-0A38-AB1B-AA2B-100AD3A92F3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C06FE0-25CE-57EE-F3AE-FD18D11392F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1A79BB-C623-C11E-1D92-2DC279CE6B4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7C2700-CF71-4714-2EE2-711887DEEE5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EF7B1-30FB-28BE-0470-223C7B18DDB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F683C9-430E-72FA-085B-B18C917E99C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6AB568-2282-3B09-B61A-7FC02C62BE4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81FE7B-3C2A-DE28-187A-B19C98D3355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5B8218-42EC-DB3F-2EE0-88123346420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430595-9F8E-63BD-A37F-B2707CA6F2F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0F2CEE-1AEB-7F0A-B564-D29BF8DD34C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952116-945D-FDEE-0CD4-A76215B53B7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C8E2C4-2993-E5F7-1085-D93E9833177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71CE0-6A66-4C6D-37E6-645AE925E42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02356-DA5C-69A3-9723-8A77BE8E29D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DED394-DD53-869C-3AE5-538A3BBC2DC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19C7A6-AD96-A02B-2E5E-4BFBD2AB737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694EEF-1180-5746-BFF0-304347F99DA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EB2298-6735-3CAF-6FD6-9E6C7500384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A5940C-D39D-3B9E-8B65-05565F6D44F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1B2604-56D1-C544-A190-AAE16BE4B30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8E91FB-C3C0-58BF-C33D-DE61B0432F2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30297F-D661-5EF7-93B7-262F40865E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24DE6-5CE9-7A99-D939-4E6995395E7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E54AFD-6E35-A10E-0451-3B25BDE1AD5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2963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C0DD-59F2-3A0E-AB71-7FD0B1F4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C9CF33-F048-A098-1252-0D4612920A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4E3C65-73C2-70F3-4213-9E43A6515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E9055F-9504-71D4-8D38-AA3F4C617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5ED20D-3F80-43AF-77F3-A7B9EE324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5A366C-7E03-C220-4AAC-C23B82E8DC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38B2A-CEC1-AD2C-FFB8-5F1951F067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937CA-41F2-1563-A94A-B742D55ED9D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7C287-39B2-642E-4E60-9171625DE5B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505A58-ED73-5308-ABF7-C29D9135525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545105-80AC-5845-D373-F22B5B75D13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D678E2-A873-FA96-A090-153C0C46B11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4867A7-2796-7AEC-5FE4-5E1E0D82D70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F15961-F067-DE09-6B18-16381915739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41D7B0-3F7E-9F71-FA2F-8C0E39580A4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BF66B8-71F8-A806-41CA-AA5CECE83D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C4B0C-B450-DA6A-1DEA-3A8ACB91781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7BB186-F9A7-FF51-69E0-FA2C43A5E76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EC561D-DBC3-B794-6E6C-8675A2F01C3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2C2C99-2F44-1A9C-3E01-ADA4D1B218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FBEA0E-6291-88AC-09B5-88E061A87E0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91F434-216A-CE31-1BC0-E9D5A028CD7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3A774-A6C8-B550-2FDB-6FE4AA3A866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EF8AC8-23C4-6F9F-182D-3FE3F48F298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A31FC4-5B90-6963-9E42-AE01029187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F96103-F021-351C-1676-0013CB7C155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82F748-A09F-9E64-1FC5-6D2DC49FBD8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942888-CF09-553E-67B1-2BD5395F65C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55EBD9-58D3-116C-73D2-BD4B9FC0A1B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CAECB4-EB34-8AF5-D78D-CBD7B70E6FC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75754D-C71C-E2C9-7D39-5126ABFCB5A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E28E7B-82F8-B3DB-5370-BD73F9B0F5B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EB6CE2-67A7-F498-215D-A315185C36E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AB49F3-94C3-3FCB-37B5-F664D11F9C5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299980-6BF2-6811-E3C1-E1E3393B9E3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F8776B-7D82-1F9B-64C1-155EF080FA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3A28D8-C0D3-E39D-CE7B-FB9E4F7614B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40F9C9-B572-D1AD-B10A-22B6A083A0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808792-3E04-81FF-B60C-130662C15DC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D35C25-43C5-8504-3589-E107ADBAC6B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13EEAD-2E64-A6EA-2F22-9056E12F81A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99F231-95F4-7B90-2228-5B206EE8B54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E93C5D-DA53-7F33-71C1-C18D5B97A94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A5AA30-8951-EA52-E61C-212E4FC96B2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28D271-7A60-B994-0072-677FDD52BA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3E453C-1349-5303-CCD3-3E179684529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1E72EA-1644-B316-415F-2DFF3B28007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349DD2-651A-2D65-F141-330DF88F7E7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68C85-ED1B-9092-5E0F-3780C357443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E383ED-432F-0B49-14FB-8D884EC6743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8A8F08-2CB4-6127-1B6B-2EAB06AB9B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02071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0D9DB-34E0-A5EF-9B93-BA3BB708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CF946E-5209-50E4-2010-B86A4F50BF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C81B08-3AFF-D6F6-D3C3-264C9DC78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46BDE6-1BD9-2F28-ED0F-1C2CB3ED0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914717-733A-4A43-1F43-53BF9C9C5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B01B66D-2677-0783-9E34-31A757BC5B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371C48-1223-7495-109E-830F9AAA1A6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3F020-6467-C488-5A1E-3FBAE172493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2A3EB-8CEE-36A5-F58C-69F23EDE606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FBBEFF-5132-808C-B747-0C5499C5899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E492E-50EC-ACFD-91E7-BDE14DA71F0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0FBF1-CBC3-1234-859D-DC4F6A7B3A6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3CE25B-E868-0837-A292-E8925FB7E90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3B9C3E-C4D4-2F83-B363-5243FC3E732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5BC6A1-D547-D9E6-948D-4B5B492DA6F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9F47A-B342-D526-599D-738845CA11B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B4AD80-D2F2-DFF7-6B7A-676D4CDE901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74AEC9-C75B-2409-FCAE-DF41CF2EA18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0D2076-D02A-D0C0-6876-249AA7D9CC2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0EBF37-0EE0-6BCE-50B9-F2F67064B98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7C8D92-DF35-6415-4959-E96C27D36A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A91920-FEF2-3F0F-E63B-34CB1291061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51A887-A4EC-0120-D764-A6C77D8AB19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A889F6-D0EC-F1EA-B8BF-A448F4D6BC1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CE6534-A5C7-E08B-BA3E-30ED7AF2D5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58C3AB-AB00-5BED-6535-627D7DBF4F1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9ED792-1488-5E13-E1A8-30FED76765C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B09BC3-71AA-BE48-F79F-4FA728DB86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6DFE3A-A4A3-218E-E435-BB94855D90F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BECD1-ADF7-73BF-E1C7-E44BACDE42A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6D8215-7538-323F-5E04-0FC9F663B95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FCE16E-334A-3860-F652-2C2FFC0C11E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C0FD5F-184F-78AE-E347-1FAF23CDB05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353CFD-E1A4-1A07-6D4B-62A50924CB4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8D5C5-5265-37E4-F74D-CFB534708C6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AB6444-C28D-6910-6357-4EEA34B73FC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47EC9B-6FF6-C170-0081-BD31CCEC5C9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AFAA13-F39B-14A6-33A8-9E96761AD0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CCFDAE-A89B-8977-59DE-B694DE96489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92E6DF-C42B-46B1-D719-A7DCD1AE8A1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6CFD86-2961-E624-F0C8-BAB048EB34F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4A81A-7DFD-A8E7-573D-9BB48479EC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FBD28-6046-DC22-A84F-5C48B96C91B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C90138-B3CF-E2E2-93C8-555DBAFF75F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016290-A7D5-E857-0D7F-DAF6883B27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42E41D-7AF5-8450-B92E-8A4AD9D0E17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9EE212-7E29-1FFA-98A8-63220E5374C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F76C51-B269-BDD1-9D67-46078099D76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752C03-96F9-13FA-4864-F4BD14D4334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CA5E93-BBA3-7487-EC72-589B808CCE7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FF56D6-C27F-FC92-1F9E-E2804B41712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07421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7C93-70C0-011C-413A-DDCBA6CF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86CE71-9693-79FE-70BD-CE21DDC104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4, remaining 25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76B9BF-1214-716D-9D11-6344077B7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603B1F-B3CC-33EE-E982-4703C0701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C6F754-E312-43B2-A2F8-E1D856036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579D8D-65F6-A89F-9E3E-E0D0393CD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9A46DC-9C89-895B-DC60-8663096D3F7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4DF-99B4-2E51-0077-86C5318A78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D53DD-79B1-7A10-5028-EF73CC6FB98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518C3-7BDE-CED8-76DF-0230087EBC9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A4354-BDB8-AAA0-B654-A42368CD516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495DB2-7D38-6A85-741E-6D6B9F745D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ACC748-9FAC-27B9-11F7-47B22F80919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E83091-C523-87C4-55CB-E60C0FBFAF6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7B077F-2C00-E701-0FF4-F5BD12AC290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F4AE7D-492E-8163-515F-A908D7B61B5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92D51D-91D3-276A-C388-9C3E5778D77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5C8F60-D5B8-C7AF-0000-3B65C830004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434658-4B9F-71C8-3D79-0DE10A72D5A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418B6F-5300-5F5A-9395-57F964B4D2F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1F8701-5836-DB5A-0AEA-4574C3BED28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DBB680-2F14-1D5B-9809-0DA001B38B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F33EA-2C2A-4184-77C2-CE6DEC378D9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839D54-0156-99E4-D0CC-D801D3120B8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D94223-8672-2A29-ED10-B5012B99705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FC009A-78BF-D7D8-6765-D235329295B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5B507D-D7CA-831C-A6A6-ABDD0976BF0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EFB1CD-408C-2136-0201-F4CF0FBA883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3739D0-EF55-6695-F1E9-926A27BE4C6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15885A-E670-2CFE-B91F-FD7C1F52E18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CA0577-F66D-1C33-FB4D-84D70BC253A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958ECE-733F-CAEE-3F09-962E5D16C5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0CA040-FCC0-5245-7C31-267E0C9FD42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5F6991-2D41-0E1D-AE94-13B2DCFF7E3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66C94-EE76-9681-4D2C-BBEC5F31098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DCE78-9DEA-E39A-8DB9-0D055A27EC4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F4D72C-E404-B717-E2F5-ADFC08C548F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87123F-7163-EEAF-D768-F67239C7C85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DA3DD6-7411-0C7A-DE87-69C118BE083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A3833-A2B6-7FD0-1243-28769710D60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91C3D6-FB68-1A62-E1E1-C3E849283E3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D7141A-506C-2EBC-A012-CE546F867CC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D64DA-51C1-7EB4-F5B8-EF00D85F22D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E0689D-B5D1-2716-9306-D2406A0A226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96E55B-7F03-46A5-FA20-2FF17BB361D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34BD76-0B7D-185E-9A13-1FAF2C52A2B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FF0C15-6890-614F-4A11-BBB297F3A0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59B425-4915-22E3-2535-A84BC954F62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B2486C-0CDB-ED4B-7BF8-DF9F43818F6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19EE88-E8B6-81F9-43A9-E5A2D6FCF3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3A82E5-D09F-A150-D606-DEDE4351722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D8F7D6-E539-35AD-67EE-741962D0E6B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7E4ED9-5AE1-5B37-94FE-A0E482C7C23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47550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B1E27-B59E-FD65-2005-6C9B7F57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690327-F4B3-1403-BD91-F4A3EDF914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45–(14+14+(14–5)) =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ACEA88-CD29-CCC0-DD7B-B3B38F404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024339-338B-07B3-FFB0-553171CC9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644B3B-1789-C03F-F1A9-B4BDD7B66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E2A5F2-EF97-02BA-A2AE-AB78FF29C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321092-D2A6-6F2A-D450-8BD5A4B58D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29FA1-F8CC-4FC0-7177-B222A590DD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75794-6C1F-14A8-D744-365958DFE88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D8FD6-C11E-8CB6-8E1B-E34EAB016C6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F56C5-E5D3-D8B4-8E29-718062B21ED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52BEA4-C503-DBA7-50B2-010D1398690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3873DA-0F58-CD24-BC24-3ED9D9AE65B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7BBAD2-BB4D-EC0E-E0FD-EE87DF4A3D0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7E5DA4-967F-AC53-C597-6353A837566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00A997-7CF8-6F2D-9953-A890E085C4C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40DC83-C22D-AE37-EF7F-93BA4561ED0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835D59-6BAA-0A25-ED06-FF1EF9E735C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A25849-0F01-65BA-C074-01FCAEC5838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D0775-8A69-C6D2-935B-AFC1A7A7B4D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E64A1A-80A3-FC4F-E7B2-AC535E8FAE4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9713E9-7DFA-3742-E7B2-29100CB1813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9B2848-FFB8-9938-D071-C86C2F8DBC8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38606C-9B87-8E29-D77D-81FF72FCAF7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CA3A05-07B5-77FA-5EE9-324DCD1126B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9515CE-4D0F-2BCA-F722-8324322BEA3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35486C-A3EC-911A-46A0-8199C012F3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E97B45-0851-0E36-DB69-8FE341CA473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42C4B4-2DFB-4F19-BD0B-5B81179F18F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EBB914-0A2A-EE76-09DF-F8C266E7249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178C6D-6C6B-018B-E500-32DA4D651E7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0BDAC3-70E3-B7C2-19A8-A93A5327071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72020-76B3-3AF6-2775-27ECB62E0B7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730FE3-6DAE-B22F-E809-2232122A346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4D38D-D87E-6C83-0E7C-D40BDCE5303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F633B8-9A2C-1BD9-4914-F7E19898035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1666A7-5441-2CF6-8CEF-1142E64A54E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F6BDA8-B604-0C0A-8138-DF2CD0E9D8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E310F1-9B19-2B37-77C3-793E11AEA05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79D3DC-4C78-7DB9-1DEF-2B8BD2BCFB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F41617-CBBF-ABA4-5718-164A82A3EB7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FF92B-9ACF-B12F-19A4-7F05299D219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C6C1D-F719-7ECC-85C9-B19B385ABEF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F6146A-EE74-1D14-3CC6-C4E91A2E0E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217A4B-7294-73C5-185A-B795D54BDFD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B8C6ED-A146-D319-0792-7C2A9CFE8BE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F4D87C-AFFC-E98C-8168-0DEA57F82E2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A18335-8CD7-2A87-445B-0B20C1F957F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ABBCD7-4A90-C019-6FA2-827C6EFC6B4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89E8FA-FF6C-2525-8E4D-FCB605E8BE6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D93A89-AEAC-C477-EC67-67A2712C69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296C03-1EA5-9AA7-5A68-ED947C0447C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B6D962-69DE-1EE3-278F-AC4D9DA7CBA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0067D1-EB9F-8718-EB05-C0023D5313D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62228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146C-9576-129E-A277-1EEAD2617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FA7D57-0E90-202B-B47B-1BA03D7796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517874-ADAB-FD62-0C06-988D27403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247258-84AB-7720-031A-DD5D43014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C5F46E-3DF7-C447-94F1-B39CCD14A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1B4B14-B8D6-6BDA-41BA-8187B8EE45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7A22EA-825B-E387-51CA-8D703B2A65D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A6656E-E5A9-454D-CF55-618011B57F3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4C993-4BD8-673E-7E9A-3C7E766A70F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ECDAA-A17B-DEE1-8456-CAA155614CB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98986F-7191-B0C3-B90B-03EDBDCAF59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C7D03-2D53-FD7E-42D4-25E86374665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05F6E8-2687-140F-2B94-C3F2AD5E368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8AC445-600E-32BB-4083-90EC572FBD4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C78C05-CD8A-1B5C-74EA-5A0A2E86C5F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898FDA-B23E-0373-5C10-424D943CE89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DA6733-C55D-393C-9CB4-BC478458810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B441F7-BD4A-FC4E-7FBE-2D79B235210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C6BAE9-C053-4463-AEA6-1948FFEC952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2FF4E3-C2D1-F7F0-A36E-F79D4CD2CFF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43723B-5EA9-BFD2-F311-7E7BB2C42A6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771506-2543-614E-1CAA-D44D368865F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B41BCE-D0D8-DAF0-BB96-D129010BC6C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55A842-8445-2C90-1205-920909384B2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65BA82-CB46-BCB1-A360-DC4A1A2CF24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AB8F2C-553E-3B64-E293-8C6BA01313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C8D3C-551A-9A93-ECF3-141C5505B71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B7AB67-54EC-081C-1E66-4C1D5C9D2D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C0D91B-29FD-4FD4-7E77-B084A22A123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68DDB8-6965-14AE-4B75-C63FBB6E78A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8AE9F2-37A7-1DE0-3756-1C5818C1820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361944-CD27-CD2C-8AEF-8EA4CE44E02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A902AF-C596-191B-265A-8AB34B9FD03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A10D1-955E-E1B2-7730-A5FAC3E5254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4EF377-BBCF-1904-86CB-5F4A527F159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090F37-4B92-3BC2-680D-C401B663104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529967-EB4A-2318-8461-A77ED66E34A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8DB7B4-7019-18DC-246B-6E4B42E2B4B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3F1349-E46E-BDF6-91A5-6C20E864D7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9A24A-B814-5A29-CF2B-7D726834E41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253F19-C8A8-1964-D4D0-0D01E4D6A3B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5E2599-7A6B-D561-5366-480C103235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F862BB-50E8-6E34-79A9-6E20261BDF9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13212C-6A50-0140-585D-2D28E977DA2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E2252E-CCC0-EF8C-0B8E-2896DA6360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35CE07-79A2-E58D-6020-169831C60F9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1733DD-E7DB-33A3-D49E-AB37103F22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18A75F-5657-39ED-4A1D-F61075E9EA0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8C14E0-5733-47BF-AF33-50B37616C15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6EDEA5-13BD-AD44-36CC-C4C4C836290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EF4ECE-F460-4CF7-9212-31363D85532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AEE14B-0767-BCCA-3DB8-3C5CF7DB063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DFED05-4ABD-3B02-5798-80DE79B7C34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A0167E-96A4-D1DB-C66D-9C0EF4A9837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8051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8BDEE-70B6-4564-2630-EA80E1A2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E70F51-224A-A53A-B8E4-F5376B9023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4FA629-D8E2-9D8A-DD96-527A485FF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4B2F2A-F2FF-0997-CF39-37A632B37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9D043C-AD5E-000F-7F41-BDBDA1545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AE92B2-5CE5-C786-965F-A3EBAAEAE0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1AAD8A-52D0-979A-6A07-CF237DA90EB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4DEDC-76A1-1B76-504B-A89CB14A496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0ED6D6-D5B0-6CDF-C0AB-80CEFFE20B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DA25B5-3876-583C-ED15-9D302F26286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FA514-3167-D0D7-449B-A70A485C0D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ACD810-762E-4724-BA24-FE8B3702BBC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92DF3F-D858-B6F9-5D72-5BF41AD888B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8A99C-513D-D686-CF66-CCECECF87F4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8D1E1-7705-0950-91D6-BDFAA4A1767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839D6F-E32C-D706-2DA9-F5D2A9DB25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748CC-1C85-EB8F-5398-4AB6FA7F273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9072EB-4FFB-9EA5-4987-1E10FFF0EE9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17BBDB-9709-568C-8142-49D6C6A7B4B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68064E-AB0E-00BC-537E-7510E66CD54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7CB8DC-9D38-00C1-57B5-C85C3AAA2D9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5AFC15-34BF-E1F1-6E64-EA762B7A231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B4EE61-201D-F59F-7B75-06C8967D591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371DD8-28E1-59BC-D865-CFD18D46543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2F5620-8CD4-DA42-2662-EB42DF5A4B1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B958EB-3E51-89A8-61B4-042BECE90AF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94C367-1D14-E58F-0645-AAD996565C2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A78E7E-44AF-549F-0327-643920364E1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E92C0A-E101-3BFD-EE43-0733AEE21D9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1403A-7C29-11AD-DFF9-A427B180F78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C8F239-547A-CE92-BA4F-C3E27FB88A2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F0098E-05E8-017E-B26E-B2A6E14C485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05F979-CBD3-CDF4-CA36-4D166E6BDE4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EF4986-BDC8-C8CD-519C-8DE443AAD3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D60F2A-EA04-FFA5-2EF2-71560DAEB33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97E6B4-395A-2CE4-C510-0F346AD3307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2A9F0C-B61A-DC53-CAA9-84BC4F72391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12405-9EA6-8DE3-9057-9045F7FEBE0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38FFA-0BBE-BBC0-67E0-F538DAEE8D7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605C40-7901-F558-ABB8-73872DC42A3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D2D111-407B-E481-E4B8-4B851873194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4DF49B-7981-5BF0-FC61-C9B96CC10E3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75FBF1-A26B-CADB-0571-8B05187EC11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176B81-A125-3859-6B7E-E36030444B5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52D7DA-7CFE-351D-93D8-1DA8E6EDA08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DA6C36-64FD-7591-A0C8-90184A85454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084EF2-FE43-8D3C-25FF-7E1F2231FCD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C073F2-15D0-BE9D-442A-B96F1FA8E87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E11C47-2FEE-5C79-3623-095AF5D6778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E21D75-4036-8818-B78F-7E029B9E1F8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CC6995-3173-44FD-C28E-DD7AEE51436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B57CB1-16C9-2FEF-5E92-F5DA5C5D490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3FA4A-EB93-D107-4253-327D3E77F04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A7DBD-DA04-D7DF-3C78-FAC5633F420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3499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DFCF-2854-AD0D-7FA3-B5B88FC4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6E4C01-FEB0-A666-8B21-738E145275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[14 in 4] -&gt; [7 in 2], 16 and 25 are precluded. 34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45542E-0361-D484-C9C1-9586AB05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E7A944-20E0-F71C-EEA5-C93867F51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0129CD-BA5D-9D0F-26A1-88A0F038F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C99BD4-1D3F-FCF7-E863-D8FDE2218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CCB067-4654-1665-DB96-98076CC7928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67C145-2889-F07C-205E-4576D3C5066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82C03B-4407-BC6F-48D1-468B80326D5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C79C6C-5605-73CF-D30D-BED9D8F61A5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6E3B6C-B6FF-4A6D-CF64-37CF88DF672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97575B-4EBB-850A-775D-7CDCAEE58E9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325454-57C2-792E-C9C5-999A375C872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66237F-66B3-10E0-2816-867A70D6A3C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48F9C3-1787-BE63-782A-ABFA94A3EFE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2F328-6DBF-F68D-FDCB-BB4060DA767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F6C806-ACCC-651E-C51A-E56B4C2808A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092952-AA7A-D600-BA93-7A4AC84488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119DC2-7CA4-A0A6-0EEF-6F213A64D9A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402A16-FDF6-8059-C00B-587CAF58193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63D749-C523-EA4C-5E2E-31FCB8EC09B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165C10-B591-25CF-5A3A-98C9FFF6F5D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BA6B10-D62E-3A3D-292B-3C5A146C5F1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602D17-2173-232C-6B3B-FD145BD8ED1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138D6D-5D3D-01CA-A69E-D388FC064C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D5529D-CFE7-D2FC-1A6B-8014F626D9A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58CEBB-E83F-A175-E54E-26459D266E8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B2D9C0-7E98-E451-CB53-F1D5FFB5A6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E4964-88A1-96E2-FE33-B6CC3706053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CB1034-1F38-AE6A-7A13-611BC72076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E5232-B744-5776-1333-FFA0156F78D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20536A-40A5-9A5A-14BC-01098A98F99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1D295C-9381-C7DA-A5ED-55400F0106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03AC7E-920F-3A91-F900-519B3E12E31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D55FA3-E988-D668-2913-21F2BE1842F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E2EB9D-2DE0-53E2-45F1-4936711538E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3BC686-3D87-AEDA-1369-6B872756234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E86CAE-76AD-E3AB-D352-E237EF06389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8FB3F4-4ECE-970B-40A3-2BBD7678277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B331F-733E-1064-CC4F-BB845C7C8AD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5B17D0-5FAC-D05F-6669-0F39C980E7E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9E7F77-DAB2-A39C-4380-F6DFDAF6BD9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87EA9F-5840-1E3F-F646-A4CED545278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A1D136-B9D5-1F04-B5E4-120713A44DD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3634A7-269D-228C-A0DD-8EB80BC8B11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56D812-D85F-6E7C-AFF2-22ADDA6D4FB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58B7EF-07DE-2EFC-6676-B348792FB1D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AC148A-8D30-0014-2A2F-99558308D62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421A93-0A48-926D-79F7-6814161C897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B32DF6-C96A-2941-1737-B17A020B726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0C160A-F8BE-3085-B749-26F8FB5E4C6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1A97C7-3156-E968-67C0-1A9262A32BE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286A2-4CCF-A12D-3BAD-C3F3A11A4D3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E3A02-5140-6CC2-6428-EC351AB1525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783481-0FF2-03C6-065F-273CAD36241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42B334-11E4-19F6-EC1E-17EC85E7F40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69419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DA56-349F-F4C9-03DD-3BC64C67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6F508-8F72-B3E2-4DFB-72F94D26D1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remaining 67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B0ACAD-8DA6-F5C0-59B3-C974934C9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F7A2DB-1B04-B2F9-29B8-C2EAB7403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43FB1B-847E-812A-0A6D-A7AFDD65E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080472-A694-CAD8-5A6F-E890C1AA6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9DEDC8-41B9-930F-7D23-9CD621A230C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8CD19-E68F-3436-2E94-BF857399342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20137-0FE9-A524-6BCF-9B28673F7E3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AB7678-DBAE-E065-48FB-81EBD2AA342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84214E-9E9A-8421-4865-3D438ED1108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BF0CF-DDBC-590D-9727-1BDC8BA04DF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E4DEEF-4C62-3196-5904-46125CD8DFD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A1B6E-38A4-3369-BA59-AC40FA28BEC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93F363-A479-61D4-A82D-1E558457406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F52E84-0D68-DC41-493C-415C9F25EFF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7D1ABC-BEBD-91F7-AB20-2066D8F4545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68B271-CC89-9BDE-13E6-2019EF34265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586EEB-4841-23F7-A140-85191C72E98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F5AF7B-1B06-50AE-CB74-39A9C2804B1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BCF539-98CE-AC3F-05B8-0DCCE3A8FDE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E293B5-7D0C-2C30-405A-A8B7A142676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8180ED-09D8-3487-81A0-1BC53F99E4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F43A9F-6ED8-4B3A-A782-E6ED87A118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6971AD-DD35-8716-B53A-70A7759E1FB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A91F9-E3B4-66A3-6834-342918D552C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4E9549-60EB-FAC7-D960-70098842FCD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E5EA08-C81B-F10E-0BE2-45FD15D325F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99225-8DB9-8439-D2B8-FEA92B3C712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7F13DA-D0F3-EB71-5A0A-E7D701D68C1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9A991B-DF10-F53D-A78A-3AB8A8097F4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A358B2-A668-509E-AE80-6A14071C5DC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8B7155-E088-18E0-924F-A57E4F06411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889EBA-3DE9-9361-7EB9-9F0BBF65145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C144B3-BAE9-33A1-28FD-A8135F1ED40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991BE5-0DD7-9586-DD60-18A9D7B7BF3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84C85C-EDB9-F71F-C302-B07526B0F49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BE855B-FF28-3861-AC1A-322029012F1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0BE17-B4EC-A956-71A8-7C09E12A46E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B3C02-988F-1523-FA63-9016A228095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482696-DC5A-EADD-D73C-43BFBE17BE5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075B0A-84F2-C4AB-BE99-B910E6E2930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380AAB-4A85-EBF2-6E5F-CF284043479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6D1364-B0D0-7778-C450-2E6E3A2046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7C8315-535E-8277-8CFD-15F154024C1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C67626-7E04-F472-A388-9ADE1E8171D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D56E9A-12AD-DC49-8F43-2BBA6A1321A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C8A473-A6C0-2C2D-66A8-E13F4FAFD5B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816ACF-A8CB-00FF-D913-04D39BA2C96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B67F8F-7FD7-A70E-CB3C-F1A5EA66CBB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847FF9-F68C-5F75-8029-EAC128E594A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09E79-649F-F609-662D-3E7E019D122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8ED8F-ABF8-982E-4729-225F6230FE1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E31A-461C-333C-43FC-403ACDC6D03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242B0A-A947-7275-CD71-A995B6EA8B7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0BB602-BFA6-4603-38DF-9470AA78069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2B1D7-CBEC-7C5C-32DA-04CAF96F98A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F64A4-F233-7B7F-AD4A-BE10DDBEE02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911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F67CF-4231-E825-68EB-60A1F732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2D2C5F-7673-62BF-461E-90B1F3E426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49A060-FE5C-ACCA-855B-769443108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99D8AA-BCE2-7B60-6944-1368EBFDC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17BC328-8521-8202-4042-30985E7C5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05281F-18D7-A333-564F-2E8F06E6E5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34FFF3-33E2-9B4D-585B-AABAF526B51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6D0D4-DABE-943B-2A18-30235DEC860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58654C-7EA1-1E0E-D438-2F8417D2AF8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4158E8-3408-7658-8B4F-A82AFEFB539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A038EF-56BE-8C03-9702-CF99FF135FD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59286B-79FD-A4D9-EA7A-FAB0C9510A2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60C28F-BA7A-BB78-F89A-591A9794F2A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69EFC6-EC60-819B-EDF5-152951E74FD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C220D2-FDBC-3A8E-C78C-3A61DDB43E2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B5A35D-93F9-20F2-3C27-D1E0549C05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775CFE-2A66-AA6A-3079-0297FDC853E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1F5F85-5ECC-84A3-B64B-89AD063F145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C8DB80-278D-6BE0-97A9-842230480F2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04008F-2A18-4CE4-97F1-302FCA21085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2589E2-86FE-0EAD-8694-315FBC78B5A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73AA60-D306-100F-EECD-DBB3DABDBF2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7EACC3-BE58-CE80-6789-74687CF8F52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C804A2-44BF-A884-42D7-C479ACDB4CD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432997-B94F-C9E4-D284-FCD9B6FB2D0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03C82D-1D42-A1C0-B8FE-6C79EBBF9E8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8AC511-C557-33DA-4ACB-439634C0544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82BA2-9719-D110-224F-BFA759C1782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F71335-21D0-9CB5-7C71-DCBBCF6FC64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6DDB4E-C63C-5116-0FAE-728174F77A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6C358F-857A-7AB6-859F-DA0BC49AA57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9C95E7-6E0F-9206-885E-779E32F476E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6BAE7C-437D-BBCB-4C37-0FDA9C7905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EA340E-6F69-4B7D-9BE5-4180DC6D9D9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57A80B-7C83-E4D3-AEE5-9AF7B131342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0F84A9-50BB-3564-1D9F-AB0B888A223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AF4B92-B144-41CF-F09C-C28D40C454B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4B23C-C3AE-F7EC-FE33-0C18ABA7173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3C4C3-780A-B6AB-09D2-7A8D8E659B7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C64003-AF41-D2C1-B442-3C188BC1CD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52C2ED-4A21-2468-D764-DB1F58BDF82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739291-3EB3-7F3B-610C-95EE5030957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961344-3940-38E2-71E2-48B96A090B9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DB9552-6ABA-DB37-630D-DA38A01D4B1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CC65A9-8DCF-DC89-8926-45B977CB24E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D6E9ED-6C30-6F4A-0A4B-75432A9E3C8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F1BF49-42E2-BADF-C583-6FA3B77ECE5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278CB9-22B2-0A1F-76A7-DE408797F36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5C40CD-15F5-C68F-6587-E20F93E5F1C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48D6BF-78A6-6731-760C-7B25D88BE3F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A800AC-C246-15E0-F6C3-DE90735274F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64364F-C047-F077-4B8D-9161A120D4F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E63C92-20C3-2815-3866-CF1BD18E9AD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D387E-88D2-227B-CD95-002F592AF71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E685F7-58B5-4946-EC53-8F199DF1194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F17F6E-970F-17A9-CE4A-82929F068F7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5DD5B-3D95-6BE5-8712-3810510B8D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E300F0-9A63-10D8-2DBA-52F66D86490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686F69-737D-8D55-89AA-7AC07D73421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09151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9C487-F4F2-F13A-CB76-B81AC3E2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AC5ACE-ACC6-0866-E4AE-4AC544C8B5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bottom left block, [14 in 3] -&gt; [6 in 2] must be 15 because 24 is precluded. It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7CADFE-744D-B877-1ECF-706640DAB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643FA6-F7F5-5C3C-B134-9934A3448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5127ED-3483-91BD-561B-781CEAAF5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2AAC92-5465-885E-11D0-B5593F28C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BF0EAE-BFF6-F9D1-242F-4C2AD4C2C14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AB9083-2ED2-AB67-AE6D-D1257ED6EB1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BC82CD-2ACF-4264-4C45-B69769E9B2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EF0068-0B7D-8858-ACC3-8576C939B0F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8F60EB-F168-A7AB-0B98-018DD353C79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EBC4A2-0F83-27B4-49EF-681594EBEAB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6ED9BE-8E90-393C-9130-EFD6D03DAC8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CA19AA-26EB-837F-4343-508108F163F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61B3F7-B462-9A48-5C54-3D2B898A269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0F531A-70DC-06F7-40D3-EDDEDD15E28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D2BEC-0448-B6CA-0AC0-00529C41859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3C2080-A5E9-E29F-C72A-80C23CB06AB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0C82BB-4A87-1375-B108-2BC83FB4D74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74A1C8-8652-AE9D-B8CD-34D3A4A3D41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95725B-E834-546B-9FE4-F70EEB20592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E0612B-5EE3-C64D-10C1-6154043FD58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E75B80-A222-7CE2-E70B-B3D2F0E9F66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9EBFCB-651D-50BB-29CC-0C9CB520A1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21F35D-DE6A-D87C-C3CE-CAC6A8A21CE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E87865-A94A-B3C4-1E6F-D48E7484A7D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9B9816-5460-47F9-B450-DD5AA5F250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B4F46D-9CA9-A4E7-F611-4FB32F2A084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991E7B-6CCC-5D67-0D76-0AFE6404548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7BE5A3-65E7-8CAD-E1E2-5C492E9E882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BF7995-5DFC-2BDC-47A9-14DEB0E2A2D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031654-AA62-17E2-A410-ACF4F40950D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39D45E-CE3D-0F8F-619F-60D8487F130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13ABE1-A8A6-10A4-5619-55527F84566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548FF8-0264-D504-989E-2A83CFDB6EC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94F39C-2E59-4832-B256-8FEC2B23DCA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DEC009-11BD-2B74-6C9A-CD2684052E0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CA13E-7688-AED1-429E-227C0E0801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DCABC2-795C-2C85-4E18-48032748E60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D696D6-E705-8A34-D667-520129AD0B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F913AE-69C5-8820-7979-AF0A60FC3A5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E867AE-BEC4-D562-6AEE-ADFEF2BF1F2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FBA3A8-CECD-C714-3F9B-959D4F24C91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0EFA29-F180-66BD-5DCF-835E4676132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1E4EAD-17E6-EFC5-F870-1D56F7FA312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FE1884-4679-5DDD-5A62-F344DEF6990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9757DA-1306-096D-6937-5E4182C4615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D7E236-3A70-2810-B703-88BD6A669E6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257F0C-8C85-3971-84E8-F8388876308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604F60-84B6-D232-8808-737ABA0B639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2F77E9-5F95-5DB8-CDD6-0121E8C1281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F2F153-2C88-219A-D916-D43B0F6BC68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0CC48-05D6-9321-142C-3798BCBFBE9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C49E3-FFE7-039F-8DB5-FBAB56929B0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984CF2-087C-985E-6EB8-C1E774A828C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3F11E1-45C3-C80F-C726-A81333B2034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7EACE4-4FE6-88B5-0568-8DF8CAB6A65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53037-64F6-9B10-B372-1FC1F956FCD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771C2A-ADE4-C55B-AE05-721CAA574C7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5C629A-88FB-D229-87AA-65A301570E7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29837F-E020-FD25-6A0A-E29C5150484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6231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C81E-0F98-9403-8B04-9C574048F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19005E-A0ED-4577-FE2A-28F76911B4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Row 9.</a:t>
            </a:r>
          </a:p>
          <a:p>
            <a:r>
              <a:rPr lang="en-US" dirty="0"/>
              <a:t>Last possible 3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2E13D1-F5EE-CE7D-9C00-CD146D276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2890AF-A4B3-02E8-D052-25DAD55AA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8EBEFC-4480-7061-16CD-2BA83CECE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4B8430-DFAF-367E-7758-ABE74260F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63285F-99D7-BA36-5E19-008C43C9C4F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0C95C1-B9E5-87AE-56CA-9160F186D85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9448BE-C66A-5B83-8615-31CED25AC2F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375384-DBEF-C5A5-D1B6-514A4386708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79FD7D-5C5F-2B0F-181B-287CC6C5F26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E26733-494D-6AAF-0FD8-EBB85717856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F818D4-DF63-5B2A-9E5C-A55CFA6B0C3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63C712-5715-020A-F06F-40097E662A1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42EC14-4762-01E9-6B51-4423632A819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634214-78F8-64EF-D27B-36DBECB3AEE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69C7B8-AA34-5633-83BE-0F1364EF071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CD34B3-54C5-9562-F9E3-92DDCF0836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53B00C-1470-D669-274B-48BE770AEAC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C9C96E-EF0D-7D68-7527-5AC871BF17B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5193AB-3BB1-4AF3-0FA4-95CE48F343D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3D6FD2-817F-B75A-0BAF-4419AD5F3BB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66543D-389E-57A2-AAF9-DF676C40E57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774A56-6B1A-2383-3A94-3F7BFB1489D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A51BC2-64D9-3C41-E450-A8B30020020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9ECC10-A136-F161-A165-7F57129F1E3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E2CD3C-36E4-3C17-966B-720ADAD9DC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F602AA-0BD5-F748-9322-4FD91A50904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50E96B-C01A-F09C-F62B-4BA5BFBF481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2D744C-7BC3-D9C2-298C-49203470CCB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93FF75-3B0D-A379-6D88-7925B904989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49676-8AFC-DBAE-1330-AF3AF09138F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2F39F4-4521-FC73-0D4F-D69CC6F9DE5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E9DDF5-1AE2-E82D-1FF1-DC253E2DB48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5F205C-B5E4-4EC2-3BFA-00701B05E07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91C278-C5AB-D550-1CEB-2246E28474E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BEF314-D1AF-72D1-87A5-95710DA5C67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3606E-F04D-D7C2-14E6-618A0293E6A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5C6CB-AF94-D4C8-7EED-5963B02D0DD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8AEAA7-E87C-56C1-BE5A-59401F516D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013B55-8A5E-148D-A6FE-0822114F11F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D8E511-DEE1-E2BD-E854-1FD3515401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69F456-0A10-BB9C-1A13-2C27889A4E2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5D5328-2F76-1C89-6D0C-A3DC55AC43A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8C338E-F34D-61B7-6B45-0F90BF0C335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962839-496B-6AB8-DD01-73A0BF72215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6D436C-6AD3-3D47-4A2A-22660E253B3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D73FD9-2BE8-BADD-48CC-C474172DB3B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5C752F-CD5D-DD2C-553C-1FC49552EE5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42D9CF-64A4-F356-EE0D-130721758A6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F6B92D-667C-D304-3D6D-742233672A7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7584BD-491C-140F-4057-685FF2B63F9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390B6-64E0-A5AA-4AE2-F5FFF72ECBC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2A2C0-88B1-4B97-0AFD-0CC9BF28E8A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7294AA-BC73-B0F9-9D0A-6E9E7637B1B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34A47C-C2AB-65EF-D191-DE63A88E182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0C531-40A6-B85D-BDCD-8744D643EF3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64A39-9222-DA9F-7981-02B1E2F6D10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43C8C0-43B4-C92D-CCC3-A08E941D878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593D80-92BB-F650-421C-466DCB2791E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C5D39C-1816-87ED-44E7-ED559DE6737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29C04F-2699-328A-4208-3744A48BBBA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CDEDC1-DB5D-30C3-4EAA-F65EE0C7A78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40794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195CB-95FA-57F7-8DD5-B084BC7F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83535F-BEA5-E537-E028-3160302F46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Remaining 26 in Column 1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B39255-76C7-501B-0277-4C0E9B275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EEE81F-14EE-6DD4-729E-A1DDB5E90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A9051B-D881-85E6-171C-7FB865584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D8E81E-1435-81A6-FECE-DC9F09001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2B0F5A-2372-943E-4610-5E132B24F70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C0C5F-7293-FEB0-26A3-B8E79A09B6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D04E17-E4F6-F9C1-A67F-58CECFDB5A5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E01A65-D240-0C73-1D91-23D36E59CE9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F69008-361B-3E45-BF0C-DA0F98CE1A2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8FACA0-DF3C-EC44-3AAC-44B1F0FF262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FC302E-2568-B776-C7D1-EF87627B31D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905706-EBF9-7509-C9D5-7CB5BC210B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9D1927-92F2-FB3C-C4A0-C00665C1D3B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14847C-79AF-8B47-526E-190C72014C2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557A7A-306F-8DF9-FF08-158A8BC7735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4EBCCB-1FB0-AE4D-9816-ED627B9BF1C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008CC6-E229-AB94-EDD9-12AA5986518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A1386B-522E-DE0E-3C08-A1EDF13E900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40584A-3287-985B-0AE3-5519BCBCD89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B78E54-0043-4580-B335-D55979E884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FDB7F9-3FA8-5AF2-071A-9A4323ADCD3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19B9F8-F613-8ED2-7F0D-344A8C94F4B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D442AA-98B0-F34D-9DD5-26556348DFE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616754-8434-3640-A719-E584B1FD77B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D2F814-9595-2E54-2780-F3DF6511E73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B76436-2423-80F5-8849-5B9A5EA5327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B38B83-765C-CCC3-7C1D-F2C819EA856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EBE182-03EC-644C-C76C-FCABF9E43F0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F1C15D-5E58-D69D-580B-49345CDAC27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55B20-01E0-1479-84F7-B99683E2AD6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A0EDE9-CCF3-6ED5-A447-683CA1489F2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2B33C6-08D7-2D6E-7EB2-D933BB42BD7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5AD4E7-F466-30F5-F045-94783EBA040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CD58B8-6C57-D11C-0A03-33C8D4FC6A1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3E0390-5B40-8AE2-0CF6-1BAAA1D262D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93D88-30E2-8147-ECBB-297B78E86CC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B28424-F808-38A1-92C7-0E03148F6CD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52C6B7-B9F1-F352-FCD3-55C94686DE7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64B973-B626-4493-7D0F-EF701961D86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6696D9-1F16-40A7-5CDF-A9DD9554259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712659-55ED-5EEF-DE53-80B4B1EA03D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C0029A-56D5-9D23-3D1F-4E13EAC95F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02648B-B789-CE29-C803-534C1054B94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D5F6E9-FE9A-2E65-1CA9-2B395AB9CE8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5C3A63D-2449-660E-8CFA-79F71EFF538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1634B0-8979-76BF-011E-CADAB97648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A01155-623B-A4CF-2F91-1249C8EA43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338DD7-9BEB-7C56-C396-67B30B12D40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25877B-A986-979B-DBC0-AE937134A82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D420D1-0468-CB2F-FABE-ABCC25C4786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F9BF5-3260-71A5-5949-43BE6BC973D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F13CD-4F99-C88C-0639-7B889D47149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BFA71B-5BF5-92AA-1763-1A45F1121CF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49DB41-6060-D235-C131-7B2916B9459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39AB1-F6E7-685C-C31A-43B9C366AAD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B6EB1-2F09-B965-08A4-C513A6A7066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612E5C-9A04-5892-1C21-9BB044452DF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0E4E1F-1D85-4980-B140-E2934919BB3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6F6EA5-AF48-12AC-BC4F-4562442EC09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95B76A-528E-1FA6-B157-0ED33FD07D3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B342FD-2A81-50C3-A6BF-CEE50BC7A9E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5E6A73-6841-1983-347C-E5035350811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ECA740-86C4-6BE9-4272-9D2088A2DA8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48154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976E-0BFA-C459-B894-641E5BA3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A52627-53A3-6D84-EC14-660492BFB0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Remaining 48 in Column 7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2128D2-033A-54E9-19E5-B8DC67781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D72678-A417-8C06-7F06-5545E3981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66B182-3898-38C7-4B9B-D98A96B38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7480C6-4680-3C16-649E-4DFE35427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6C6EC2-3EBF-7247-26AE-F23BA5C2431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26E8F6-60C0-574B-D4F2-A2D5EBCCBA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9CE774-F0D3-12B0-DDF4-D51EC7B437B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7B4AB7-8468-2BCE-B499-F498E8FA3D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81C169-1775-416B-5EBE-80C3C3835BE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A974D6-D749-0206-8476-F119C3287D8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5A17FA-2792-DACC-1F49-D7DDD80AF99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30DAE0-F493-FE51-D958-76CCB092739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DF015E-D1EA-4444-3DA3-63C466DA2F5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B23ED-652C-E7F3-63AF-C99BC6E122D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D26931-8099-F872-B280-C67CCE054E2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74405D-231D-DE77-0EE9-9ACFFC39F94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55A09F-E0E6-2BEA-A75E-C9F7D62EBCE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9A5735-C510-AFA9-6A3B-F0E82EDF83F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79C354-7030-3F78-C2B5-FBFC6F879E7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945B4C-C43C-1B2D-1F02-9FB278057A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89E2EE-C374-11C9-8D11-BAFA8F7555F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6E086E-1FF3-C876-3B23-AECED234B9D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4CF58B-399F-4977-7DB0-A0E1453EAB7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722D1A-B23E-BD23-8569-BF35E725F30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F7EA0-34AE-AA8C-ED4C-49476F523EB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29FC1A-B123-00E6-7612-0B3515AE1CA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6B5133-91E3-8DF7-5B2D-D434885BE77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02772A-689F-750E-7B5E-D7C8396DEDF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602584-C222-AE3F-4EDF-B19D66C1907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46FFB4-9FCE-BB60-4830-BE85CDD8CB4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E5EA7C-3D36-8911-C651-40CC3BBD030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2CCC25-6B17-044D-1F63-BD2F72E14D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3C9BC2-200A-5E26-3182-4E043B5E07B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40801D-E6AA-CA9A-1E26-B6F39A1F747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196402-73B6-C98A-9D0B-298125F81FE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D21F5D-C5AD-D4A7-630E-B035292326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AB1D8-146C-CF83-E990-91F8E87C7C4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EAD2AA-6C1D-A2BC-0CA8-9C0B91FB0AB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F34955-DA17-C45B-3988-9F850AF600B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846660-9CF4-87A3-AA34-9376A074B4C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DC03F5-E1E9-1A55-AAF2-4C8F7B454D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938FBD-1F0D-84A8-47EE-774A70888DD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0285CC-C6A2-0A4C-5A53-37E8DB8ADEB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85C807-024A-B34E-206F-26BE58048FA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171D95-2C05-A069-2187-BB57861663F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92581F-DA9E-AB00-6648-50A84DFEB82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43A469-E668-F795-5242-BD334175F98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05C1A9-D5E2-F460-BF3F-E22C9721132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8F9105-A779-3D5C-F07E-1CFD5E230B0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ED31C0-DDC4-C565-378F-C0FE1209622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9B46A-AAB2-6F82-9124-B246792EBDF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EC7F3-BF9E-6459-F74B-BC1CC8898E3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8798D6-60F9-FFAD-784C-5E78E663C22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6C67C8-4F20-F333-BA05-EB43E502582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501BF-6529-8F85-7482-6D426D1EE9E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268C5F-6C96-0661-4697-4D22673AB7A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5717AC-FE8C-B4C7-A07D-A4458B3A39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2EB1C4-1D14-9AF5-6C35-7BAADD2F410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1440AA-A955-8171-0A67-61315C24D7C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D93809-9FF7-DF3D-D34B-3B6CB68DEF9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E66462-C1D8-5F72-8201-206FCD39CA2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3E2371-12AD-F2ED-EB72-D7F5B8F4796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8AF44F-DAD5-2AEE-EA45-1C0B30F092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3A119B-93C5-D34F-27B2-0DC6518A79C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4E1A5A-4041-0943-E2B0-4BCE060FB24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2110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6767-B473-CB2A-5D58-A760DFBE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0B95BE-A4D6-E7E3-B8CE-BAA44F9D5A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5 must be in [15 in 3]. Therefore, 8 must also be in [15 in 3]. 58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DC04CA-62D2-3B4D-57BB-CDDBB671F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C47FA2-E7A2-125D-0D12-FA1FC19CB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C7C5E1-3478-C9C0-13B2-A07E08893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F7F2B45-9BB6-AEDC-C87F-7D371B679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2B83DA-FC8F-20FE-11C4-B448D6E32B9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4DA48-78A1-6AA3-9A97-014384775B1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494341-120C-2A95-DD7E-F0A7FF168D5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7CFD9A-5DAD-7295-2A9F-4ECF596C815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15322E-BC16-6180-B217-B38C8888D22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D24948-5535-1BC4-03D0-29602EF92BF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B32611-3D21-EED8-6B66-5DBDA792145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D0F5F8-094C-2F63-E633-3E003906D1E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D48374-8778-2377-5E69-15E1DBC667F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53B964-DBD5-69F6-5F3D-1876C9648CC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EEB012-4685-F63B-BBF9-4DFD28333C3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FA3E65-B29B-840B-6A19-9754105EF56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F73E61-77CD-564F-E4EF-210537F601E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E1F4FC-C587-D064-49D1-E584BD6A167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5692A7-33DB-01E0-7266-20717F45146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DF1377-A316-149A-3F59-0F753D2F304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374323-04D7-F593-251A-7287D6045E2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973C92-6DE3-F6F0-9F49-A725A0A6365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5F80EF-9620-4747-460C-26010E23E09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B2209-07DD-F355-2838-4B46E2601F2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E1303C-BA1B-FD16-1F96-D5BB5542120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58FB9-BE8B-372C-1D19-ED6E2825D6F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38150-B20C-834B-530C-32EA9A03B40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682921-5E40-62BC-5F69-30B6994D8AA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EECB65-2B88-13A7-A3BF-EE33B6EE650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3BE803-B319-E407-25F1-749E7D5B239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072C37-939A-6757-CC3E-FC835203514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617B51-68D5-2C80-87C8-FB8A7C3E67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92A2B9-4013-C22A-EF73-010851A9B97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52462D-599C-7553-9C47-D38D453797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4446B1-0722-32F9-E8B7-6558CAC557E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987D09-74E8-B5C1-C0A3-001086DE537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5FA615-74BF-79FA-1D5B-E1F7A2776BF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7D3AAD-0E7A-7528-C01B-023E1C24202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FC12D2-877A-D5E3-9A57-3E62AD38BBC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678E15-0538-6569-8121-FFDA5EE7A65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BF748F-1461-4E78-F1EB-99754C95119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8330E3-4E5C-E109-65C1-A4D320832A9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594751-1572-58C9-D167-4A3D0D21C69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02C1CC-C8DC-64D1-126D-BDA7D7C08D0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A89929-F102-C692-13D8-1ADFC766DAC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CF1415-57BC-1566-E2FA-83F545B8F2A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4ECF5D-59A5-3A99-CD97-4AFBB38BD07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40FA8A-933C-8ED8-9A3E-A9925F424A7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A407B6-73C4-4DB6-DB1E-45EA3147665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284A74-A8A5-527B-0A76-84D0DD9FD8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B16AF-4D69-3955-3C5F-AE7D7C31CBF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D776F-FF98-C23C-0288-125FF158459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C91A48-2F7B-4DAC-D37C-4B3F88696AC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3DA756-0C43-D521-6800-EA27EE72687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EBFFA3-A7F6-8305-433C-0BDB48A7E8F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74707-D812-F58B-8782-A8E369D0614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9F3B56-6E24-F061-15C1-BCFF612C167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43F8D8-67FF-3969-EAC1-4EFA1475B14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379C32-4B43-4C02-6BAA-FDAA0133DDF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C30A3D-7185-2C58-59CA-A70976BB298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02F9B6-3C4B-891B-8CA8-DF53AFCFEB9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BF241E-2A8E-8DE0-B411-ECD48A91FAB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9B2F51-3D93-5E4A-E0CE-683204E2DE2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63C39B-1C01-3461-7F6D-F8387A56CD6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4FE4A2-E28B-171E-04EF-91A27507C29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DCDBD1-FB2F-F28F-F84E-FB6DF219AF5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5108E8-1948-290C-6691-FE9EEE8E03E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811724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E107-3C5E-7A3E-D224-A76EC283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1E487C-9E9C-0B98-8340-D84A6EC162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A33018-71B6-5A47-55FD-7F8A4A979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84DFF3-82F2-5190-A1DD-A58093395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9093D3-F7C5-B460-9F5C-791E757E6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5C3389-653B-1F0C-20BB-9EBB09D65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28BA457-44A6-8418-4CE6-18DDE138E1C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FB1189-4FC4-0D4B-5FFA-5025028C194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63408-ED6B-A49F-785B-445531841DC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0AB7BC-59C8-B486-7475-E642F7EC3C6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790260-BB44-C4BC-7BD6-ADACD943AA5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ABDB64-CAB9-EEA5-B064-4593171AFCF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1E2F6C-2ED8-86B6-FF42-8FF428B105F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B7CE7F-64AD-AE3C-3850-EBE4533D6FC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302C7-4BB9-3DB2-F019-4E3C536A7C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1B133A-8FD7-F055-87C0-6798AA80BBB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3C9FEF-35CB-2121-43FE-53D1408CA17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8A09CD-6497-AEBA-C83A-232FE0ECA4E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1C60F9-29BC-1056-52CC-FBA00781F2B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6721D5-011B-FF84-EA3E-7841BF556F2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6BAB3E-6FB2-9213-0AC4-EA993231DCD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B58E04-5CFE-E1B3-5276-456ED0FB1F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43EA0E-93FC-10A9-2F00-EC6B2D87B0B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5CC291-5C3D-1BBA-49B7-F03BA9408F0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286E70-BC1F-D104-9A8C-11440F6E7F6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02725D-D30C-9B3A-17A7-7BC7D1F1276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A4C3E1-292D-BE23-A050-72BC9C935FD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AC3BD6-B520-D4B2-CA69-A70F90C3B3C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651CF2-FDCA-0E4F-F009-0B9EA9425EA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AAFF5-468E-9A2C-DC58-3F2F9545FCC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B5766D-DF7A-2223-3ECF-B37ED5F5FFF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B894E3-F119-F3EF-63B4-20DD7405C7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E4FC7B-D653-C4B8-6036-D97B946143B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901F46-4504-ED79-09C7-73D42CD71B3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098CD6-40EA-7EBC-FBB8-34A3EA0203D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EE1210-6D27-7F48-EC86-6C64507A1C5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77626-0916-D4C7-2771-1AB09B56138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0BD105-C026-2EE9-D6AF-E1A98FE858D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A81B7-5BD6-EF39-1CAA-EA64211D68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FD8DD9-DE8D-A0FA-28A4-03FA9C679E7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F7BFCB-15E2-8FB7-16D7-F4CDC980AA6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C05962-31BE-F6CF-1CD0-FCE05194251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CBF146-DC13-384F-10E7-1A0274B95F6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D2AF84-9A2D-A1A3-EABB-BD89721C4C9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BC7006-F996-F843-8545-8BBA5E84304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1AAD0-DD91-8EBB-6D37-25588C64921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865D99-A8E8-2F59-5A9A-CFE4DD36847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E09A19-29AE-D423-910A-FB984803931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889DB4-87F4-DD0C-385D-E86604CF324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E20A33-57A8-2C4A-91F2-BBA51FA0D82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D919D-6F48-1798-0C73-A4355B3EA79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28B30-52FC-8956-FD7D-16BA7E3542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707CDA-B401-32FB-1A5F-E3DE4E430C6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45A0E3-37CE-D748-2DAF-0E6B452BD73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674AC-405C-8AF1-1657-6687DD97063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872A9E-0271-396C-BCB0-A5F8B2A0E9A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F89D58-8D49-EBCB-4902-1C6A7F8ABCD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BB239F-2F83-C388-A8AA-1D5380BFDB5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0BD44A-D361-5792-D338-9C676272135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D9F78C-3ABE-7B5E-1C57-DC6D2C160EC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AE21DB-B46A-7491-A15C-1DDF28E8D4E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BBD1B7-3E34-8783-C92D-73D6CCB8188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6E748A-B649-52C5-9E81-96B4A868FC0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01E9B8-8C70-40F3-BFBB-ACD1E0FF0D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C81902-FAC8-E149-CA4A-4A677D58874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1A353D-3DC4-5A6D-B535-46518C0BE0D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96D7B9-D0EA-5675-77D7-B5D124B26C1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069D2B-E29E-2729-8B85-8E7FFFBC9A7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384CAA-9755-CCB6-11A9-A58A602712F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611359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CE2EE-4808-A161-2417-383F5AEC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E75BED-4193-271B-6577-1E09A25FBC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672025-F533-8EB2-09FE-9E88E83E7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924C5DF-4AE1-7D13-7189-E761EF7F3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4B886B-F3FB-587E-5CA7-7C21B701C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1F795C-F991-6CEB-4E91-0C1B0CB27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2D44FA7-A499-FF31-444B-308B4AA26DF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B96FDA-514C-2F32-F2EF-D6964DD585E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10B948-A2F7-C022-B86F-85D040A7D92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8B601B-17ED-263F-E592-4BFF84798C9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6A857D-3EFB-0A1E-9210-64BBDE1F6E7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27191F-5A83-DA4D-71A4-06CD9F3B64B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692237-6E78-CC6C-298C-0611CB623EB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1CC346-3848-60CD-96CF-0B0E4495D11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4174A4-87EA-621A-DD37-2D69F7A9209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F42113-085F-3B28-206F-B3B85AC8B2C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9D17C-3543-046A-76D3-3CD7627354D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95D1DA-1247-B192-F665-217A8B11962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5B55DA-3DAD-FBA4-DA88-3C51AACE8EA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6E5F60-8EC7-16DC-9647-4AB91DA876C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896330-D825-DC3F-BA21-A06FE3B570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051233-BF87-AED6-19CE-FD3797FA59A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62850F-1C78-F164-5444-3B528D82F3C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C83CB6-3353-3229-364C-A94D58F2958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89ECF3-34C4-D486-44E6-5159969D86A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5AB0FF-11BB-F34D-C69E-C9708181DC6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CFF8AC-4746-3794-C80D-9C8A3E98991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1BF288-7382-EF04-97E1-CCB626F905C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41537-B304-2007-A192-E84AC0BCB23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3BAAF-EE2A-36C4-25F5-FFFC65DC245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6BB6AD-EFD5-606E-197F-38C2FE72E42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9DC4A1-85D8-1161-49AD-D5DB7E7C68F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BF555B-F92F-B547-21C5-0E138A95FB5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E75238-412D-C57A-FCAE-C1A7AFF7A71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ED11EA-B585-A255-6FF8-861B2A46C5F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8A8FC7-8A3D-145F-A6FB-AE3B64A886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5183F-08E9-51B7-3B10-C35F88E14DA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247590-8767-C969-2738-4BD532B77C5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64E618-A7DB-481E-E59E-95FD4D5A94A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ECE4E5-D83C-8640-BCBA-5BFB2B804BE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D46F7C-83A2-C87A-7A17-0A142059D37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771CED-F1F7-0B20-D715-40F4989281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9E3E182-3632-6562-9A0E-4979DBD042B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714E74-2227-BA34-6C2B-255ED85C72C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CB0B23-1CC8-9FF2-B522-2752AD71D70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73A7A1-399E-5E56-0B62-7262571F8C8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ECD9DF-9765-5AA3-201B-EE19830552C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BC64E2-A85D-3BE8-D802-474A1B057E1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6051B0-4DD9-673D-1BFD-635A91E78DE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C233AC-9C9D-B62C-AA0A-7D7170BABCA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62C54-D887-68EE-37B7-32F50D7096D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68BB8-FE40-446E-742C-FF358D594CB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79F958-E003-C9C1-A22A-96B67592DBB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90C541-717B-64DA-E19B-6E82F138B92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3069DC-B101-122D-D330-A74B10F1A54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C7C18-EF93-A3E4-8751-A0FA9579EAA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3E3D35-A552-E3E9-A9BC-6B218D2AE02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98ECA3-4986-628B-1872-082435E56E8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405FD5-ADC1-2A5D-0B81-024CDF45C7B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76F86E-2140-B480-9D06-F93DE97BE7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B1187A-5D7A-F729-EDD8-B81DC9B69B3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7FB0BD-20C8-B692-34C5-77234BC494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3BFE26-883E-517F-D375-81DDA66E31D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603458-1F94-C5CE-F767-7CBF4017BEC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27DEF7-688D-E4FE-D7AD-B8DC6F07FE2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F31874-7E64-5086-36F3-DC785BF6D38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6EA581-6F43-50AD-CB5F-E2038DB387D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947560-32D8-E890-30E8-4C3C27E2AA4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F49225-C739-CF9E-3AC9-0FB745E7C2A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D62A4-4110-CF73-DCC9-82344EA516D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57770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6F71-9602-828F-065F-5A286C4F0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B084CA-A458-50D3-680E-D76B8C806F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upper right block, remaining 67 fits in only one way.</a:t>
            </a:r>
          </a:p>
          <a:p>
            <a:r>
              <a:rPr lang="en-US" dirty="0"/>
              <a:t>In bottom right block, remaining 24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A7853F2-90DB-5A41-08B4-243CA117D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51AF8F-B4C6-A76F-1697-9845C1623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E2386C-CDAC-EB2D-F0CA-013ADA4B8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3D8BA5-CF93-C2B9-ED2D-3CF589A11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448D767-1A12-C8AF-9D53-CB6D8191C27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64AB93-E476-90F8-906C-49FA6AFD659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8C26B2-5A53-A41A-4F22-A6554BEE75E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3076EB-6781-689D-E7AB-1B288786DB1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A48E6B-1BD5-C081-C6A8-0D7D5643F67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25D149-F853-01D1-73BA-4400F2E815D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7E5CF-0AD7-7FBE-2531-400836BA4BF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B41D1C-24B8-FFDC-2780-8CB36F74DAA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7681C1-C74D-C0E7-4663-D69FC67FEC9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C87578-53A5-AA38-C365-529D08A5803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A9B19D-BAFB-B41B-1A32-4E9C58BE7B4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4391F3-3709-4866-02D1-8B2CCB696DA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09FCE4-07EE-237B-EA61-C04AA72613D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440A84-2A54-8835-9663-2496AF7ECD5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719F1A-5277-B58F-FBBB-48B6D151578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881539-48C8-8314-3E45-AF9CC23937F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71C8E3-C4DF-1C83-BEF6-4E29A002074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E05257-0325-D1A7-3A6A-AA57D4A490C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849ED9-64E8-51BA-0C20-35A53A9A4B9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90A41A-BDEC-9697-953A-EA92F8D554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AFF51D-AE4B-95CC-F7C3-3B94E15AD7D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0F87C-DA65-39EC-4DC4-C8E55DA296B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B9C823-0935-0276-950F-14E3E831AFD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010CAB-3657-7DFD-0786-3AF998B8CF9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50E2E-A15A-4F0F-6604-FFBCCBAEE10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84C681-A276-0A03-9D21-0AE3FCC7F3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C9E7BF-53D1-2BE2-7C83-533C8D5D22B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C7996A-E95F-83D9-0F74-7F89266464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92AE39-2949-7801-59CC-BDF6336BE97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4D21F7-5EC5-01D3-6807-ABA54085F7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68C197-1005-3303-9407-1A1E2F58CA5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50BA5-645D-91E9-334E-37DFC687F63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0F2D53-A8AF-BE46-BE3A-35D72BBAB6D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053584-6B75-7CDA-636F-FE2355C138F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1FB1E4-AC4F-F5FB-63B8-927A9B3F278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0304FB-F9BA-CCD4-D830-C8775BE2E93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5CDAB6-C15A-4FEF-A244-F53A9877886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302E1D-34F3-182D-60B5-0F72E568D27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2FAEB8-4DE7-7488-13A8-B3212AD7783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C45670-EFEB-EE33-FA69-0DE3A11D22C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749870-C7CA-91A3-F74D-9989CAB8A87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171058-E3C4-88D7-5F35-58A69E46D71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9DE1FE-7875-E4A1-5F9F-AC15688DFB7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5DEB26-4522-BD92-2488-7351A798E21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52378-FAB4-F089-AEAD-9A21CB2BDEC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C7A380-378E-8647-B6D5-81209B1D899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F7C3F5-75A1-F26A-D122-3CED31BFD94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93A3AE-31EF-C9B2-87F8-179A98A73CB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2DA49-BA56-0166-7C37-A257462A50F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41CA5-33E9-1EE1-77F8-285C7BE0239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62A81E-19DC-061C-7FA9-448C2CC8B78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AF6AD1-EE4C-F8CE-774A-0D9C09E893A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0845AD-F29C-D1A2-DE19-A6CE76D125E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B70BC2-B4F9-DA91-D147-C6EB50E6901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B1E890-78BF-1D37-EB52-E0EE4218FB2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9E6E74-5533-FA5C-3A5F-EDDEB21E0E3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64AD0C-D5B8-6607-EAF6-5D5A29934A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32C039-5090-16D9-C21E-9B14817D15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588316-F18F-7116-7048-E895766D04B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286BF1-601A-49A2-28C6-85C9FB2C278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1B7E89-5C87-C20F-B1AD-F10A97FF8EF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36FA59-1E3F-F541-00DD-D0CA0BD7E80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E20094-E821-A765-A1F5-44BCEBE1049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30B09A-8A17-CD9B-893D-CB1B0BECDB1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874609-0A3D-9E2E-CBF8-527107F1C43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0C2C3A-8306-F332-01D4-4E6073F7958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9799DD-E47F-21E6-CEA8-FBDF5F9343E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0F46F5-D3D3-D28E-063F-121DCA3DA59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498547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530F-4C5D-BBDE-60A0-D43C8E1C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634654-9C1E-BBF6-5CEF-432E9E12C6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1, remaining 15 fits in only one way.</a:t>
            </a:r>
          </a:p>
          <a:p>
            <a:r>
              <a:rPr lang="en-US" dirty="0"/>
              <a:t>In Row 3, remaining 37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305FB6-19D1-B8CD-C4EE-0AF85B850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DA60CF-33CF-34F1-8477-6E4A7BA64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6D9B56-7BA3-EE26-A478-E843E302D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F53900-F31B-C711-18DA-88896898F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7E450D0-FE23-28B8-A62E-2B9864652C3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A5B84C-BAA7-611B-92C0-7D9C99FCBDA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7D384A-7B23-34C2-15DE-C9362FFB355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13B1BB-3C84-CA6E-A02B-A3AAA30700D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AC04AA-FA5D-14CD-56AB-2F05EBDDF3F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85DBE-01B0-FB20-488D-63E20026F03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FA1DF8-7FF0-8DFA-6183-59E5CF22916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D0288-39CC-B43C-699D-7AB9CD1B19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F30FBF-9050-80FC-056D-E8A4B71A546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389A35-4725-4DA3-8EEC-D7F46B0666B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15F4FE-B4CF-6901-2E8F-C5BE1D60D8E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63443B-ED07-EB7C-C30B-173C4F995EB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6EA3C1-B711-16C4-2242-C29046F47D6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3D3CA6-5A05-9D1B-9749-C560DA87D3B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5F22C6-EC8A-F43A-4024-57E56D8753A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9C4036-A31B-A4BE-B5E1-164185C32A7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EA2BBC-5C7B-7F3E-4E80-78D88F4B617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4537A0-2AE3-978D-9D1D-C1FB530DD0E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958739-0D10-5189-E864-CFDCC2316B4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12ECAC-FC75-5EB3-525B-B31A13B5A7D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B67D2-E73F-2F40-3256-F13F27E8417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8C30E6-E433-8525-194E-F7F325BFD84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8775CB-FFEE-256A-C287-5D5248564B1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1CA9CB-BED0-B6F3-0587-904936C3DEE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5B718D-1766-F9EB-6B6A-45B708E7A9A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9B82DF-6369-1877-D669-33267E2A569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9361C2-38D8-661D-7A6C-3BE0B6D8F35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697C9D-BE67-FC5C-C9DC-A0F8C44EB43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EA83E7-124B-9EA7-5579-9700DD6285E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C5FEE6-236A-4FCF-2CA3-A18D6FA5005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2052B-734E-E620-D154-4607B77E7D5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9ACF58-59C8-9FF6-995E-AEC409D0678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50F99A-66B1-EE3B-0866-8946C4BCCD3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0B576E-1658-015B-B2F0-E9F986C79E5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73BF25-DC49-DFEB-6BDD-C0F11A8F5B0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278F5B-984A-F566-9E8D-FCDFB56F910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48C625-7C52-34F6-916B-C5994394358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960BC3-7843-E97E-B276-3E7833E5A9E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C1BFE2-45AA-6F83-C5E0-34D1F6A480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5F9959-F09C-A38B-68CD-842E309345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AF246E-A04E-8757-75DA-DD62558FD7E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131402-87A6-2A46-C8C4-5FB59DCABE6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05DBD3-A537-F235-0229-E6B5AEC640B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FCDC05-1086-4261-0406-2BEEFF40FE0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3A34D-2D97-CC38-A2DC-FBE6D962C40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165BD-B2BF-EAD2-3818-42CE6B639B7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02E7D0-F440-51C4-82E2-13AC7996A0C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5CC553-AAA9-07F8-47C9-7AC975433B0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023574-D55E-B2AE-F476-C0BC1396438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8977C-1854-7023-82A9-BC5BF010F3E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FD7280-0399-C3FC-DD26-80BDDC73ED2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E5336D-DFFB-BF69-52BD-53A22F71695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3FB06D-A3E3-931C-057D-73DDFA2540B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805018-E2C3-2743-71CE-4A189BDD8B5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47A54B-F7BB-1807-026C-17B13E8B7CA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FF3D5D-5530-E4D7-CF87-CA190F0F3E8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7D1624-714A-6A12-6C0B-9C1720F6B82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53C2B7-A7A2-E781-A355-F383C4AE310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329D5C-2B37-36E2-5435-1C1314397E2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04D02B-B396-982D-F318-6679A0C6591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FD1458-045F-6FC6-CBA9-B59DC749FD2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DEF011-293D-B4FF-9613-93B5221CF9A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690BB6-D923-8D55-F9B3-86FB80ED05E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CC1808-4370-C0AA-F184-BD1B724E714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E96E4-11CB-3AF4-7A7F-6893CE373C2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E03D73-9D0F-C583-A75D-B9D55F290DB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23F361-3AB1-3657-8D0D-4E18B7817F6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89EEF6-8B80-59DD-8DDE-87C261BE2A0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EDFA28B-A132-F3ED-6ED0-60218A7FC19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5434FE-2033-B8CC-26D6-22AB6879924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FE56625-73F8-F0EF-0CC6-1C77D140E9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0F4ACB-7CBF-3D67-D897-FB8A0BAD461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867415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B185-3585-0B01-02CD-529B373C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271ED4-A5EE-8B70-32BF-9FE30C0196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B79BCF-64FE-1847-3075-376F750E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194090-D0CF-8191-BC22-62BCCC661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B32221-13CB-9D8F-E99E-53D6435A2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923B65-A38D-4D0D-DE21-CC688E10B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3226AD3-851F-775F-8D01-B4F3F0A3AEA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F50C0-5EF2-200B-4716-FF88F651BFD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7DBB26-52F5-CBD7-678C-4B1F4D3D856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1352A0-9FAE-7EAB-94E0-05F2F025847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529187-5C3D-CCBD-AB83-39E633061EF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E1B8A4-3A35-567D-F9F5-870A8F8FC0B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D82A63-3A43-D866-CA99-F0EC001DC2D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FD5D1B-FDC5-7A51-0C04-6E663EFBEC8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3AAA42-4BA4-D73E-0D9F-132B0C370DE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665610-3346-74FF-BB64-9B3FBCF3195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8CCE3D-F59A-FF1A-CE88-B9483C00932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5E28F7-BB9C-75F0-AC2D-BFE60200D26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6BFF0E-0F53-3A65-BFB0-9679FC94441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101DF3-24CC-EA07-C3DD-C459F42DA7F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492081-9BBC-CDB8-504C-C4B8CC7610D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0145F3-6A32-6811-4B15-A1AD8922E23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2608D4-A131-C658-1300-1ABBB6B5B77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2ABD42-52AD-7A72-ED39-53998E76DE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E095E5-6352-1D5E-960F-D95C33B4D06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424080-CF9F-A627-C8B1-2C6698C8349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8ACD57-0A3A-A63D-4DD7-1083E3B9993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7D1673-B500-216B-7D22-A96DC6457B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74C6FE-4947-ED81-9B3D-78A2BE94C90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563B60-8AF1-C99B-24A7-37D681B1ECD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8D98E5-3E60-368E-654C-C45D41D7310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B2964B-8FEC-2993-DA56-FCFE2EC24D8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6433E8-336A-A60B-C724-25D652DEB06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7D759-8C7B-E349-3E04-D0D0FAADD76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44CD-6DB3-9A4A-B32B-D5BB4091CBF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7E8DBA-EB07-32D3-10AD-1C37842CAE4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5279AD-15B9-DD43-9881-CF499F265C0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3F234A-2648-42ED-F2DB-5908E68967A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886614-FA64-F835-B368-62093E8EA9B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05579D-AE8B-A8E5-A95F-79239E6C5A2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125E47-5A9E-3D94-2097-7DCE0AA57A8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D2D5CC-CC19-7566-8C0B-B8573DFC71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0E9886-D745-BD5D-5AAB-D052C0877FA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C57AA8-919E-F48A-DF8A-3641CD3BAD7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55676C-2368-C1C7-35FD-82D956D57FA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455F34-2067-2E58-BFE2-440DE39DE90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497476-CBA2-316A-F22C-FCC0B848947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B77B10-ABC2-F8AB-A1D5-FB791989ACA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420678-4438-2BE1-DD13-8FD32A1188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7F8D5-30A5-7C19-A5FA-2AE318B4A8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6FF28C-4B38-A137-5DC4-841081999EF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C0E169-EAFF-8119-BD9A-9F7A97F922F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D1C471-BE06-3903-D296-204E652592F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38089-B82F-55BD-DB6B-D6699A14465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7FC133-A4BA-6469-39CD-F53B827DBEB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EB1662-8EE6-362E-C6D6-17F582623CD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F75892-B6F0-B3C3-228E-F41F6070218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918A57-9A18-949B-917D-ED3C72C33F0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467D1-AB2B-D020-717B-58B399BFFD0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521DF13-891A-2BC8-1816-957E4846232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07892C-FA02-4FE7-B44C-2934CC44FD5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734E78-337D-BCC6-8B44-48112CCC5AD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D41AD2-4ADB-504C-BF76-6825615CA66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57EC9E-B243-F1EC-3854-5D3BA221F24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0B16CF-A034-7D50-8181-2220F4C6E70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60CA80-6253-C596-2F92-6128D98C1EE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818EFA-7486-D1CB-4DEF-3E3CC3397B2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07437F-A2B6-9C70-FC71-A2B67499054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F12CF-2737-CA51-6496-8207486D0B7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19A141-8B18-FEAA-5D77-A7931968BFC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C073893-5F8D-CDCA-F9B5-08C9D7B8B26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9AD758-5ABD-3E81-326C-167E26B16EC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E2516B-4B4D-5B41-0218-C8FCF3411BD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72A7F6-767A-EBBE-4E50-B8ECE4C9EE3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10C709-3ED5-818E-0D6F-20A28104DE6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2FDC2C2-BD33-AADA-1097-464FF0A28D8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44AB99-A1BB-CD0F-56A3-02CC546B1BC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33B93B1-3CD7-F1E2-1CA5-CE050631C3F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622095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7B08-2528-C46C-C6EE-960F42B2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66A1AB-6828-FE6A-65BF-E0C37A9B46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7, remaining 29 fits in only one way.</a:t>
            </a:r>
          </a:p>
          <a:p>
            <a:r>
              <a:rPr lang="en-US" dirty="0"/>
              <a:t>In Row 9, remaining 67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88E191-44FD-B54B-A027-8161EDD7D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8552C4-81CB-8630-31FA-CE2617A11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10E0EA8-48BD-6414-D2DA-FC8A0AE772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995E61-69D3-E95B-A301-E16A15D7F2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3946B92-950F-BB1B-5BA8-4050CF19829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806816-B822-F99D-5464-AE1D7D5B891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1C779C-032F-946B-33D5-D7C15DD9A3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F10C69-ACA5-EA1D-66BB-5EADC948EF1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963FD2-3015-97BC-2703-E50BE030AEB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9B80DB-044B-EF95-5740-FA0DA20F0B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9F9297-FA91-6C64-64A7-5508F0D12AF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1A00F6-591D-2909-5DD2-06DC712C572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B066E8-59CB-AFB1-A42B-7021DC566A7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FB5F3E-1BE0-B89F-4C38-CF656CBCC34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06D5A8-D969-B907-7953-29B8D80511D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9E0503-A38A-5ED6-DDA8-B79D86FBA50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839127-1572-113B-BEFB-B365FADF56F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68A6BD-FD2E-F15A-5919-4A59CE9FB8B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C404FD-0B69-D0A7-ECD7-0CA0566C65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A07EDE-E011-E435-6661-34A2791A503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2CCC0F-D436-EEBF-1F8C-F0860485FFB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A63256-3410-3A95-E458-795307D8A02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652BE9-0B88-595E-46B7-4AA72212639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62D972-0CB4-3616-58DB-944E39C799E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A0965-1882-8DFB-2727-81362DF5DF7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AA5C4F-9228-CAE2-E2F0-5A5708A8A69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D1FE4B-7122-FA9C-07C7-1FF6E4E1EF1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AE6DE5-D3FF-4A91-9188-7235C0FDA9C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634409-5D72-588D-1BF7-3DB4E982A44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A8444C-D5C3-2D6B-ED7B-7CF3C0A32F4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61B31D-4D25-5F08-1065-E236A07ABFE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CECC63-1F6B-5700-6698-6792AAE76DF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5AE75A-BEC2-8AF0-7652-4F8B1C3C6EB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A9C7CD-B5E1-F947-6EDF-FB88B5B708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FC3275-49F3-8273-4ACE-1D728A1508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059-7980-4889-9D99-015792AF33D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B0084A-5ECF-A1B4-D014-6413AEB444F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E4E7E5-AE45-7550-BC9A-7BD8D166EA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5D71AD-06ED-6117-C25C-FDE3FF888B9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EA88AF-EE06-672A-DA44-BCA81A0EA73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81D628-8000-5414-FCFC-BA6807CB1AE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96AE16-668A-3446-16C3-2F4999E5A6C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8A59B5-5660-2CF4-F1F9-3FB120CEF11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AD95DA-F327-12F1-CD9B-EFCBA7435FB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5BC763-032D-8491-5ACC-E5D74E112AC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CCFDB5-DD1B-E297-C654-8064AA41637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94F43-8D47-3AEA-6AB7-13827EF31BF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99F7C-37EC-154E-0BDC-04ED7089387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5CC08C-2C21-F24C-33FC-18A276F218E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200B37-AF34-2C39-3330-71CC122AA08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7CD56-A331-5698-4B1F-8742766BDD4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29465-0C4A-BCD0-879A-75FBA6987F5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629923-CFB3-4E39-9084-4E41760B90F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897418-BCFD-4307-37C0-618744F675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32A388-7685-F914-F368-85CEB38137E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1740B-6B08-27FC-CFA2-145BBD699F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B7D18C-F70D-6BD3-1B2C-4B06B4F7812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E1807A-4921-0523-BD31-BAA89F3CF48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C862C2-6862-5365-90CD-FCCE3A6EAD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27EDF8-E9AA-A44E-7730-CA435E824E9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E5375D-0E3C-49C2-94F2-EEFE43EAFFF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180946-86DE-1C37-EB43-2B700FA18AD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8383FD-8A5F-90E5-880A-99C61A74FE6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245E97-E222-16FB-4FEE-5AA55F02F06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136A97-7C89-217E-BBED-BB19D3B07DC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AE2DF-F96A-069A-0E38-34F11721A85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5F19F-BDD3-1689-91FA-17908C37B60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98654F-0537-D2E0-2BC7-E59F00DEB32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D750086-A961-CABF-5566-381A7233FA8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AFE020-615A-4D7F-7B36-17F77C4F3B1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DCA007-29A5-E9DB-D8A6-EB1EE9532D7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DCBB4-1856-656D-E470-5D10405EEC3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846409-322B-AB3B-EAC2-57F47E2BA57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071251C-50E1-A1C5-F92A-3138F7CEF67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266A6C-1B2F-4504-A73C-0A35C2A9787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E9A7A8-706E-6722-3322-03D3C93DC96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BA80E2-E6FA-43BF-D676-819380B3904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0AB23B-2E49-4C88-059A-93230263641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6F1E04-1912-5E27-1D55-5978EBB2B19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C3A51CB-06F0-9B26-6F76-8B9D43D73D9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99786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10300</TotalTime>
  <Words>2782</Words>
  <Application>Microsoft Macintosh PowerPoint</Application>
  <PresentationFormat>Widescreen</PresentationFormat>
  <Paragraphs>2167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387</cp:revision>
  <cp:lastPrinted>2026-08-12T03:46:05Z</cp:lastPrinted>
  <dcterms:created xsi:type="dcterms:W3CDTF">2024-03-19T02:13:08Z</dcterms:created>
  <dcterms:modified xsi:type="dcterms:W3CDTF">2026-08-12T12:58:06Z</dcterms:modified>
</cp:coreProperties>
</file>