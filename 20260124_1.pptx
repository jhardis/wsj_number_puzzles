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2"/>
  </p:notesMasterIdLst>
  <p:sldIdLst>
    <p:sldId id="457" r:id="rId2"/>
    <p:sldId id="531" r:id="rId3"/>
    <p:sldId id="532" r:id="rId4"/>
    <p:sldId id="533" r:id="rId5"/>
    <p:sldId id="534" r:id="rId6"/>
    <p:sldId id="535" r:id="rId7"/>
    <p:sldId id="536" r:id="rId8"/>
    <p:sldId id="537" r:id="rId9"/>
    <p:sldId id="538" r:id="rId10"/>
    <p:sldId id="539" r:id="rId11"/>
    <p:sldId id="540" r:id="rId12"/>
    <p:sldId id="541" r:id="rId13"/>
    <p:sldId id="549" r:id="rId14"/>
    <p:sldId id="550" r:id="rId15"/>
    <p:sldId id="551" r:id="rId16"/>
    <p:sldId id="552" r:id="rId17"/>
    <p:sldId id="553" r:id="rId18"/>
    <p:sldId id="554" r:id="rId19"/>
    <p:sldId id="555" r:id="rId20"/>
    <p:sldId id="556" r:id="rId21"/>
    <p:sldId id="557" r:id="rId22"/>
    <p:sldId id="558" r:id="rId23"/>
    <p:sldId id="559" r:id="rId24"/>
    <p:sldId id="560" r:id="rId25"/>
    <p:sldId id="561" r:id="rId26"/>
    <p:sldId id="562" r:id="rId27"/>
    <p:sldId id="563" r:id="rId28"/>
    <p:sldId id="564" r:id="rId29"/>
    <p:sldId id="565" r:id="rId30"/>
    <p:sldId id="566" r:id="rId31"/>
    <p:sldId id="567" r:id="rId32"/>
    <p:sldId id="568" r:id="rId33"/>
    <p:sldId id="569" r:id="rId34"/>
    <p:sldId id="571" r:id="rId35"/>
    <p:sldId id="572" r:id="rId36"/>
    <p:sldId id="573" r:id="rId37"/>
    <p:sldId id="570" r:id="rId38"/>
    <p:sldId id="574" r:id="rId39"/>
    <p:sldId id="575" r:id="rId40"/>
    <p:sldId id="576" r:id="rId41"/>
    <p:sldId id="577" r:id="rId42"/>
    <p:sldId id="578" r:id="rId43"/>
    <p:sldId id="579" r:id="rId44"/>
    <p:sldId id="580" r:id="rId45"/>
    <p:sldId id="581" r:id="rId46"/>
    <p:sldId id="582" r:id="rId47"/>
    <p:sldId id="583" r:id="rId48"/>
    <p:sldId id="584" r:id="rId49"/>
    <p:sldId id="585" r:id="rId50"/>
    <p:sldId id="586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568"/>
  </p:normalViewPr>
  <p:slideViewPr>
    <p:cSldViewPr snapToGrid="0">
      <p:cViewPr varScale="1">
        <p:scale>
          <a:sx n="113" d="100"/>
          <a:sy n="113" d="100"/>
        </p:scale>
        <p:origin x="1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6D2A4-4EDE-FFD0-29FB-63F8BB56D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AAC33D-7E22-6905-156D-A403E1682E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B5851-9D58-B931-B5CD-07DD6F02BB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C35D7-06D5-6009-5A1B-3BBE922CE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024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05917-1BED-379E-7DA3-65BC69481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6C82B-C3DD-53AF-5B87-3E00CFF30A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BB3D6B-BF45-64AE-941D-7082C3CB23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62CEF-D5B3-6448-E34F-C8C7025569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03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0A996-B155-351B-0F9F-CD68372C2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895A9A-F499-D8AF-8D94-F8A59AA50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AA714A-1B77-1BE4-CAE9-DD5FD5C7F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FF243-64CF-88A5-F184-8B49AFE0CF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428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DC0DE-959D-11C7-EB5D-A10748576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CE51D-7AE0-F6C0-855F-CF2007ED80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2B3C6D-9916-5E2C-179C-886CE403F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F8DCB-7021-5CE9-F743-2FA73005D5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805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0C7A7-5778-2011-9282-03CFC9059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13FD18-08D4-8F7C-26A4-2014C775A4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504CF-81AD-3425-76FE-B80282282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FD17E-518B-F27C-F313-8605F5063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337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C708AE-2201-D79C-B243-C06F0AE28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51A808-829A-E825-CE80-4A145E1FA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DE7C7-16CF-F09B-2324-83FABEBEB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2EA0B9-88D2-5A9C-0B99-BE2C0B35BE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40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436BE-FA41-8B68-ED97-ADA9148F5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F75EF9-8B0F-3754-9BC9-951427659E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A5A53-5789-03BD-65DF-752328E6C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07047-9E54-F73C-82EF-CCE854430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471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AC290-CEAB-7F56-D86E-F125D4A0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55DA63-9EA0-334A-A100-A2C6D965E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CBBBA-0602-DFE0-D9E6-A2B99773F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26713-E726-B43C-4CFD-8980ED6A78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880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43EB5-4B03-C020-F9ED-979285A0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2FAA99-331B-14F0-DD70-419CA3277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2EE0FB-0D37-2ECC-D59B-B2FCCC625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FF79D-08A0-A64B-7FD9-2C18F3C737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585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2FED3-044C-0D2F-2E3D-ED9CFE2DE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02323-D1E6-A847-5D06-F83939AC21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2041E3-C96D-CCCC-196F-A9DEA45A1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00085-B68F-0E3E-6D30-1C4DCFBDF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810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17299-3153-E838-4216-8984D4AC8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251D56-90AB-70E2-50F3-05CDC74D3E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5185D-0472-4889-5768-D237C18D9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6C86A-EA85-FDE0-AA92-998AE9C5B9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E1791-3A24-8540-11E5-7CAF62447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A466B-C1D4-6E36-95AE-D4C936AD9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09F70-2DE9-869A-270E-AB38ACFD1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8AB21-99D7-6D0D-876D-31AC48792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955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F6BEC-2B4F-5288-B88A-E0AF089E1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CEE37B-C6AD-0A3E-5543-EA010DB89F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C29AB8-557F-6AC7-3525-12622E809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E21DD-2A5D-AC7F-0756-3A4164314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88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C09FC-B793-D811-C040-54C1486F5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E119AA-1EAC-2DEE-BAE6-9600B6123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59CFF-3343-FD95-63E5-782FB9C68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BFD80-6440-9CF4-56DD-8190918EFD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7396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FDF87-CE19-5830-AC5D-3CB3F6E2D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D47A34-E49F-FFD9-2D77-5C566CA09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2074EF-AA4C-840B-FEE2-C77CBF27A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98324-8831-D5FD-7056-B6BDF7556F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5504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D021C-A99F-30BD-F920-CEBE50A02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55B003-29DA-610D-26A3-49DA8D4DF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BD1408-0470-7D0E-A5C9-B31E096FB0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D13A0D-74A2-6820-5143-F9B400772E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742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32799-45C3-8475-0526-EDE6D558B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D02664-80D5-30CB-2634-13429B53EB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0B9BF-A8EF-B284-3917-C41F3EBB8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099D9C-73C4-2DB4-4148-BCCDC3FF1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6864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D013E-4BD2-D16D-BCE1-3D2FF0C43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75A0D4-D22E-798B-B29C-82D4B69377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630D0-02E4-FA6F-ADA9-200B19BBCE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B1CA0-10E8-723F-26EE-A97BED149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905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EF54A-C021-02D7-6A86-9C86081DF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9E96B-A263-4F11-2BF3-9C43D5EF42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F1C755-2B0B-581D-24E1-888C6FCCB4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14FF7-7F55-1C48-C3D4-9A6659028C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082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D272F-FF79-C279-7F6A-C8D416C49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B92C6C-03DF-E911-8C39-2CF776549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0425ED-4217-92EF-6A60-8E6033BC5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ECF4F-D0D9-3601-E70A-D2EF497B30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2699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50349-CE18-F140-6757-8B4606D79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3C6F71-FF24-7919-3430-EE62ABFAF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63BDF-B2DF-EF26-CA49-E10AFE45CE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FF9F0-117C-99B5-8C2A-0818C777F2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71375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06836-5F36-D227-AB4E-3CBF3E096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7A727D-B52C-4EC5-C3A0-49AC9B9D3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D658DB-F8D0-A0A8-DB37-961AF578E3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63D1F-FB1D-43A9-3A88-8A220E4034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8379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20323-CCC9-49BE-33F2-C9FEDF53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500F74-691E-032A-1A7C-BC4114E22F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B045C-606D-6B38-78F3-161CBF2090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FDB981-034A-7063-E75E-8721338DE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1224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329A5-419F-B389-3C49-0C13C6D55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3E111C-5C75-2DC0-B328-D11DCF4FF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494E5E-DFB6-3E60-092C-D3EC0158E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706EA-BD59-1FF5-549C-11817B10E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1035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034DB-33B5-07C7-3813-00B2E0091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DECDB-90C6-43B8-DB29-CCB6F8CA6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A6BF11-F6B0-4ED8-0BF5-C687D0923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3E36C-D855-E2B0-9918-D658555CA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012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B245C-5E32-5788-7C65-C26D131BA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C79284-D96D-04BB-6FFA-117628EA3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8BC9A4-BEFE-A13D-7A70-770C22A16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42CD7-27DD-09B2-DA4A-6E860B961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86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0915E-ECEA-7526-94D1-0C304E3CD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1F6F5-3293-1E90-62D2-841E67F965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4271A2-56E2-BE41-13FC-37555DA3D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05B81-6B2D-F65E-20F9-5F0AC3D8C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05421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601EE-C136-151A-0CDB-2763B33F3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28108-698E-A7A1-680F-71D4DB46EB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EFD65-FF4A-6623-3AA8-E57A047F1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0244C-02A8-7DCE-DE2C-481DDEEDB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656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F98C9-77A6-089E-23B5-6905A3178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6A15B-9CEB-05F0-6952-CB6EEA463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76DEA-0FF1-811B-0B20-DC099DFE53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EA9B21-6668-0036-B400-29D44AF54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5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3F867-3C0F-F4C6-04F7-B08A79E1C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C59242-7825-8A82-17F6-6E804D048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DDB37-2FF3-737E-C83E-71E191F371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88C91-E438-99AF-F560-7262BDED6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47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2FE94-A55E-975B-5FA7-1AB9EE3A4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E8C8B-80FF-2E89-B9AF-9D4875CBC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8BBD1-CE07-DA98-F97E-21CD767E5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3E199-4233-DF0B-12D0-7E4833C34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3250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3BDA7-D41E-2F17-ED5D-C09C3EE4C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8D1082-22FC-8810-A02D-5EDD5D2657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C4C7A-ADEA-6444-741D-2DA351F2C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6858FA-3DD0-B281-9672-191C0BEFB0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2341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0FB7F-C487-DCF3-EC08-C34EB7488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9579CA-5D10-FD6A-6E44-060D07A2BA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6DA100-C26E-7812-7AFF-9B335ECDE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4B6A62-DB7D-6546-95BD-A84A3A515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672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F84FA-90B9-5D5C-8688-91EABBFF3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33ED0-3446-60B7-CA07-58539C778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02B846-1C73-6B29-0C21-79C95AA63D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070AA-AC22-ACF5-4212-24B5521A2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41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E6A52-AA48-5F98-372A-01E9AB90D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89CF6-E760-0EB6-C439-1987ACB52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65A19-B0A0-510B-BEAF-E545E6B6A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F3890-D245-42D0-038B-D63D18F47F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7079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3A18F-8366-143E-3818-348FF44AF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088CE-FD12-418F-51EA-DE5FECA7A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B8641C-8541-B4CC-F0AE-445DC6C640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45CD6-1F50-2ABE-EF7A-728BDBC65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5295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FBD60-CB21-B121-A2A3-597C181C9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6DBD7-EDCA-FE8D-992A-8AAA9CF6C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2B77B-8C7D-860A-9B13-2FAA2221E6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0533C-E2D8-AF02-44E6-6253B0AB9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101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5C07D-515F-6E3B-3737-04B3E671E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02F52-274D-98F5-16FE-CEA063F66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26CA5-6675-84BC-02ED-B516BF7B0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D2547F-782C-3F37-322F-2603EDAA2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997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075FD-DFB0-2C30-93B3-22A6F18DF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FCDE5-2042-B647-3179-5F4B25CF6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53295-9CF1-ACB9-75AE-102D3B5E6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04DDD-4BBC-741F-F1F9-671469019B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380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2A9D2-147F-A7E0-C8F5-A7F8888BB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B30AB-7606-4D1A-FFDF-65BD30119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4E6845-5F18-4794-CC3D-FE94D7EED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D1990-08F1-4A2F-B7CE-BB9F9012D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6005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8F429-D423-43FE-440D-976E7F96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FFBA0-B6C3-3984-8F2C-6F3C14F5A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91B56-75BC-015C-6862-3127851D8F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C19968-3327-6719-2613-798DE558D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8654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DF2CE-A756-263E-0920-330457A0E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8F147D-6068-FCA5-3A47-BA8520357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3E5996-C899-3250-2E4D-0F7F3B7CF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43251-E578-7521-2A9E-9F178A03D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8146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CDACA-F11D-F00C-9978-60ACC07BF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780D00-E7F2-869B-4FC5-395750F4FB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9773F-2860-B998-77E8-C607BFEC2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60920-796B-253C-C38A-4A9D96680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3880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65713-010C-D2D6-C68B-160BD39F9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4BE371-A993-C460-A7E9-E528E4AD71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FD7F86-3118-0D6A-C895-E79E96569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647F2-2830-1B7D-E492-9B63D98BA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0275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D96BA-BE11-BD44-1083-F20A7E099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7C86A-8776-A887-544D-AFA678C32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7527C1-1514-CF35-09D6-EEB48C1B1C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853CC-8393-EB0D-5E53-F51901E71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2542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8C2D-C487-5981-226F-1A31BA29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27B74-0B8D-DD2C-9D6E-C08AE530B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D3EBE-56E2-8DBA-BCAF-1FE200CD0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42F2CD-C603-FEE6-5777-FB74AC6EE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670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2A496-9288-FCC0-2FC3-ED7BD92E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1BDCCC-84B0-063E-DE72-5F7BAE8C8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FDBA8A-F16F-3CF0-98CA-E92D95AE6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543E1-E41B-D7F3-9F5F-579A8CCE8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88875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65231-D527-465D-92A8-D814F7DCB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5F389F-690F-163B-A1F7-9C0EABE4B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F92A0-8330-D4CC-594A-20E214F42F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DB1DD2-21F6-5A4D-A594-221DD70BC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1837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49C23-3311-55BC-443E-BEED751FB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7C1CE6-9F18-69D7-ECDD-01EAA12EA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284FF-5276-9AAB-68C6-CEBCC836E8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CAD35-4192-9669-886B-AE4C779FB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69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udoku puzzle with a grid&#10;&#10;AI-generated content may be incorrect.">
            <a:extLst>
              <a:ext uri="{FF2B5EF4-FFF2-40B4-BE49-F238E27FC236}">
                <a16:creationId xmlns:a16="http://schemas.microsoft.com/office/drawing/2014/main" id="{FB68675D-99DC-A306-2EFB-343EEF878E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49977"/>
            <a:ext cx="4543224" cy="5048027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715E4-C902-CCC2-20BA-DE77BD51E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3A648D-178C-8FE7-C570-FEFE6DA0495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sums in the corner boxes must be 45.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1416F76-28D2-2AB4-747A-AFFE829CC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FE6AC96-B56F-E29F-A26B-F535611DEB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DFE492C-6219-952B-C746-73C54AB5F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FEC7C7B-2508-D3CE-A7D4-69AC871BA2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320897-CF6E-416F-BE9E-C532414AE23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15E5A1-E357-DEC8-F9C5-DD852BAE0A6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E730A3-0C9B-C4B2-C5FF-908012AF057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34237E-3FB1-66C4-6026-ABCE895619F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03758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361EC-59E5-84A4-3C1F-3C44E8AFD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E1BC13-8E84-6B86-0B3B-E174A2055E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sums in Columns 4 and 6 must be 45.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FB65523-C4D0-1265-FF98-419B74188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FE5E5D0-3DBC-1B7A-74B2-FBC41E7E8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2DFD39-62CB-69A7-9701-4BE89D440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140A029-DE24-FFD0-FB89-677CF8CAAD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769579-D682-9C1A-8FF5-66DDB21BE5E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C7D263-CA79-BF31-D734-33E788B5A0E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338E1C-2ABA-1D05-4591-E7914CEB4A1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0AECF2-B617-9757-1A1E-AFD2913CA17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DC6C95-E2E3-1483-5B43-81E8AEB71ED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32683D-5EDE-F669-5ABA-2F7331D1E5B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9118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C167F-0336-6D32-D09A-F87CE2911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D0A015-3E37-6C58-BF71-F0D524325F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Cages with only one possible fill.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3724108-29C0-45F0-CD03-A83096B81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E8FC854-9881-DE3A-4190-7E1EB7CBE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6790548-B184-8A70-FD15-FBBE23291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E6196C-9752-4F34-31EC-EFB6F7F02F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12C03C-9FA8-A8FC-BA4A-5D8AAE8E555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2A4230-279D-68CD-38DE-20FB93D7E36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57BBF6-9AAC-1202-4ED5-AB1D1CBF8FE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5D5F00-F46D-C7A8-42DF-AFC0676310E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3028AB-6B0A-B824-6558-F253A4D8FB4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0216D-3308-3073-ED59-CD587707062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27F564-753A-BCA3-41BE-7DA7134257C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0FBBF9-93D4-CACB-3CD8-C21F7CDB2B1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EBFBEF-A299-0257-B2F3-5E6E5CA2F25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84BD1C-9CB7-90FF-A09C-065CEA3FD31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F58167-9B02-E658-2FFD-9DFC882BCB3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DCB801-2815-EDCD-18E7-D78600377DC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5F48B8-D78C-849F-1790-EF5B28383A1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7CC8E2-3AEF-1C73-1EB1-8C685A7E69B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0061989-42BE-5802-1F7E-F27B595BAD6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3057190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27DD9-72CE-AEA7-AA50-1CCECF237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06628D-C118-189D-2DA5-D153D27D24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220FCAA-DBC2-50A5-275C-90505974D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1FD61A-E90B-BA9B-5D70-7879BAC76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DADEE35-D7CD-4A6F-2EB3-87EB3ECE5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F45B9FE-EA63-7883-3453-3A35216F22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D3ED74-7BBE-F6C7-A2A3-9DD1D2A5F3F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7A2335-EDF6-8495-C316-E5D976279C1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B522CC-96D3-BDD6-3E55-821D5930CB9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469006-F27C-1711-E4EB-976B867F8F4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ACCB18-3B55-604B-C424-DC46D43CB1B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04EEA-1CB2-1E6F-4177-E75DED72EAE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E4E713-E42E-1D7A-A50E-E78C98B678B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E9C68D-B59C-DCB4-B33A-3B4EDF0FE87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C7F363-AB70-4AF0-EC88-66145B791F4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756085-0FBC-D774-7B39-FD597A1CF90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D6881A-7906-B799-0940-3FEEC972F79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9ADEA1-7230-7710-91F3-1363D6DCB91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F0486D-8545-D8CC-3CE9-8F80EF40602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C5BC0E-9F58-2C0E-364D-93D3858D645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8B8249-D47A-5B8E-2800-44036A734FD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</p:spTree>
    <p:extLst>
      <p:ext uri="{BB962C8B-B14F-4D97-AF65-F5344CB8AC3E}">
        <p14:creationId xmlns:p14="http://schemas.microsoft.com/office/powerpoint/2010/main" val="1550355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A4DB6-E34F-9684-2FF5-5C1A99976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A11FB6-5BD2-097D-30E4-322E9D8903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the corner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20E4A0E-556F-660B-CFAC-18CFB809E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AAE7354-7F60-F9C4-9EC6-F54CCD2BE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73CA944-77C0-7AEF-8732-F7FA418395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3DD296D-7A4D-5B13-AC41-E3F98B0D61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199B2A7-C736-3B62-067D-45FBE38D568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2F6ED-7293-4A71-96D6-74CB696F7FD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21E0F6-CB7D-0FE4-E2A6-82C3A61ECAA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D13969-2D1F-D0F2-EB88-0CDA6903AB4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16C47-D5CF-8022-3340-B28FCFE9EA6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4FF04D-D692-03DD-22BC-7D67AE99375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778991-2ED0-49E0-7590-CA0CB8D8CAD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E449DB-E805-D417-9C63-FF9A5C6D87B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EC6F22-62E3-E25F-AC0D-9DD6F0BDB4C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EA3268-D658-D2A7-B0BA-B34FF80C955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2A7A72-212F-4B8D-EDD2-8B19B73B6F2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F29243-B6CE-0ED0-3F04-CA9BCB9996C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AEEFF7-83FD-5C1F-3EDA-184B5F8B92D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231474-23D7-8894-7DCA-A5F4D7FF392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9816AD-7F13-D50C-1E67-B50AFD9574E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6CEAF6-E6D4-413E-F87B-FF0387883FE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595E03-D83D-D527-23B5-0724660237F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A99709-F295-C002-170A-A55200040CC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85742B-BC29-CD1F-8441-FBB28AE8FAF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D76A4F-7697-EDB6-69A7-DE2807BFD36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E9FA87-B038-CEA8-3B8E-D2320C3FDD5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EEC2277-4E4A-63D0-A440-44D4F63523A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08C551-4C80-4885-95CA-52959C2717B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F8D0B2-7619-80C4-E864-570CF94940A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70C7CA3-763A-AD8D-2697-42108F19579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B4E6FAE-FD5D-BA5A-4AD3-2A29A9AAB7E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10F39D-2E2A-4588-56DB-D836E5DCE99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3A03B9-65B0-4C29-FE9F-58CA7FC124F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D03984-287A-DB77-3D79-06A6A96351D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737643-EB9C-8D54-4ACB-436F7CEA2C3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</p:spTree>
    <p:extLst>
      <p:ext uri="{BB962C8B-B14F-4D97-AF65-F5344CB8AC3E}">
        <p14:creationId xmlns:p14="http://schemas.microsoft.com/office/powerpoint/2010/main" val="559627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704A4-A5C3-84C4-65B4-3D6E25EF1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414F44-C191-DB37-F32D-97408138D1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EE7F2D3-D060-E968-992D-2763606D5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39DE964-53D3-CDC7-3E5C-6EE8E007F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69857CE-12EC-A13D-6CEA-B7D23893F9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1F9788-934E-D317-8169-D23BC82DA5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F77ECE-A68F-4121-6455-6B46F72A2F9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7FB1BA-509E-319C-84B6-2C22E06C47F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E4123E-CE27-AEEF-BEE2-F1699829B8C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EB47C2-3BFE-F5C7-77D6-C9BBD8C8A11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102C5A-D88A-7718-E6AE-0C5755EB847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CF7968-C3BD-798D-6F7C-43739392323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EAA99F-7AC6-9D1C-62CB-5E63523AB10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2F680F-E140-807F-6BFB-85CBD54484D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E94451-20BD-8A8C-DE9D-56E1E1AC189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D2C7CB-2714-A6A0-5E09-3BFB5A61B33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7467E5-E7ED-2218-0D1F-964E1116E81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176733-E65F-545D-5479-CE9B25AF9AB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304C9E-BC60-2170-778A-89C2F289B18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9B4B0A-1161-8215-E7BB-973413F79D6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4C9DCB-DF71-7B55-8A9E-2937DE7C420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C30812-E5C1-0886-F0D3-E325B0919EA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68C3CD-C445-319B-E493-9DF841E25BD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ACFA75-3F5D-3E68-3B0A-11F14ECA5C5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354275-4C79-A022-E53C-189BD57DB16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8FE995-AFA7-ED21-2782-B7A620B33F1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40E584-D588-4EC1-B340-EAE2783CA2F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EBF6D9-0670-0491-9E40-C9A80864CC6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3716A9-5517-F858-F0C0-477E177FDD6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96CBD9-F471-AEB0-018D-9E3EBD14EFE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4DEA9D-767C-901A-401B-82DD6CB3666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C24344-D633-6CB2-2D04-6FCE4833C9F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7FF97A-2AAF-3C36-8B0B-AD8F25F30AA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4F96505-77E8-5483-9D62-6D060995A22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45DB7D-9873-E31F-4522-DD79152D338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FAB115-3149-42FA-5241-88B1DA51EFE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</p:spTree>
    <p:extLst>
      <p:ext uri="{BB962C8B-B14F-4D97-AF65-F5344CB8AC3E}">
        <p14:creationId xmlns:p14="http://schemas.microsoft.com/office/powerpoint/2010/main" val="634403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35F57-4D55-D906-519E-793FFCC32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ECDC83-FF01-725B-476A-8593C9EA58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Rows 1 and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FF0B159-F1AF-916C-5CA6-68EF66133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EF99136-6C99-0CDA-B7AD-87798521B5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9B2B12D-5992-843E-DBC1-61BCEBA90B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5E78613-9CF9-9D10-7892-79F743A197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67DAE6-9EBC-FBBB-8C57-5048F907A12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524E1-6076-336E-87D3-0123ADC9EE4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DEDC45-1EB4-709E-05DC-0E9C1E852F3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6C4FA8-5C0F-9111-A29F-F3F06F2A26B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190A6D-2F13-1004-90B0-8847F35A3F4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76138F-A02B-26CC-3302-157832BA3BC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EB2F72-873D-2900-7D37-5043ED855BA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D2E6CA-D73D-E2D8-68D7-484316448FB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119C93-385B-0BB0-41E0-BA33A04E19D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60DB05-900D-BD0D-69AA-A8D30198ABA5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683A3C-7C98-1DC6-8349-C5BDBFA46F4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B2B010-000E-3440-5BE7-C64B65C749F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4FABC6-9BD3-51FF-3C31-AB5B33C099B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9F9B9F-6B3D-11D1-9F62-9AE7E70F053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7643A8-47A8-B0C5-AF65-1A2130C1C97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E975B5-55A2-DB59-46AF-57A9BD325E77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9DDE43-AC36-ED88-8718-6E77DF4E990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2FA3C-2E3B-ADCA-0394-8D273620758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C11E8-0E74-5713-EC64-6458BA14A53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A8F7933-131D-9E50-9535-C0D8207F98B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39F472-87FE-B7AC-1736-17C7A883D93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19D72E-66DE-8744-C0B4-3C0A2740229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5BA10E-B82B-A4FD-6AB2-D7403FD9507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45904B8-3347-FA84-9633-15509C0F598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EDD6C7-A157-C1FE-105C-071F376F74E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2F5799-9052-6A62-49C9-C42670B1A4D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6487EC-C340-B221-B241-20797CAD9E7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B140B8-5630-7249-544B-A4800B556C7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713F726-C5C3-F5AC-97D0-8C5884B966E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C44F18-78EB-9E6A-58A9-72FB2F5697E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BD5579-1F6F-B000-1778-4BC19E4F72D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7ECD5C-E0F2-DCE9-DCDD-E2DB0F1700D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F1DA27-B9DF-5A2D-B837-FA4537815B4B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6A8F3E-303C-A6AB-6F96-B7315A5BDC09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B7537E9-F052-558E-AFB0-A03EF5B971F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71867F-85DA-7E21-D1C2-D0037524675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</p:spTree>
    <p:extLst>
      <p:ext uri="{BB962C8B-B14F-4D97-AF65-F5344CB8AC3E}">
        <p14:creationId xmlns:p14="http://schemas.microsoft.com/office/powerpoint/2010/main" val="2660754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31213-F16B-B2B7-5033-2C7507165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9CBA8B-5B71-631F-F1B7-58B671B0D7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Only one way to complete the [16 in 3] -&gt; [15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1EFE9B5-2E0D-B779-5CCD-1EF9708B8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C146FCB-0C48-3842-34C2-3E6E4BDA8C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6FAA232-7259-8330-F585-97A09B590B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ECD6DC7-C275-37AA-A941-E4ED5060BB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660827-D56B-D257-7E75-C0200535917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0C27D6-F015-6E5B-1369-B1DC6BA8175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D90381-12D6-F6B0-7C1A-B2643ED927A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4A1D5D-9236-70B6-74A3-677088833D7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5AE6B1-22F4-74CF-5669-5F237B01C79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0CEB58-9195-C767-DD29-AD2FECB9866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4E83EE-C6FB-8432-AF0F-DD0F63D349F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D48F2D-2911-4BDD-29DA-BF9E1B63BA2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0FE4D7-ADCE-C589-9A42-485568226E5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2639BB-8706-EED4-7AEC-949EC608C00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EECD9F-EC46-7C00-CCF4-A4CE8C097EE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C74119-9B8A-C16A-11A4-ABEFB868DEC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BA5CF6-B860-0154-026F-19FCCD68C04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7648BE-558F-1AF3-6BB3-336981D42A5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A4B71E-4226-444B-7EB7-F16509A677C3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60907F-5878-37E8-DB7E-6BC87D59853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D19602-84B7-F8B0-4543-A082D352314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609DE5-2AAC-14C2-D1B5-8A0342121D1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55F2B6-0AF5-527B-905A-EA166F10C65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D5C339-D36D-935A-DC54-DC4C0D5BABB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DCF6BC-7F5A-0585-92EA-A0061764EAA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A8FD4C-8871-B066-ACCC-932065777C7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66B71E-0F3C-AB9C-5830-0F6D6336D18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EEC4BB-D382-3630-A2E9-217E52CED54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9B1B74F-A0E7-5FD9-3F5A-A0F2D4306C5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7E7339-5687-257D-40E5-9C12CC6632D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FDCA49-9813-DF55-2172-AB22529923A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62F4512-BAD4-C48F-DDD3-13AEB535903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FF3A01-242F-EAEC-367E-5460925D7DD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0A2301-0D76-3B06-34D8-2B48D4287F7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80AE7F-9504-7D16-6C14-D8EA27B1B2A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A74B7BD-A357-D3A2-7F3A-FFAC8C98C6B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EA4FC4-F9DF-E6C8-0ACF-489C6B712906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2728EC-A4CD-40EC-4F8A-89758CF2374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B76BCE-92FA-9C34-39E7-AC79A8DB3F7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AF3CAD4-E241-5486-69FF-69F8A5E85D2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7291EB-09F3-F98A-EC1F-57147DF52FF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87060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4248E-BAC0-7959-B3EA-300BFD5A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CAFBA4-3588-D6D4-AD6C-14434A90C8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3AE5A1-88E8-E370-4800-A4D84C3DD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1FFFA91-5CEA-F2B5-B8A1-E97F36F2C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4FF7A82-B781-8308-77C8-3B7B0C9B6A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DB59996-7E0B-31BC-F36F-501FED7A88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0C792F-9AFF-C774-EB1D-B29C957231C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2B37E0-9088-D56D-BD1B-AC30A6D01DB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24F2E-5015-FF47-3045-60601A4E627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1A2796-7404-BBA5-106E-C592F83DD15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0E53AD-FE21-F80C-9698-3B65CC08389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7594DA-22BF-301A-1D7A-44023567319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578407-17A6-2C94-6F53-855996C8EAC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D0168B-7B0C-0E79-3285-0E4750746B5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490F09-AF51-B67A-AE60-216587991FC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C426FD-03FA-4DD7-0BD7-03DBAC9C25F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13B37D-0608-EC9D-816C-480E04ECACA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24AA54-2914-EEC9-0FB1-3F9DD38DC06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E34C41-65C6-D592-E4AC-E0018016DA8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CA8BBC-E966-2D25-CB01-259B5062262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8D5CFA-C3B1-0557-518F-506AB0D582A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7E08BF-ED7E-472A-074F-D09C69BE52B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6F2281-BA95-6F09-C66D-A6EF3A6DCC2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CFA421-E45C-7A0D-0E4D-3C44F58DFCE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3619C4-5EF1-E9B9-EEA3-2B30D18E7BC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47D4C4-1EA9-002D-4E65-947057E8747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AEA9BA8-6245-E780-4314-BE8AE04A0C3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6D0C800-3323-BAB9-68FE-098A6FCF375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C36B4F-0C9D-908B-AEAC-C03D0F6B6E0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E6FE9C-228B-D64F-0243-DBB51255DD4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F4A731-B377-9A18-91C4-B8E0E1A7CC6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4FAB3A-51C1-A424-4E49-726C373D09E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E88EC4-0051-8584-7445-ADCE8E50B0B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D600263-A7CD-D846-C8DE-DA725DA625A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398955-05A0-6160-827A-DD0CB636CC1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5CB6B1-C6E4-4B8C-5565-FD2AFFBEF7B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EE00FC-7F7E-F673-9ECE-D91255C6C53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7C09B8-9FC5-120E-E6B3-5CF4653ECC0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4C697E4-E221-23CF-61E7-4A45D4C895E9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F12788-34F5-ADB8-CD57-293E6DBF45E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DB22062-B071-0C1F-62A3-540A7EB9CE5A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3C2B6E-7114-E085-BDC8-C41048D54E8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B432C0-2CE8-0AE8-8113-8229907FCE37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10928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CEDE2-874E-B35B-35A9-05B54D9AF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2B6E9F-E1F0-F154-D4AB-20FDD07C4E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all doublets, including the implied doublets in the left and right center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286334-6504-DF75-8FD2-5797E37CB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EC136DD-7E5E-754D-1096-F96057854B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20701DF-B074-7166-3E43-EBD7A43749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FBC4585-4072-135F-FA7D-B52AE12707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2669C0-5A99-D4EC-4710-61C6DB57D5B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607E1B-BDF2-8489-0270-7D5FD6D6E66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E08BF4-D164-B899-BF63-355A9D5AEBF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77395B-46B9-FCAB-E325-F676A22DC4D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A333E6-A1F0-3C8A-3EC0-535285D13AF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9F7C95-6455-844A-6D33-1228DEEDBF1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6E5B2E-F040-6777-EF04-F68EEE98A29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14821C-5B12-0EBC-9E96-2FBA0D03EDA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76EA2E-37F9-A540-EFE4-FC5B41F4EFF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54CF51-901C-225D-B566-17869A5DC82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E552DC-A1B0-9766-2960-87D87C60FF0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27D229-0BE9-2830-4162-B4DF13FB09A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2CBA35-526E-B073-B3AF-31D5F69C034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3E2266-857E-5094-FD2E-473359FA046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045E1F-2E30-63C0-CAE8-F65C24013AF4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B6C4E0-2EA2-2134-BA6E-73FDF744EE4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EE6001-7D51-284F-41A2-B234800EEE8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9CBF7F7-E57A-76F6-0E06-4BA702BFE76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F89187-26C3-376A-B3E8-403003989AF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87558A-2DB9-C21A-3CB5-05BC49BCF44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03B772-6913-F792-4C26-8C8552B0179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96E52E-5640-6624-DBB3-BDD92C95200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F21D27E-5288-0178-90C9-741E5374B86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9F33C7-530C-3BA5-E8D4-73FB07B6887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073B3E-4D08-3348-33DE-3DD53D21F80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676EDD-191A-D51D-9641-44C229357FA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96791C-8DE3-5008-AD7D-B12041F5F55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B7E0CD-A36F-D6AD-4467-3A7AE62F982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A7C8A77-DB7C-A255-FBD2-D35BE41DA13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7BF305-1571-DA79-7957-C1EBA0D241F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2A905A3-8F18-A91D-A114-E32701E0741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6FFEA2D-CE68-02C2-370A-D2940D0A2FE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CB02379-F4D2-55A1-440E-1D48F82E987D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4CD8AD-34D6-8B91-0821-F1A52ABD515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7FEAEEE-0066-F6AF-F27C-CF61FFA15AD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03D3843-5D1E-4096-961D-A6611E23D7C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DBBFE12-BEF6-FD76-2E0F-CD9BE443F11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2883F54-712B-057C-38C8-0346A99E437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2E0D88-D3C1-8BA9-F3DB-6C5014B0B92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4D4515-3DC7-6660-0EB3-755E9E991D4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ED27EC-85F6-C935-0DD3-AB431AE0D7F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3451643-67AA-5E01-5FFF-19AEABA56C2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D19EFC-B061-BFE6-4B8A-D1A87462605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06851EA-6B69-75C4-5203-52E10663FC2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C8FAF6-3790-0AFF-4616-C31FC8F3C6F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7448FD-6EF7-5DBB-2FB9-2F4AF842FD1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EFB477-2BA8-1DAC-F973-BB5297565A2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219BA5-90C5-E5D7-EFA2-2F4740FD784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26FB20B-528D-C63B-B2E8-54BF24FDD24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B4DB793-D1C5-0BC1-5544-06F2F82B8EE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71542A5-4801-623C-6C3C-A059FCF6824D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73E1FE-208E-8D95-D2C0-EB0F85CFF72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16ADBA-9E73-E2A2-03AC-7D37ACB3835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A12E4AD-FA26-3D3E-7F9E-5A26C7C0E00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07F4C5D-3425-5344-FAFD-795F1A4A1D7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8CACDDD-844E-3635-AB8E-3669340F502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876543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E1D7B44-A2A2-FBFC-6146-BEB0910BA82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44034A2-9C78-139C-E9EB-D3E0E7878F4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65CFE4B-F971-F455-E3E8-0C081DDEB69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3A9D1E6-AC2C-18EC-6222-C63F93F1318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78E3012-0A46-FFB3-2097-053F339F553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876432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89F18FD-7767-BB03-7178-A37DB7FFDA0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89D811B-73A5-2436-9863-6A34305B9E4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654321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74E1C01-F481-9739-2071-2D181AFE756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</p:spTree>
    <p:extLst>
      <p:ext uri="{BB962C8B-B14F-4D97-AF65-F5344CB8AC3E}">
        <p14:creationId xmlns:p14="http://schemas.microsoft.com/office/powerpoint/2010/main" val="24304523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96F00-B3DF-ACB7-6C15-EC2272E5B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51DF77-5AEE-5B8C-C5A4-A34A4CF2B3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BCB479A-BEDF-3545-897D-6EB0F5A1C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341C39-9882-73E3-7861-C247EB79B2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A2F6A57-509C-CA40-FF61-423D4608F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84716F3-8672-2143-373C-11F0B5E05F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E46D07-80B3-730D-C2FB-4267AFEFF3D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250A33-14BB-9912-EE41-FF5843BE389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9AF6D6-3188-0797-6571-57673BEF2F8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384168-09D6-328F-9592-5420FDFB810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FF5DEF-0D06-88AC-53A5-9A46E72096F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71CEB7-8204-EA7F-A19A-F591671CD4E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B446A8-614C-90B4-6057-C7918CFBFC3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774CF8-E25C-DD8C-6BE3-618F6078DDE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411FC4-0AD1-AE4E-23F0-D035DF85158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C301E9-EB9D-1591-C310-E4934EBCEA9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A11A89-64D6-71C9-BC97-3B3CB5F3A0C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FABBB9-A72A-7270-2D9F-5ED6B4A49B9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7BFC60-BDCE-5E7F-46E9-9F04FDC5256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0959D3-BE69-7002-539E-15AA5860985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9D996F-3897-95B6-72BC-867810AB96A5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463E72-E590-2071-D195-9B23189B950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187DFB-8048-B270-E8E5-ACFD733F2C3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A29CFE-1640-B381-5FBA-643B814F39E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A55FAB9-DE02-30BE-4C90-947B2926C45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36E2035-A667-B57C-AEB9-8EAF160F197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CF5090-5B58-E82F-7063-6A093B9B235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49E3D5-58FB-A285-55B1-91E8BF842BA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6BA70B-9EAF-7B72-61D6-D63A2A47167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007C46-AA1F-EB92-464E-1E6AF6FC686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7E02F3-FF5F-D110-A797-8CB99C5B32A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6F1B7C-9D0F-E25B-ACA6-3C4D68D22C9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D564E9C-6A0A-C70F-F5E0-2B4E3121E2A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6B5121-6E19-7118-1932-4430B36E3C9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C38668B-4B07-76BA-8315-BDC00D48E16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AF6458-D1BE-FB30-CE7B-E1546B4D486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6E7A87-6607-CFE5-A40B-4489EF5F3AD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880DEA-4DC4-86F5-BBEA-994DB0DA80C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DC9872-1B01-35D0-C6F4-146FF95B8688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911A9E-74F4-1940-72A8-4844CB5D9A2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8214F14-674C-9F66-7A11-60884640FEF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0DB6C6F-2696-7B26-0774-3FEC1FFF428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1CD0C9-574A-AD9F-4962-D2C82BE9C6D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A5B6FC3-4234-4083-5D82-CDCC5760DDE1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2B25F68-C403-79A3-41B6-CB2B3800E06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9B13C4C-CBA9-AE3D-389F-3E1F8CD2E37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4FA9762-152A-4612-4AE2-1E89C72A995B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523970-2B2B-097E-EFB8-57A52737F68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01D137D-266F-5426-CFEB-1555F61F362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A309C7-9C85-25E6-6560-E08AF42A368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C9908BA-2E2F-1BBF-801F-D101F551E75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E1794E4-38A0-6689-3D4E-F664D22565C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72D72B-6503-35F7-DBD9-7C2C066E66C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03DECCE-B330-61C1-1724-A1084609DFB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41299E1-5018-8DE2-EEAD-401CB641353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BBA232-015F-7133-AA24-657814AE39F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93BD2C3-0531-87A8-0E05-80F7C94050A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D5F274D-2716-166A-16CD-CFA80A89319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8AD534E-00F4-2759-6EE3-2D79499E078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9B908DD-D498-5D98-DE89-E9CA17C4C92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22EDD99-0B24-7887-E9BA-4F808867015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9155A57-C6E1-49A5-35D8-19AF4F19CEB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E765C4-36CF-945E-BB59-4C6A4BB0433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3E64AD4-FCA3-7E0F-E56F-DCA519002FCA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1BEB5D8-3CFF-9A37-AD22-5C902129EAA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0D747FF-6AE1-6587-80C4-1570DB93825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98CE47-E4BA-B1E2-C751-6005FB42CE7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5DE2F84-6362-5C4B-7ACA-983735AAAE5A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2378DC-A805-3626-CC50-D01087BFF5E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65421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8FEFB01-8C2E-16CA-05BD-9351C8EB252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</p:spTree>
    <p:extLst>
      <p:ext uri="{BB962C8B-B14F-4D97-AF65-F5344CB8AC3E}">
        <p14:creationId xmlns:p14="http://schemas.microsoft.com/office/powerpoint/2010/main" val="3529280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F91C6-642A-C3BD-AFAE-2DC07201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7A80BEC-09D1-0BBC-05DD-9AF65C15BF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[13 in 2] can’t be 94. If it were, [10 in 2] would have to be 64, and there would be two 4’s in Row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9738B60-E74A-6E69-6FAB-3AC1900AE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5BD8479-22C7-6CDB-23EA-343251AE9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4B15F14-E613-99AC-2119-E520120B8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68540D0-19AA-6615-BBF2-481F2266AF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20C660-25FC-88EC-7A24-61A7BD9B036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99D407-8BB4-BC59-34A9-812421DC46C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0BE3C9-D1B6-C649-F662-D867F0C8E29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0FFBFF-409F-A3ED-6A75-745BEB1750B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696F2E-C9DE-FCB5-6C12-D1F6C1F99E0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F3C54C-9948-BE8F-FF14-0AA13949B09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96BED5-FD70-B8D1-41A9-FE2B4EC98B1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2267D2-1F14-F533-8AFF-7AC1B40DE8B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B7161B-0E24-7173-ECCC-E614817CFAC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78D3BB-1EA9-0B72-F850-4AFBFBFA084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966568-BB4F-2DCA-BC6C-A28F92FD917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960BDC-F283-1781-BB78-5F96AA4B0B3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688B87-B505-507B-36E8-3ED921DEA23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BB56EC-F838-4603-1C1C-BD4C2F68799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9317EE-82A7-78BA-89CB-11AC9C7FF6D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AEA474-C8D3-C09B-A0D2-F2B8C620D25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976A00-7B79-FE57-740A-C10143C7AA6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176F85-E5F6-5971-A35F-69A81595B19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161A85-645A-C586-155C-2EA414E4BC7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D86E8C-2CE6-66B5-B7C8-A12B54E48CA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82D79C-D238-91E0-B9CB-212AE3F59A4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0CF8B3-7358-8096-26A1-39F4C884068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96E558-F594-5891-B769-B3E572AD3A2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25903B-3E17-0103-CBE6-E20EEEEBDD2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78FB24-2682-A76C-55FC-3B440191414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A803E7-B88E-B3C4-A2A7-C7FA958E42B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CADA7C5-B9D2-8471-4BC0-86F7A6E1259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18CA1D-A8A8-3E9C-ED7D-3221AF7DEE9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8AA816-EE59-6B00-E4F7-367C7CF139F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9F1F24-3C16-E5B4-E7C1-7EB80550A7D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3C7F48-167A-52AC-B52E-90C34478D2F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52F1CCA-BE99-9E6A-06B2-20816007DD0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509F607-5F85-1E28-E5FD-3F906194B4C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2CAEFBC-BEDE-148C-A8BA-D226FB5DF29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BB7F259-3FE1-FED8-C0E8-02B6D1B1D83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62DED41-AF51-FBBF-FB47-793E0F5CC58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522DFA9-4C40-F104-7CB6-611BC8DAC85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C59169-9682-A537-2B81-30AFFDD64EA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91B492-7497-55DD-1054-96C45126D9B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57E1B0-9649-2DD7-AD85-87D18CF5791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255B42-A1E3-983D-E5DA-F6C9C2C9C30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0CCFEF7-D497-3BC8-AB17-5AD13936B79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7A2CCF-22D1-DFF3-4092-1FB23811BFF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4D73452-A423-D99C-0CA4-515FD6884C5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7BE2DE-5715-046B-11A5-1A7A6403492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227A0ED-6A80-4BCF-FAD8-52D708734AF3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9DD256-1B12-5366-5A8F-0ACBE5FCD24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B72545-E0ED-0211-8D46-CCE2AE19FD5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A63519-4E97-2548-AFA3-3BE1FB69F4C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A49EA68-03DB-9172-9E0D-9371C6CB506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FEA248C-17EA-E89C-525C-122C7F132593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962B160-3DA6-FF15-28D8-F1EDF6B6FDD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1357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81400B4-2727-6DBE-D50E-7719E31F348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1B050FB-556C-0503-4BC8-D2A869FC2A9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66B749F-F186-3926-BA86-130C9307911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C7EF969-8D19-6F80-78A6-ED2EE3C8EE2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7531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A6E1428-3A4F-8C09-B65B-0FD0ED343D0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15DF50-6A40-1098-1073-21E77E61CB7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5C1DEF3-5726-89E4-76C1-363BF9503632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D430DC-5A05-0777-AC81-28B67225BDD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3E6783E-3ED7-0B45-D10B-EAF74045E6E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65421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8A11117-62C2-071D-3A3E-AE4CAD8A6E0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FB04666-10B8-4DA1-EBC1-21D7CAA10C8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DC42306-A0AD-33F5-B61D-E95D249FAA5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89079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6F597-6982-ACE8-D314-33DF9F5C8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D92ED3-A0E1-BC48-ABCC-43EC75C06B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E61BBD7-9C24-B93D-6BA0-9B5FD4190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757024-CC8D-CF94-2901-DD93F7AA48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B7DCC41-81FA-E818-BEFD-DA13FDE8AD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1330840-1DEA-8123-615C-5829EFEEF3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AFCFDC9-EE6D-9742-29DC-371617BF21F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3D0996-5F32-1423-05DF-0792648F094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7C2C86-576C-5404-7E49-1FB56D60F97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18D0DC-EAD8-2B29-F8ED-FFCC41B9A7A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569A6A-AC7F-D0BB-FF46-932D7759294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31A11C-87C0-67C4-1463-02284B3CE20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607D02-2394-24BB-981A-D79E54A1B4F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09156D-E621-9518-12A5-DC759F61337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4B3E3F-6019-E5B3-86D5-E8870DBC267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E832CE-9B4D-A3B1-4590-AFD1CC30AA4D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C07729-56FE-81C9-32F4-4182051FB1C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1C70E0-7D2B-DD05-8E9F-61EE7962D5C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771A13-D3F1-9D94-D626-E529BD37AD7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22C291-F747-3266-B50C-7BA551F872C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DE4D62-9C27-F1BF-0883-5DC164B94A7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7A1AB9-0065-976A-8029-ED8FF512384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DE46F0-F5C3-584E-C4B4-893F8A3AAED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EA9D71-940F-4C4A-34F2-485EC179208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C2E76CA-AB0A-0D33-44F2-1CC5B8580AB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41341E-212A-2FE5-3BC6-A2C89FB71BF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A216C1-44A6-95AC-ABB5-27628B6F64D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EB2C13-9F0C-CC99-B161-679DC41C45A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C05E6C-F0C0-4200-2C19-72DFC58E912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D71061-C8E8-46D1-2B29-8A024DB62CD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77394F-9AB2-DB18-36E0-1BE81DC1C77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BDAB5C-306D-F1F5-7E10-F7184C4B0B3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2659736-EA9D-29C9-395C-58C0A0E2C9A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74867E3-3981-5576-C132-90755A9B01B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C916F3-7387-239F-706B-3AAD90E48AB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2F4D10-44E9-CDD7-7739-714A5C8BAD8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B23F40-DF0B-5AE7-0371-07DCA269BA0D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6C6EE9-0C88-9B95-5186-F35B1E421F01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7523F9-2127-FF1B-E975-C612C18883A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4385EE-5D88-705B-0A5E-13EEA774C34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7FC8090-B68B-F60B-E709-C6F9C2D9AF2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D36F37-8F36-4AF2-8C82-BDC9DBEC309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EBC6D1A-A830-619F-2CE7-0FACF8C646A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E52F997-547F-8B63-AC5A-8C37BD4A543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8F318A2-A4CF-A1F9-D7BF-97259463E53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D81B0A-821E-B593-65B9-787C3EBFB4D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2F9A77-96AF-AF07-0F3D-3182E300B7A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612CB88-325D-1D63-D7CA-CE707D8FC17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D1B2A26-386E-FC7C-4819-5A6BE151F75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D15B304-7C83-11F1-A106-2F73E2D74BD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36E54D-E09A-64F4-6A89-9C4A6F05E8F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DE24D17-61C4-7925-C176-8C37AE0860D4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FE11035-22EC-00DB-ECE4-69962FC9DE2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411FAC-CFE6-9D6D-8596-841BBEC838F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5EFFF7-DC63-AA78-1689-4285C6CBB11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BE3180-CFE3-0EBB-AD5B-F113DA6A94F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53F0F8-231A-E688-F0E5-EB6F0CFBDBEA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E48CBBA-FF51-D0C5-1091-C8BE17F6282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F23E69-078E-8457-0DF0-5CD90D09AE3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55E21CC-54D3-B0FA-C07E-DB356EAAC79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18D493-782D-4CA5-3AE9-8D1277B7156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6073543-050F-615C-C6CE-4F67CCD65DA4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AED0E2F-10B1-3009-C169-DBC8A0A3367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084869-6CF6-2962-EFC5-14C50E8935B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29DD2E6-5401-4AB6-37A8-73ED0A8DCB0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87632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2304934-B912-07FE-4CBB-F52DB7DBD01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5C199D4-4728-0D7C-1E13-1B068872473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65421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B7B4FC8-F1A0-53D6-5DFE-7DEDE724365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59079B-4ED2-5677-5A33-BB01D44017E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6B67AE-2896-30ED-BBDC-F078CC9937C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96861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A960D-2F87-7ED1-674D-5A54E97D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EF7A629-D075-B0DA-40CB-CB822480A1A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7B0E35-8281-6C84-431C-D81E98A8E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733FE77-8B4C-E521-B7DA-5683B2168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6E41C4B-3FD0-7FE1-1572-6B99859AD6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71A31C6-0EAC-E273-FF00-BEE6118D58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42A9AD-7E23-9F47-43DD-3219B285F6C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F20F83-4707-366A-F86B-05B4AF40A40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6FC50E-A2E9-3F17-F5C1-30900AB4EB6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FF635E-B007-00A9-7836-B4707893AA3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567CCA-889C-4554-0505-D0779A5207C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3DFF85-B7BC-F4C1-B702-7E48873AFE6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65E2C0-1711-623A-B978-62799768E616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71E192-9355-A0C9-D0C7-46D23ABB4C3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1D222E-EB2E-363E-2193-038537E2A94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2B298B-2E94-19A3-B813-E2647A7CA4E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CE7C67-7F3C-F3DD-C918-4C1818F498F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5D3280-06CA-C646-3E25-7F1F5A1E0FA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EF251F-C432-3C05-CE7D-025031062BE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459C93-5DE4-B61E-7FCB-EE14A08486D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D2D601-4C6A-F7B8-CA01-B678B2565AC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D0A426-7565-FF5C-A435-703D7790288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FE0FFF-C559-37F1-3A54-F125413719A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34EF5C-AD40-BDD7-8919-A227C2C16BA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DD95EF-3755-9063-6C6B-F7858D62ECB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E998E8-B5CB-F1A9-66D9-4D315184D41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D6821B-3663-0E21-7C65-8655D33AD44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1018CB-5917-CB8A-E538-404C2548AE0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0D86DC-882A-B0C5-C929-FE87FD6C807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5BEFF8-0FC1-0EB9-2773-409D5384A6C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2380D2-1ECE-A614-3E03-C372D256F7F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70AA74-C317-FFE1-9EEE-2CF969C63ED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5C281A-BDF8-1402-01BE-BBE58331277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2F01E7-AEDD-8FD8-DA46-C465A0CC4A4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4EF6B5-A91A-F8A1-1D1B-1E1B25A6826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45E4BA-28DE-0C78-1C59-EA202D1EF4C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953819-F4D4-9CB8-DDB3-5E452157BA36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4D05557-7F4A-5F6C-DD7D-B55DFB1B65C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AA633F-89C3-3209-5C08-67BAB6F7FE2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E6AC7F-50A7-42BD-EF91-65BBA232A11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3A826FD-14F7-D66A-5B6F-2FD79C5D4BF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C52FD33-0268-ADCA-6D36-D1DD4EBC9C8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34C5B8-9426-6CB8-54AA-3C7D665472D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0FBF8D-C49F-9FDF-18D9-DB1B65CB9F7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DC81C7C-C4CC-6F84-8D75-2257FC35145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B0A1340-9FFC-7C5F-F4B1-E6727EFBBFD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41B93FF-D5CC-6294-32AC-E1EE37F4C6D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D1EE48-44AC-2D25-8D7E-FC34F2A1D59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7D28A6-56CE-3FE3-047B-8096CDC05FD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0AFAF6-CA8E-CF55-31CB-C37BA524C23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02428A-9906-5BAF-9D1F-FBC23DEE1F5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FCEC773-C362-A297-D319-17FC7904955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E22C5C-6A30-EBA5-E853-CC5BDC718C0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54FA5D8-F4C5-B7EB-8FC8-F9594E564B7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48C98C-2504-B854-AE1D-49F77F901507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19FE7F7-80B5-A65B-1323-B98843105EB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764197-7FF2-6A35-51BF-757D195DFE1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C26D0E-74FC-92F2-D12E-F9A9CC73780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BB2117B-6DEA-3977-700C-80166D6EBCF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F54177F-AED8-F9E6-2A13-80F3B4661EBA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B73724-0163-44E8-2CF8-E5B42EFDE16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B9FABD2-727F-6808-847C-6BC491694AB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49B7E8E-D7C6-E281-2E9B-5ADE7F779FC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65421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92C17F9-DB19-D69C-2C8C-482802ACF77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976D9B-1BB6-9F3A-EDC8-4941AE749F2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ADF746B-5053-85EE-8D7A-7CC0A6A6690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D4785D-D948-550A-62B9-2CB5D46A9E8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91F7F1-E789-080A-9E25-C507168FF94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AEAB379-A07E-8771-6799-E07E74ED60D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EA89DE6-A16B-567F-D446-86E0407089D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798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AF53D-B83F-1D42-4D1B-FED875CD2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3967FB-ECE2-951B-73E1-8C5E409152D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8A857BF-2B8A-E70E-8AB3-BFB4F200A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836DE19-5443-225E-C50C-D9F9736C5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E40A7BB-B5CB-0385-B0EC-5C083B2D8F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6B0DA52-E10B-6A79-77A3-F5A3613315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8C99B1-A663-CFD7-DD8C-9D70C00A42C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74EC7-0557-A6E1-9E11-2366B282113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B3CFA3-2188-14FC-19D8-74B9CA08784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133D07-CF9D-AFCB-1653-C2B080E7EC9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6E720E-F57A-F93B-FD73-CEA39F3C0CE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F71DE7-64B3-FC67-32AC-48D5ACC8A70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86ACB6-6E2F-CD57-BF72-CCD71EFCBED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D8E446-E639-265C-8999-2374E41150C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BDCB0A-9158-3F24-1E97-55511DA6FE0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0EE9FE-1AE9-D4C4-F39F-1F9CDE3D706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FBE591-7961-2400-E2D4-993BECFCD95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9AD11C-C3B9-3AFC-BA28-C03C6AD8898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AFFF05-C543-D78B-E16F-C7BBFCDA67C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C6F1A6-7D80-99CF-7EE5-89ADE24774B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B9A373-C66A-8B75-009E-080CED02059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AD9D56-47D7-834F-0F81-B2F1B11864E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8FCDB0-E841-5136-73EC-D009EB36DDD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12EE14-FCEF-DBC4-40CF-99F0F0A784C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9EF23D-3BF4-61BF-9A6F-1F7DD8FE050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35D9B0-D9A8-FEA9-5144-CE54FD09D9F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76B2B7-6FF5-0310-F606-C0464EE6064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B7BB62-7B78-20B9-2343-70F83DC1657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0C57DB-BB31-B65E-2C0E-37176B18535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900C49-6CCD-58E5-A503-BDD5B03DB2C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9DD81D1-9D60-EC5F-C7B6-A0F9A354098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ABD438-96DA-108B-C196-1C19B8623EB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1A0036-2045-528A-80BD-0A1BF52267B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5580A9-46FC-8A6F-B4C8-66B8BB60DA6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1F7B8B-6414-F6AB-A1EC-97717DABCAD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AA5A4B-E450-64EF-E8CC-0E9F4055709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5C332EB-6971-5ACC-8E34-4D0B36ADB62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6DE953-6F4C-9E34-D448-F9CF5BB2DC7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9F14F8-DEBF-2BB9-0025-3F278DB5887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F972DA-8936-D599-D98F-16F534F637A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53421D2-9C18-D79A-3C3D-C1905767C60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46B66D-7FCF-37D4-5F8C-BD0BD555301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5CEFF7-EA76-EAB4-A2A0-CB661B6820D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DE95B0-932A-F8F2-A037-33897C825E6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DF5CD4-C39C-67F5-DBFF-D7FFCC09799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D91E9D-13DC-A5E0-C3B4-5355CA519A6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C1029E-E9D5-0209-EE74-7EE1A69DF17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61F687-3391-C256-DD9A-8650D08A564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B9030C-968A-1E7B-F658-B09895B7226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D5835A3-996F-45ED-4B25-7D64C631C08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651E29-B9E6-D538-C7A7-6C6CE0E19751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8CCACB0-2EE5-74F4-6F0B-81F3E2D7068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9E67E25-0CB3-832D-B467-B6CBA277D99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B735F52-AA27-4225-0EBB-0E9E50ACD344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CE2BFE-AEB6-BE9A-4A8F-CD17EB98BCF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A43C85-7191-C959-BC69-BB174523CCD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6CEBFB-C30C-A17E-74D0-6F77B1559D0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9B5AB8C-5209-D659-8DC0-4A6B3B09FBD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CFCF417-82CE-7AAD-167C-0DE28BB549C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136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463A042-C242-4421-5728-2D478E19650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0E2E9A7-B151-CF4C-7CDA-16C779A7E6A3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A6483AC-E1D7-3546-76D0-4734FF3B96C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0EEE656-711D-AC0F-E2E7-5DA97436B1B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8861BE-14F4-4B9E-3904-2FF2B1B517D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6AAFD31-F08C-3646-0BFF-5DBE1EC8597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32385D-E366-8D7D-CAB2-620101B4754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4FAFBC-3AD6-9E66-3957-B1F6266815E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98B3E4-91D8-15DF-5DFE-C84FAA7EF7E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5653DC0-071F-8682-40E5-134E3384C28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5B169E1-C80B-D5F2-BCD7-9D53F103FB2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2588357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E7A50-FC5C-8F62-0628-81E218521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FFDEBA-3E64-4C7B-EE9A-F1C142C9A5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BA6CC16-FB52-48C5-C717-C1BB2721B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80B1A8-9DCD-82CD-2DD2-4A4B3F90D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2691D80-C5A3-C8D0-DD4D-A036E366E8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0AE29C0-9734-1963-DA05-79F395C21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12A240-B80E-5E50-071C-FE3AC8CAA65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D0C41-B35D-B0EB-E8AA-76C79287FD0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1D2730-915C-400E-6528-F6F772B9FBF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558F63-6C1F-B0BF-22FD-DBD3DFB7499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EAE3AF-49C8-65CD-8B62-11128EE6510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B8F262-8C23-B9A2-54E1-933E2B8DA68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7F7408-5406-94F1-B127-6376D59E302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681934-18B4-7120-E664-8B2B6895F8F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A6B852-1A10-3F3C-2FE5-454C8B728BB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120AA9-85CB-565C-4529-75C1FDA7291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1A8976-CDD0-C731-AEF4-16A5F462713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757277-C1C4-62FF-7297-3596A6EBB4A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97A434-F145-5C23-4905-705E6700360B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1F3EC2-2B28-4BA5-C9C2-829EE773DDF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C6DFD8-5CA7-4162-C163-B4524BC2885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DFB7B3-431E-3E54-5B00-2D9A767E4C7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789F16-5772-6846-E5C6-740FA573D5F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52F87A-ABD7-EA52-101B-F6A704C84CA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5D6E7B-961E-83B7-8E43-66E47FE6432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F9DBD6-DEF3-1732-5AE3-9FE79C38E26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04C835-FC8D-5BEA-3F73-ACD0E64C994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75EA0D5-A799-0420-D934-AC8B6B88D5B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EC36BD-F7A8-6DC6-4B7E-E7D96103EC4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B5C6A3-0BAD-FB96-8065-B609F4C97CC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FC67B7-CA20-7E5F-B496-2E475167773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F2A436-C97B-AEC4-B457-27D0B338AC0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5C8B93-0C1A-4F2B-1860-1E35BEE7EC8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72F9F88-AF03-863E-6F7E-8237ADA1606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A5C0D3-E002-0934-88F9-4867B312894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54A2A99-AEE0-956D-46AE-2E0FF414C07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238A265-63A4-4A8E-75FA-510A07812B2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CD87A5-803B-14BB-44C3-AAF40BFBE77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BE7B67-F634-1B7E-6600-EFF3D012CF2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30466B-DA32-FCE6-B89D-2AFA70A58AC8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0CEEB65-6C49-FBA5-FD6B-85DF12AE52A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C4438C-E857-6C1C-4459-370F430974C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3D4A46-41C3-C876-ED16-79C81382D44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7FF1921-B6F8-E711-7F98-62BB41BCC03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FBA8F4-E9FD-16D5-DEB7-B7ED0BEA4D4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E8077D9-89D9-1157-B7DE-E76552CBEEF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BFE6388-FACE-9E8A-EB0A-9FA05DB468B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E11F6F7-C3DE-99D0-39D8-CF79DD363CC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0CAD34-E27E-15AD-4A13-4754BC5971B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B4313FD-FBAF-FE97-8CAF-28592B4C770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B50FB7-8EF9-C678-16DE-61FEA2DACDB0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503F95-03E5-CD40-C163-12A3CD387A1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C317B1-297F-9FD7-171F-A31F752D00E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ADB5B4C-28BE-AEA2-607D-782EA81BDA3B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6A37A77-1CC8-8F23-F2B3-D2E8F1A8C31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6B12773-CB5D-C63B-5F82-E23DE97DE03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FC55E0-4806-F54D-3E1A-9F541A9AFF3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DA8AFE1-78B9-F62F-1CEA-568C24221507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4DF54C-17A1-D2B8-326C-DBF9476A58C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6050CB6-0496-D414-FF3E-B490347A101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6521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42F0C0-2937-8B3B-48BF-56A481C2312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346C72-464B-10DF-D696-3E1AFD17524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47590E-56FE-8F73-251F-2D9A937361F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264DCA-9EAE-A5DC-AB5D-BE0CF667151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F277CC-B358-CF74-49FC-C8F224DB8B1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1D4723-8F9C-2C68-EB53-D6F91FE616A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D8603AB-4648-CAC7-871E-97ADE9CBB9E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46944A-EF8F-FF4B-5345-F08366A89D6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99FC59-75F4-8091-54C1-A91FA9D0EA0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9B2CC2-8602-2021-E566-44C6F356810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21446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6CFB-AB81-08D5-4A7D-A7DAB736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401BB4A-24C2-25BA-D6CA-0D4A896B08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0E9FBA4-3AE8-B7E0-6EA1-3BE999036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1A711B3-8DE3-A0EF-94DD-1526B0DEE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1CD30FA-E3DB-234F-5798-A488797308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225F8D-6373-3077-5245-693D5F5C11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873330-DF51-82C3-0CF5-20FD81A5F62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5DE83-D7B9-52BD-6D50-5843AEE7182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D3849-9724-0AFE-685F-8FE922DB0E8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EBD66C-DFD5-58EF-09EC-CDF35FA9A9F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E2B957-6283-5176-69A7-2A512861D05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A27B6F-B43C-533F-2D9C-87E7C120EE8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B855F3-DACC-E72D-3349-2CBE42C0B3C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50C9B6-730C-883C-9CF5-A3C586D8A14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231B4A-87DE-D294-6F1F-5C85DEE393A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54C15B-792D-93D4-BBD5-02B7256F7ED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6C2184-7773-D701-4DCC-D17602879C4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2B624F-5877-37C6-8349-EB16F170E4B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88943C-5203-4F7F-9CC6-0DEBDA537D3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D4B2CD-C5D0-6465-C103-7672A881BCA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DA7C1B1-1979-5CFF-9102-A6B1E8991D1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BEA0BF-CEFE-7689-A904-94DFA4FC4EA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888DB04-F404-A5EB-99E4-D4B82D16909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2A8ED6-4D79-BD5B-77F9-9B9BEB74348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674DDBB-8B7A-DAE0-039D-304F6365EF2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8426D90-3320-4415-B826-671E217B9F7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EE323C-2A57-8A0D-98F6-EC6AF955D1A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B51817-5038-AFB8-042F-BB95BB81217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120C8F8-E1DD-304E-98B7-FAB9ABA5D4D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BF6541-E5BA-0FB6-8A5A-F490F4821EC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3BFE9B-D743-1145-5E47-E80387976DC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95F4EB9-EA07-1195-9379-F9651FFC602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C47F529-AD06-A964-B2C2-EB152CFAB64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256CCE-530E-C7A2-E2A0-11ECA4F2E15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E4EB3B-D36D-8E00-11B4-D04721A6E79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2C2763-2DAA-D402-ACE5-FD5FD4D8271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500C1B8-23E2-442D-46D7-ECD4FD33246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6D7BE3-D1F0-1696-AFD3-970E8508DBC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AFDA7C-C645-B3EB-0720-71800F0388B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BFD04A-44DB-AD2A-0FBA-4FA9FC2B2E6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DFA4BEF-8059-7BCE-FAE9-2F5E94396DC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75EAB4-E612-342C-A450-110D933ECF8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186629-E373-5E00-DC5F-CE8BE6A28B9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CB4567-EEAF-301E-1691-46B62A1D538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9CA4F6-3118-8A2C-4EA3-E40B249CA0F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2B68988-DE56-F3C4-1955-AFD9B26C3A6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DE48BB7-DD67-F7D6-6725-7E6EED6B048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E3A657B-2181-176C-A490-5B33F7F8F41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1D7450-9D62-ACEB-C3AC-5B9E665F449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EC68882-F190-1AFD-8357-311A2047E475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B615311-BA7C-1D70-81DA-69AAD79F123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152F4E6-24D8-40ED-45DE-061A7EDF5FA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90E97A3-34DA-4C83-F795-D3E72081537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FCEFBA0-03F7-6A3E-1439-563311B5DD5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F48C876-DD4D-4008-DA31-ADCC7FC9CFC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A94E98B-AD29-6F19-48E7-F7069FC88EA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0944E38-D988-3CF7-736A-3AD1D55E702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2DDC544-19AA-C2D3-681D-E327A86C7FD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03E861-8233-AAD3-2A9D-A398F78522A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3F7BED-EA37-8F78-4B92-8EBBAFBD631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2A1A78E-6DE8-778D-152C-A58C14047DD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C62D13B-FB11-5ECA-95EC-8CAEE182775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4EA8691-FDA0-F387-C9A4-23E0E7A7D6D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E7B7B87-C880-0DF0-7639-2644079F756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EAF577-CD64-4B63-E56B-0BA7D6E0CDD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AB870D7-EF34-57D4-5119-9A42FDF42CB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D6E02A-2CED-05D7-CC2B-3758984F75A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8EC6E2-7632-0467-43B5-0EDAD36AE4E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A5E6D5-E97D-8EE0-2C87-F832469BE32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E27C0F-7DE4-A3EB-4B3A-94F74977435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67359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061D5-20B7-9382-65DC-43362FC1C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F8F09D-81CE-A1D1-DD92-D3CBD036F3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BE1C39E-97DD-A25E-000C-FFB9CD368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D5F3059-D84B-1B75-FB52-17DBAA348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828313-5893-DF77-CD02-9743FF2AC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B97C4A9-CB64-2465-2901-C40164ACD0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A446E8-C2EF-9106-AADB-13DDB8F01B2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810041-146D-62AA-AA60-131E1BEBD2A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7E3CCD-8C53-D699-1F62-8AAD4D6B946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6DD7E9-1E01-3DBE-C587-1522B52BF25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ED47B0-714D-6987-CFF1-D044C8EFC5F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B2B3C5-F120-5B59-EB1A-27D0AF2509C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8DEBC7-F7FA-F2EF-3271-74B2FAE2C70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7D731B-BFDA-9F0E-DCD6-B74150297F6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020FAE-FF13-BC13-9538-B9F847FD7B9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DDCD7C-5F8D-251C-AC5A-566BDFB56F0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1EA607-1D47-CF97-3899-EF23F86F3A4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D1D281-C8B6-8308-AB1B-949ED91E335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156B68-4815-17EB-6749-C2845C3F572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8202E9-A878-4259-1B0F-089F9DED787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EEAE69-75C1-24C9-0683-2CB9962DC43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E170C8-7366-2934-1376-73B092CD0423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D2C50B-2F32-DCCC-E3A5-2C0EA3EE3F8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D748D2-1C51-80E2-B70B-7723C09B2A7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9A82C0-F157-B8E7-4C6D-5F51AA8D381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BD7D939-1FF1-0B20-55D8-195610382AB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97619A-006B-28C8-0D94-5DAF2FE728E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68CE761-F882-2F05-C601-ED6BB764202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D49AC9-4912-F6A0-2FD3-33132751EFF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FFE3FD-DC44-302E-4E52-90CF9DDBDD5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819569-E5FD-11D9-EB97-CC79D7B2719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653225-6194-7E98-7550-D9EF6616433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4890D8-7401-6E4A-6B02-9F90A13441A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583233-B7B5-413F-B09C-40944651869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AB452B-A5E9-3984-7521-AE2C61288D3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6D535A-B96E-7F3E-8F07-347E7B87903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FC0E25F-F37C-C085-158D-10F8B2F7D1F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B51AA0-3FD7-77DA-0B87-A34EA923030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A542CFB-EE52-2CD2-488C-817BAC3E12E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35864D-9CD7-E92C-B3E1-48268663C40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4DACA0-C9B0-19C4-CDFA-62FFB393EFD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19E5C6-5118-53FA-34D4-B738938E6CC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55C743-B211-BDC8-827C-6C2C6CA4817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9F16029-B86E-8C07-7817-91854EB7D0B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16C2E58-3287-758E-272C-C4E7A7B4759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D64C06-5B2F-C524-2460-74948406328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8051638-B605-8E5C-5C0D-D483F7AF36D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FE144D-EC17-9BEE-D024-A19DDDFEE4D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35EDD8-C6FF-BADC-2A2C-245C2B8B2F3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A27C60-F724-0BB8-9EA5-B959E52E720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CC730F9-324E-6493-7B17-E95BDAFDDF2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D86BE5-ABBE-2BB8-1494-D9172B8EAC42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2D8A37A-4396-A2F1-64FD-F5693A6AFF7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FA5CB7D-AF7F-599B-EEBE-09B9C6332BB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72EC7E2-E15E-5DA4-D0FC-6B679D1D372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880F2CF-E8A2-100B-ECE2-BCD5F020DD9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30244BC-9ADA-2343-1D37-A977A8A3426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E4BECE-4D8E-CDEA-BC39-AC6911EC862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7F9B838-FD14-7909-1B41-DE67112B180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D31C1BC-3AB9-4624-F92C-6E9DF6011AA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44BC39-4828-0998-5A24-1A2ABF13C5A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4F5377-D841-8E85-376B-24CABF87072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EFA6B53-4661-D6E0-6CC3-0F516D062D6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8325B7-ABAA-E27D-E25C-0D80D8133B0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D3606A-302C-E89D-C7C5-9BDB473F855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3FFF31E-DC29-E7CF-6714-A1E8389B252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16310B-F91A-B739-86A2-8426580E77D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FD8AA1F-D4E3-E9D9-7FFA-F529B69EE90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E3BE14E-C22A-7F9F-D25E-8E22FD0A2FF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5EC3749-0EC6-2BD7-A2CF-BE4BAE5CD66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48800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76311-3E0A-5FA4-71D8-320C92ABB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A0536B-FF7A-FCB9-2D98-2786379FB7F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Column 6, remaining cells are 26, which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8359576-9579-AA43-26D4-33A289561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6CBA168-05B3-5F7B-6A3E-CA831E10F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027C73B-785A-CCFE-5E47-03C6DFB5C6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37B380-77BF-CA05-366D-259E0987DF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4849FF-BE11-8316-1E87-251691BBA0E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83D3C7-1AFE-4BEB-4BE2-D02EFD42802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B5331C-8B9A-135C-9151-28C3E87E4F3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8742A-4C34-F446-E2A4-ABFE1883951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5591E2-80BE-9FF2-1685-A408656060C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974F55-B29B-CB9F-6DC1-1D6442433F4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4CEBE4-A738-6233-5D57-67EBE9BD8D5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009356-2450-4CC9-ED21-9DD418767CD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7F15AB-8877-6D74-294F-F061D6BC5E1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E94C80-8BF0-336A-7511-83C6037FD41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325179-4F8F-486E-AE2F-044D051AA03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D3D49B-7502-8130-3791-2765BFA3676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72A8FF-9F56-3280-D5F8-2DD02C22C0F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CC36CA-D357-44BB-F981-CD9AF6670A2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780B07-63B7-7BFD-EBC0-C0809ED7724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2F80F2-EA05-BBC8-EEFA-05DE547BBEE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47B123-A6B1-0724-D785-37C8B9A8282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A18E9B-B161-B4BE-B67B-DACFF3951A1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178031-E95C-991B-24F4-D1873C5E326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D17CDD-5A83-BF4C-6C7F-9638ED31EEE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46520D-2986-0115-3AA8-49246ECDF4A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D41C60-A8E7-3193-41F2-237670F870C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C1D060-2F10-4E98-BFC1-6D5C15624A7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82AD58-F52F-DF2B-FA94-11C2BBB41BF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42484DF-53C4-FCB8-9F4B-5165CE68254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928126-A2B1-BDCF-D1B1-A1F7980DDE7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038A73-A700-434F-AD18-F24402AF3F2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1C231E-BD92-DAAD-BDD7-99F6D5734AE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1FEF18-C507-0FD7-5D03-F8AD8E0B5B5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57FDC2-C2F1-BF3B-31CB-2EC2CBF1783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D482AF-E573-F235-ADFE-39A6F8C649D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FE54AF-2C32-A7F8-83DC-244687C0B0B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B50675-82B3-5388-1B95-750954809E6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1B3CAF-75EF-E851-0C9E-CD289A0E8779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D293AE-5076-8C9E-6FD5-21C0F1ED1EA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D00DB42-8B31-A5A4-C12D-C9D8DE32814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DE5CE4-95F5-C07C-E83A-29E9D6A303B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6464665-EC8D-681D-FF42-857D2A018A5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EDA59F-2344-AF96-A9F2-36184AB3E7F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1A8E4F1-C44C-C5E5-EBA4-AE72C156006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6AE2831-12C2-BFEC-3BC0-08374D7E56B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46894D3-8E00-9244-8FB0-7ACD5AF1200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912ED8A-0485-9B19-F02C-7DDADF47237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824268-C620-9001-50FD-C4458D9194AF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BB3616E-25DB-A237-E1EA-6A94E0526C4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5B81FF-B90A-3101-44FB-07834771125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173498-E83F-E058-2C53-51E2E3830FB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AD68B2-B6CA-5D6F-5F37-D8D61E31A00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631595F-AC37-054D-84DA-23381DFEC455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5DEFF8-AF6B-A98D-055E-050EA1304B7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C3735FD-A914-C2B1-8921-F5BDE365839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AA8707-F3DA-BAFE-852C-C014BE68901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5175F6-136E-9957-0F93-F9851F76C1F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9105BA-8A4D-8181-2C16-873C5EB2670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386D85-3297-C648-978A-46EEE1A8233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998D5B-BBDC-547D-688B-28EB55CF1F9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8198E6-516D-A67F-4B8F-4FB7F2277FE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C3702BD-587A-A832-57F8-978D19D6182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4069FFB-5E54-9C3A-8C36-68CBC8221FF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0DB35EF-8C6B-B9FD-FF64-6564D97CB13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6F083D1-3C4B-6614-EE75-56102173BAF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53F05B1-C538-CD1D-AFC6-5C699EB1D87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F7677F6-2F8A-A6AF-DE80-67C0BE3BCA6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39D0145-BA90-B9BE-E6D5-E53D76489F5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77E7D4-1D39-B85A-79C6-04F051FA20F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85A2BA5-5306-1181-749F-46FE214B3AC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24996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D0090-78F2-9775-18CC-481399F4C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8A8A62-D16A-4139-3F54-E28C7886225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ABE3BC-6875-9053-B439-74E621EF2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8C2DD6-E7E0-0261-914A-2149FEB58A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71B763D-3E78-5A25-956C-E30BE7029C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441FDD4-7EC6-02DC-4F43-95313DFC87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C86159-3AE1-7646-B8C5-6FF3B167565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0C38FF-C9E1-DF83-4584-FFEBA0F6B88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67E76-5793-54E4-B285-201D48AA5B4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21C21-5D77-4206-A4FE-B00182E0BCF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7ECF66-DCBB-8425-7CAF-51E0D45198B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F5F6E0-CAC7-F60D-93D6-B2C1B6FD728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4A0834-6C16-26C0-6FCD-9E906DF3ED8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5CE7A8-3C13-92A8-8E2C-2D62AF95230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E54395-6ECF-2008-57FD-DE6802BAFCD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0A301C-C080-1108-7221-1ACA1387FC3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C5BCEE-FEF3-05CB-0D97-33A4A38E777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0BEC146-2339-BA99-180A-91CE3EE6AE3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6186B4-92D9-474C-61E8-C22BFD490DF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3825A9-FFE2-1474-580C-BCE4C7B5340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82C462-BC7C-13CB-8CFE-0A42166FD64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D685CF-2825-FE39-204E-3578FF11563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1EBE8F-160D-1DF8-1929-F843C0B71A6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5C6359-F100-BE20-7626-03572A5ED91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4E5DAC-A669-AA05-4673-D3038214EB3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08EC17-D220-D182-DFE2-1E0DD211CC4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705408-8BEA-AA00-6110-447EC1FED47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FBD21E3-AB1D-12BA-83E7-A6AE0CA0D9D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DCDE57-0679-9843-CC95-83B767989F9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25BDD0-957F-34BC-926E-FF2DC070C11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89C7681-BA80-F8CF-65FE-66994341B75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28E657-68D9-A0FD-435B-706FCB6DC51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F62CA9-6904-02DF-4C67-F53FD172D91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E4528A-4CAF-7144-1441-4E9309DDA55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AB5E01-01BB-4447-B607-0A443A18158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F8BE2B4-D305-29D0-C112-AE66FDBCD55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B99089-3127-8585-A763-C8DB55F084A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8C77E59-556A-B058-8FDC-454CA9AA966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D4578B5-7FE8-99A1-22C8-DC3689C3EB4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9097634-BBBD-A1E4-FF46-7E5BCCB024E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DA416C3-542E-4996-A022-32F9DEEF3CF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46EB0D-C269-A20E-8EBE-99F1908FDD9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DF03E5A-925A-2429-6468-761EDF2E218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6225B61-8A1C-9501-6F54-0BEEDCC7315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9BCC1D-6D2B-2049-F9E4-E42171DF288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F7F9D31-CEC6-E160-BB1A-07F980C6AD7A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8F52C5-1965-B0C4-0AE7-16FBA69779E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868451A-126C-E0E8-AD34-040B8A4F342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D8A53E2-40C7-5E91-AB9B-EC0253514B0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8E6BF88-795D-79FB-1C69-3EF42015A3D2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6BD3D55-81E4-D79F-A3E7-2B8C02342FE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987654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C00B058-948F-F924-3BBF-06AA1E1DCCD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9028BC-551D-408F-64C9-C83DD99DB00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D8F067B-D009-C7F9-69A3-F3928051C9A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9B861FB-BD9C-6862-52D5-8E898732F31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0196F78-E510-4B89-0C6B-30D030E00B6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43ED04-1125-B592-FC0A-D5AEDEC10C6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4814CCD-336F-AECB-73E3-3E627326B8D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3CA30EA-5308-C185-1E3C-67B9159F27D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3971DB-A7C1-9297-E820-A255622013F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9E7BC42-91D4-E2A5-F082-F0A80490D1B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F6BDF3E-DE2C-0EDB-5B32-847080423EE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359E0FE-67E9-0D28-DFA1-5359F0A0D15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923B756-F1BE-F471-0B09-8612FB34BB4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46478B2-F4DE-0BFE-D752-F58CA31C548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ACCB18-BEDB-B8B8-A714-95A75173E07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EB2F89F-6AA5-2B1C-02DA-8DFA179EFB0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F4F262-BCD4-C986-594E-F0FE0E85A22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6D2A326-DE65-D4A4-FCD6-B6CD7FA9BE8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246DD6-7201-977D-6E7D-83FB459284B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E5EBEF-04DA-67EE-02B6-C67202BD791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95C470-892D-BA2B-9669-1B433CE164E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682217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C9942-AD95-32BA-AD3A-55B48EBFF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0D4D3A-9071-B387-2136-77C062FF66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C816B83-1495-4D05-D737-23E7EEB12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06D314A-41EA-9AE9-52D2-B0BE36696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CA88E1E-20AF-DE9A-388C-EAA230A819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7643696-87D8-73EA-2842-8BE06C98C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3F5552-02A3-4007-D671-A2AD09C6A0B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AB3BE3-E713-1600-2979-D6FDB78F1CA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4D51EB-3F71-F8D1-B7AE-961F71796D3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AD3C7C-F13F-E8F8-A83C-835BA4F8D8B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6D0635-5137-D8A6-DA2D-45396D3045A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2900F7-B0BE-AC45-7924-F80AB2AEE75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C3ACB5-5813-C224-F1B5-939C285BA83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B257E6-2F31-14C9-18FB-3BCD77DA451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839009-DE8A-2FE9-5333-F269C4750B0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D0B5D7-7717-3F23-7827-37B62A12732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FEAA5C-2E0F-7E91-CAE4-4BD10C47B5A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FD8500-304E-C492-F8EC-DBA65794BAD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58675-C982-7003-2DE1-D776DF5EE72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A0293C-D058-B8D7-DFC7-169EF707B8B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88263D-74C7-A209-3DD7-1042CA4AB50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9FDE0F-D880-360A-ED31-45A36D58976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9768AF-E950-544A-7163-5335DCFBDB5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45DDC7-E0E3-5719-FDD6-2A870708E70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89D1980-27C3-7312-2CE8-C1014BB1887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BB8577-4289-582E-5673-0D12FD05B73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0E6A9A-ECB9-086D-F262-3606C340217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DE3F71-5C73-84BD-9360-CE30DCDEA52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649D0E-C527-1DB3-549D-18F51068A34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A9D2A0-FD6A-49C1-92AD-D39AE4A04A5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9E79E9-8653-D6CE-9BF3-226B877DBA4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4048C6-7F22-A1FD-CC96-6F62629241E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06744D-99A4-BE65-72ED-FF10FD7673A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C5BD4C-EF35-120E-D850-207764F2833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40A638-9FEA-5AE9-8161-7290B94558D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05EEC2-C7EC-26B6-79B2-D00E56C2117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8D01820-CC58-E73A-9A9A-4CED62C1063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1466E9-2BE8-B9F0-D85F-748BB076B37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C7D72A1-E709-4B3B-6D10-EDE5C242BFAA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E9524A-4FF0-CBE6-B3C3-C6816064575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D4787E-100F-CA79-559F-C1B546F11780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00A3157-2053-5624-AA8C-D2B55C73A4B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4567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AFDB812-7EA3-5A60-50C2-0AD0893DD8E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C9DF76-56FD-C3A7-2853-11A760643DB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54B773-998E-DA46-1FFD-5D1D56A52A3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73594B9-2AAE-071E-F518-85B1F9CC986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CCEAFA4-3233-30F0-3E38-DD4BCA31123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76B2CE-952A-937F-A6A0-2128CDBFD5F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E101CFA-9C87-364D-299F-0F18CEDCDA1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807AC3-0872-F4ED-7374-F86B03DBFE14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8ADC372-45E2-8F39-5133-CF525CB958B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E09CBA-1B9C-0BDA-C0FD-ADEECA83DCC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A7FA41B-8E25-862A-E34E-B5A4C331F0D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1597B23-A966-7F1A-9BD3-E72FE38EA34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87654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F988045-F9F0-F4BF-50C4-1CD474A03AB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AE0737-D7C6-AAFC-5376-0CA7DC79751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4BE48BC-C840-60C0-A7F4-4C7768BD5FB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0582F2-01EB-C0FD-8DD1-A371F494AB6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D29F4B-0C74-921E-0E3A-3E9D3C97D23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E64356-DCF3-7E41-94B8-47BB27C0499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615338-C6BF-F79A-CDA7-3698E765EE3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0CC933-3E5D-5999-3AFD-A5BE81D0F5A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38C9175-66D0-C4B8-9126-0D62C0C5143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D2E72E-1781-6E20-3537-AD11728B472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120FC7-19B2-3F92-56EF-1F1A37FD8BB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5949B05-CC39-27CC-78C3-9990175E189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3EB4A93-8C91-CDAF-59FF-114A891102B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1F5FD8-C13F-4D87-8134-424708FC312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96C4525-93F1-6523-E56B-AFD164D9213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0708A85-E3B5-36F6-3385-4A6E0DC03C6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180E9E-09AE-E2C2-923E-972BD4C32D0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351360-0732-4F49-F239-D31E534C02B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15262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330ED-216D-460A-F96F-EEE542D7C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12FDB4-F398-0173-80C8-E3C9079CD8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6A115D4-A821-D2ED-BF8B-F70F376DC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6F08D7D-FEED-8E2E-9A7F-6D31314271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7864DFE-DCC7-C646-E6EC-9E6CC16A3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E27C222-6381-87A6-EA18-303CEFC936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6EE379-6EAC-760F-4BB7-A31E6CEA797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3AB1E2-685E-7324-30B4-3EC487AE876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0ECDE6-22D7-37FA-0B91-5CFC6F8D8A6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E2295C-CAAD-9AD3-D85D-2E1577516C7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E92376-FBD5-0A23-7201-75A30AD610F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03D39B-0D6A-EED1-36F9-9AD53D67756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280A23-5848-DD27-F9FC-451731A9BC3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BD7BE1-C507-7335-108F-F3FC453F371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074570C-36AF-4DDE-A490-E479FED9AEC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677A9F-28D1-114F-C2C7-78FA41B0F4D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EA53B4-2947-915C-B85A-263BCCCF113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5B9B0A-556B-F621-3CB2-CF40E17C67D2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35C1A2-75A3-8425-A43A-E90EA80EF2C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D02DC4-3576-EF4E-2B24-C7EB720F43F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E649B7-2D43-3CC7-D2F6-59C1C26209A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B527DC-23B0-2D41-B988-8DFEFD8E563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F17F9B-7810-2CD3-DB5D-F7E7CD1CC7C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A6C15A-76C2-FBBD-ACED-278E79F788B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DF772A-1036-F0E5-BB69-554502C92FE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8DF4F0-B379-2040-4B9B-5614A67A661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3998FE-C7F7-7195-29A5-84B1AE4AB69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347690-94F9-EC6D-1574-AC18EA18988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4C17344-AAB3-F133-C22A-46E689FB938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F2E866-140D-52AC-1F25-255492E9DB3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FA224F-91A5-7860-541E-C0884F2C512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3143D0-4BD2-9C08-6AC8-B3731E7DD55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0A3D39-1142-D64B-EA97-B5F870A8057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48E13D8-37A6-276B-CAA3-CFCC75D36A1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FD76C3-E058-4751-DE95-9F41759D6A2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9E752D-FA13-2F09-1CFD-B1229C2B343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4EAB76-91F3-CAD2-5DB7-E61EAF2CA5E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6B5AEF-1BB6-4B25-6C55-4FD5D3D3E15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2678D8-8D61-4175-D21E-4904BB07DAB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9687BB5-237A-6663-3628-587279D31D6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E2BD829-4361-4F55-E42D-2354925411F8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731DC58-ACCB-05CE-B60B-8F747A9C0BE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8036573-8B8C-584E-E554-61E26DA99F7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6349C64-1095-5F45-F376-949865F076C6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8F46121-AFDE-BBAB-CC5A-3386890EFDA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11ED3B4-C5E5-E3F4-69D6-299719451E6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1952EF-2025-0E03-F1B5-EF57A69037F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AFA2419-77B5-9C77-DDED-D765B047880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0C18FE-4C64-5F20-A413-41FDA1AD0B9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1E16834-E7B5-610D-2DD4-08A3666BC2D3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87FAC50-38D1-0689-5228-B9C90592107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D75BD15-543B-1009-B9F7-DE981232EE90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2B636F-9A74-800C-4A89-BCDF399AC5C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ACEB976-3733-150C-CA00-E62B8751BA6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F1C6EFD-3DAF-9E7A-306D-34D209B0B7D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6D93B76-07B7-3C38-EA58-B4D20EEA32A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576777-5BA8-94BC-E267-22938BA889B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B4A102-C4AA-DC3F-86E4-447FB5F93F1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9D41F3-AB9E-FC17-ED3D-FB1C3CC4B74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A2CC78-1226-B2D1-FA95-869E788BFC4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1F8B3A3-26D0-B2E0-D0B0-34A69934EE8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03F8E8C-02EF-FDF3-AFC6-A942409A02C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C5EBA63-4F74-19DF-3AB5-8FFECCC3E94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598B28C-ADCD-B5AB-785A-9E3BFCA77B0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3B9781-D0DC-0380-E918-DD9CDA4C2B8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63434D-0E3D-9497-09ED-870ECDC24BB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B26FA8-BD37-3D8D-18C9-D97CD61EF70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83263A3-A1D1-C25D-0BED-499A0327EA7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79B2342-7D04-59C9-5EBD-D517297057D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DEC62F-16D6-5789-7DAD-EEF935EF4CF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AC4A54-F5FB-6769-22BB-DEC073E56E0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90A7498-3044-01C7-7FFC-4F3D65759BA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285598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18F92-357C-A14F-98B3-7E1217930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D0A063-308A-3D39-80D7-45A789697B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F75612E-A8E5-D178-8842-80C78A31AD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CBDB72F-2813-090E-668C-C4BCA3A3B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8A64680-A3F7-29CD-9627-F87412C934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716399B-6C57-0AEB-8BCE-3DEDB349B6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E9B355-0276-AD8B-564D-36821FA55C4A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750DD9-785F-15A2-3E92-4EB85A82FD0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505A9C-DF4E-A68B-0FE6-A0738B78A2B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40B7A2-2EED-079D-EB7F-BC33345E640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D3074F-FD0E-5C75-14A7-0F24E588B07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AC01C-B512-EAA0-EB04-F258CACB201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EA3E30-C6F3-151A-751B-8D185A09C22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2F7B4F-BE16-6A25-1662-898F7BB76AD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C8BEC2-9A55-3B70-781A-90CA713E947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FFBF28-4C22-66AF-ACB6-6A05C916A8C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EA90AC-89C6-F378-F286-C2611520775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AD971B-2C31-9477-FB72-EF6B8A6D334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342018-135B-0A09-0E2D-2E2CB49A06C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B0E476-5B59-1604-542C-76AC3749469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C4007C-CE36-0F6F-77EF-D26606C2712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6A702FD-2B92-4A75-9CE7-ED25F9328D6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58C307-83D0-35E1-B6D4-12FD9B1B418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5687DB-87AF-ECAD-FEB4-19508D8F63A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D7EC593-51D9-84F3-5626-E2076D0E7E7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B37470-6B4B-A372-764B-10C143D9320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6E0F0A-72F0-3E0A-263D-9D85311AFC4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B7EE9F-93FE-8833-A4A3-A98DA9DD076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18D5FF-D4A5-BEBC-5573-67A1C683860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FD408A-1D43-825F-F273-4CF666452EF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16B2CE-B077-7E0C-8F67-96CB65917A7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F289D3-C866-EB64-83C2-9A99F8E6441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B7BE92-46F0-8B10-A4FB-9A106214957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DA7F60-0A99-E96D-B809-6B2E5F13C85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40AF1B-9A3C-FBDA-D4AC-BCBF3D4DCCE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31F447-AAE9-E7F7-B5F3-0105CDD828F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038C37-AF1F-85D2-FE41-99EEBEBC036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E9ED2EC-EC90-9F2D-8042-C97EDDFCB003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6E9824-3B5A-6CD6-C0EE-E8C44DF78BF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9A9E9B1-F11F-9558-6CED-53557816A31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A3EA1B-8CC8-E1D8-91D8-7CED1AD9E8D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7DF124D-A662-882E-1969-6F1CF33BEB3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1D3789D-5F2E-195E-B521-5324D96FE56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0F66470-40B9-FE2B-2D87-F9FE7BCF5E0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E83DFD0-30FB-3238-4D08-603DDD8D40C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D76D316-72BC-1D15-9077-2DFB3EFD3DF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CEC259-9D16-3995-2941-9287A9A1705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AB0470F-DF74-0A94-1FCF-DC935C3207D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BBFF0E0-8500-9C13-1157-84AEC7343E7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338BCFD-3021-A59D-D37D-1E6B0010DAE4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BD672DF-9398-6A21-C21E-89E16422057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2F2F1D4-EA7F-08C5-E354-F0B86AE83F1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C32DA7-7CAD-0D2E-B8F0-0A08EE80AD8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42EB64F-7A7E-C44C-D574-6E00E50B116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CE60B4F-5C41-FBF7-53D8-663EB5E6122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DEF4A1-685F-F9BE-8329-5FE090FE5F2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04ECE5-7EF4-5456-19D4-7EA6C263001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50C6E5B-5FE6-0E8C-1FB6-9CE3A71AC65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EF031A-DBB6-BE40-90F0-7E4D87BC98F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2ADCD53-8E8C-154E-64A4-38B0F2AE8FF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E107A6-7D40-491D-2497-1070D19AD74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7607277-2199-B6CE-89AF-BCD34E195AC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6383CD-628B-3ED0-7BEA-1070EBD7D03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C5FEEE-4954-379B-BB09-F3710FF3CD3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DAC22E0-433E-EEB0-2983-5234E52AD8C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6232BB-C20D-A51E-E845-02CF6E2E9D7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FDF0078-8BE0-5271-13E9-D79C7E9FD3C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C1A3D1E-F060-2384-1047-42E8A2E02C7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FDA321-DC46-D592-92B2-E4DECE3BBE4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7050C13-2D35-6C08-0378-D761095DD9F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4753BC5-F2B5-3A00-D085-2241706A31E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37CAEB8-EDDD-31E9-835D-8E0362567EA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9992872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ED55F-37F5-366A-8F6E-8CE321774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A77C0B2-BB31-8B60-4CA9-E83DCE87AB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F463FF8-E728-5751-7408-4103C546DC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86C8DC4-F37B-31C4-C8AE-F8B69F493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E227D5A-930C-C1EA-5B2E-F97D0A234B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9BD64A1-CE49-A6CA-7059-0A8C991024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11A0F0-CDA2-9E34-B42F-8872A83FFFF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248CF8-3A92-61D0-C9C2-243821F1BC5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CEAA2A-E9FB-3AD0-F940-1900F341576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0A9C59-5028-7335-976E-1D8525BCD7B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26EEEA-66BE-CF48-2B1A-347DEE85F12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76E7AC-9088-84BD-510A-FD97E2B1595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82E34C-070D-C9D2-CE4F-4FDAAE6C76C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0217D5-D29D-ADE1-2324-6847872A3F6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510CF3-DB0D-3630-2C86-8ABC0DF1790E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C9E0B5-8EF7-011A-691E-5237D43A915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8B3D42-8389-BD18-1D8F-91D8E523332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F6DEBF-6B9A-B0AC-014A-C6A808B8201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B8D252-02E3-76E2-3FDF-84C1602FFED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8FDBC3-7037-5AF8-B6C3-48DCD825EA8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A7B919-21CF-5A0E-DE56-F3335713768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686347-7425-2D39-156E-EF5CB779A49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160204-3635-08BB-3D92-CCC5546BE3F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8886BE-F38A-82BE-4292-EDC93A849D2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E20380C-BFC4-B076-D8FF-069D7804992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31ED6A-3CF0-0E2B-B5C9-D1C0DA76296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3852C10-93EC-0896-7B13-B599C7E4B13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9EBD7C-603B-E843-8ADA-0668EC90E1E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FD8F78-2A95-50BC-8F62-5E10ECFFBD8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52714C-FC32-4FC3-02F2-1B918182585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73CC1D8-8FE5-9AA3-34F9-775360E4382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9E883B-AE52-CF79-5930-71B726B24A0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F669CB-84D7-13DE-7AE4-943D57F04DF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FE142C-6AC8-9174-C1BA-E2C84BC183A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D37523-8EB0-4589-F445-290AA567E6D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65CB29-2AE5-9787-8EA7-082D19A2FE9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0DBBE4-5C51-82F1-475C-783F8A034B1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AC07FC2-CAD4-1DEB-AEA3-76CFE71DDCF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3F693F7-0B38-54C3-D176-A807D6A5603F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58D94F-4DFB-1364-B558-DA4E04A8F57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443313F-3333-B8D5-FE63-32FBBEF57EA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6A70936-21BA-E6C5-B408-82B231E5420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BFC14C-71F7-E26B-536F-2B8A23983C6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ADD5C94-763B-1161-8BBA-A554865E0D5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662C60-B890-A801-1D9D-738DCCF8F81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A6AFC82-7FDC-D825-E55B-3C6499A375E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8A3E473-22DD-A5B0-E30F-E4B7D034A21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515BC9-E96C-A54C-3EE4-B9C39AF8EB6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5F36FE-7C66-E681-7A3B-7AA2B91B526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695C254-D9A4-B053-215C-5657BBC20A5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CA78D7-B0B6-B961-EBFC-B82C2375E57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75226D-8CF5-6298-1E85-47254771387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3212B35-905E-BD1E-3DC7-60307D81EE8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84E629-BCAD-3986-EBC7-520CA8651AF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5FE8E2-54EB-8D48-D238-73B7E56AB27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B6424EF-F93F-1C25-45CA-A824FD4A87B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905266-7126-0ECC-845D-82A5589B27A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7398CFB-39FC-CA0D-14D0-B24FD53A666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D140B00-275D-508D-9460-E72D0F11E9D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C218C81-82FE-6D1C-95B6-25CF58BCAD9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E8180A-75F6-64BE-D108-057FA150D70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A5DDEC-2CA8-4272-AFC9-FD51EE7E73B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74CC70-9EF4-D87D-62E9-220864DD5FA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7F0E9A-56D6-D071-4D9A-81EE15DA07C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42DC4D3-AE85-39F8-BF12-6D0AA2E1236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6B2C86B-7DE7-022B-C00A-B09C142A073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511D3F-80C0-2D60-9772-E26BB45C551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EF964D-3148-6040-534B-0717E5BD5DA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9169E9E-EB7F-C056-A3DA-6B1497A6371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2061B24-F6C0-9635-3B75-A862215F144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3B2124-6BF1-4686-5218-AAA9AAB79E8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F70227A-AEB3-8B34-98A7-8743B6572EE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773580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CE96A-B143-E15C-D1AB-615CFD6D7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E0975A-FD0F-D33A-3927-531151BD54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D3BC93F-1906-549E-8029-F63C6E9E5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61C2202-12C9-B4CE-FB82-04D3CEDAC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55D8142-B802-86BD-CEF3-2369050D23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965D8BA-607F-7FE5-8ADF-B5B04EC844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59B842-DFE5-7372-087D-EA7EF84F7DB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A07C89-99AB-E8EC-D597-26221BAEAB2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534A5B-7E16-0D79-EB17-7192E6CB603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D50C25-E0A3-6164-179F-312F24C3EFB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EF28CA-DA59-F1B6-A20E-5C1AEF4925D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F8C0B9-985D-0C6F-6942-16194FCD82F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63143A-D260-454F-977E-F4247EE5EDB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0C873D-77DD-08F6-32C4-1CC3A5AC6B0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A54FE5-05AB-0A79-40ED-6F1DE6A22DE7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081310-470C-8227-CF65-9DF38E18287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EF9E3D-A490-9094-CAB5-47F5DB947BB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0FE9B39-E363-A52B-4FD8-186FDC08D33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00ECE7-72FD-E861-9832-CBC3416F115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68AD60-6137-BCA0-8767-571F618D406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F33A89-44DB-BA2B-8899-1F1EF8F4925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78E2D8-70F4-93FA-EDAC-9D2B86D1777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124A29-C8FB-22AC-7CB0-02F6DC0D8B8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6E754B-43EF-12E0-43AC-0F33E07D1B0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7CFB3A5-C251-5FFA-2FC1-145FC9B66BE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2067A2-43E8-52C0-3892-8BCE19A2500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157C7D-31A2-1D0A-5678-7B058EB7F92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1CCAF6-4A82-C669-0917-A8412904510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A2EBE1-F558-EA28-ADB7-E7C5A7B018B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BD0117-1F37-8CB1-19B8-02582A34D32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2F2137-4584-8051-829D-CCDF90C8860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157E16A-F4D1-4E1D-252C-4DD7AFD52C7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3E68C1A-DDDE-6D00-DA1F-839AEDCB89D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FBB6BE-2B19-4BF1-7843-989FC9C0732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7EE6C71-5971-0AF5-1EF8-ED24E41D72C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AA9504-84CF-625E-D0C4-5BA889F7D9A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0B80BC-67F6-AE7C-0CF7-973EA1FFBE3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0FD06A6-C89A-E578-208A-1DED99111A7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BC9D43-F532-9C1A-14E1-13B5180B6AE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EF8ABA-407E-DCB7-2234-02B898FDE19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1C27E1-6770-E225-1210-488CF60C2D5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127780-7E0C-F0F9-FC3A-CF6C142FF8F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F910C2-7ABC-4A46-42DF-01392D79F13D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4205CC-DA8F-CA02-F674-A8400C5E1D0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14DAC9A-395B-521E-6BAA-CE62ACED239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A5A48B-2606-FF3A-ED72-448B3F3612D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20204D-0EFE-BB5B-247C-2C1B506F898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177CA3-9F3E-0AAF-65DA-8382FA5754B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0DF1AEF-089A-3B8D-581B-261C6FD898D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A91F2CD-91E1-D070-51DC-236AD2F6DB2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1536B3E-49E5-2CE5-3F42-3AEAE3D13D3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CD75D79-1527-DACB-7260-71AC323A1E3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BC904F3-D674-75A3-24C5-9E4214D883B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7CB46A-35B6-A2E5-E6AB-9D743E3863F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7BA7DC-3AE0-8A5F-E95F-2FA3FE94338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7FF17A-9A29-F59F-70ED-4D024E06285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DD4454E-4CC7-C124-AB41-C5C240FBCC6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246B71A-86CF-F575-462C-41AB3137B4B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089FAE8-D348-F856-DBAB-CFD093C5D7E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BB53D63-5C38-3BE7-B37B-A33B979A1A8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7A5A41-467D-6304-8223-01DCA4258AD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D353946-4587-D43B-ECCF-25C73C1033DA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59107C-FCAC-9B89-296F-56E6AA7F70A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4EC640-5910-2349-ECE5-79B03BE216A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7924FBB-5C06-7B38-F128-C99828F56E4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E21ACB1-2F30-B251-1285-E70653DADBE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3F7F6B-AD79-22B0-12E9-5422755CB89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BEEF435-EE10-0A8E-00DB-EF6238FAC8D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67D24FC-597C-0CF7-48ED-02E66D835A4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CCF42AB-5BCF-6660-64BF-5ABD8ABD821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F09194-96D6-DB02-2F2E-F0FFF09E102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403C4C-4488-4202-1941-6D528FE875C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56400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94BA6-3DE4-1F9E-5E75-9D64EDDD7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471273-1E07-A8D3-BDAC-54A98151EC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Columns 3–5.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DDF12E-E1C5-8E44-B3D6-6818F21FF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76FC0A-4166-CF54-97F6-30CE6B2C12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35D0498-BF8E-589A-BAEC-58BB4F0461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739AEAC-C00E-4D59-F867-58221DC859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54CC46-2442-C412-D5D5-ACF4CC1E47F6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7C8358-2121-490E-4036-D73BAF674C9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5571CD-18EB-2064-4C79-A965290D32C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9E4EC5-C51E-CF0E-28DD-14D6187DC37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7A623-261B-01C9-C01C-EECDF3CC2AC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2C1D68-5779-668E-F018-5F2C50ABEFF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0A29FF-13B6-558D-F2F6-1EBCBBDB5D0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0F955E-89FF-5048-D2DD-427C8B2441D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14B08D-27B0-86EE-1A78-79EA316222DF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4447E9-EF10-5C3D-D487-89801F2B3C4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23B69F-E7D2-AD4D-C4A1-B659B7AC1F73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5853D7-FB7B-7878-B5C7-77BBF631F0A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C3D91F-B24A-76E6-0969-9F771DBB68F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1532F8-7A6F-C746-4AFC-E67654EE48D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5A00A3-3687-3DA6-41A0-AB9F24B87D6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F02515-D982-3731-BA82-8C3C49E0274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AAECD6-473F-F40E-87C3-4AE5684374C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C26416-6DBE-6C81-776B-0C851CD672E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71461B-85EE-5EBE-A876-2FA87848960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DDB845-6C41-E051-2C20-CE02DD2BBAE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7A897C2-B9BD-85B3-E57F-906EA2C816F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762A2B-2D69-0E56-EA4A-798B3CD2307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C2BD64-CFBD-1E8E-C0EB-90CE8FD36A1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D2FEC4-FF1F-A5BE-F626-1D5B7D3EC24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1C4FF4-4C86-852C-F518-55B1400D5F4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438833-2B1F-A875-DCF3-B96A703F023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A20394-47C3-595E-BEDF-850931BA4E6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C9136B-E7DF-8E33-F8A4-A142D48A907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6A1D17-D01E-284D-B1AE-2300046B4A8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76881D-2FA4-DF44-B6B4-80A750841A7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EDC451-6010-11E2-B5F8-71E6EF2DD90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9EA8E6-43E7-4935-C317-23F58BE2770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E488FCF-3E39-E24F-EA3F-F70DD1DDF60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15BFFD1-3EEC-BD24-F9E1-F36E2B303D66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8B5B4C-0D19-B671-F613-43781B45882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C6BFD5A-E806-4F60-3F3E-9B1B3BD6A06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C22B6C-2F68-52DF-0D93-20355A1D0A3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1FFD73-CCD4-6C12-CB38-40931ECCCE2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993DD3B-802D-FC44-23EA-BF588BC0261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112C35F-8369-B1A8-7DD5-AC4BD5C6202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A44FB0-24ED-F85B-CE1D-0EEC49CC3A3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C8B7143-EB78-715D-8A11-6A619FAFD9B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BC5270F-F470-4135-74FD-3B86801138F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DC98506-6026-497A-5960-2C3FB4E2614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FDC7914-AACE-F735-7AA7-16CF143E03E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9206C6B-31C5-3318-93AB-F35E164BA87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74BEC9A-33F3-D2D1-C560-16DB1FE5FC7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76B0F9-5CEB-114A-E734-266449C7DF4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FB72AE-646C-29E7-1972-9FD4399334E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D22701-558F-114B-8757-B02BB80FA60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298E2C-A890-3E58-895E-9A39C2DB056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DE064A9-0752-556D-5BC3-F4E3BDBE446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9D63CB4-1FBA-3CB6-FF54-67B35111D81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83AA169-879D-9F68-1432-EDD48F586EF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2D8B7-3F90-A02A-CE66-BE199EADF9D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769DE4-2D57-21DE-7D59-B3B479CC111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580804-FF8F-6EED-A118-AF972F93023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C0394B-F618-F2A6-6308-F34E6ACB120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9AA087-E461-1EBE-F14D-2F323ADD4FC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D13E706-F831-E5D2-B871-88A421D74D1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54FC65-D8A9-EDC9-A3E5-F90315442CF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E02260C-B130-9C0F-36F7-61C7F5CA93C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B4B113E-5B3E-2126-220D-9526CFEA5EC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DE6AF98-70E6-9F32-17A9-0BA6BE48907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EB25736-40B7-2EAB-FD17-E57C1BDC2DD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C48472-43DD-18EC-B14F-7B4749F352F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4A4256-04C0-15D7-59BE-31C2E12901E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B71209-8D92-E57F-F268-39924A802806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7A8ABE-6160-FC6D-0A79-955C190EBDA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66A61B9-E8BD-F42F-224B-6F33C4342C8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E8A789D-5D55-EB01-00FD-AA99F4DFC8C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3D5A016-D7CF-641F-E66A-0FD3E0DA81F1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3F3EBBC-63EA-FA7C-176D-914F8E423AC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946E05B-52C8-3ABC-2194-81A5E2C75ED0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7FBDC9A-0590-6796-9DC2-C136F2D54E5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3579</a:t>
            </a:r>
          </a:p>
        </p:txBody>
      </p:sp>
    </p:spTree>
    <p:extLst>
      <p:ext uri="{BB962C8B-B14F-4D97-AF65-F5344CB8AC3E}">
        <p14:creationId xmlns:p14="http://schemas.microsoft.com/office/powerpoint/2010/main" val="2915502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BFE32-4C30-BD9D-D127-055F9EF69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ECC9A4-81FC-944D-7914-21B51F582C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85447DF-3ED5-CD1B-59CA-7CE47CC87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B055841-DEC1-1010-48FB-4719606FE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3B64F21-CCCC-4229-D3BA-43588B9F81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C0E865B-89DC-8CBC-AB72-DD2AD6AAE5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43B246-8C46-571B-477A-5908D01D404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50FB76-F3E3-DF13-271C-6406019E2CB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273AB6-7914-48AA-EA4E-499AB0C99EE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F6C79F-F883-2CCE-D5D5-791D94143F5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E2EAF2-882B-8DFD-B2BC-943EBB45151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3CC43B-27E5-A770-B03A-ADB16E40C0E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5951CC-C59A-4846-1E6D-FA3BB2BAFF6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D622BFC-73E0-CB77-9724-A98ACC68D64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67197F-CDF4-F605-CB34-CD1768F36D9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839EBC-06C1-381D-97F8-713B3CD7FC2F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128D7F-2150-85EE-996A-DB8E2004899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AE735C-E2AB-598E-7BFC-9D6F60E2C80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0DEB3C-0A33-F788-9466-6B95C5252E0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8D109F-8D46-E0CE-43FC-C8F699D57CE1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AF39AB-10EF-F877-FDDB-D0C2E9D4E17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C03458-A040-9EA5-97CE-761CD94E003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74613-0FFE-8876-EF5A-C6609BE5FA6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6E4EC6-8715-9ACD-6A52-8BF23018BD7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587D03-DD96-E434-D7B8-49DC29E26BC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275B7A-A586-C136-3AA2-F30777BF04B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F5B1586-E2DD-1385-E9E8-EE7CBFFFA79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A0F90A-C1B4-C41A-2DD4-408425E338D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7FA8CC2-226C-3B60-166E-CFCB7B03C18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CB0546-032F-36B5-607D-1E550D687D9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D3E387-AEAD-B3ED-230B-099369C68DB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6926F12-E676-D23A-A01B-4B9D4F63FC5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677FDE-7AE1-78D3-DC30-61531D4E66C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EAB4E5-8E73-C885-1B4B-A225BEE9230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DEB9884-B4A3-2478-44C3-48D8FD8A565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F331BB5-DB21-FBF0-440C-77C32AD0B7A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C5CD14B-E40F-D025-0A76-DF3D1E82483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56046B-D965-6DB6-EEB1-7ECB9D5A6FC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13B68C-FBC3-B867-FA4F-EF8B14806CA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2A4A4E-E603-D09D-B540-BCC560F1E544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DEAA6D-ED60-61DE-C338-9763169C915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7FDA5A2-D20C-456C-C302-2F75EF60678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8D4DA60-23D0-271F-04D3-288629E939C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9402B7-56E4-0604-6A67-2E13A6F647D9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233FA0A-0127-63E3-28F1-2CD2A0C05A3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63ACADA-F1C6-226A-CAE3-AD345DA6428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91BF32-39B6-59AD-AF46-17B2C6A1C7D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BC7C6EB-DD17-3853-2034-7845ECAFDA4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1E39E7-5384-9F86-D3E5-90E125DB202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7AAAD4A-42B9-8C9B-DAE8-49E6AC18B02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C34F496-551A-6F0D-AFED-5A3222D3752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B903424-0687-28B7-864E-6B514773994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C1FD9F4-ECAB-1294-41BA-7BF5B9FE90D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90E4FC-7365-65B8-C1DA-8B817C8DA43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9A62F9-3898-01F3-C85C-C0FE0F14ED8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C120B42-9AEA-3663-7F44-592620FFB43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D52356-0D9A-5348-3B13-1A703B6ED28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C0F029E-9E73-7851-A492-459D51E69D0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8615074-BA17-6A31-6942-FF08877E5B8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F14FD4D-EDFF-DA4B-650E-DB041747640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D592A38-FE03-4902-46AE-A46DE6E8ED8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D2FD502-2E14-E8E0-86F4-96D3FB99BFD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787674-AE79-F561-4772-80B40050D09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2A13591-E955-9890-4AA1-9DD40E0E2D5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1BDE37-36CB-BCF5-966E-88DD8F7C3DB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B2BCD03-C1BE-6F25-40B1-F01660AF9C9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E5C3D3-911E-7C15-7161-472076997F4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1984D50-DD74-2AA7-AB07-67ED18F722F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44C66E5-77E4-366D-43D4-7E38BE8CB51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69A94D2-29D7-A0B8-19DD-A679111CCE5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7AF000-4DBD-779A-9363-F8F76C6B8D2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5D57EC-2B40-EC2D-CAB0-B43E86B89B3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D950C5E-2D6C-DA65-3F70-1AC7A29BD596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334E58C-FA78-29B8-9970-6DF53B9A8FA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49CF29-3F65-C242-C2D8-DFFCE2974F1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6412748-9ABD-CFEF-E299-C166D10C782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49790CE-3C10-0384-3110-6E66E3F35F87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EB942CA-0054-88BD-A65A-684ADC02A30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4725913-9F77-56FE-A387-D3F593F6737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426A658-EF42-0758-B463-481E9B3B1F8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E68EC36-6FA5-32B2-B685-A13B4909855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181117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9974B-25F8-FDF0-ED22-CBF2F941A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283447-E355-DB52-6EAD-20E793C20D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7C076E-D8C7-F11C-7F43-745C29FFB7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515F9DA-DFCB-1C06-EF00-D758440B5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3031A88-09DF-DB66-694A-8499CF22A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AECEB84-3425-2E8C-33C4-A7CA4BA386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AE6D1E3-FCE7-7C34-9B55-3C68D419F30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62382F-C584-13A8-5B02-0770D50635A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9D363A-3B4C-6B42-0545-E15BEEE1DBE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B8356E-9BAB-DFB9-CC5A-A7B35747114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4E9461-8969-7695-5C9C-9D3D9F0DBF4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F510E0A-27AF-BB4C-79AC-8AC51CC8F45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66ED19-BC60-472A-719B-91637BEEB9F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48D875-6678-90C3-E9C6-9FCC8F796E8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6D7E5A-7030-464A-3F8E-479E77171BF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2C51A4-E1DA-07A0-1423-1CC1EAFC67E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013123-CE0D-DF18-378E-78236A35DC27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423D1F-4F0C-C4EE-C323-76E07BC51FF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F53BAC-27BC-BE56-5C74-B56CB10A7F1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906FD0-53F3-007E-5E7C-30208051825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A13BB48-5FE9-8F49-433E-0CED834C3EF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FAD666-BB70-DA3D-E62C-17DE5D9E1BF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5F4F70-D0FF-6AD7-A240-B03DD4A8B0E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F3824B-C615-CFDE-5B32-BCA98BA4B663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45BF17-2254-8243-5D57-A162CDE134E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FA7105-0611-3CAD-4F72-D230B5E9068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6DA4B5-C3E5-8BAA-2355-F58DB4E8428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F7F632-A947-6ECE-BAFC-C7846931C35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B06DECE-F57E-4249-A33D-6CB8732A874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2FCE1D-CD19-B829-C24F-D87D8230428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B06653-12BB-51C0-C79A-EC1B38337E9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F492FA8-F671-7938-6B3E-8072757048E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54FE51-8AFB-8FBB-3979-1349B948B07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5CBE4A-A5FD-EF64-C796-132C9219973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D71E1F8-B397-0D76-CE42-09F17CF94A9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3E56C5-9EB3-A161-DEB1-3BCDA85483E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AE9A70A-C6C5-6A8A-B597-17A5DC57570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67F6A2A-17CB-F2B2-ED7B-F68638D4C62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5120FCC-96CD-4CB0-64E5-54BF33513C1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25EB99-3DDF-939A-F266-4A6BE5A9B70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F15B692-795F-62A4-0D65-69619153F66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E873E3-3943-75CB-5B53-B329F87CFED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2AA4A7-9A33-B00F-47AE-D29CAE86B96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8B9739-C989-6E1C-3477-4B8383D09545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3F7230-0DF0-F806-AD02-02EC161F938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CC3615-CA5E-7B22-FC82-EDB0468768A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38D8E1-7867-42BD-7A82-52E54105CE7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2DB0F5E-DBF5-8B8A-EEE1-C740DA1FFA2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F982F13-A4ED-1721-7AA5-958EC390BAC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A4CDDEF-5DAB-4688-D6D3-335F715C8A7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009F041-B053-4A2F-B8C0-C1AAA6C4A02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D3EC2A0-CD1F-47A5-6F54-648B628C8DC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17C67A-F74D-F6CD-0CD3-7E5D451A803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9942F1-C489-F781-2F22-906F54C1A74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9B1F72-30D0-929F-419C-ED7D109EEBC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42B669-4430-F2C6-37FD-81FCD7112BE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77CDBE-7B3D-0D2C-CF28-153642BF453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2E54AF0-45BC-6E1D-A34D-E7F7E717291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2D426D2-8009-91F2-CA56-DC29EB35E05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7D089A9-1BAC-4F92-FA62-678BCB02B2A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0CB5A1-A4F7-0ECE-03B7-CC0930CCDDA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BC7811-676C-A12A-2507-28B15F59134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40BE676-00CD-9888-9A4A-DA2A0EC60EB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685972-867F-2A79-C02D-526D0DD605D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750208-CED2-7101-0644-65318F4470B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C2C2FD5-C9A3-80F1-AD82-89FBCEDC59B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FF7CE3-8034-0C16-1C38-02DE2235F6C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F3A30B4-032D-7C4C-DCD0-71DA32014D9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BA490EB-80B0-5A8B-56A6-7BF6A5FBB77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19846D8-CFAF-9502-BD2D-0B0592B11D9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49F8964-CB59-E063-6A6B-55731158C35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F73439-9D22-54D8-34D2-E0A193637CA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A115912-64FC-95BD-6D1F-F9C7F4004D6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44E6D2-C9EB-EAB2-1FA0-23EF83B096E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8739F18-DD9A-7DBD-A004-73A2AD146D3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0BD7B56-571F-7E50-638F-895B4210C11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2CF2876-F2B4-B554-099F-60E8795A6183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35527CC-E8FE-996B-6181-D8CA6CBDCDE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DD74CD1-7E94-EC34-D8EB-C0B19A3074D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3B4A88E-2548-655E-E6BC-9F39FA6D976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3E0E73-7F2B-3B43-EA89-7AC00E7D8E5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79803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DA9A9-4809-18B7-5AF8-D29BD1FB0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2475D2-BB38-F4D9-C421-645711E7F4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8139CD3-D8BC-A344-A5C5-D680998D3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B2CAABF-AC63-E315-CB87-C3A1B71EFC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75A2CE-0434-5C50-14BB-1B5B194974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AAABA11-7FFE-FE32-AB5A-AAF44348A3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D735A6-0C81-6166-3FBF-2E9D366C6A6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FFD677-7E97-D7F5-1259-1DAE6C25D32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500DF-AEFD-53B1-64A9-535797EAB6D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658DF4-E332-93E6-90E2-3AC90AAF636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4064D5-3AF1-2FF5-70BE-CB9641BA00C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B2FD8E-221A-36A3-6312-3C70BA9078B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B67B4D-EBDF-823D-B298-0A0320E5F6C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269E3C-B3E9-E96B-765F-1A684246A82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0AED62-FB58-4EF2-B3DE-8497152A047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F0AF96-293D-1865-8552-0D8267DED06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DCC7AE-A7A2-E9CE-11A4-9AD32364516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736AF1-8DFD-8941-C635-8BD0E890BA9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EF9722-DEB7-C1E9-B8DC-43E66722F4F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DCFFB1-19FE-5854-B562-5D3B9339619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4D4F1D-468E-DABA-7614-FDD92757A04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C98E904-DD2A-C551-19EB-9220809C49A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68A6C1-5064-3315-70CC-5E8BF0C56EB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9881C2-0137-4F60-9B27-20F3BDFCB90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5AA692-251C-0E4E-6348-2E16D2E4464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048E5E2-10EE-2BE7-4E77-044F4300673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C65FC0-3A86-F6D2-C0F7-EDDA169A667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D48095-E16B-B63E-630A-B66D6A544AA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DEB048-4F48-6A1C-80DC-230AC27E928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7AB660C-07E0-E926-AAB0-95F7CF4851D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A598EA-1EE5-6F4A-1E7F-5A8429CC64B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38C7ED-E30A-E701-E4FE-A633FD4456D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85CEF5-965C-974D-07B2-2A4909CB3F0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02C335-03BA-D361-0F83-FAC75683F97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ADA4C0-7B16-2C75-0515-2CE66900681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039D3C1-EA4D-FC8B-A049-0FD4E698A86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EAF620F-2A7E-E7E2-1052-F678C78CDAB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574F004-D5CE-2AB6-52AE-F93C2B3C7BD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0375E4-2354-B920-DE18-21AA94A09E76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8D0611-E3A3-067A-3C35-ED89EFE2CF3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F9AFA7-D2C4-FD3B-561F-766FDF42632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817B771-1B2A-36E9-B72F-3C01378D998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F45C659-89BB-5AE7-8485-6195A676D5C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1FE14FC-EBCE-87A5-0EE3-3A10A0751E0C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6B5F35-5884-60F7-A3B6-14D71294597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62E281-BF6D-0364-7847-3EBBAF89959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780A3D-807F-9A7F-316F-F9324C34BAA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86C42CC-E1B9-3719-6907-CDD70B3210F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B2DB7CE-E60C-63D5-BC36-0343776DF96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E502955-3805-D077-EF9D-64D4D9A050E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4CC993-8EC7-224C-E383-9CC163F161F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FA57241-6AA5-7CA4-BC09-F2A5F75BEAC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F56D23-DD0D-E1CE-06B2-84A7D0113B4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A85B88-55E1-9D31-C762-8C3EBC98AE0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CFAA13-510E-D72C-BD82-6C5A10539BF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E5E2EE6-CA93-D0B9-1AF9-7A9F01E4A78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E70027-1DFE-1BC4-D817-EEE606783B3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7ED86E9-01FC-B51D-D890-4288957AB60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430F4C1-F134-36CF-59E3-28E8CC1EED2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A69AC95-8A60-DD1C-BB8F-4CC22F226F9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70CE228-FA1D-F562-AED3-2EE63EAF81F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659463-50C9-04F7-D74E-576BAB2D3BD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C83466-2CD0-619F-1C91-C30255951E6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FE94D8-8BFE-541D-0B3F-C7BBB16D618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FABACAB-6D82-530E-ABC5-6C9C9591DA8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72515D2-6090-0B17-C870-2D2C429FE9E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8F79B3-A625-5014-D1AB-65258016A76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4B8C134-F368-94FB-8314-67178EFE93D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90DBA4-2ACC-1E16-8503-A415F80D0D9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1C3A885-92E1-1398-17A3-95EACFCB0EF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E938F3A-10D1-F1AE-A7C7-CAABE81690F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1ED80E-5256-A802-C152-12F9F6C8D62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DF7913-C81F-EB2F-7E0F-FBEEF33CCA5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4002410-E69E-67AC-9A47-195858D7060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BC72E2B-1089-5E50-1AFD-09002A5601D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2584258-E66B-36F2-2D20-F8A8BB9FD37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B8A1ED9-BCAB-58A9-2CB5-296B050A1D0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2CCC46C-17A4-683E-ED86-610DB1897AA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F695C2D-8602-A220-AC5E-B7B8F7EFC74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FC38F3A-BE2F-823B-E871-FB9CECBD25C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A19220-6CC8-0C37-0652-0C017043391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627174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1FF33-611E-E83C-2F72-0634085B2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A42DFB-5F37-FA7E-EBC8-A025A1CB24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in upper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407A7AC-2324-6A38-77B9-D73A43BE2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C2D0012-4D53-DCFB-3FF2-D6E04A81F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46EAA4-71A8-DC42-3B84-D8130072E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6D876D7-53C5-7C88-48CB-3A9C27717B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BE8C68E-DE87-5BF9-47CD-1655EEC3D32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B68095-647E-69A3-507C-F00869782A5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30BDCF-98FE-D1D5-29F1-4795F6E159F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632829-0876-89E6-3315-239CC5066EF7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EEEAD2-D486-87DF-CF64-F7DC0746146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FE07CE-3166-488F-6C31-4B527EF121B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F95C16-6062-E0C9-E568-FC97147BB9B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DD1EE1-0FF3-7A00-6B92-B1F5E1CF927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AC1932-7FCB-2EB4-E640-C41BC6D32C4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490F43-CFC8-3D5C-90E0-161BDDD5842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0DFF79-93D9-0C25-6BF0-6037D31172C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EED2C9-A73C-52D6-093C-E4691AADA4F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2090C1-3891-D267-4C36-CB1B73D923F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CA0E79-11F4-475A-4E7A-604CB49760C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B353F9-CC46-5569-D8B7-58FBA44E440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8DF33A-7032-594F-8B3E-B90BF29B43F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64CC6D-3F29-07C5-8038-71CD7EF445A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A37209-7B18-9834-B6C7-EBC1326B386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A02DA5-0328-DE6C-33FC-922FC6BAFB9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4ED59D-E9D0-5FE9-083F-D972E6BDEB1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FE33131-4C6F-CD4B-04AC-38129DF17F2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8B4E4F-D8CC-3861-FDB7-38B6AD5B22F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1CEB809-C93D-D91A-D827-33A69A4DE99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9BCD78-ED7C-444D-609D-E1D082429B5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A64EA8-CF14-721A-8530-C62A295AEF7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687439E-D867-CDD8-C666-844A6C3351B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C51270-F204-406A-BB11-F1AAAA6D0E1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A26EA0-198C-D42D-5FEA-3688F2464F0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42E6A0-0D57-105A-5317-4635E485CDD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B6DF9F-9A37-F72A-274D-243FD999638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C2E44F-73DA-EA59-DD49-97651F53746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9B0701-95A7-AC2D-4D04-D145CB691B3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AAD21F-2189-C7D5-525E-B1191DD507E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E9FDE9-A015-85BB-1E81-D0CA5A0F721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65B7A4-7E33-1ECF-8E29-3579E895822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823B07-FF47-7A58-0918-C1E2869F2589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B8452C9-53E0-9101-42AC-69DF4BC6965B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4F4D93-DB81-7918-11AE-B31D61F50CF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0E216A1-1AF6-E65A-D359-79B79F572C4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C3B497D-6458-8D27-9B41-9885A2AD624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B14FD2A-3DBB-BEE1-A727-E97DA2EDFCE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61DB49-5B32-36E9-DCC7-63A443573BE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6E1DEED-516F-3EE8-1490-85B3D72C5B3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B2E4593-CF2F-EC1A-8901-7D3646EAB1E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A280B0-B86C-61C2-2563-4CD3BB02AEC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9D0A94-2328-D9AF-C9CD-01F3CB49064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B1E1DD5-03D5-3A8F-7319-C05B45F6707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704E1C-4990-BB53-2FE6-5C6BD5471E2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C707C1-9D55-326D-0E48-54C4EDB5466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003513-CE95-5A5C-1DCC-ADA0B205AC0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638386-724F-8685-5F8E-B6949FC8D1B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8DCD61-06A6-795A-2C00-F916C4D6219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125E005-2E23-86A6-2AB3-2FFE04B485A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6FE5683-4CF4-9578-260B-BC2C1953DF4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F658DC5-52A1-D2B6-6195-5660D0986C0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8F18F7-2321-34A2-1A45-6BF8F29FB9C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E10777-B407-E9C6-9805-B2038558968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983496-E0DA-CA11-F693-E62A3067530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86A59B-9461-886B-DCE8-9BA9FFC9AC9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094C28-E1C0-58EC-E21D-A079C6077DC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61FB126-BFB4-DC96-7711-CB31B6C8BFC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C8A2E18-20F7-37C3-FAF0-A0E11CD15A8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94642CE-B0F9-2F35-EF70-56128D71D6B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2EDD34B-A474-8A20-31BA-6F649C71D80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714F17B-F538-7859-A210-BFF6A8B09ED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9FD237-1BA2-5B8E-20BE-E3157FB84B3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5DEF439-7748-F2F3-1A83-3DB6167715B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5DDF29F-4C71-7317-6A10-46B8CB18F58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55C71DF-1517-80C7-1F91-D7B4058C078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09587DF-0810-B3B3-DA57-EADC3B24DFB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A4DE641-2E46-22FB-270A-8F93C85E93E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0A92572-14B8-E4F6-758A-9E8F53F7F68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67880B-5839-556D-C026-5F33223179D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3289608-D2EC-6E82-1226-54D8553F4FF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961D6FD-9E25-14BC-A02C-400170075DC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50686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A0AEC-D5BC-B37C-C84F-4C478CE08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396ECE3-81A3-0E67-0D7A-8FD39DDFA6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BDEA5BC-D345-D24E-0186-D432CD921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B4FB493-597F-8D88-6987-10A2842AA4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009295B-CE51-5D32-E4E5-2C94F74895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472A379-C82B-276D-72D3-C3B10FD867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200DBA-F981-D82D-1978-30815DCFC83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44AA5-B7D9-93C8-E944-F8291815C9A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A74A3C-9985-8248-5F60-9AD9735FCB6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9E7A5D-84F3-380F-CB90-DFE3DB1E7B1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59895B-B5AD-0673-8EE8-3D0C70B10FB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E4A7A4-97A3-52EA-4A2E-925AC2E6408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E347D8-2537-CCFE-FC55-008D2B78F6E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877B88-8D4E-8941-F403-EA077F0322E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A550643-AA1B-B97C-0880-C1BE25CDFE4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2454A4-9527-8232-D0E9-725A861953E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478608-0231-8270-C579-65CF49865C3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53F1D0C-96E4-E4E9-1FDE-911681D88E4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C7C1F2-C926-4A9A-17DA-2AECA4BF68C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0C9C07-87E8-A45A-7E01-5F13A819B09F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9B21A9-8161-F117-B34A-C5D2AB9A8D4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91FA79-DBFC-7C9A-827A-010B70FB20D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F9D1D1-66C1-611A-00F8-E0899E31411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31DCE9-6D6E-C438-4E21-4A1F00C4C91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708EB5-B982-8F46-E1D7-C18769A327A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448F33-C895-6D7F-129D-3FACC460C8E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DFC34B-CE4D-FE1B-7217-4ADE33FE5E2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155022-DDBB-A825-5777-2055E0D7D59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0D1065-A197-B146-0210-4FDE1AF3CAE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F1279B-B5F4-605A-E919-D311BB7582C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D024FC-4547-5F5E-D40E-9DF4D1D5BBF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C48776-95EE-F66F-5C1C-E49CFD2DA3C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FC8082-69DA-A364-4E6B-C244E60AD06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80E649-55E0-170F-172A-694D3DCB06B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2E1744F-ABF0-3A61-0822-304133EE6C2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049F87-E57E-6FED-DA60-4A1A77D1BDC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E368C4D-2F43-14B7-9E9B-F7D09A1170A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3FBDB4-D1FD-A282-BA85-2CC825B62DE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C11F22-D759-10CF-D495-F9D0C7C301D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5639CA-CA19-B87A-6ADA-0F99746247A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5CA0291-5E39-3F7F-0092-8E010E6DD29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414C419-C63D-2C55-68DD-9CCAC71A73DA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403B9F-688B-E8E6-2F82-0D503D983E9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CF7DD72-1737-E026-F598-9B725266D24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B103D79-4180-9000-3C5A-72D4D00E80E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3183BE-F27F-65AB-B60B-606B7373CE9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0287F0-4BA7-3851-D279-2E7ABB3DAE2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D4BB088-5877-E57A-33BD-513900EC194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B4A0B0D-A1D3-F810-507E-F5FB29BE49A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F2990A-AD48-A03C-EE3A-40C687A33192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5B1F221-7650-8D60-C77B-60DAA207DBA7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9BA108E-EAF7-DA82-BB6F-20DFCBDB2C1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8733D2-5C22-CC6A-FF3F-A508D9CB412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58D5559-1AF8-0AE0-5A6A-040449FEA30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173634-BC5F-3560-AEF5-95DAAB9CD1A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277C40-6280-FA4D-E97E-2A6B6CD9A29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FF9296-E04C-15C2-1A14-6711B05F8F0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A4538C3-4FDD-1195-8EF9-E182415ED5B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AEC6BF-E733-B291-30B3-476DDF0561C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56B187-8A1D-1761-21D9-546472F7174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289180-1F39-C8A4-E031-4FBC426A612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DC2363-3D5D-8D62-A7A0-842DFA18FB9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8484E6-BBFF-60D3-4E7A-93BEC2FE74C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BA83A47-B892-0334-EE56-83F51453F59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EE8E6FA-DDD1-F35B-8216-1C3024CD02B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648B5D-60BD-FCEC-0530-05205C486EA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2A46BF-5692-5C64-B14D-9C6992FA05C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6628F3B-1763-7252-0428-77D1597731B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A152F94-38A7-6383-C086-FC6B94AE139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4B07FB-2DA4-E1AA-B1D4-DB7CCA1BC660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8092FB-CE7E-98B5-D8F2-B5B4DB2DF97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49AF8EB-38C4-E902-BF6C-B34E721B50D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ED3D9B4-6DF6-8F84-4187-3AE93EECFEE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3B911AD-3E32-09BA-71B5-C717D3DD211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6B95833-8BAB-F70A-7AF2-1C634514189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5C7F8EA-31CB-7806-56B0-16A07BB5B7D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366B6B3-0CE1-5C6B-E75E-170DFC54EED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4750807-147B-528E-5966-F6E49847792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D8A8DCD-5B84-4E7D-841B-2872E15DA7A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702F9C-2F9A-CF26-C8A5-A51E5D51DAC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D78507F-EC9E-6B93-1C14-7D48A5CA498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2549004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F1638-20F2-DF75-4EA4-762DC4583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3460D3-71DD-CA5E-7167-9A7917D388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3 in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CC7AB93-E5C2-C043-D4E7-05D1687AF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2CE50A0-58F4-FF1B-B332-E3C0CD4E3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732CBA8-AD61-963E-EF3A-AD9B4D3CAE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4A49A13-ADF3-B480-7F14-EE52B578A6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EEE2C4-CF44-AA13-C569-138588667BC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6E74B1-1C64-9676-3D6D-5089B25D3CE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59CC19-DA7C-5BDE-80B4-CAFD3C1F716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4467F1-8C81-8AF9-9756-DF80111E9DB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C27549-0C1F-C5F0-FDE9-8955B16E3A8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7AD888-6CBB-5888-A277-06A9F7DBCC6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770A7-44E9-3242-62DD-5E7F68047F2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897D0F-FC5C-E092-C80F-EEED2951CBD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508CDC-2F86-C010-4799-CE171CEA5CBB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A0AF08-8F99-9530-D5F6-52AB9C721E9C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68DCFB-EBCC-7997-9D3F-49DCD28235C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A727269-46CA-E9F6-E7C0-4DE331D6B07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4C95EE-1107-C04D-1848-FC07F6F6737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9BB75D-D528-6FA9-8115-842256915C1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5BF23C-E813-F806-90E4-5DA5FC5C62C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3A0182-5D73-F515-876E-EB04E3E4416F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C1C4F3-5629-ABCB-B0BC-55717DE305F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45B426-A7D5-C3F2-ECCC-C91D6E97E47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B29E1D-58B3-9F2C-54C7-B5939E3B4EB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BA42AA3-479C-AC88-1F3D-8283F8BFFD7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F47E4B-93F9-C980-9DD5-6EE794EA47C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92EC61-2EFC-3A53-78BC-33E68DDF79A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76F593-5D5B-5CC7-37A8-351BA6FF152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3CF17E2-B127-5717-BE3C-FBD8C6D88D8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8A10AB3-C2F4-C08E-273E-B68B3447C71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9224CE-C1AA-6C69-3A1C-70CA488039C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77F5AA-1B96-718F-EF77-EAD08576A83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DCDD57-636F-1B31-80B2-EBDF9059402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CD4E01-5F0F-54A0-7C58-A027B42DD2C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02D859C-D56B-B5E3-57B7-E595E754C369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EC92B0-F29D-2CD2-3B51-73558DECF96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7A3797-397F-903B-6DE0-5BA59BAA92B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69FAB14-FF96-C8CA-8A1B-A8DE0EB60F5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D785FB0-17E0-E5AA-E414-549ED3C5179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631EF2-A881-5012-3797-923C197A1A8E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044B9B5-8CBA-3331-48C4-10717B0317CA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8A015CD-D557-E857-8464-15E484A58B7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7DEDEB7-C4B5-D4AE-3E33-ACDB41AD598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2E4A78-DB6E-CBCB-3F8A-DDD99D92B35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66D545D-ECE1-C004-66BC-40002D520FC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95C20DA-4136-9471-D301-DC9FE90A34C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7A82515-030F-2290-A4AE-54A4C995FE3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3F29539-CF5B-91AA-5A8E-0F9B50428C7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5BA79E3-C732-C83A-A2F6-19846977993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52883EE-9D5E-2382-7C36-3A4D5A89E5E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A2598DE-45D5-8ABE-1917-0BC45AB70CD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DB98BE-A729-4A27-7BDD-881B7174002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47A453-9065-76DC-C822-7982293870C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61BBD6-A3BC-29D7-1ED8-B7F91E7958E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69BC66-8EE1-DB20-1CE4-DB68EE0F0B6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0403DA1-0098-A225-CE6C-EA3602A5A5E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2CDA27-9485-7449-AF41-3D003337702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799DAC-5ED1-91AC-E329-A65F185275C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6A181A-44A7-DC94-1E05-2E2A6299C4A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793E5E-0AB4-3F98-51E0-C05A3E244A5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338F158-6DF0-1F7C-A324-EE98E366FEF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6E1B688-0E8E-DE54-F4B1-2D327716086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57F9E7F-ECD1-6B73-E448-A2846D4C7D4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897D3-FD79-DD3E-D4F9-FD739CEEEDE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74AC9A5-071C-352F-252B-D793993E79F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EE02B3-4324-8A8E-ABF9-0762501F352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1284D0D-8FCB-28D5-0D1E-F72FF07951F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416378-F14A-4D6B-67A3-5FF0210990C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9F5B89-6360-6821-1439-6EC5311E6CE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C43CEE3-30D1-8A2A-9A10-D1C23D1FE2E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7D8044B-633B-7664-4540-8BDC670E0F9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74E6E05-BCAD-1B47-90FF-35CD8F6206E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90077CF-084C-BD7D-A934-DB8E8EC081F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E263534-EF94-4993-244F-07CC198600D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85BF0CD-8DC8-04CA-4077-97FA65A3931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833ED50-7FC5-3C43-EE0A-53FD5B4AB8E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2249078-3D8A-0B3A-0F7E-14B859974C0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E31663C-AFC2-DD98-D30F-8E43F36B21A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726B9EF-F6B3-E86F-0A07-8204BB7BDA5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6FD6CC-BBAD-D5BB-0C32-BB3FB956630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62918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AAAE1-0A52-88CC-FBB2-7EA966FB3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EBE5EA-C856-3FF3-FD66-4BED1F8515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8 in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A8D6BEA-C7F7-CB5F-CE53-8BEBA5718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B43C339-15ED-C2A5-E217-726ADA33C5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956B114-E162-2790-D47C-25B735985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BE43002-41F1-AC0F-90E0-D1002D5738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ACBAED-90BB-CFB1-985B-1A975B24F68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19A339-116A-F6CD-9132-7C43EBED664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3752D6-CDD7-5B59-5C3E-9E7067C3475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AC670A-F1C5-27C2-128F-42E3F036BB6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F7D75E-B70F-59F2-6B3B-4AEFC2CDB80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4FCDA3-987A-3529-9A3D-3F568A17F20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E11E25-A792-482E-E65F-C73B03BA351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AB7760-9E6E-FA17-C558-EDAB97818E2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4D9552-516E-7675-9632-1C31B4C5B43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3B6B32-6490-8D48-0B9A-D10455336F62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875ABD-E434-5F0A-F476-196CAFF8B8E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A61D3B-F40B-C90B-30B5-5785996EFC3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8936D4-BE89-16FD-B23F-9F1ECB63CA8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D75E13-7E2E-47E9-D3CB-B865F9375AF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04EAB44-68F0-ABC5-AC00-FA1AD01E43B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267787-6CEB-3FE3-F9FF-76D98FCE2D9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19FB54-50F3-05B6-C7ED-A7F49AFC12A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FC5769-9DFD-70A7-14F4-E2C8CEB3DF5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6E0952-3D9E-9735-6599-53A70939BC2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1A1564-409E-8C26-2AB5-1B8F452E477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73EBEC3-5BFF-D30F-A913-4085060E1DD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8A5EF6-5FEF-7B8E-3431-8DAC5A007E80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376A47-A87F-EEC4-DBFE-A785DC64D545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577958-E37C-1D44-7600-D7516A462B5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D15F3E-4661-C70D-834D-0AF8FC70ACC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D7B265-9419-3848-905F-1F2B44ECB63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EE5D90-2372-A150-12EF-01BC4B650C1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A766ECA-7565-8E81-2C60-FFD6BC0AEAA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A9A1FF-9D15-A554-1889-3E6BB949117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D0FB48-BEB9-C3C0-9640-1708271DAED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A35159-B1BF-954D-892A-016A482DB28C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A77A9B-E4E4-78A6-4250-F1A92C6D485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2494EC-24F2-9FC7-001E-E14C3073F82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9DEC4D-5E54-2C4D-0C9F-1647A25AE2D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A3AFDE3-72FA-2D24-C983-E77AB3F67A3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17C3863-FEB0-3BFE-242E-203D3F34629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94E8AE-208D-EBEE-6D5D-DDCFD8FA108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458A02-46A4-88EB-319E-6A71B8B1DDE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425EF4-C1F8-F42E-BA01-D21DE6FAA86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3E3212D-5B24-4C87-D8BA-50F8AB20A83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F465C4D-5D6A-6ECE-5053-8FFAF0CBBE2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44B9067-86D5-E453-193A-29407C8FDFC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00AE456-CF91-330E-8296-5A40AEFD332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9077613-BF3C-24A2-5214-038DE87A422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FB2768D-936D-D2C4-4EFE-266B1746E73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7EFE99-5173-A0C3-9457-A07FF9AC5DB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3114B05-7D8F-0A7F-0936-59A0EBEC4E1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E65533-ED3F-4C3E-A6A5-FCA364E0ADB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4356FD-5B30-2103-2A5B-FF93421F50A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90D179E-BE66-3F0E-C4AF-72093F4D5AD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A539EBB-57FA-8488-FD9C-324ABF4F9EF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2D973A8-B2DF-803F-2706-AE3D35093F1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6452CE-A8C1-FE1C-8D65-427B5F0C1ED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CD51FF-CBBD-F823-B187-100490B4B11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E93534-FEFD-0673-52CD-A264B298A00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ACD28B-52C2-EC7D-0B4C-7DFA63E2D8B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1BB2028-C899-8B8B-14B2-182709CE19F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3C4F10C-064C-5A4F-1D80-C19C351FEED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F39CB0-81C7-626E-E612-CC1735282E9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52C45FC-AC0E-5F7A-3D47-CFD47515ADF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4A442E-9386-9A51-BCF3-79BB0421157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DC3D893-4BA9-C0D8-B1BB-4A794B613441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4ECAF2-A151-397D-D928-D4D6679C0F6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E3F1BA5-77BD-4575-5C19-3F4D1B6C432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3318DC-12A4-E2C6-DF2E-6DF4B60B45E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87AB6A9-AAE6-1F5A-D198-821AE503B51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AC81445-7AE8-F992-DD69-0B5E0EF453F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2BD384C-F928-820E-6B09-24EA736E77B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2AF9D00-94EA-7838-427C-24461E7244E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C18676B-7D0A-093B-DE83-8381946438C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9A81114-0F05-2EDC-2413-08D49F857BB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45D512-AC95-8C21-A8C0-217525DA773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BE0324-76D6-D640-5F51-C6AEE3EBF21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10C963F-8298-402B-3FFC-5FD2ACDB20E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3F720B-9D2B-7756-B44C-6F9A7650907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99CF9FE-CFEB-B8F8-ABC5-6892329119E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974689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2CE08-F9E1-D527-8136-2CF9DEC94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08009E-ACBA-5C70-1987-B0E78706FD6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1 in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1FF5761-F697-9FD8-C7EA-3D1EF90C8C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90DF06C-1157-5A56-67FF-EBAE2492F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2CE0C68-AC8A-2B30-C365-6517385572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4940308-D7AB-4472-3FE5-644916D3DE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CDA969-B6DF-D13C-4408-E22D0A35B2C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7DF7A2-E5B3-9184-A3E8-D0310FFA9B9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45F611-CC03-B858-EDBC-A528CA4B1CD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E4D90F-523B-F229-7315-5771AB1A1BC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A87813-15CD-2B49-53E3-A277C6E97AA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995704-F413-60C3-B823-CDD678C96FE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CC66ED-34A1-8552-CCF6-033A8B133F8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070CC6-07E4-1853-F862-DAA4DB96E0E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4F2840-6E88-D681-8F0C-CCF820A186A4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869C1A-2087-1D2E-5E71-1547138ADC3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D7ACA5-4CE6-4766-3422-26C37DE8CBC4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CB9E73-314D-2409-0127-B32A1359BD5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BED29B-4D06-3D7E-DEFF-AD71C3AA57FF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30EE09-762F-924A-EF95-5A15109DEAD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7E79E6-6707-5D28-C90D-E861FA7C994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B56C3F-C24A-B951-F2F0-5BFB5FC76B0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632D8D-EDA6-5238-1DB0-FA3B5BB2DF1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BF28CF-C78C-A783-189F-71358DAC8C9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3C057E-BE44-CE3D-0E9C-6E74DB177F9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21E402-0A87-C66A-B9E3-C62A13074E2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03374F-BB90-5703-95DB-B0DB0A69231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75BBA89-04B6-3234-62E7-0AD35FF54E5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E96E61-C439-7CA8-C113-D5E0166A8F8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8D3E11-13A9-3340-C016-E5C4A3198F7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558CF50-3B95-D79D-823A-B5E85BA0E5C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791772-BFCA-92A4-CB8A-B5145F71A3A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37F881-3757-183B-636C-73F09E6D183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7B5ECB9-0263-262F-B05A-06CC9D262C2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B993BE9-90DF-4F23-2326-0073AB66AE7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5F45D1-E30F-C355-2C27-7242A5D5385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5A73914-9182-1800-7D9E-F3C2EBE4943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FB46BE-8D5A-1D89-3DFA-694141E9F18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D1ADBF-792D-7C9F-A856-97547EAB65F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C14767-0FEA-E7EB-3135-34151A61768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0E21F6A-BE85-66BA-BB81-3EDB0F46938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0CAAE2-D5CF-D2A4-65F3-2EE380B3DF0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BC1D7BF-4D85-9BEE-2869-55C5C0B694F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EEEDD67-4468-F4D8-92AA-08825840D96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956678D-FE6A-3220-A629-78D8C46C183D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476A94-BCFA-E90E-9D6D-557A7E66BCF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0B15E8-137E-3F44-714E-DA30C17A7EA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F906633-D947-EBBC-F580-F75A55BF660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6EF3E6-F8E9-33FF-F937-8AEFCA1A01C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5ACF79B-B8A2-199C-C742-2CBC33EA73E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AD4C85-C888-B49E-CE12-9EA46978B80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376589-A120-D427-5352-659C9ACB60D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AAA0A9-B353-BEB5-84CA-FB0A50F21F4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7BD2878-ABE4-A9BA-99DC-5BA60D2504A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7B15EDB-5EB4-AD50-C4ED-64E01FB6E77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910AA91-38DA-A560-4A34-231C9A498D5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351208D-7CAE-D041-FCC6-F3FFD600458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F267C7B-68C0-4DB7-FEDA-34F6AF212E9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4904968-1146-1630-A259-AD92DFC4A83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175FC54-C621-0F7B-783B-E6E1E28DE40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2DB065-0385-EB7B-9099-AF65A15E1F6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8FCB3A-3929-7D43-1DE8-94F0A550F45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A15EEF6-265D-B410-E20B-E7450E27FF3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492FC14-EBAF-2F67-8E86-B0807D65161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4E2B86-BEE8-863E-1405-39DAA55D7DC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DC1D3F-0DE8-74BA-A485-024844D741D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B6822E5-7A05-4B0B-B835-71BC86CE37D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AF76164-E19A-128E-5FE9-BA783E10F18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17A4DD0-2707-9D2E-0B81-8824CF9AB31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BE6EA0-4480-95FF-B937-1DF8AF2ADB4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03007C-2422-B548-B3B4-DE362E7B43F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6FCB4AD-8932-74B7-FE8E-0F720196D8A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A7D9EDB-1FB2-8507-D0C1-87B236BD0E3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CFDB136-289A-824F-EF27-27345590AF3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DBD0755-0B7A-5130-ACC2-B375EE9AA4F0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A96FD8D-9BAB-9FA3-40CA-C9851A301F6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6D52533-E095-C84E-8F17-CB5D8106A9F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44828E4-4D40-E26C-9A29-11BBFAD8704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DD2AF4B-5BAF-3EB1-EFEF-C59C0D1D051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E0B4D2C-6E1A-57E7-6EE2-5A6758462B5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D9FC31-A316-57D3-B1ED-38A089DEEEE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E146EA-67AE-AF1B-BC86-6BAE31271B4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5D28671-D3FB-5BBF-2AA4-790BC9B0FC9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320242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5B17E-AECE-1A5D-44B8-8AC94B0F2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189FF39-E9E4-2B79-67DD-6BBAD62F65C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60AE270-8297-9839-35D9-1AB5C147A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951BBDF-2A2F-6B98-BEAD-2853313A6C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D6024D1-24A3-BA1F-A165-47C6B23051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50FCA29-BB2C-8894-59D2-5E62D9392C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B924DE-04C3-1D6E-E2C2-E692BEB8E33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33E5EB-4E23-C7D9-5341-6F630E647F8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4E7B88-C927-DE4D-3D52-AF0C2B9EBAB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048CB7-5891-A12B-DBC9-0EC7B36C61B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FCC2EE-8D94-F3DD-E69A-745B5FC429D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8CCFB8-CFBF-7F34-90D4-CF097A3FC6DA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FFB7CA-B3BC-9946-3145-D01DC5F2110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EBFE6D-4306-91D7-1444-94CC548F3F5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B383BD-C14F-5261-2804-F82FF16B1BE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DC407C-2EBF-3718-9A02-B79566551B1A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7106AD-BEE0-09BC-A1B0-09850426130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EECE279-2422-BB8E-C77A-1F3C6288D26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6232EE-D465-9E21-A0E7-AF2E8F41452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7E928E-05CA-316F-0298-8D27C7129F7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CD834D-AD8C-A365-C088-10FF5614614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B5C7EF-B04E-3E55-62EA-C1087A9A0A5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A0AB69-8FA9-5A6D-D10A-375CC27DB34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6B76A3-980A-C473-8138-F2C6A837C11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2453C7-DFD9-6067-7148-F1553352186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126642-C051-F646-5217-FE4F1B23153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9FEE70-B3D8-2AA0-CA4C-4EAA94EA97B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2C2BDD5-29F8-490F-60C0-B1A9179B3C5B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34C615-87D6-467D-627E-865EF2ACC3FB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7EBD913-A314-14C7-BBEA-E8ECF1AA38E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3036DC2-8C87-BF59-94E6-BB294D4F3B2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3B5D57-0762-FABF-AFDB-7B5C35EEF6B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A63AFF2-D51B-EF48-278B-6032B51C8BE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032ED5-05E5-309F-979E-099E62EDB2E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F361CF-0B12-529B-4DBB-ED6FFA5BFA5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C85141-BF4E-F2E9-DDCF-7258924B740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3958F2C-84E9-4DED-DFD4-6169B1081A54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AE4E4B-32C5-1987-C7AE-AE7B8134E03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E44145-B23D-14FE-C263-A0524B98BE1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A7B9D7-F4F1-8D62-EF61-C0B83537552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AAA5B7-F8A2-5741-ACBD-E3A6CA9BE742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BF3A3E-B980-34BB-F29B-ED1C480AF3D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E2732A2-2B1E-66A4-E738-7E619FC87DF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44D336-48C5-A2C3-A1BA-E58F1A7892B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DB1E048-9D09-563C-0651-62DE98D02DC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05282D-0623-9D30-CE08-36BC63D213C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40327AE-68C1-1418-CF19-1C9CB1A67F9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D2133AB-B05D-18C7-F593-267D2E60328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623E6AD-EAF3-0885-EA9D-A83D92D76F5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289AED6-B3DA-4836-F79C-1DF3AAF12F4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44503B8-57C9-D525-E467-23E787F8493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ED3DE8F-7DB9-01CF-CD88-70F6E73A9CF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0E693A-970B-F836-AA27-4E96151E5FF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E2F1A7-20C0-2E91-F8BA-A5BAA7FCBFF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741CB7-0246-247B-7CD6-1645053E8006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E5636B0-E833-0D3D-AA07-85CD2E68C12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CE2E55-85DD-1BC5-88C1-B5A0CF4CC21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51C0A0F-27FC-F604-8557-8AF9C6C439B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D353131-8A34-67F4-F13A-58D6512EAEB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81DBCD-D322-8F8D-D8C8-A5A77BBEF4E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1233243-7795-BBB8-60C2-B0C8F2405FD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F727A0-8FB8-3BB1-1D3C-D59C359EAE4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C5DF64C-598B-2162-774B-C56881B0568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00BFC4C-BB7B-AF95-2B02-DB7AD103933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DBFCD6-E57F-490E-AF06-D4592714B59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BEAF78B-7CD2-0EFE-A57D-F4EF5E49FF3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27942D8-8C00-7A2D-002C-89F27D86D61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72DCACD-9257-7CDF-6875-F1B01C8F269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8B9AC3C-12D1-386C-6284-3F3ECF033AB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17C3BB0-CA2C-FF86-6356-4E3FCA14C7C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5B69EAD-05B8-BBDC-9392-24A21E7EBC4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858C08C-AB26-DC47-A54C-6B9ADDB2D50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C73F0F5-D56F-4AB6-EC0B-B704975D806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2A1AD5C-42A8-C4DD-770B-DA038E33976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8E2B28D-D2C2-C01F-6F02-9E7D1017B75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CF53D73-5010-94E0-33AC-4BDC9DF4C79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DD3C5B5-C2CB-F462-37DE-983FCE213FC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750CFC0-302B-BAD6-C2DD-137577ABC0F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C75C374-8C81-3284-7174-E4719ED69B4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B44CBAE-7C4F-82F2-D91E-FDBED72DE84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1ADD97-C78E-9B61-FC3E-E373681AFC7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6F6E89-F560-04F2-9897-47B026CFEE2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1A2D1D4-412C-DE8C-664F-96DC3638FB3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743629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A9476-0EFD-D1C8-5807-25D0F5F0C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16EDA3B-7DFB-405E-F70C-6C2AF89E27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Row 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3D29719-A884-D2FC-62D9-B5D38BAE6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A314095-0C28-76FF-490B-81063AA060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EAD4319-FF0D-C98B-7A49-34F15FF2D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E4F7849-7DA3-1688-B493-DE2456EE94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C8C407-D96C-E031-E395-A75C581FF48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CA087A-E77D-6532-E711-E8AC5ADE12B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60BB28-16FC-58DE-C7FC-AEFDBA3336C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6006F6-95EE-4911-BCA8-C48D7ED75D6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2100FA-B624-DABA-A22C-7D24ECD94BE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CE23F5-5E21-8891-810D-1BB54E442E4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53BC32-B375-31DB-BE3C-F89EF6B4C15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C11E6E-A004-0B39-75C5-BA7370F8139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D3CB1CC-BCCA-28ED-373B-9D2D455F798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173B6A-5DD8-1B7B-4597-0AB63255D278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A4D6C0-FD1B-2851-0887-1F9D32FA4B6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4115DD-7EAC-09E1-E8B9-0C4F6B60EE6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98806D-B226-99B7-091F-82DF004D5A5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3431C9-A1E4-7047-FC9A-0A969740CE5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8AC729-54B3-251D-3CEE-D61C9178902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54372C-F750-4C44-5338-614D936517D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663107-AEAF-9019-2151-8F9DB872E60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F99007-7429-3FFA-4EDF-CCF27ED3219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76CF3A0-D2AC-F661-76A0-A2543E49235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9EA454-C108-6BD5-A175-1D026038802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737D3E8-05B7-E5FD-DCCB-6412B850D05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E9926CD-D519-078F-35DD-77CD39C899E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6B7A08-024B-B062-06CE-85532FEA5EF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29F380B-CE29-7870-B698-D2377BC0112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644E738-90B1-7D62-6EF9-61C393BB9AE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A7F1EF-8E2A-EF44-01BC-D7F7885BD49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BDA63B-86EF-6C09-CFEF-1151A0E5E16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AEDE8F-0590-9381-D4EB-AEE1018EC17D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390046-24B4-1220-33E7-A7A629561CF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B684F2-EA59-2CAA-01D4-E97BA9EAE40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122EDA4-57F8-7191-9810-B335271D3A9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1DAA89-CCC4-600B-652F-2B96CC21EF48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A5C72CF-05A3-893C-33F1-E052F0AD5F76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2456801-9FAA-BA5A-FB7A-B7234A16E60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3A57F3-F05A-4926-183B-CAADFB1A1C53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F455D9-8F72-842D-78BE-9C8073CE6A88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5A54C1-A238-7710-BD82-0B53C3B5473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E72D4A-133B-8B49-A2D4-28D9222F462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E0108D9-DA63-222E-793A-402F5F95B248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FB52732-5B14-8F89-45D4-00D6A1F0E5E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40726F4-651F-D70D-F4E7-77F3960185C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286A14C-0CBA-E0C3-BD8D-368476602EB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60AADC4-07C1-5E03-B757-34EDFDE1A76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FE92634-B6D0-A761-80BB-D53169E7063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BB02933-D22F-B7EF-FB6B-25AE214785F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D2588E-87F1-676B-6B27-2B2609CAAEC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D8D2C7-6F20-FD77-47AD-297F6FE8807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577EBB0-7FD1-7D30-FFC1-1203BC03C08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B2ED84-406E-7B62-FA9F-5947B0B09CC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B13B5A-E16E-F781-A156-574ADDCCDA5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EFBB0C3-D446-CCD9-F0E7-4AFAF6FBBA0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4A1FCA1-1F18-1363-B40B-8048005A42D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C4FAA07-E08B-2A17-49A6-953767BB59A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7AE1518-B137-13EA-C4E3-1E15BFED95A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57635C-E257-FEB3-D2BF-0BFB8B243F2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0A8B190-8D4B-55F3-BE32-EDA230161E2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9F2C60C-5B9E-4743-6474-5A728AB09C9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8F259EC-85AF-7627-3952-75E1BC2FB65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4124AD-DB75-2956-1CF6-D2C035CEA54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E3101F4-0BF9-8D25-081E-E8262312331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58B047-8214-FF2A-510F-4A5DA45ADF4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C61B6E1-89F0-4374-2F9F-47F1F3181CB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814DEDA-C22A-8A46-D7C1-3DF5B9953EA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17C654D-4872-E392-E14B-67916786EFD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E3B151A-5BB4-386E-FED1-F8DD868F7E8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F6C5285-309C-F8DF-9677-3F93D284C40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3F7D419-039B-AE05-D2DB-FDD2A631AC3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39C8ADE-2963-2107-D5E1-F41F3D3DDEE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47DABB0-9B4F-BE24-1AA2-9C652A1054D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6289161-8023-509A-4EF1-F1D5C0C6924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AD25283-5523-80A4-FA78-F074AC348C8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FD6BE9-7C31-FA68-B415-5F9B36BA43C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AE174C0-6E96-F837-F6DB-C0DBFF48716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02EE58F-6C6B-D510-A0BD-FBDDAD6C4E8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E5B93E-EF82-DFBA-170A-8BED5F92823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EAAAB6-4B4A-D9DD-E67B-846D8471AB9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FA5C241-995B-EC7E-57D6-59CA98A0E08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F69CAF4-D422-8C87-100B-6D32AA521D1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AA90EFC-4D3E-AA4C-B31B-9BD095CB0E5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018175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CB284-2D0C-9508-A570-B197FEECC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5F0ED5-DBBA-97BC-71B8-32CD95348E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59F1AA3-85A6-D7DD-4951-1C8072D7C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3E83DD6-2EA3-2316-5687-6C4626198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42145DB-8A3B-D9CB-E35E-82936E3A57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9672CFE-F2E9-AB1D-BFCA-642F7D9352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56F712-FC9A-69BF-A16A-869C0442E84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2877AB-E04F-2524-C4C2-261975CD2F4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42B13-858C-DECF-B3C3-568CA9CE49A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E65328-8CE8-720E-33DB-8579091367E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B34D4C-22BF-DAE9-1E43-8F4F63B5AB1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BDA1FA-FAC5-7052-86D6-6342E566379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47C459-4C72-E274-B624-38648A41D9B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FF4260-F436-8B2C-21E0-4686D437AADC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4161BA-5D25-5F17-614D-7FD2F8E087C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5D7B5E-2B6E-50C9-BE00-5AE6495C685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000E45-C205-C889-FBBE-5A1FF05A926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15A252-EE4C-7F0F-695A-489C58B7648E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9B9A9C-EE4C-721F-6C66-B732E9375FE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0A65C2-730C-0190-818C-197F99273A2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728B65-8614-0F64-9B02-9F9965E0868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E90418-410D-DFAE-7F12-DB6A9AA4E05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AFAB24-46D2-8DD8-F5B6-29819C8A7E5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B6E32A-EEAA-8C4F-74C5-E97774CEC47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B8780A-7F2B-F255-389F-8391E409C49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1C35E9-AE34-3C75-E4B2-74BA1EE2355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DB90EE-D08C-3FE8-C252-1CE8226D42F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43CDE6-A7BE-E26F-64D1-9F284EE7ED5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1E8B74-4C7F-FB34-5BE0-2E3303E8E80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11A7C96-038D-3564-9DED-9DE6207927E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048ECE-438B-C381-7273-164667F4716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9619599-27D7-7933-E218-CF8FB8CAC82A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7B8E4A7-3552-7242-AC57-C9C1A851CB9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F263CB-F0D1-6AAE-7901-521394680BF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FF009CA-2C09-DB05-5736-B316803F79F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3DACAF-4321-CEE0-DB7C-786F3F0EEC2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65C296-C505-7698-1F52-C023912758A9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E41A1A-B87F-9053-DE43-0B86FB9C8E8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C148F4F-D3DC-4DA3-0583-F10A4AA3E6F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CCEA2E-F09C-180D-B423-4687D880BC4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0B582B-F2E6-E045-6182-9A9AA5901568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1C9435A-48FA-F993-5D51-208C155302A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997D5F-4093-CD27-A0A3-EB2FB75CF6C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969832A-F931-57D6-D78E-BBA5112FFAD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AE88AB4-3362-23F2-7B9C-9CBD466E169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0B2508-B104-5BB3-91AA-A496D555D25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A545448-DFE1-3E72-68B1-AB0424D7AD8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9FD4783-3E9E-3291-AEA4-DB7F79E4A75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21F7F60-0688-EA0F-99E2-405D1DE18EA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B079A2F-DD17-DEA7-E0FE-9D64E89DD12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6C4D704-56A6-6063-A7FC-41D7F342511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E16540-E0B4-6B1B-A0F1-029F13049CB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BEEBE68-9523-8D36-8F2D-6ADA2EBF2E7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2EF5F3-0AC4-E66C-1C0C-A4AF836DF35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A795446-0C37-0597-30B5-21978986BAA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8F4C3A-71E5-0C3E-1CFE-5D541969E8A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95F5D08-EACA-71EC-0CC5-917EAABE39C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6D13604-83B5-D606-A33E-9E331D104A5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0C2B140-1F35-59DF-0B00-84B64A6F4F92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186C4B3-0FAE-8404-BCD9-F0D4D187C92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7525FB-100E-9AED-3723-353411AB319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C10776-6450-168A-E534-ACE31A81DD0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A6F949-1FFB-9F78-8F70-0806F41C395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A6ED85-333B-BC3A-C300-787D2E4B469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5A424D-14F6-A2DD-9EFD-ED37F086E72C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AD6615-DD0D-03DF-8F36-BC02CB8371A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E4EA7DC-927B-B38B-B197-85A1F0D4B5C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A517867-E57B-73B8-30C4-3672A3FA328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19AC2C-492B-D011-90DB-B35B6F4FEF7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065656-6F22-318B-375E-47D7E59CC5B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9D9D55-1D90-15CC-C07C-42430F5394B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2B617C0-C56D-A792-C676-DF8E3FC7DDB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2679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FE4059D-DA56-6569-DE2B-D6DD45848AE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AC0478B-10DD-E801-F946-492057D6F22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748C714-A104-0A5A-9D42-B33F35CAC95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D6B2B9A-0574-57A0-F6E7-7689BA241EB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9CB6077-6767-3A09-BCED-8C98A387AEF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0A4657-10A3-0A0B-3547-D34064575F0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A0977C-FDD1-2324-E1A3-28D3A3D0320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D174AFB-0CBD-2D20-CD9E-7B74A813199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D8F4BD-7F86-E84A-947F-5B940135F31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66164E-9FFF-BD72-B2D5-F503DE4CDC5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389539D-97B4-521E-51F7-9E17A6D039A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B9807D5-9E2C-6E14-01C9-667E159615C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45772ED-E542-A0A7-90B8-F1125D35B44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6E54999-0226-26DD-CBCC-BD9372CA89C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608676C-8534-AB04-EFB2-B8609FF475A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256</a:t>
            </a:r>
          </a:p>
        </p:txBody>
      </p:sp>
    </p:spTree>
    <p:extLst>
      <p:ext uri="{BB962C8B-B14F-4D97-AF65-F5344CB8AC3E}">
        <p14:creationId xmlns:p14="http://schemas.microsoft.com/office/powerpoint/2010/main" val="24583145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EBC23-5755-AD58-EA52-373AC0C32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3A7766-8688-6569-D7C6-07EC9E4F575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lower left block, [18 in 3, no 1, 4, 8] could be 279, 369, or 569. That is, it must contain either a 5 or 9. Since there’s a 59 cell in the lower left block, 5 and 9 cannot appear elsewhere in the lower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1872E54-9F94-FF73-9D6E-157F1A25C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43A668-D10A-0C88-255B-04B0857EB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ED3F520-6A1F-78B0-EBEF-353BC7D54C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DAF157-ADAC-C13F-3662-22696F6A0C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878D40-B465-FDFE-8B69-3E41BFE3098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15B7F2-82B6-C6AC-DA56-53391A340EF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CE6BA-0994-E310-CC65-DA01F6C8381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20E978-73C5-F144-1118-EA389477914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68C4F3-70B7-BC0B-CB26-A1236E49631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D775F9-DB06-1D4A-A0D5-43F3DBC9828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98F7EB-E0E8-730C-90CB-ACF3968838F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1E5AA9-56B6-143E-C239-9E20115BF3A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F759B7-9BBF-CAE8-B003-90FD99C2E83D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B0042AE-98A5-ACED-1756-BA427830B73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82C5FB-AA01-7F90-801A-323168C05C3F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1AB383-C6D9-5B93-6A17-DCEA7F4F1BC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7C44C4-DB4E-1E34-B0BD-B44E66612E0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92078E-0613-593A-AD13-7C24DB862B0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2E7CE0-9BDF-5C51-41D6-5F39E5ABE59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9796EC-07D8-6540-F33A-358AE7DBFC7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3A17F3-ED32-724F-5ECD-9ED03E8E8C5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D1B795E-79F4-28C6-8FA2-9283CB519D1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DE85CF-DA11-93A0-99E9-1CDAFE861D6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9863B0-D9A2-6838-1F56-41EA161E32A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0512603-4F37-6720-00AF-A99DB4C79A5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A444B7-E968-A499-52EB-258E1387E6A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9EEA8C-71FE-79EC-36BC-5A7BD8C33B7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5F51DD-7955-FDD0-3884-8E211026BD7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014639-382F-7BA7-926C-29729646DBA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3C7275-87FA-1182-076C-46C613297D7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F6A8536-390E-DA56-1103-3899B8A8E5D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C094DB-265F-49AE-17BC-755F38FBABD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776B1C5-DCF9-952B-451B-31F46B7A238D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4937BF-5AD4-F3AE-4A29-062688B7FC56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F2441B-350C-E5C0-CD3C-8250BB94297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32A03B-EAFF-BC13-C6B0-82C834E2C79A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71E0E84-5203-AB04-94EE-7C629114CF2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C8733F-DCA3-B5D3-5BF5-0C65239723F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671C7F-E8CD-AD94-9211-A6D8C73E3F5C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58E0CBF-0076-CDA3-C53B-889143E31403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C9C97F9-B95F-67B5-AF6D-EE2DE5C5F47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FC23794-97D8-6266-682B-AC7A51A8576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0EA242F-E864-37F0-BEFD-2C5C06A44CB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E8E37E-BCAF-EC36-3857-7F8F62EBF24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C2744AC-59A2-3EF0-BC1F-D4547C4BB9D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7948C81-BE3D-21A4-772A-178C81A734D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024566A-6BBC-73F4-FE43-139FF34904B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2F7A54E-F81A-1A22-54F8-AB7C27AF1D3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C5ABB2-53C2-66B8-2FF9-DA21D904FD7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BC7BAB-D171-CDFD-FD4E-09C45F8C66B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F37121-7A61-6E12-BFA1-94B01C38CE3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1C0B22-7826-65EE-BF4B-C6E6CD5A55C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AF64C50-1C99-99A3-B2FF-460BC21E7EA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666CF5C-742D-04D8-6075-77510DDC354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CFC383-66DB-8179-5214-015BCE68B3C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C63B320-6348-E821-3965-FE0C7920F02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766F19-1243-0B12-BE2C-A972458865DC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82DE94-4E26-535D-C9C5-DD70E2D05B5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B70449-5547-DD97-C512-C6A2C59CC87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D573C80-1483-31E9-605C-8B4B155E269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01E9438-F7EC-902B-A722-04362E1D963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E1F49F0-B0DD-FE0E-C029-43D99953659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5E391C-DEE3-0F7B-8651-36A95AB4608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661799-1F1F-A06D-2A90-66E73F2CAE9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48564DE-AAD5-C64B-9B22-1BA088F2EA6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BFE2A18-3A4D-01D0-D56F-95BAF5F8F34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A20BAF6-E7CD-58D7-E3BA-D72172B27A8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9B6DA5-FE1C-DBE7-4096-B10DF616052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ABB0D8A-32F0-9EF4-223D-1B15C9E6AB1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0BBA41-BF1F-7813-B1EB-8D814679E7E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84A35CC-2FAD-28D0-2600-2A60B3AA4C0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5231A86-7689-7CA4-F396-71581A91CA6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A0EA1FA-4FF2-24B7-3A11-6831ED2C8D2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A1A03F9-59EF-CDA6-3DBA-7D5D031AA2E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90D0A4F-11B3-BDFB-3B8F-8E9C46CB9E2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B6D224-7986-27CA-2E8F-A5D03246BBB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29D6AA1-A4A7-5995-A40B-9EAC25D8575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4DC589D-17F7-B5B7-C692-C8AB9BD77FC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9E591B-3409-A493-4727-81B253CB905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4949D4-A532-1E69-063C-DC5AAF917AE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E10E786-E1E3-E3F5-A72A-FB6D42AA2B6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847C987-A9CF-5561-EFAE-B782FBDAB43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F890A12-BC44-8376-5115-D2754C303A1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1C26815-3FE4-8A76-2633-7CDD7C0A729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AD52BE6-9073-A707-2880-4138B672806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006834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58E9F-1575-8BF8-1CE7-80B4C22E9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261FE5-05C1-9489-81AD-93E5B752AB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lower right block, the 9 must be in Row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68149A4-B795-9E79-364D-69CC7ABDA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2DE7EC6-BF88-74B2-9D69-49F0CD276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50A488D-9F5E-59A7-62BF-3B94818BF2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498E78F0-F90E-0336-7EFD-0BE91C030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54B613-4374-8590-A66D-FEF55FF5A43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03FE6F-79B8-D85E-DA3F-E8F5056B77B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DE79E-CF6F-E7AA-EB0F-8DB08DAA7AB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D123C9-E8A6-B34D-8111-CE5D44CDEB8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B903F6-9DFC-04DD-8C6F-23A51DFBEA7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A79900-3457-EA03-17D1-7598B29CBDDB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2D6D40-79D4-2566-0778-53F8C83964FC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50E801-9C3A-D4C5-8E09-9A20DBA1133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57D5D0-A1EF-97CA-AC56-9D7137291F99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4C3CBF-EBBD-7D9A-FC93-5A3F8F1BF116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136511D-2EFD-4366-3C5F-DFCB23A16581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6C8A05-F58F-A5EF-D135-7C0C3986BA7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498CFB-1B59-B8D4-F3D6-5C3C02EAB26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11AFC4-EF9D-7E2D-F8C5-EB65F015B9A0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A192C8-63E8-AD6D-911B-4463DC5917F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9617F9-7302-35B0-19B8-4E024A448F8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3D60507-27EA-2395-671F-5B7FD8D06FC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0607E7-DDDA-557E-4C7F-D571A4357E4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553477-EFA2-B9D8-B4A5-FFFDA0BD33F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7F017A8-065C-F585-95D6-88E743206C8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348652-FAAE-4701-6A6D-C6E1FA37F1D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30F022-75DE-8264-02FD-CAADBDA33DA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261F8B-734B-1C1A-CC15-F7E4F5DDA0F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06CB94-E242-FCCB-B137-7D4562F4E7B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AA02EC1-8A0C-6E67-7EC3-FE8E2D85B15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713F27-6B5C-9BD4-056B-55AD6AA1B20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F151762-5E58-288A-D84B-5235298886D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25F1AD4-14EC-073D-95AD-7241DBD0AAA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B95319-5FA5-2763-A383-F6FBEE9A862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75749C5-F460-1120-8D8C-CF55DD2E12D0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9C03CB-9849-0659-0B8B-AE7AA46C8707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D827BD-17EA-B1EA-2C2F-DBEEED46DB6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065C46-2BF6-48E1-3C20-FC6919AC96B4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26502C-E6EA-EB83-96CA-13AB11089F3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290DBC7-9451-EAAC-525D-94B2D028F281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7613208-8B21-686C-3863-272EC7E781AE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544F06-DA1E-2F99-0553-F039812F06F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8AC1B26-E089-5789-63DA-C8305C98C27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450512-334D-493D-72F8-4D87165268E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9493A65-5D4E-AAA0-C58F-9852C8848C5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466DD85-CE2E-F0A3-8878-20B70A52A0F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551D2DE-DD76-DD89-3142-909728C067A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58023E1-3E18-FAD0-0203-F4C7B9FC6F2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D1F3AA4-C732-61DC-3754-002CCA12D13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0C49DA8-EF5F-8E48-5905-167BB079482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5F2FF3-0CA5-74F3-C28B-35478E36AE1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D1DC04-81D2-9A9E-6868-3DBC0DDBA20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ACE9D0-52F5-DEC9-C38D-F431A1E9747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71D3A6-31D1-06A6-4668-CE8946728DA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15CA01E-23E6-4B8D-B09F-A7C4CDE3B84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8E7B8C-D66E-B8ED-E164-87C1AB98C4F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EE57AAC-AD2A-8982-2736-22C45021DA8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6AB40C-2AC0-C23C-6CA2-A59019D6389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207338-6F7C-BB25-363E-3D3887C66C1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543DF0-D8A2-492E-71D5-489D2063839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69C752-A907-B63A-2109-09E502F3C0D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1FCF75-E11C-9762-B0C5-BBB887FE706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75BF2D8-02BA-2B02-EA4C-8A4C50E958CF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E6E070-9077-41F8-73EC-5AA4E4C05F0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CDD9A9E-3DCE-8CE7-A3F0-DA0CA4FACD1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3934A62-C62F-38D6-F577-59C6F5760C0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26E7A1B-69CF-8BED-A7F8-0920A906CE2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13D4519-50B4-5802-7279-AFAF0FD38A99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5663C0-0D29-5F24-0AEF-19D01944AE2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FC4E5E2-566E-11CC-432F-96F6E04E9AE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C713161-3510-F556-7C5E-2F0AC978D9A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A29795B-2D13-B9FC-81DF-E34F8D46C966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D9FC61F-402F-36B8-6053-F5874C67736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42B264E-8721-79DA-133F-8A3D0DB081CE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EBB6A03-9698-C482-5211-D9842E7D830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300B07F-649E-BA00-9159-CD616842356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D4D49FC-5942-3BCC-A811-D0ED7CB03B0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F339195-3F5D-C1DB-DA9F-856FD850978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97E8C83-30CB-17A5-1F4B-4974F5FB6B7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85FB5C-8801-D836-7720-B2747845E6A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3D377D-7AAC-4DDD-3504-FBAC7BE5E4C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3D28046-D01C-E8AA-D2DD-7782DEAF827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7E2F5EB-78DA-3AF0-FAF5-A68928781DD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D6B2392-F63D-B35F-78F9-FE1A0C715C8A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1F15A0D-2CE3-9FDD-D8C8-DF5FF080A72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FC9329A-694F-1C13-5A33-9644939A0B6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6553653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F1555-94E9-CD2F-D6D5-F809F2ABE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80581F-3AE5-0F19-953A-0556557D41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9 in Column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93570BA-DD25-8002-CC73-D5806E758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92EA243-AE1D-1DD8-0F80-41ECCCC78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98D4B86-3290-3AA6-90D5-855418777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56B7028-435B-EAB6-CD8B-4D409716A5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561208-28D8-EA28-D911-50DCBC68E1E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A5BC83-9404-EDC0-D496-E9B4929C1D1E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95C765-13BA-744A-4E0F-229AC08E178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27770C-A552-A2CD-6B7A-293BC1B7185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E21B1F-02CD-394B-5226-84D743F9BC5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03E379-E170-2304-2E7F-468DFB16C23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DA3FEA-5A7A-2CD6-D591-E6F1E9D2BCC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88D264-D9C3-E878-D269-F47C352D886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8F92A7-6464-0DFC-BF78-19216522D58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7C5C89-E863-3921-B723-7B207916C141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0E4AAE-C9CB-FD85-A9E9-A09E3BCE39E6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FD9D94-EC57-2F96-EE0B-5AB5FE6321C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A3457D-3C78-B451-B804-5F2CB624D68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7EA9ED-7758-E4AC-B82D-EDB0E54DDE68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BDB8BF-CA09-07C8-81BD-289635BF54F5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4ABAD0-E9A9-6965-57AB-9AD0A819A9D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01F72B-5624-00F0-3992-0C0A0CA2920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B7FE2E-C499-0605-BC6A-FCF6DBA4C33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BF60E7-E111-4C8E-2595-6F784E6EAE8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14E43B-BF09-0036-4ABD-474853E9120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52A169-2A57-07DA-BADC-95C2367FD3D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3FFF31D-DF94-66C2-A996-E204998D1CD7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8A9D8A-293C-ACEB-18A7-65F3F623092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31FCC2-A15C-BC25-EB26-ED1D1764531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3B48D0-32C4-C228-FABA-7B4AEF9BDF89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C15B33-69A1-EBE6-6D89-5EDDFA5CA15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83719A9-459A-1B6D-6AF0-68C4AB29847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2D0C935-3783-B352-0BB9-B4A6F8B03FE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63197C-4D80-F752-2B8F-33F07FE879A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FBD779-8761-FE30-2BCB-1E6CBFE00DF5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BA1633-BE6F-2DB4-69EC-643A86F09FC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4C5997-9E51-CBCB-ABF3-5BAA81ED6EC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2C3C6C-BAB2-C117-8E00-44444F04A57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3512323-2DE7-26EF-862F-57AD0A5B30EF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AC943F-C3E5-F74A-38BC-05DAB1F422A7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AE54316-5C4A-1B34-145E-1D5C4751538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D3681CC-AFC8-AE74-7B5B-14A37CE9F3F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2A22AE6-8E13-96DD-0095-2CEC3481372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FF174C3-1CF5-0FA2-50E3-AF96F793FEF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0C8060-CB0B-5EB2-B4F1-B87B9AD2DF1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6984F16-EDFD-7CE6-424F-2105B55A351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BE6D586-91A1-92B5-47D2-7503D023CAA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61BDCD9-7A1F-E791-1A37-14D59F5B26D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E95B764-ECB9-1423-84FE-BE017535051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328C27-2A5F-EE3F-04B1-46F99340C51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69F268C-6760-3AED-9242-1218383B6BB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F4DDDB-FD37-ABB3-2EDA-893813AAF51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315D702-F3C7-7DE6-81DC-A8DAC26EFA4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C114B9-7183-0BC2-A849-7543C66080E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6276C5-75C9-1C62-0A28-D37B4B1B36C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50DF837-1306-B549-1143-B3DE02E364B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786DE1-B75C-0607-6A2F-8ABF82660DB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3600EF6-C5A6-947F-026D-B6752383063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580CB2D-0288-E57E-0B51-45D3BF5EC47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C90B775-0FA6-C438-3D4B-1E307B87030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4B1FB52-AEA8-DBF3-E34A-F41CA988D45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5AFF986-1197-5B9F-B401-82E7D835C7D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6672CD-97F8-1543-B5B7-EB54A17C167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AF9C4DA-A6F2-94E1-3C0E-50A0208DBAD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0710013-BD2F-21AC-B987-AC238F26D92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DBCD40-6FFC-BBB7-334F-D7219FC1538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693D228-21A6-03FF-8903-592977A7D89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BAFB9FE-4803-865F-4FDF-3284E8057C0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CC0B511-789D-9032-15B3-43CF6B347B6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BF79F06-5098-3187-E7A4-AAC65C44D24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733D0E-DF19-E9AB-2C13-2BAE2C060A4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F9355B8-0051-3FD3-DD9E-6DBFAC8CA1A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ED76A07-8B16-3392-8CAC-F550ACC13E1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2D08D61-0DA6-EB1B-6B12-B1DBA42907C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BF55D58-9CCA-9530-80F1-72F95FD7580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0643F9C-6BEE-123D-CCDD-F80708E1E7D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329EF38-0851-1A99-0857-3941D3A2678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345F8FE-06EB-AD3D-DB74-89EF77FB810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7F85D8E-7748-8F55-39C5-E4A7E30BAFE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6425CE-5E6E-65F9-1DA5-3BEEFDA7B31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81AB640-D611-B85E-FDB2-FE9CDD34C24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18D2A50-ADA3-4CC7-9653-9D942FC48AD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4CBB9B0-3519-C0DB-6588-6C511E68018F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5A450F7-60C3-FE92-053A-B682E8F1B28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23E96E8-91F4-DFF8-7CBB-34DBA027FE0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1DE51A6-39B7-0E79-239A-9066C6049E0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806467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9AED7-732C-E905-72A0-4931EC1F5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1718D4-FD7C-133E-9A75-DD05258858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1C2A608-A54A-6C9B-71E1-AC85BBD28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42F727C-0E50-CF90-F419-466871304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8AB84CC-1F0B-1799-101D-0E7E904798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0F76440-610D-DA98-2074-B3F9AF56E5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99D3338-521A-1277-09D1-689C88F91B5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13C59F-4446-4A35-A6EB-A2BA3617E46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22B49-1B1B-7894-0CB3-1958BB744B3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7C1CCB-EA25-A58D-3F10-E92A1498BC4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971087-EE0A-5CCE-72D8-84FB362C84B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BCBBB9-EF53-EBF7-BF9A-C215093AEA5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E10E50-BAE7-D40C-6412-16192DB5778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941B85-56D2-02AD-6035-FEB1AEA6852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46B324-0955-368B-3B2A-35CB815AF71A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87DD7E-B437-78C7-16DA-D750CADCDD34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6ED22A6-CA87-F9F6-A522-A753EB2E480C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745959A-9683-D2B6-E6A8-417D01677D5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3F676A-F5BE-B20F-12DA-8C2852472FE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26265D-04A9-05BA-5546-74A40600D10E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D179FF-79F8-FFB2-8E61-57FA14C4183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369FA7-3E45-4AD1-9A1E-06FB4A5385C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8A45F8-45E4-DEB3-058F-2D56E341495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E8399D-3DF3-552A-7D75-552B94CEE88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1529D3-41AE-F74B-59BB-886124242C4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8256528-ADC9-F40E-CB4F-489D7F207EF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833FBF-597C-3E08-A49B-E91B5AEC44B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CDDFC6-2274-FD53-F7FC-AF494781D08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42CA6A-FB64-D740-B8CF-05714465DB5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5BD1A33-07FC-231E-8476-2B6125C2B483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6B5CC2-7B39-65CE-75BC-A8AFDEC55C9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EE3F5C-26FE-ADA4-57BF-307E5179695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49C89FC-6CB0-FE81-59D2-44381D9EEF8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BCD927-F17C-5A0B-5995-33E2975186C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2305FF1-4BE9-5250-59C3-F9A1AF2708B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72C6954-42AE-36B4-8AA2-9C035415E351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48C561-BFD7-883F-6032-BD904226784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31298CC-81AB-1A56-56BC-5D400867F978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30D088-BF16-9496-A613-AAE21DA5B5F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1F9E70D-9C63-412C-7407-007EA528F6C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DAB89E9-7D87-4805-1B09-B764226AA09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F8DD1A-FC96-1193-12C5-DA15303A937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8C66249-09C4-FA82-9F0E-E1C7993EA20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9F83F2-09A4-60D9-CAAD-7097F0C0E20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75E798-0F16-8AE5-D421-57166ECF4706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3611848-1FE1-45EB-C3CC-A8D58F57CA3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28B22D2-6C64-B018-3475-F0A1AB5C159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7EE90A6-C3D4-4CBF-E251-42ACD6B0AE7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4E64DA8-CD50-D4DB-3E67-D4AF4859CEF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07DA048-D426-6A39-6486-A278E0577B1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BAE9C0-3B62-2DF0-D6FF-F389A2DA4C0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C079492-3EFE-9F6F-1CFC-7F736F1AEA4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E45AC0D-277E-7864-AA31-8CCA3CA6E72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5A30E0A-9A23-40D1-B70B-009C4A16733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BC6985-14F6-B606-4303-84CF5914B69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740F615-CFF2-7495-747D-97CF2543ECB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F041259-B8F1-C09B-3EE5-3A8A824D11E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B998C7A-362C-AE7B-EB55-9282452044C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0DBF47-64AB-4503-2B83-97F559C5572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55942BA-7CE0-B4F8-3E16-6359C13F62E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B044E7-B57E-3C65-6EB1-DFBA4DDEFA2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CA800C-741C-6C92-7E12-2F10D04BB22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9A6821E-8F8B-40CD-012F-EA101B64FE5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A31B39-7D3F-0F8A-9941-29896757D34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EBB8AD1-EBF1-E1D5-CB56-C012CD91D2E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AAA6123-6B34-8D0E-0B2B-747E41A7A43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5572D53-2F65-1BF4-C5B8-26133EECEB3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B65A06-9A30-584E-1182-88A69BE782A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96ED5EC-C45D-4390-2F09-0D88E2A7705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01D7AE3-59BC-19C0-C2AD-3A42E91E41B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759B5C2-DB02-5C3D-7383-2DF33CDEB69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6F72666-174D-648F-A776-119F0C1D964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F65B2DD-B721-BE49-DC04-F7E21F6E27E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CE8BC67-E6BA-8800-E2A7-9C7F91A34AE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4FB9B7A-1DBD-BFD8-3C34-946E6F8D8E7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088CC50-B5A5-AA21-B7B7-41643F36C6D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EE8CA4-47FB-2EEA-7789-10472E0C282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C34E398-ECCF-1965-F1DD-FEA30201D3B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8E2A2B7-6C40-4D81-BCF8-5E273E3B5F3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BFFDF0-45C4-27CE-AF0C-67DE19938BF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950235-2398-F621-39F3-0DD49B8AC8D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052BCF3-58B0-E606-5975-07B190730FD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95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A76974F-2C95-6CE4-0BB8-F36117AE8CA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756C1A0-7158-1C06-F7CF-C10BFF338B0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3F68A7E-EE09-791C-58AE-D58EBDA77CB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BBA3EC5-C466-1B7B-B519-F91386974C6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EF11937-862B-8D70-0AAC-4F96ADBB434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488763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E98C0-C0BA-7335-098E-F8CE82008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B46EB2-8217-A71C-315E-AF90120ABAD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lower left block, [23 in 5] -&gt; [14 in 3] is three of 25679, which sums to 29.</a:t>
            </a:r>
            <a:br>
              <a:rPr lang="en-US" dirty="0"/>
            </a:br>
            <a:r>
              <a:rPr lang="en-US" dirty="0"/>
              <a:t>We must drop two that sum to 15, of which 69 is the only possibility.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ED6D2A-F9CE-4585-9647-AF53CA596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146D0C-99BE-2A4E-49B8-41282CE95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4D0896A-FB70-008D-80AA-9B8CBF33A9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1ED6129-AEE3-38B4-603A-F14CE5B85B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873A2C-C4C3-842B-02BD-E36E94EBBEB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1832C2-9F0C-9F0D-95B1-977C077B1FE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220380-56EC-A987-C7F0-B25C58C758E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664D7D-8335-A3E9-49E7-0FF10BC71AA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3A6B82-F79E-D573-2536-F614E6A5861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1C9397-1486-F4E6-39ED-A9BA45AA56B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C05566-AA7F-4439-CA36-2CECDED410C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DB1C82-DFB2-EE2D-F454-0478A869A94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1BEC17-E53C-C016-408F-89350D55E776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67DED8-91BC-99FB-6C34-4C2A3A73090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2AABF7-142A-2DCA-166F-473A0114AD1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551621-EACE-312E-4D4E-AD2C72D07EF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F2199-2595-A3CE-4CA2-EB84F04E659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40620A-15F9-B38A-BFFE-F0BD81FE27DB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F96A6D-A842-98F0-9607-0B89A9F1E2A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D899E7-A18C-93F0-9D92-A824D3CCADB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88C3EB-DCB3-00B6-7281-22AF2FDFC0B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EABDF7-D8F9-C2BB-4620-265A71D856B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FB35E0-A0C9-D93B-D526-B9FF1C171AA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808901-8E3D-893A-1B99-D2857C8D51B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C30513-8945-D61B-3DEE-4E760960BCC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A3C3C6-5945-4B30-6507-912F22F46E09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C35E9DA-61F5-A02B-B1A9-258884F6B7C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AB5706-F864-1160-25D5-19E331F2E82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411724A-AB33-D3DE-BA98-EC32993142A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47C7224-F9BF-A59E-FD36-C68C1A827625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5AACFF9-4C00-2332-72D3-4DD88C948AC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CE3328-5A51-BDD1-3091-8D3419653C9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B892C2-9AFF-04C6-9F20-EDB26EA4F03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E9652DE-6C87-1058-280B-F0A42C03DB4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95EABE9-ADFD-8579-E2F0-D06EEDCD803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349D3B1-370F-7AC1-8A9B-8B47B378D36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A01F154-19BE-537D-264D-681E07717EC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DEEB8E-9E98-7818-E68A-469639ACA6FB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C66871A-5C35-421B-43C8-F1C911B1F272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599885E-E86F-FBC6-AEA6-17904F0B86E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BBFB954-396C-6814-8635-E04FAB2BCD2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9F439B7-3C8F-C9E1-6B6F-EE62C63BB586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D9D9DC-537C-3EA1-4B37-DFACD9BCB1B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3B2532A-FC2C-F2FE-40C8-8FD9AA8672A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0D5DA30-5977-DB49-DB37-C7003FB36B6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CA655A-9D11-85E8-DA7B-0A17BEA39BC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A4B3BCF-76B7-98DC-1625-52D080F0840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9BBA809-D15D-6B4B-F006-2E0EC5AE701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965878-C512-6800-486A-630C2543205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D6DDABB-ECE3-9653-A349-8A8EFFEF011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0B340C1-DD93-4855-EDC8-2D44F343F7D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8A7F9D6-76B5-ACAF-0521-58C677E98BA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840652-A30A-5910-4F48-2EB1A84D9B2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B3B643-AF7E-9655-DAE3-EF2012EF444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8F1130A-76AE-5204-7BA1-E457411758E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6A49DE-12C3-B68F-0F31-DC22A8A60A8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C5270DE-E05B-7A91-2362-A70CBB3ACA8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AE467C-2AC9-1B4A-285D-8C7A9A11D35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59F97C-9C12-A63F-B074-2CF5D58E9A9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39C8A06-F868-15D1-4C56-E622F9E5ADF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4680D97-9CD0-FF52-7B19-1CC8BF12A0D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9274A3-3D9E-A27E-B7CB-2D6AC6ECE41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2392346-5ECD-1AE9-AE08-E36E1501AEF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8EC3523-D13B-6200-7319-DB3E524898D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EA2545-9E82-07BC-DC5D-F17B034DA3A9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D0DF1B-5699-D8FC-FEF2-1D60F10B63F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5BCE387-5CC1-15F1-39A6-C40D9DE71C6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949AA2D-3D70-B38F-F702-6DF4C78FE15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2367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65116D0-5805-6E7B-E580-E7D9924A437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E8B61B5-54FF-85A2-5272-EE9EEED3005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ECDB352-1662-5455-BC6D-70A70583D60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F87E685-792F-4A25-A387-65FE4989CE4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C74723F-A0D8-00BB-11B6-2F746D21DEA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C064BD1-1E8B-82AB-5949-48250F71C11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F61893-1B18-EE1F-C0BF-4263AD48565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E9DA31-FFA5-F08F-2CF6-A7B6225EFDC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F6AF4B4-9147-7110-A33C-B08BB9EA0B3F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07A560-45B4-2A09-1A2B-5B504B3B90E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0389B1-0CED-9137-2910-D96341F5E70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5E015CF-0DC4-6A2C-DFF4-8FB8DBDE4BA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FEFBD78-47B6-8300-1D01-F50EC9C4BB0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32CC5DF-82F3-23FA-6724-5485175A649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0CD270D-6387-9F1B-EB6A-44BC012AAA5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477EB4B-0BB6-75F1-57B5-EFB7BACA457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C1CBD20-5A46-345C-9210-6D887101168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242278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82614-C7F8-52BD-AC08-89095A384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B88764-592D-687D-B76A-AB42F59C83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261640C-0886-C24C-F7E7-CB5724E27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EB5210E-F4B6-693A-8281-9653BA671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0FE6290-0A97-F1C4-7742-1E2B1BFED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7642A77-6915-3FCB-0EF4-782BF3CC92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4CDA48-BB14-488B-6B80-4920B089629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949B7-CAE8-5DA9-D34A-450D2E555E5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763EFD-74BC-2DD6-0337-5FF826DBF3E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79AE5D-B80D-80FF-8F80-F11F32A7028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BB51BD-B713-54DB-4F9E-75952F94750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2AE332-40F5-150D-6A0A-A0F08325674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8A11E0-1F51-1A66-C062-D132FA848F8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41CC0D-B0E7-8535-1029-4A86E183B4B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B60D0-78A5-396C-8D20-F357D98164E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83C862-50CD-0E99-F024-21B33CA371A7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31E001-48CD-F614-2F90-1E1DFD53555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2201FA-8F86-24D2-0095-FBBCC251B4B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64EA47-6E18-7B45-0C7D-6A43FB9B617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4E4361-6AE4-B436-32E2-C972A1610E57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5CDF46-25CA-38A1-E576-F28C8DDF988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9C7FB3-C064-5D17-036D-4E68651841D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43AE5D-E263-422C-379E-6BDF94EBFCE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5DDAA2-576B-19F1-655B-057B9C89ADB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8B378-2510-6721-AC63-5B35E3DD79D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002626-9546-23C8-31CC-34E2E6C68C4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10144D-5689-BC47-2A98-B88614F3AFA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B225E5-A9B6-8D84-42A3-9EE9AEBB2E4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49DAB2-E3D0-3B09-B5E0-C8436F80670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3567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B79B4F-885A-383F-C88B-CCA1C567CC1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352027B-5FD7-B17E-6746-EA6B782BA2A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83247F-7761-15F3-5768-90E6284B06CF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EB0534-2DE8-5BD1-9E32-0186DB23427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4C3C886-9985-1A16-980D-C7DCF94D823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289590C-3E7E-6FDA-4FB6-770B1B000C6B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2CF9E7-41D2-8F96-FD32-C0A292A484B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C5F99D-4B6A-8184-4B4A-A215C961847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81B0C6D-B417-6194-5ADF-6928287A6D4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39035C-9CB5-7DE0-5D2B-1143D0FA162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4E2A13-D534-D5D9-83F2-2A66ABDC354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28C77EE-EE0C-657B-8C05-905CA3961C2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EF1C397-5276-AF42-B6B3-02CB58F244F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94E201A-1148-F1BA-90FD-C235485873E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9765A3-687E-DFC4-B61E-65765F5F1D4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3B89972-FF7A-884F-792C-0D2B10977247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0FCF12-06E9-6242-94AD-3A003EC8308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CE4D00-5CC4-D662-0AC5-351D67DF25A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C66B4E-3049-D100-08E0-45D5CCE01C7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CBDB19-B161-B695-AFBE-406AA57EBD34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0A63968-7F82-C77D-72C7-C274C48AF0E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68A436A-8D5F-3CA1-339E-23DAA67784E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BE5E958-696B-477A-7664-C18B7805380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42C69D-9ABD-848A-9618-C608C52525F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34CC92-0DE2-2AE1-A01C-BAA7D83ED54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6CE2A33-C47A-9ED7-0AB1-B00F4D630C5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34A91E3-673B-957B-7975-4960A13FCE9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7F062B9-65F8-D84F-2FAD-A6B7615865C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E83DC1B-8874-C30C-58D2-A91F2EEDBFC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F736D2-A492-5B2E-55D5-4905A3781CC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27D6C83-657C-B680-C2C6-75FF57D25A0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DB4DA13-E023-7ABA-E8F3-3C5BFA8F1B5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7A4063-2B6D-222E-1921-8ECF0E3B9248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D4C0FE7-1E28-9644-13BF-A32294ADD51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15A81D-9967-3BF7-C90F-DFEC0970821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7489466-1B36-0034-CCB0-90002008F42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C753C0E-D2EF-F2A2-04BD-07D1A0E975B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4DB70C8-7FC8-A3A3-BBB9-DCB4D90AE58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467C31E-65FE-D98E-22C2-6C011EBB896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E011D34-9935-213B-667C-B84B9DA79D1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D96184F-35AB-9FB5-59ED-2B53462D012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5186F1B-1DE9-2B63-CB94-705E54B6102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7978E10-256C-B6FC-2501-0CD7B45405F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D1B84E3-E7A0-7F7D-E54B-D88B1EEAD5C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C2664C-B614-33F4-0AFF-E9BD1F873BC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ECE3E9-9849-7303-514F-8933E5F8320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0A45EAC-3DA6-654C-A61F-15FD5174B59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044F0A3-7AEE-D612-2301-FC5D8BEBBF3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6B26DE0-64A9-9C6B-21DC-C1A1AD16D37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367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BB5CC38-494C-BCDC-E99D-DB6EAFBAD12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927A6CD-4B26-B8D6-06EA-95912CE411F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8CE11DF-5DCA-6B56-DD0A-5657B0A8B815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2DC5E18-96A8-E3F4-10CC-0B775505C88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8CB051F-B589-FA97-D333-47657F05D17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20CF43E-BC99-C37A-594E-89E0DA747616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5385D58-6160-8583-4AA4-3D04CAE846E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4C9C8C8-1E77-9F87-38BC-12A0FA3EF79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ED3534F-7993-6E3D-1F2B-8135C33186D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001495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BC321-6F0C-BDDE-2BA7-9E902902D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36BD5D-0A9D-E123-351A-6B276C6657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D898514-FBD4-6DA4-9651-3BD7152B9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B02E6E0-798B-59C0-3D29-89227778B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12D137-215F-1EAD-FECD-7B50404865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96E38CC-468B-CCE5-4728-D1BDD848A5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524B99-DF77-F1E8-545F-925C18DCC7B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05FA12-E42E-0FFE-8A85-B2BAE586BA8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0BF78B-AE96-56EA-DF4D-104A5409777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71B4A6-1226-134A-5DDC-91FD6A0F79A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77BF56-ED29-0503-6408-E5075C703A1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99D3D3-C907-084B-B1AF-C1D1B7E0159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7803C6-835F-32C0-CEDC-909CB7C8492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6295D9-2AC6-73A5-AD7C-5BD727591DA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42D7D4-41FB-0D98-D7AC-C7C3695B36E2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2315F6-BD05-E386-BB27-40EDB537191B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50D20A-FB18-5ED3-5806-D924C1129E8E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F27CC1-486A-A203-2BF4-8264313A367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616573-D533-4F4C-0164-1ED44D1057C0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00A7249-E9DA-5A87-839F-D42019472882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143ADC-1688-14F9-6DB3-C9568296C34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AF5C73-B04E-5FC1-7790-5AC24AD98A9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E577C8-40EA-B190-E0F4-D92E55C3E6E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A4E721-D2FE-DFC8-FF96-39E41E06EC8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4B1780-5A18-1CD6-589D-D00B1E93DF2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9B0C431-9C9D-27A5-33B1-59803CBE076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9D728E-5201-864F-E574-219D2E41C8C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26E5DA-3C5E-7919-F2AD-715125C3CCE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0D75977-5E71-4697-C84F-6203A799BFB7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DD1860-A62E-2DD2-886C-F9984AE4B86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67384C-AF48-6FC9-72CB-8803131EA92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70A7E6-CB61-ABDE-D7AD-7D26E88746C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0BC8DE1-2656-29FF-E11A-1BE1B7F27683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32050A9-7769-A31D-B2FB-439B4E198F6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AA6758B-8BA0-8B79-EA2E-E5B4B208DBC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6F49DB-C89C-E540-BC43-D25E78901B06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152A93-FC46-F9B0-67E4-EEA04322918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5BBC3D-9DB0-E308-FC00-3BEA423EB3A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C3290D-42ED-4DA1-D871-BA9CCB87CF4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27CFA2-B830-369E-5ACE-496963AE2E6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FA1710E-E904-A19D-A9D9-D6DC27C9119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9C12B3E-F160-B283-A86B-B65CDBD268B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28DF5D9-6099-0C85-D6EF-59CFD4895CA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D18269-ABAD-6D17-8B3F-BF4C6578E90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88A842-52C3-52C4-7C68-C1E24B22A1B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DE4A81-FC34-51FB-9175-E7EF7C1AB8D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0C8C02-2C36-BA4B-FAD8-A920293D1D1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11EF2FB-489C-9352-0E0F-76D5475320B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857B7CC-73CE-75D6-0642-3ED3E78F2B8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8A1425-DA88-F889-BA44-837646C605F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2FE3D9D-C541-F493-EEE6-C75171CEDA4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DE76C1-3824-358D-19DB-3753451A857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F591E81-ABCC-13CF-56F2-34FD6F50DAC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197CEF-2D61-FE09-914F-67D197F1A33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4DAD22-89A9-854F-0840-16B84458A35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1F897E-D417-FC96-D26B-2124CF03130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9F3E73B-EE08-F99A-14A1-B7BD9392983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CC7EA28-CBE5-71E7-243E-5E7DA480DBC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C02011-9C8A-4E5E-23A0-7293F992435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D564D5C-47E9-8296-8248-ECED5D98E71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2B3CC65-B164-5502-B1B0-916756D95DD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3C6CC48-C3C6-FAE2-903C-89ED9DE2E031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D6F40A-B2BC-0CEC-7CE0-194C44F5BD1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524073B-2C1C-2518-C2A8-8254728A1C0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CDC165B-A0BA-DE90-7E5A-7C8B887C8C7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6FE4FF3-FC41-6FC7-D860-E14CAD25B3B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D054C7-E6A0-CA4F-9C64-354A8D0F058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92C0A5-7C7B-7221-79F2-D26851DEAC2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C5747D4-D1AD-F8F4-F94E-CE2D1AC29D5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D7C988-DB28-4AC9-F6DE-305055C00EA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AD367CD-B470-29FC-FAE6-60123A9BE56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1047BFB-3FBE-F14D-1EE4-D8EF549161B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35D526F-9F57-0CE4-3D94-3A9B1427970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CC14223-4BF1-5F0B-8A5E-6EE24866F0E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89AF8B-2925-A89C-95A1-3670A6A1C23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E80495A-B2D4-147C-8178-67758649BB4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F113522-6240-8C55-2B5A-99D6CA2A1D4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B167E6-2788-4DE8-44EE-2F85A4E08065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F7AA8BF-FEB2-1FC9-CF97-19D22B641AF8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31D5623-0CED-3388-971D-E0F986CEEA8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EEF08AD-7FFD-BABF-AE82-F6E23D19D45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F69D013-1588-1DA4-7231-7E75BF02184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CAAFD54-C995-646A-B440-92441BBE82B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D165DF-EBA2-3911-41CD-BC1C2473DE2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E5294D-BC1F-9B81-49B2-12A9036E8B1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150992C-8393-62D3-0139-A6F8CB1D97DC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FD9880D-35EA-4383-0E2B-D0A8880A1C9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753402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34A02-F2D6-9763-ABE1-67FF9CB86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578AF3-5017-0468-E858-325EDD1958F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C4E6C13-4625-3CFA-7BAD-F34EF6C08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E582613-22C1-8C28-DFD0-3C5F0A9100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D09047E-C9EE-8E2B-AA32-36DBC0ADB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349DFB4-2607-1D23-4D86-6DF61A2EA0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40A8C4-FA86-390C-77C5-D3515776578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05E1DB-60AF-7EA8-4C59-163D3550E4E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F98B4-EA59-8C78-5D83-5F020EF7DF6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D5CD93-1CEF-1229-BDB8-10519C52358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301853-7F91-E920-CBD0-CAB682E8F898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416A7F-11D5-4852-8ED7-992940D1AEF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48A233-46FC-78FF-0465-EC2D41171B32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979209-954D-B997-F6A5-D146BABF076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2E2E8F-6FA5-970F-3CA8-DBAB6E0AB40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8FF1C9-4571-36AB-E550-563835E6A653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3D1B09-FC25-8231-F106-2761E96062E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2A2534-C6A2-EE16-A40B-A818105E036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315F76-3D8F-4BA1-3D41-7B29E35CBC8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779C7B-A63E-3D1F-76DA-70DAA2DC5706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66EBBB-CC30-0F4B-5A46-67C1D14FFA0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91EB7A-53B4-9CE8-9E45-8D229411FC27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A14937-FB8E-423B-5C30-7C95AD00F20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5D74BA-41E8-FEBF-383B-DEF88AC74EF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857999C-836D-E8D3-9D12-9D5AA4954FB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01ADE5-72A3-F1AC-4894-22A358E88CF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6B195A-72F1-3ACD-29D6-216FE6F435C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03D0E2-2AAB-BA35-9BA5-A954DC0F6CB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5AB70AB-2984-D7B6-2739-F6B21CA3BD5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08EA7B-55DE-577E-27B8-C5F72F0125E0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CDC413D-29DB-E275-16AE-D162F16CAB3C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92D642-7868-117D-5211-B101A1548C3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F9DAC4-3F80-E5FD-3D39-5B85904D913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212EE93-561C-B75A-E776-958115D7313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7311BC4-CBCF-0733-B1D6-4866879F32F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4457DF-ABDE-0C30-E6C4-5A7EBFEF7C9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59D2A61-7CA6-FF82-8F69-8F4332E93A5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D2BEDA-4348-6C9D-7097-E15010A0FB7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EE3619-769F-DF07-66CE-CA24A4ADF51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8F16C8E-232C-25BB-3638-674B6492BE8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AB2884-4357-A881-FB85-2EBE1CD2F61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A1F606-F439-8797-D81F-E2D2DFBD393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375B7CC-FCB1-421B-4390-894EA23E478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508EFD-EEFA-90F0-8479-B0DBA62CF67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3ECDBA8-CE31-CD28-B7CC-AB137FA3E16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1428DB-AE19-2A97-1BC5-6E1107D49A8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A059C3C-BB8E-CF1D-D5D2-1F6BE02FD57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0AD7B2C-788A-E154-26DE-FDC97036F6D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CD885E9-FCDA-4AF3-382D-A384D4888ADB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D909EB-03D5-1265-7596-B157AA24ADC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659581-51F1-E532-0B10-783DD5E7B84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32135B1-DA40-E7BF-7D0A-A62C620CA9E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F783BC7-8864-F352-2ED6-6F03F46611E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BC4AEA-8244-8C00-5946-1C2030CFD92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783435-AC6D-7FDE-4184-B36ED7DB834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5E7A4A2-B3D2-AA2B-22D4-3962002D01D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F9084E4-1429-6BC7-E296-86FC98B14EB5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666BA55-0253-2F65-8D3B-AC9609B56F9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39BD48-601F-278B-08A0-FE401BF3E78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68ED05E-1E0D-9803-0608-97EB51A0CE8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82DAA9B-CE70-F9A9-6BEC-168A005891E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732D74-5BED-4EF2-1F8A-80AEF5217E9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B161BFA-4AE0-CECD-2512-D363CA22B02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67E07C9-257B-33D1-FBF5-C55EA9062A7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2BCBC9-9061-1774-3740-D69AB80EEFE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C37B614-3B3A-6BB1-76F5-462B06F4811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8858D46-2E86-7A6E-8341-D5AC7E959E01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4FAD5A-5C65-AEFF-866E-DFA4166D02B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4554E47-BFC5-A525-6E18-8B6A62D84B8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BBAB90-29F3-BCEA-1DA5-6D5FCA52D31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CBB3E37-8184-7D5F-EDC3-5313C841DD5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7F0CBD7-B224-4EE1-EBA4-96DD8391926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1721358-C66E-EBE0-63F1-0CC053FF5666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73130C0-8DCE-C4C5-7CD6-5C968F2A85C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7B6BA78-2DFF-529D-2B8C-58A461425A6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3C15B3A-2778-68EE-B420-30B0203D9B6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C8582C1-D822-06E3-4C4F-CFDA90C6773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574FB5-C61C-E926-8FD9-3CE6015CCAA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DBBC57-D9A8-7E75-B7E6-28553B91E04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C13027-3665-9B98-AF1C-DC89041B55C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367E0F-DC96-D65F-5513-DE472796D27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12A8CB4-C467-747D-361D-7CFEAFF335D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A0BB7CB-3337-B8EF-3A3B-D3DAAE78871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C11DF3F-0BEA-10FF-9DBC-270F444C89F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E78756E-E079-BC7C-BF5C-5C69908E68B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55CA852-92A4-70BB-0A7C-5D154BB398BF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199AE2B-8B19-6706-F353-8C8D8C42D2E7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436708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C707C-6718-5418-6692-AAE031C2E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EC711C1-9DE3-1C8F-E38B-CF9D2F38D9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A5BFBFB-C630-9D54-7045-D4D5C59DB2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CB1BABD-06A7-0EBB-0605-F6B0C39A9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A113A86-14CD-9D53-EE0D-E4983AFB86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172354E-0B59-EF50-F56A-BDF3CB37A4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94CBF12-0862-261D-2A3B-7A5D37EA365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38E531-D212-9DE7-84E1-72BCA466756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14E1D4-7CAA-5400-0EAC-8651652BE9B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395193-1D67-B1CB-8483-8436A731A3F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A3A59B-4F98-BF18-28A3-167E54141FF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71AA70-4CE9-FAC5-9971-2062FAAE303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56506C-984D-C811-C1F3-54BE1E1DAD8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72AF22-7ABA-B53C-CCE0-931F8F8532A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AEB967-DE3C-FB9F-E55D-2A818F1CF2DC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4376B6-D53E-1D4E-D748-7804C74BFCD9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5DD978-E147-7321-8ED6-6EB2BE3CB7D8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EDFF33-51EC-C9FA-B02B-CF75FC8DEE2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267FDD-682D-EB41-1315-6E9ED71CFCE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D0A6C-7839-DD7F-3D74-B1A5A587C869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7C258F-7F23-7BBA-CFEA-FF18BF363BD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AE1C41A-9226-887B-7AD1-420BDA35256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18539A-B0E6-4C78-F105-ED62D57BE5B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AABFBD-5908-0D11-6307-6E9283F6D31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351E69-EB42-57EE-9F3A-DE77ED948B7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159DCF-845F-92F1-E5C2-E71F5891E9D1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399668-3246-0258-0551-2A1009E2626E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59131E-3F89-4EB7-7820-5701CCD9E0A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D08269-3258-9ED4-6146-BBA38BF2092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44F8BF0-1004-8807-6BAC-A587B56138CD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8B8BC29-8181-581A-E3C5-E39FF639D36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739351D-A7D3-4A6E-D9DB-448A3A96FE1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4AD7D8-8034-8D84-A09F-2C29AB7B268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0F799DE-0D60-B007-8E94-5247C7AAF902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63CC83-2ECB-7574-F06F-2552B42B0E4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B99CA2-D4B7-695A-5241-74BBFCD3C5E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8F53BCB-89B7-0CE9-F417-8A8F6059A04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B21D7C1-FF28-9585-CA8F-5B9D87E9EC7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C9224C-59AF-08CE-33FB-E846FBD9634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B3BA58-5D72-4EC2-F551-230367E1A66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DB8A06-A684-EAE2-B74E-82D44618F03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B369FF9-18C5-238D-153D-FA1EC402A83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4548D1-1D04-9FDC-C19B-342216298F1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CA2B56-E9E3-C09C-5507-18AFCA6B350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09CAD38-C20A-B4DF-7BE9-EFC4B96841B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97FD684-42DB-4CF2-5078-D542A6D522D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52D545A-1855-A11B-E16C-3140B588770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B28006-F448-A3E7-C2BC-08C7F2C0EFB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769D72F-BE2E-F5CA-56E8-A3CB1F327B9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427B3A-A44D-FBC8-EEFA-A8664A982930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5791141-5E78-2BB6-CDCE-DC39DA0C0FD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C816F2-7B25-FDB6-B238-B3CBC3C2AE2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FED956C-0B0C-DC5F-C883-93D47BC55E6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A6BDDCC-2EA2-5DB7-865D-66410CD4F75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E3B0EBC-401E-EC0E-0CFA-194EB1C4032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56E190B-EE59-6BF5-7EB0-C58D80791E4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E5AD1C-3A6E-AF6B-A156-6AD3A1ED9F8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7E1C01-C4B9-D5A4-8574-55A7554A164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942A6AC-843D-8054-1801-A75B9471486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74E665C-0764-09CB-C12F-94F59C947E80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B7E8AD9-B5CF-F31C-8A8C-BEEC970F923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9DD88E-5513-683D-0883-B9AE4F6F631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E56EAFC-9D42-4279-234D-40AE7A7E3F3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C5DEDA6-BC38-7371-E4C1-F19647ACA03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3178865-3AB6-CA7A-526B-7CEF5F0C960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AFCA3FB-27F5-5B49-9507-06F89ABE44AB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E38F22D-651E-6215-8E2C-D2D39D9ED14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5FC7937-D753-7A1E-F9B9-BF4301558C3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407BD6C-57BD-EFCB-E0A8-9E33DF379DD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A49FCC-54CC-E514-B66A-9CD7ADA5D10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EB0DE66-B2CF-2090-DE40-F592FC08906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47A71DB-8384-5CD8-B034-4586E804316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144594-ADA4-1795-802C-8429DEF4148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E09062-9BEA-BB5F-7260-DE35F9349C6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A91C9C-7B1C-848C-CAAA-464BF7D9700E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57D64B-D315-43C4-2FAE-2B682459DEA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EB44CF-A4F5-46C5-3E0D-72FFF9260468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D3C0008-48E4-B0B3-6AAC-6B8DE6D2524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642DF17-A891-C9AD-9A3E-BB08ECA784B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F4DEDA8-33DD-FF48-29B6-1396E357308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BE3F238-B2D9-70CF-1359-56A7BE2410E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2F73D42-CB81-6F97-19D9-D635FBA18A3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8C23E63-C4C8-BD7D-9025-6D2386376BC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DBDC646-00B6-D951-6ADF-2440962EE8F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F6B8179-4D6B-1158-147E-3FB224DFE4C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8F96CA50-634D-324F-A339-6303DD5F45D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093D339-E7B3-192A-5CC6-94B88318D7D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781846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BAF58-A958-4940-FD63-5BC09C0E9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B416AD-947E-70B0-E40F-3D86562A859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938A943-9A1D-CAC7-DC52-45ADDBC24F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F161411-9B44-77A9-4C3C-6BABE94AA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C6E5D44-5B98-A514-9164-BF2E987A1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E5D61E-1B42-C6BE-4DAF-A4F503A1AE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ABFF2E-A35D-51B1-B59A-CD92ED5D458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059B65-7150-3819-E4A5-668295EEC71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DBD8D0-A180-DEFC-D4FD-CC4021B9300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A2FCDB-AB5C-FE79-E000-19F946FB6CC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553DC0-9D3B-5639-8E04-12791461A8B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0550F9-9E75-D8E5-A73C-09E4236842E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9E74B6-2FFB-70EA-646D-1941B1CA27E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66F967E-9D37-13D6-9630-898A67E032CE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521015-6B7B-2FD4-1A7B-A62232B8AE9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60224A-A9F5-FC76-08A0-2118D70B94D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B1975F-0305-E17E-31DE-71147DA1FB0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7FD255-EE0A-3580-10E3-198F01D6D99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96B6A0-57DE-78E1-9836-5F2A04EC654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9C8723-AEB0-1BC5-8BAB-EB5E050EB37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6051AA-4913-5428-E49F-AE0B26638DA2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DAA3C0-0577-9F7D-6E3B-85B861B3DC7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93AA60-043F-0C73-BDE9-7A38E4DE736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15DBD4-4460-0A51-1D6E-31C2E8E7E54B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E617CD2-E13F-7BE5-D5F5-5968A821919E}"/>
              </a:ext>
            </a:extLst>
          </p:cNvPr>
          <p:cNvSpPr txBox="1"/>
          <p:nvPr/>
        </p:nvSpPr>
        <p:spPr>
          <a:xfrm>
            <a:off x="5147734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0FAD85-CF41-BD10-042A-78346C38EE2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D6FFF46-2C0D-F026-4F8E-CA183D3EAF5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4BECE1-10F7-F617-79D9-03E9662EC4E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A4F0E3-7834-628C-A3FF-CBD874CEB55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D85109B-F44A-E68C-275E-C8938A7938A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362A4-89E8-5EDF-4B20-23D5B2782AF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FDB6D20-10D3-2517-0712-7160A4F4543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1EC8A14-0B19-7C05-3B3F-B5704201AD2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A14323-8C54-8253-2FED-EA6E3515DDF1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5866C3-4967-3E99-E0EC-CAC116A2AA9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E3DB8F1-1044-50FA-7A7B-78CE948FDE8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CBD145-4F83-F457-76BF-E1000FE44ED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7D40D8E-E801-DF89-4DE7-8CCDBE6F33D5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87E5F4-C3E7-7E21-D3C6-497FC039956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4091315-7D66-4A0F-E65F-977FC2AF88C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E2F5D69-E118-9949-B46F-ECA06BFA90B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E211C50-35E0-610A-0047-4DD1D69D1CA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228AB5E-05A6-E31F-A09E-33F18E53AE3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943B54-D92B-599D-8BD8-43E2A317EBE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357F079-1939-3113-FF3B-8C872127587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5B40194-9B55-DD2F-4BEC-3955EAE51C0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3C3B09B-E88B-7F2E-AFB7-B1357053C76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EE69290-C304-471D-923D-F5DC76E7C2B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D2056FF-7BE8-1CA5-04D1-8248BC3B772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49F1C0A-019D-507C-13A1-892FBBE43DB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D6A2FE2-DCD0-140A-2216-5F7E0392C7F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AA50C6-DC7A-DA3E-E312-899B9A361A1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F7DC34-BFAC-D872-2631-BBA116D958A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66F2A8C-731B-FAAC-F5B4-DC94CA8ACF1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6B3D55D-D671-3961-7840-39626CAB251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B9AC863-B08C-69C7-B72A-61F54225A1C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BBB3404-9874-64E0-C211-B56BABB3D0A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DCD28A2-7BF9-4D85-4F6E-EC9EED8D21D8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D6FDB71-3149-6ED1-91D9-58F67682827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3709C4F-1B24-0B15-0CFE-B26303B3E8D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EBD53C2-3BCB-73B7-E360-FF44B4DA65F2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8850719-BF76-304A-4055-A70E74599D4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B174B5F-1BD6-0892-7532-F7837F2F2C1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5D806C7-DFE6-620F-94ED-F7BB472DF57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F484C3-10DE-4CB6-2254-509D2117CB9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85C7D7C-6DCA-CC0D-5986-65B07243B2C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9E3589-0788-209A-2625-BABCA29F676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AE0DDBA-2B84-64FA-3107-D8D05B5DB5F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5F4F12-B962-02A8-D11D-09B652FFCE3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5D337F-05B0-F2C3-59BA-819CA780C72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120E54-3D62-E9E3-46E8-0374BE6C885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DCACDEA-1752-0155-928D-4AEACB3C522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C298D20-3DC2-B415-7783-CEDC2EC5513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F1C9C16-AF6D-DF36-BBE2-463D4E0DBE0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301117E-11DC-84DD-7DEB-F78507B9A5B1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A30ECAF-2DA2-B2C7-74A4-006256F39A2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881A5B1-DC1E-3F74-B5A6-5285A1593AB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CF3751E-A116-23A6-4DAC-32BBFDFFEA4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0FC289D-4AA1-764F-1F83-8BDB4FC8954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0F1179-B559-A27B-7882-4B8790DDC3D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2C8465A-6856-08B7-F634-454839316ED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3FC77A8-7A56-4785-4E16-ECE91C765C5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396F133-BD1D-537A-CA93-98705BA6B0F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068FFE2-3FB0-902A-DACC-13D8F194B86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F888779-98D0-EA61-D53B-51FC56FE98DB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FD5E465-2ED5-1C04-BB0C-2CCAD96034B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18148D9-FEF5-E894-5130-B67A70EA26E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728341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5389E-26D8-79E8-FE49-4973CA5C6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7A38B2-353B-8C3A-EAA6-FC73627846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35F1F8D-70D1-AF02-97BE-D5E54C29BA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EBB7521-DB2B-4935-D8A1-A6310590B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10B23CC-A488-0436-CCE2-C3EF9A547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AB60B54-EA4A-FF0C-C030-8AB80F7A08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C91158-D32E-7E2C-B212-0FF2E9C7D61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7F3029-FCEB-21DD-30D2-F82858938F9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4145CF-7E93-EFC5-51A1-9CA5F3AF3EC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23BF3C-31E6-9C89-B315-97ECB9D5AB0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D909D3-C80B-2620-C454-F2578795BA6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A52395-8C47-FCAC-FA87-A3BF4FE40B1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3B4AD0-C88B-059B-9296-EF6D831006D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2A7740-8721-6D70-90C1-8FCC0B36B03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EE8F8B-12B9-870B-B3FC-2C2B8829FF6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32DCC6-952A-BF13-DF85-0B18E997863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1D43F0B-A496-2AF5-2F24-68351835205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13FCC8B-86A6-8D6F-F2F8-E38734D39C5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6261F7-ADA7-0F1D-EAA5-53BBC48C9C2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A7BBA1-5E47-4626-F2B8-6D80B36D9BD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0350A8-798A-D8E1-A37F-DBFBB81C3C7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F9E28F-0E67-66F9-C311-902A1FFF47E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EAB78D4-02DD-1736-A963-17C74EAF58C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667BC1-28EE-D801-1DA2-2D826DA954B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BA27CA2-F25F-67CC-27C0-5E97FA785EC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E9ABC3-9795-BECE-ADBE-3288B0CD2EF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786039-4D23-D45D-B343-5C781545FBD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50A179-7D1B-5704-8701-CC41ACC4B20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BB8FC1-0036-334B-4298-C4E37661B63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2769723-FB42-3268-CD52-F504695F50B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AC98ED9-4024-07B4-D6CF-336B8259589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311AE4E-36A5-C9B0-50BF-EBB118422C3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6F17BBD-4357-FDA1-C586-18A70984D76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49DC425-89CF-566E-710A-8D1CE554B87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5F840C-982C-BA2F-5B5F-BD94E591752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BD2F2A4-0133-635D-96FA-9F349A3B40A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03B494-66ED-2E62-0D61-E22F4356E58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4353A74-9FBA-7791-E671-FCBB7429D35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FCAB16B-AF72-D373-4122-F14CC129C43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84BE7E4-9C15-9B5A-5809-3A9A04AE682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F759AD0-B10C-4D2C-C536-307E53B12EC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CEC2309-751D-5B07-E694-0EDD7FC3023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F1BA90-50CF-9251-8748-C1986F130E0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9819B2E-787D-06F2-A96E-8951542476E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04C00AB-395D-BF17-4C43-44BDCE60B45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AA4105-8890-5148-98C6-CEDECC19F6F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6CD44A8-9746-CE16-0103-46BCE7BB9F7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5C3B7AA-C525-D46A-949D-B1E404081527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214EA91-913D-AE09-C37D-9DD6CC9D452C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930458C-C2C5-5DC4-4B39-7ECC1385C4A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A10A118-6F6C-F211-A745-768C9DDE1BF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250F0F5-379B-ABFC-A879-375D9EE7888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3629941-CEBF-0F9C-0D19-2653B1BB93B0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484CB6F-0F5E-F26F-FF6C-A6A80FD26E93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68DFE4D-CF2F-6EF4-DCC7-93036DD0EB7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0A6105C-8583-6FD5-EE95-8A976711157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B1C10C7-3D5B-73DD-C38F-A7B3C8E2157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132784-7787-24E8-224A-13C8047DB4C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140AA6-E05D-DDF3-F204-119EA945708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BA1D1C-4C9B-CC46-7685-18267D845F44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47A6D6-E6E4-22F5-9ECF-D860AAA1E23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A7C405-0F71-7C0A-E9B9-AC811543EA3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373926-FE13-E4A9-AA35-33AAA775D66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C5A29CD-E724-9BD6-D543-318EA39F158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0E5DA24-3DCC-CD1A-1FAC-7C8E737F273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DAF7C95-06FC-904A-3CD9-7629B479C90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2638DD8-1800-A7F0-9DA2-93498FAB0B2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ECD6E9-223C-DC06-A26B-D913CE89396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2DA2B8-C0A7-4635-A3BF-9100450CFB6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A21883A-D994-B196-BC23-E4BB1DCFB31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4DA7BC6-0E24-421F-C901-30D66DDBCE6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D55142-2EC1-5AA9-98E9-BFD339813AA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DD5540-3ADA-E13B-D8A3-10CDC78BBD5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F613D03-AFE2-7B76-F6A3-78F94E076CB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83217AA-3B3A-069C-BC0A-61CD05B39E81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29F3C31-28DC-A949-261B-E81CD9D1236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79655AA-7215-DA54-2E5B-B9785620CD3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E968D8-9428-D027-344B-26BB84B9836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BB59CB3A-493F-26E5-D629-72F7F9B2F90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654457C-FCD0-9CCE-8927-4F2CC2FF989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673438C-C35F-42D0-0BF5-636CB1B4E7D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671FC56-4DC7-BECD-06A5-72AE91C6350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84B16E3-A6B2-8C64-6740-55329363956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85D069A-B98A-CB56-38ED-5ABDD70BA91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2BCF546-BC3F-00C5-10BE-02D153217BD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A7A9AB6-9747-05A0-BF72-5FD9017A91F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8247681-CAAE-C104-7E7F-F56A161648D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5966874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FDC55-A540-924E-D7F2-027499EDF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EF2354-D7DD-F683-F186-9A1804F236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33C3A9-4383-BDDA-51C0-576AB072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435EA94-D854-B7AF-EC8A-434902B97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8636E86-304D-27AF-1D64-FCD6C44D7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A6E6594-E3C4-DD36-C02F-9763DC6529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5EFA8B-484A-9FBD-200D-A62C576DC7F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3E1204-E592-B1EA-BFBB-7399E8BF1E8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C9E07C-88C7-AAF3-BD62-C112DC3299B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5A08C1-7BE8-4057-8824-102F6E1273D4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6BC6D9-759F-0907-0638-8D33BA989C1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D45CFA-99F9-063E-1848-469F1D45471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50364C-F3DB-050D-EDC4-759A3875E76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76F2CD-208A-848F-FAE1-781E01538E7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9B01D1-B794-1960-D828-3BD35BEB843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EF2F16D-B4BD-0089-77EF-FDDDFE7F8E5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2F74F4-816A-4121-D29F-C02904EDD9D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457EFB-7438-F653-FFDE-54E487DF292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F9DBA60-3471-4A2B-D79C-F559C6C5458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52644BA-3530-55BC-D3F5-243FA2C80C3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9C92C89-501D-C803-A690-2B1AD487F89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392D15F-687B-A978-BD1E-86CAC167A0A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6023C86-DB7D-8E62-F127-F431A1BB7BC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F5BDACC-F866-8DD8-4780-13CDC0A25D9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B97B2E-9672-827D-CA0D-54E1B4CC507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C9C2098-6BBD-46A9-80D8-03BD5F7569B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45AAC2-2DAE-99ED-C246-43DA8CB2C1D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95D77E-9947-6154-01E9-54A3413855D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602558-A3DA-6612-C908-BFB132E2C78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D9125D-C3AB-30C4-83FC-FEDF80588B5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DED5497-F60E-2348-5772-87E4AF2A8323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31B8D5-4DCE-00DA-EF5C-67A6B8F8F11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70665C-2AA6-C8CB-D6E8-10155D01210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1682B57-8FD6-FB62-9552-A426C9DC4E82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7B0FB03-E378-D42E-23E1-7E360253FEC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B3C21FC-E329-B24D-FDBC-81BC154A63E1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2599516-650E-F41F-B8B5-B4F00134C18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6FD794A-56C5-3434-33FB-05084AC5F27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7E45432-07DE-777B-3E55-28D1D318A0D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149850-B73E-2FF8-B1DE-6622AD05E6C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AD60466-EAA4-338F-0755-C7C175C9412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C9895A-6426-A4B4-56F5-9246A40E0AC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53D6ECB-6F7F-CED1-BDC5-4CA83AC8F1F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7026D28-362C-6E3C-2AD5-96F5E4ADCED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4565E30-F0CA-C842-6DC5-7F08270DEB99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B840FC-D244-0A03-FAA3-09666DE0054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BFEFE3A-438A-3905-C1CE-FA2A0723532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BD330F5-C665-19AA-76AD-E28C489EA98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0D9D88C-188C-3C9B-97B5-356579BC1524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337E667-D8EB-9D29-5B9F-D89FEB766A4C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78C8119-5BFD-1534-2D1C-7125A492A37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285AA8D-BF3F-9E0B-B6B2-AC8577724FC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0A954D2-93E2-4B5D-143A-C21123A3C79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7CCAD2-B298-09C4-5D05-2CFE96A1237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81A15A0-43B6-2155-700E-F54B6F0A2AB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DD0CE13-5E73-28BE-0780-CD442F1E10B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6C943F-2FA9-1A5A-75E2-186E5C0B1E5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5CA01C4-09BB-7CCE-9E35-CC3F2B57792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1A3E4A-A131-F318-815A-A6CCD425931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297B5A-A3FB-E7F6-FDE4-541064D5E18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EFAECBA-D640-205F-E8CC-E9FF97687E9B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31DA34E-0202-0369-CD53-8176FA892A1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A4F8546-7885-9B24-1E9E-BA6A4761CEC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DAB9370-CA36-81E4-AD9C-EF3617A4C373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33C43F-262B-EBD1-067C-A315959C603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15790C-9EFF-F427-D44A-479E52BA6C5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CAB8A9-A364-CE53-8CED-42C09629681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D78B6E-88B7-28F0-C50D-C4C3067F883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BAE3F8-5E24-8C6C-0337-8246AAEAA32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083C75-F1EF-5FB8-5845-0797AFBE151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136A580-9E8A-D3A1-25D7-A7FE4BDCB9D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63F6F0E-41E8-60D2-2DA3-E6E078C3FAB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06F10A7-4532-5DC6-F71F-A91B9788CB9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D215F66-6513-BAC9-4330-A3C0F8992B8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3544684-E461-AFCB-40A5-FA0DBE3AFB6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6EF19C9-2811-8361-2A69-AC4E6B3F794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06809A0-A0E3-C018-14A7-C4B4E9F5A7A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B2CDC51-558F-5835-DD44-042C5C8DB96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5B95847-8ED3-3865-14CF-B99789F3EF6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3929985-9D68-B77B-51BB-1BF5D87152C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73B1D074-36AE-38D8-0911-1202A83EA01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CBD93FB1-53CA-EF6C-50FC-54F57F1C30F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C5527DB-A8AF-EB8A-2975-0861D2EA4A5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10E48631-6DA4-4ECF-866F-AEAA88CAE8A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7A29256-2E24-36DE-D4A6-973EA51A5CD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63D3281-89F7-4BFD-134A-13FC07B5603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BA1157D-26FC-C116-9B41-7C9DA16708F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267102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9904</TotalTime>
  <Words>3537</Words>
  <Application>Microsoft Macintosh PowerPoint</Application>
  <PresentationFormat>Widescreen</PresentationFormat>
  <Paragraphs>3235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402</cp:revision>
  <cp:lastPrinted>2025-12-02T00:08:17Z</cp:lastPrinted>
  <dcterms:created xsi:type="dcterms:W3CDTF">2024-03-19T02:13:08Z</dcterms:created>
  <dcterms:modified xsi:type="dcterms:W3CDTF">2026-03-09T22:42:55Z</dcterms:modified>
</cp:coreProperties>
</file>