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52" r:id="rId19"/>
    <p:sldId id="553" r:id="rId20"/>
    <p:sldId id="549" r:id="rId21"/>
    <p:sldId id="547" r:id="rId22"/>
    <p:sldId id="548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44"/>
    <p:restoredTop sz="94670"/>
  </p:normalViewPr>
  <p:slideViewPr>
    <p:cSldViewPr snapToGrid="0">
      <p:cViewPr varScale="1">
        <p:scale>
          <a:sx n="113" d="100"/>
          <a:sy n="113" d="100"/>
        </p:scale>
        <p:origin x="1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AA8A-FF52-AE3B-18C4-5DB5D3B9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37CF5-0506-4EC5-51AC-433441581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D673C-6928-2EC5-8B7F-EF4AB2B53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AAF0B-C92F-F030-1F89-3DA8A286B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D64E-FFA1-E7CA-0C8B-0FC52ABF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64BD6-B7F5-9470-CFBA-F50DEB8E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61BC4-47BC-9D58-91E6-DCF5FCC06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7A1E2-3E85-0177-B997-E7E8E6BEA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40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6A4B-E850-20BF-2B7C-8089BDE5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EDE65-7098-1871-6DC6-DBB7E6C2D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6FEC-B7EB-B98A-2C06-9A5C7DD00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5F1D3-BEEB-7AB9-645F-39E91809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4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983E-CB10-13CC-FB63-5373A02B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548B7-0F2F-CD89-27C9-3A302527B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BB313-A893-9101-09AC-E858B4223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25D7D-3583-16B5-484B-441A50C5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5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BAB7-0726-E032-A55B-C2CF5DAA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87A77-27F1-2B11-9F9D-DCD7D8FA6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85D80-0268-9C56-7DCF-E3E66A5EF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8CE3D-ED11-93EE-1D44-2CD555A03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3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2AE0-C08C-B0BD-4096-190C9866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42C66-B519-A145-35BC-DF1C4F5B9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47C0F-28D2-EAFA-8D79-263AAA465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863AD-BCDC-1A37-747A-522B061C3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57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17B6-B5DF-25A7-0FD0-20F9C947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82032-47D5-16D1-9C6B-40AD3008C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5EF9D-67BB-8DCD-AC58-BB5798D2B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F137A-8CD2-F153-C0E2-52B034715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98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F6F5-267F-FC4B-CCFB-93EF710C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289D8-4AE2-C685-DBEE-C50C0AE78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1EDE9-30CD-8EF6-3B52-7C313A6BB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7B2BB-47D4-4C04-3835-720B447A8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18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7457-0738-F021-1689-AA0B4611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954B8-B7EB-6E0C-C4B5-3289B4D3A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29BF6-F6C9-F9AC-1253-3677ACCF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A9B5B-298C-3E5E-3376-B30B195B8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48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7F8B-1B86-F561-0035-4634471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398EB-2B7D-2071-8AB8-462F14855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E563B-5526-8D59-4AB4-5422C96E5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F0514-AD3B-938D-7540-F88196B4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45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81E8-0F00-C574-9715-4F3D0810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213B7-A1DC-027C-6ECA-D5A709919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215E0-FDDC-F786-FED2-699A7C10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2882E-E006-7278-CDE4-5A1B4196C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3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89B6-04FD-9B3B-6FF8-DC01260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F3C6C-3570-630C-2EF6-32CC92136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0DDB8-2317-D9CB-FBEE-AB9D385C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42D2B-B235-F798-1B3F-C58EDDEF3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913F-5404-A325-2D5A-9B4BEABA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45BC4-C26D-35ED-BB62-85861EA23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D41C7-9D25-1C9F-064C-472CFE106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16293-20E9-0407-B1D9-FBC0E7985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44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AFAB-757A-65AA-4ACB-C19B7B7B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29760-BC91-1B5E-3273-1912BA850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0AC9F-027E-EC2A-E608-6FDE395A0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0F319-3C4B-5959-9CAC-D57D2DE86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49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0BB6-603E-B570-772D-00BB6B6B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7E3BD-4AF3-D90D-AD7F-1302F3FCC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6A715-2FC5-32ED-9005-0BF99FA6D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60D82-B3F0-2000-696A-360832261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97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F382-F434-9FEF-962B-646F3466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86CC9-EC87-860E-FB7D-0E807DF46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F5746-449E-5C8B-B80E-D8789ADE0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927D-18D7-C13D-979D-23D77231D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59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5672-1D4B-4787-EADB-545213DC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AD8E7-713D-E179-53E4-31487CCC4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D3D64-3908-DEF2-68C5-8F4BFFD1C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5E552-CFFA-0682-9491-FF0952BED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76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ACDF-C9B4-E670-1A4B-5D58F97B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62B6F-9263-CDFC-0FC9-E1FAFB3C9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DBFB3-35C0-73E8-BD21-C44884C3E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12897-E2DE-43A9-E5A0-9E4D184BF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02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C8B6-C011-F870-6E2D-476B19E5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B2A54-16D7-53C0-94F8-B77723927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BB1C1-E858-3F38-1183-427309382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FA063-402B-FE8C-BA7A-B5E559210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89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1143-7A50-EEE7-FD0A-A56FBE25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43F0E-CB2D-B0FD-3321-E9E4E92A0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97E5D-E0FD-E40B-6A71-3BB8856EA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84E1-4DBE-AE40-4963-314BA6A4B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39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4894-EBA5-0E36-3968-658B5F03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7529C-3C34-83AE-E763-6883B5AA6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D52EC-0D32-A471-BDE5-6239D7BF8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FF22-E5BF-6770-7297-C41B6A35D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78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92AF-3810-4970-0894-3257A5C6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5B688-7A56-30F1-FF48-57CA98561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94FF4-BEB8-5466-AAAA-ECF9009DC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7EC5B-171B-F12D-502A-23EB1D0E5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31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55E1-82D9-BB0D-7170-92E360F3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1CDA4-281F-8FFF-2463-F45F0F3C0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B1E41-208F-DC59-4863-783140E51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B7620-93F9-A6B4-7565-AFB1D13F1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0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7CF6-8D1D-A4D6-81FA-66B2405A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4F72B-D8B0-460D-A03E-3393A5A7A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BCFE4-D1B9-88C4-7CAD-AC432C7D7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11D4E-63C7-B09C-EC69-A036A4A9B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260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2869-88E6-773A-2704-D80B947E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C47A5-32C5-31A1-9EAE-4492AED23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B8A79-8158-AEF4-2A22-1A6979AA7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25E92-65A7-61DC-5A6B-CE077A2B5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69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EE37-064E-EFC3-2F8F-1D562375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96B42-9C08-368F-25C6-13F637290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02666-8547-A91B-6761-E71956BBE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B73B0-2E01-1E72-7528-20B4D7FD9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85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5A00-2654-8760-E0D0-8FD78AE7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1EF29-867F-0740-D334-79A9896D1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B6D34-1F2C-DB48-7F44-81E32FE8D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65039-496A-98B4-399E-4CD1AFFC4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1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1088-49E9-E7AD-C3D7-C0AD7F987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6FFF2-368C-A519-8879-A148A8123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8FAC5-A16E-6CD3-8C3B-4E6518BBC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BED2C-F7FA-B39C-AD20-C27038457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251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FCC1-A5EE-47F0-AEC2-1B37D162E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9E522-9EB4-44AC-3BF2-09545A2AA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AE12B-C119-6DE2-1270-C874F4545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866BF-88FE-DC99-2E32-B0C1169F5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322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D76B-4A85-EB10-32AB-4DB527B4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A6779-D029-E52C-23C2-04DD09850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F59FC-47D0-156B-441E-219EF290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15C9A-2908-97A1-B048-AC5D3F132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075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6CFD-B5BB-7A68-1A85-D19B7CB0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F058D-4D9C-43BD-4599-3676A2BFD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B778E-6034-558A-0392-5111EA52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80ED-FC26-668B-DDE6-4D64B56A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45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BF817-313F-B91E-42AA-2CCA5D74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F9D72-7DA4-B514-C470-0216A2D0A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BC9F2-72B4-7EB2-76A3-ACBD10D82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9071B-B042-2357-66A2-A2A14B803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60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3E65-C844-1A71-8788-FE2374C8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0E70F-F43C-161C-A5FD-6563A577D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FEBAB-4905-6354-EF34-DB53FAEC4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E980B-5E3B-CDB8-07CA-003E45507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99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13D8-932D-5698-A197-BB6EB7C0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5F67D-9494-AD33-3A28-B26522206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278CB-7E91-7360-DBA8-40115C9C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43FF6-A839-4E67-CFD9-16EAACE17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FBEBA-09BA-0133-10B6-CF83AB593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40832"/>
            <a:ext cx="4543223" cy="51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03ED-57FF-DAFB-B42A-840DA460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CA47CB-30FF-6BA4-6480-2C3DDF7757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hole in the middle is 45–37=8.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DE04C6-7715-F9E6-C3D3-81F1A96B1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146AE0-468D-E842-B353-A35622F68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64EFC3-54FA-A3B5-16A4-EAE2BDE23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B5099D-8BA2-6294-DD02-678CF22A9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0E355D-0879-941A-6998-9B5C1B28A88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3347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E1C7-A71C-22DE-BCE1-4C17416D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FADFC0-58FD-28EC-B80E-7F18C27B78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2] is 69 or 78. So, here it must be 69.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74EA96-682A-620E-1B65-6B703472C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0A2726-891E-97EB-E05A-E8408A33B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C6757F-3D70-6B28-2B3E-525EF2DD1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BF6A31-9EF8-B833-DE99-ECCC1F29D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BEC676-539C-FE05-F2B9-B2AE48C1B52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3E96B-83B7-64C4-EA16-3BAB9AF3266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28D8C-081F-1D4D-A801-0D48623584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82123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5251-E579-0395-FB39-0EF6F4CD7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501EB2-1183-2E6E-F87A-FFA56658E4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[11 in 2] is 29, 38, 47, or 56. So, here it must be 47.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EAC605-852D-3CE0-4C45-3B113332C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2092B1-E2A7-5373-2937-EF4B7360E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C6BE03-20B8-CB5E-AA55-CFB603813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1239DE-617B-84AA-E547-FA5AA5053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FB086C-1C68-D82C-3AEF-EF11E45281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7019B-752B-72A4-DA6B-CAC46880D62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FDBAB-0B49-1439-EC50-8787A93E357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F5418-C150-B68D-A83B-4FE4D83EF3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1A936-6D0F-E2F0-2CDE-99783001D3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277348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659B-6AAD-FAAC-B160-161DE65F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D804D8-A7B5-B17C-7CE2-45FD7D5A79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Neither [12 in 2] nor [13 in 2] can contain a 1 or a 2. So, they must be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4E77E5-BC41-8765-BA84-9AFC7265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360E3C-D07E-6B9A-18BA-BC7FB348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D6A119-C128-D1DF-2BD5-1AB217AB4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B4AED3-A0E7-88A7-7A56-EC66FA4DD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19A615-4402-3293-ED72-112EB8FF23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E412B-6234-291A-568A-92F9C349957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077F-E0A9-FAAF-F78F-955D382389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B02D5-29DC-AB34-F0CE-1DD5591E41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D3491-16EB-87BE-9AF8-1633C8B5218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2B99F-ABCA-0885-42E8-1097803C195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475BB-4F54-317A-339A-ED59DC0D5E0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3271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04A5-6773-B429-55C5-EB1F1ED6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F6A8DB-0165-07DA-0BED-2D99CE58E2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2] is 49, 58, or 67. So, here it must be 58,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8C7490-B89E-BE50-4755-BA4DC0C07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1302B3-F4AA-1CFF-C520-F5C19E826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9EE4E8-7B27-354C-EE98-66C0D3808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AD049E-6166-4671-B31A-F986AF4DE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B2C5DB-7A62-D931-19D5-9975E2D7BBF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18517-BA04-EF46-ED33-20E704BB067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BFC78-2C1D-3E3E-5C80-AE18416C6F4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A5BA7-E73F-4955-89DD-C7C74CBE1EC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4B5C2-711F-2EDE-EAA8-C9BF4589767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AC001-1B33-C061-9C5E-38B2A8FB4AB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F60C03-FC97-11F3-4BC5-5230035DE87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8B348-239C-4905-7EBB-ACD5FF6612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3768B-11AF-286F-9979-3B4CDE4F0EA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1897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8DD0-4E25-5095-5E31-336EAAC86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89926-B129-9008-AADC-8A45BDB51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2] here must contain a 3, and the 9 to finish 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4200D9-D140-B991-3984-1D2BA2F1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33323C-7606-894F-D53D-49D41BED3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B7CF21-6598-DD2E-C27D-3C53A6951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8A41F0-675D-3B23-7C9C-81E5B792C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D3FA44-C253-C586-89B0-0C6ECEC537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9DB63-A524-DA14-92CD-9CF9C4C3FD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F92A7-0E9C-B584-28E8-8DCF16CC15F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4C4ADB-B8FB-435C-86DB-17BE92087A2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DEAAC-D59C-F5CE-4085-AE30A829D3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6C4C0-6DBB-C4E0-FDF1-C59C5E8951A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10358-5E9B-EE41-21DE-03C734968F8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8ADEAD-449D-7D14-D725-3A42417DE5D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EE47E-A3B9-0432-7F4A-FC69718C963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0BD833-25E8-D4A2-BA6E-CF6EDB39179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A0B74-953B-4604-337F-F72EDB89426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382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E983-89BD-42DB-6234-8B711B66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9DE27C-B951-8031-34EF-C6D2FE5D22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[14 in 2] is 59 or 68. So, here it must be 59.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2DDCBE-AF10-8D94-36A5-0E37A6F35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6B2DF3-A0F0-2249-AE91-34DCBE45D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3D5817-B107-1638-BBC5-53AE249A8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15A70F-0EFF-193E-8F52-670A3A4EF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340749-DAE4-7846-86AA-56AED11BC7B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746D6-592A-BA08-7D1E-6D4C2912BA6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EC54E-C9F2-D17D-CBC1-815547184D5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FAC4-C6FC-355C-7568-5847F5D705A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C5FD60-A869-E9B3-9C02-DCC581CD6AC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E8815F-B90A-E087-27E9-23EC70FB393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1FB07-D3E5-76DC-2681-47E5B50E575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C05A5-E92B-14FB-F503-54E3167F353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DF95B8-757B-392B-0005-EA8201FB0CE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9FE0C0-F32D-3AF9-B1BF-976E46E011E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8B7EC-D321-17C8-F5EA-957A0040F08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C00D6-AB94-4232-4F9D-F26DEE14C0C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9F98EB-93E1-EEEC-DCD9-4C8E1EFA2DF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392947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F877-194A-E32F-7A73-40B6F817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3D1202-F7ED-C76F-7932-6DC8295D76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[6 in 2] is 15 or 24. So, here it must be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E44B4B-2613-2A0C-5679-293F63F5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860905-03C6-9D35-0A13-F2B7B578C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41946B-ED6A-4F87-9017-F2C69AA0D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1EF7E1-E459-B0C7-C51A-6315942F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6EE784-1812-E6C4-F69F-CDBC2C1711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1F1C4-C86D-E26A-9A20-127C5878FA6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D5741-407F-3C8C-ACAD-F15D009906E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00118-7E26-9E08-1420-9F0015A28C3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93969-3977-A93E-3D3D-7E046AC11D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1B45C-A8CB-118E-1017-9CE643D2248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D715A-EB96-95C9-B001-21495F03FD8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60C61-03D2-1348-D18E-2FB294DAD0B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CEC55-722A-0586-5A79-9A3B06A79D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483DF-3F34-2D2C-80AE-AE1A083173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83C58-A1DC-C129-F56F-30667EB8AE2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6DFE6-D2AE-2E22-FE0B-35258A69B2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1B69D-A26F-0E92-FAEF-9531E6F142B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AAE805-2D23-C664-1720-E311CCD508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7EA856-991F-E4D1-0A1A-A068CEFF59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6289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9CA68-0134-D56A-DEC5-7D6A092F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4BA31C-42EC-8B0F-C48C-457D1976E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the 1 can’t be in the center block nor the [13 in 2]. So, it must go here.</a:t>
            </a:r>
          </a:p>
          <a:p>
            <a:r>
              <a:rPr lang="en-US" dirty="0"/>
              <a:t>Then, complete the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04DBE2-7A99-8067-C443-FABEAD5D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2917CD-A035-79D3-F15E-86C3BB8C6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6D790A-536A-537B-AAEB-DFBEA8EBB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3E4049-57FE-F9E1-B1EC-4391FD15B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C47FAE-C7AB-4A96-FF5C-A74975660E0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79ABB-5DE1-B5D2-5205-3460B9E9D54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9A2598-38EB-3B3A-E822-DA331287F23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0DA03-65D3-AE07-ACA5-9018140F281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38BEB-9F36-BE86-50A6-8F4A21FE6C8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25F94-E68C-106A-B30F-5AE02538978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C6140-B317-BA9B-33F6-BC5872B129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1AEA43-9276-47F2-F7F0-07109212C1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2DBA9-7ED5-B267-80F8-68D6B2B2CF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A4131-82DF-9D6E-65A3-2D29FF6502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C988C-792F-16E3-7B67-15FEF03B42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54F91-2D70-C49D-18A6-EA0C82CC32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18B25-A4FA-419C-B4F4-34CE51CD644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8F22D-22ED-607B-0E0F-69C1C4508AB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13EDF5-83B0-4422-CD70-C415B3294F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61D434-221E-77D7-6829-725587C4E8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7E2D39-F4F2-AAE8-614F-B37E383D65F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769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C3F3-12C3-EF10-F8AC-4A3FF8F3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CB1F0-9488-9EED-C0F6-2FC482897E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remaining digits are 367. The 3 can’t go in [13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C6A08E-E0E0-9914-B9B7-25118487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4F59A2-DD56-C157-D5B1-2B31C61F6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292EA6-1659-DEED-2929-90793FDB4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6BDC6B-3677-169C-36FE-2B0E88C59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2C7B9-9C1D-3521-7A44-1E249246FE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627A0-EA70-E392-7108-AB52FC86692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D0420-8BD6-AF29-EC78-289E7359358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F5595-1BFC-78A0-9662-8A69EF71916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75B0AC-E131-7CF3-FDD2-5E3227F0E3F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7B115-28C2-8A71-4D60-6D78EEACB6E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9DA45-0450-1C14-1189-23ED8E69F2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DAE11-B70F-FB8F-97CA-BF187EBD45D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25D46D-8C67-D02F-D3A1-3BD5B26269D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5D081-18C3-D539-552A-D46E87BDE29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CAA96-B106-EAAB-18EB-6FD7B24F016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A4EAA-DB4E-40A6-8920-17427AD992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18A42-D8E3-5A65-15CF-1B2ECB4C1D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EC237D-4A11-083C-ED56-DACAA1A5FE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8C815A-BDB1-9E37-05BD-786BEC0C35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0B3E5D-AC09-B1E7-D618-454FA4936D0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97EBCC-20D5-FFD6-E712-6CBBFCFEE69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47974-0916-7ADE-6BF4-D224DFFE22C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572E33-50AE-C904-A5D8-6921D21C489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2A03E1-3FE1-40E4-C634-AA8ADCB39D5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C21BB5-E7AC-C84A-4930-6EEAB61DF31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825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94B1-CB5D-0C58-54FF-91DBD2E4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0A62A9-DC30-D69E-0C58-0EA657B089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upper and lower, and left and right center blocks. Initialize the remainder of the 2-cages, starting with the five (or fewer) values they can be on the key side.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DEE249-B4CC-81C6-0E82-6266A34E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50F691-8E02-393A-A212-9E7C81847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4080C4-D37D-1E56-9672-144E37959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2C2005-052F-3191-69D0-C2A7DA30E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52B8A8-53E3-3130-59B3-1E72134481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F8453-5383-B032-B972-8A48E036752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71C28-7BCF-B0AF-0A1C-D6F076C0FD9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7AC07-0247-2DD6-379C-498EE02EBF8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FBA9A-828B-B92C-D17C-C7361C9867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B22A5-88DA-6BA6-C51E-EC3BAC5B3C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4ABC4-F944-87C3-7FC4-E34CCB8CC96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EB02F4-4602-6809-15A0-71E6C5D64EF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EE53A-F658-DDBA-5DAF-D18F8961FCA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39843-630C-31AF-CD53-60A7F07EB6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C4E0B-D0AE-0A60-818D-A315F0839E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3474D8-B570-C02F-03B6-E30868B1A6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6E5795-4294-4BB7-1056-0CDA1371DA5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8E3B07-2927-3E74-68C0-545F8FC478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9DB6E-B031-4CD8-9975-AF7DE6209B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AB5BF-6E9C-F88D-CF8C-39031E51B6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223027-2CD4-1A73-1CBB-A8CCB1EF16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35EBE-B8CB-F3DC-D702-C015A08E538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5FEE9F-8907-BFF3-C9A6-2182FF97B0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B73BB4-E8E5-F51A-691F-7A68C86C9F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1799A0-A820-3A5C-8A10-AE7C0C220C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D08A27-345B-D810-8336-CC732359FD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31F0C8-E0D8-7039-EAA9-0ED1B1A88FF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2D4096-50A1-E7BE-8B88-A5C01B89388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320AB0-5828-9A6E-A1C7-4A3FDB6AB46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C006B6-D6AB-C3F6-E32B-721B57C0035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6E339-59A0-E1DF-89E9-1F28ABE997F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DFB3F-5285-26C1-BC9D-CFAB30264C7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3ACA6F-26A1-A549-E853-0897D52C614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F3B711-58C8-9FAF-75D0-D7694E7D80E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2FA94-CD63-4D06-6922-1978F5FFBD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47555A-C639-8C77-ECD9-8CE2694F0F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8D1FC-99C5-C979-39F5-32F55511B98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C3052B-FE47-CBD3-30DF-3B361D8E83A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581FB5-84EC-10B2-D525-BCD07EEAB53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07EFEC-FE58-BCBB-E707-0844DD1481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9653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892CEF-E66D-44FA-6CE9-5E1F2D6322E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66AB4D-72DA-46E0-2B31-EBA2005C4E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B21730-10CA-0511-FB00-CC2F65E82AF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0A5146-2919-B5F5-3C7D-56FA5835D4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48D99B-462A-6474-A6B5-8D3A093A23E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39DADA-B238-E1EF-850E-66C094855B1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FBDAD-4A32-40EF-922A-7EFEC53F22A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700543-3581-0901-60E9-5708C89633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BC7350-BFD8-4A24-588E-422F91FFDA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D0837A-3B1D-0E6F-AE95-F45E59C8B66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2240DF-BF29-5929-AD2D-39BC0C59746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E3C6CE-71EF-F17B-C510-AE328A686B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1BBD57-3C3A-5182-3DC4-CAD495F2FE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FAAF49-D68E-31DC-4AB1-DF5D2808270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F28B0C-A44F-701F-9DD7-A4A0FE30DB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231C6B-C36F-756D-2E42-F69A79090CF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ED2D50-0DB9-42C4-1989-E26EDA1DE6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</p:spTree>
    <p:extLst>
      <p:ext uri="{BB962C8B-B14F-4D97-AF65-F5344CB8AC3E}">
        <p14:creationId xmlns:p14="http://schemas.microsoft.com/office/powerpoint/2010/main" val="4010798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3DD2-AC19-CE69-65B5-37D28C51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77CA19-7100-3088-52F2-A0036208FA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F4A96C-0E56-2875-1C8E-A8E1B9E60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C2B8B4-0C5F-088A-9449-A29164A2E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F46129-4EF8-F515-3F20-314FB43EE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8CCF42-431F-2484-9F87-BFBDB35D5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1647A-FF36-1A9D-4671-DA0B5A225E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06118-B912-E5E1-BA1F-EC5EA5CB91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C75CE-3858-0516-2CBD-E446D4F5433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DB248-639B-DE4E-38C4-E00CF285D20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7797B-0DCA-0F9A-88BA-C62724B7487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0CE72-4D5A-CA47-6440-9FE3E243965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2D960-6617-5EA1-5FA0-561044A9B72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FF8BA-7FF6-3803-AB7D-6735FB17376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637C7C-A8CA-9BCA-1A57-BEA4B0B77A3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2A2179-EE61-0F45-ABC7-ED611D6BBB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83E615-64C3-CF87-3888-3F402B2EA5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E1703B-F0B6-5A05-8C79-1F757D7C829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52133-FAF0-D4E2-1ABD-6C65D734A56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FE209-E145-2FA0-07F3-EE31C0DD027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A89DA0-83BD-6891-7D83-BF99F29E216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0BD0E-5B90-332B-A0AC-4F9A077D5CE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66AB28-E71B-9048-89AF-2EC7467A2DD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76D47-16E1-16C8-4290-B21D791E27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50604C-5985-0DCD-79E7-8401B812470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979707-6166-558F-6E7A-21C1030E6B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6E7FE2-529B-C430-96E4-8216042059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457165-AAC7-0571-DA5B-13197D92962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2DFF08-876E-D340-D739-C520A981A9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5A5F83-706D-C74C-5A04-9A0EBD1A0BD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B3662E-0332-DC10-42CA-52F8E74F15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263C0F-2A7D-D0F1-82BF-B4F1CE497C3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E704C8-85E5-0319-7CA3-197996BBC55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DB58EF-18C1-E0A9-5E95-3C1846F129F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A47EB-D8FD-84B1-26AB-7FB33F2A969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5975CF-6889-BE64-66CE-5E1998C6175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A24C55-3C85-6E52-0719-4BA6EA074FA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8FD498-48AE-21A4-2D0F-4603F359211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4E33F3-1800-42E6-C9FC-6544024FBA8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9CB5AA-EED3-47CD-CD20-50A244739AB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D34469-2347-38FB-27EB-A8C85C11FDC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DD0C21-D50D-B796-E29A-1A4F0620C8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9653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D7E8F1-9986-2A38-FD33-1C37EADDB51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ED3CA9-3DEE-7782-BA9D-0615AC3C566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94CD56-45A2-6B9A-C797-FE55551E75C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A3395E-B11A-66E4-9E1A-6C89F0C884E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D05FD9-A99D-EED6-2538-168C8781F8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460ECE-368C-C558-0869-93811437420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52DB4A-DE8A-9ED9-0358-1CEAE95512F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D9F493-4315-7B2A-1371-A3AB98C9C5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1592A1-D833-405A-2149-7C47161659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AD1096-42A0-7800-D8BA-E4FDB20CFFA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9D1849-7DC7-396A-3C26-7875B7EBF1B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E8E434-1314-5EE5-C152-68387586961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E80B7A-1F03-2E1F-6ADF-264F66DA595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DCD0EA-FB79-0167-73FF-C5E699FBDE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2FE22E-1B37-5BEC-2EEB-5AD5459870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82493E-724A-6DF3-C9D2-81A06C0D32B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8C1F73-BBD4-F9D7-CD84-DD907CB6143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</p:spTree>
    <p:extLst>
      <p:ext uri="{BB962C8B-B14F-4D97-AF65-F5344CB8AC3E}">
        <p14:creationId xmlns:p14="http://schemas.microsoft.com/office/powerpoint/2010/main" val="327206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7B18-A548-2DB2-BE90-6FFA76B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5DB1A0-1FA3-E52E-4A6D-0EDA2C5576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AA2B7D-04AB-5B4A-8BC9-410E9A0B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826CB1-25CB-8A9B-E0E8-F8C3A4FAF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B8E49E-DFEE-469A-5C65-5206DF110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6695F4-9C12-092D-E89C-3BDC59C9B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0DB85C-B1BC-4652-B81A-1034FFC41E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8F779-D750-B491-55EF-F6E6A87BA7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94A29-0231-9DB4-357F-0312B3BCF7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24038-45F8-1D7C-9846-3BC0653A09A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28BED-A4C3-DBD5-BE21-11E3D8432D3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8AABD-4282-C9CD-F4C4-8459869A85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9BB1F-3732-1F9E-D614-29DAFC93B4A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727C5A-DC2D-7B4C-BBC0-A37B6C30C4C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6BED32-E0AF-A447-A13D-5F0B922CED2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1505C-4F4A-51CA-40EC-080223C4CF5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40F22-4E4A-E2EF-9E4E-B5639931426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42FAD-C645-63AE-311C-EC55FF07D8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D3FA6-7447-1529-20CC-5A9B56CED90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DEC671-F26C-D26D-0056-6BA5A8B966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CDB6A8-3A38-7332-056A-BAD2EB7016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D2329A-BF37-DE4C-DDD1-1039997C4B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27AE6-AA26-E3C5-ABF9-A7414CA2005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EC4B83-F6C1-7F04-52AA-8A5B0C06E1B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4C6F73-0855-468C-940A-B07C370C062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10A25-9189-2899-034C-3909003243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C835C4-14D0-BD32-CF98-48BA93302D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9C80DE-FABC-CDCE-8BE5-AA538AD5F44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98E4D0-47D0-1BAB-E2AC-2B0932FCE4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ADE1F0-C1C8-5F80-AA71-851A227081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5CC119-924C-14A0-6451-144B084568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0CC330-EB64-E0E1-C8CE-BA1A8515252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A1BD0E-7DBE-97B1-4497-B9A7872BC7F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11BE8-3BCB-A587-A3A6-D8BD6BC3439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F995B8-51CE-00DD-FAD3-03B7DD6CD1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F9EC26-51C7-7E90-A411-7C84B57849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9B4AA9-1A55-181A-3D75-6F61665F0DE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8106F8-4A8A-92AE-41A2-F2D5659F66B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EF08C6-DF57-3DDA-3405-6862F41BA16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CDDE74-0803-B7FE-0DF0-7B4B5A89A6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D3B8E0-8A7B-CBE9-1B5D-0C408059EE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46ED5F-38FD-4291-57BE-109E23344A3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BFCF3A-FB6F-463E-EECB-81C1776EA5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246CC7-6A21-9963-C9A7-43777DBBE2E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45352C-3BDE-A44D-F0B7-5838F45915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CE4F75-2812-0976-0777-6E3EDACA70E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470D0D-A8BA-5703-A32D-791CA886460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C64312-E419-DA86-C15F-EFBE209EFE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C3F5DE-40E5-39CA-2358-4ED5F0A558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1D31A2-4C41-C1C9-967D-E2D53A3192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575EEF-DF03-41A6-E26F-0C67CE0F4D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09A8C5-2DBB-781C-A234-8DF3CBAEF55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304D39-BEE3-58CE-5E35-B50B09ABF40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2DDFFB-7DEE-CB62-5E39-ACBEC4059FB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61C58A-3D26-9D29-AA87-D8486BA219A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A8D614-5DFB-3B97-F0B8-C3F14308B7E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492F9E-7BAC-94C5-8B95-AB208E4F91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275DDE-CC42-2331-DDBA-691FBA8CB3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8DAD15-FB81-A8B0-C02F-3DD06B5C5D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</p:spTree>
    <p:extLst>
      <p:ext uri="{BB962C8B-B14F-4D97-AF65-F5344CB8AC3E}">
        <p14:creationId xmlns:p14="http://schemas.microsoft.com/office/powerpoint/2010/main" val="1427910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DDB2-8D9F-6F27-1400-27E5EFA7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C97E5B-0795-3A97-BAB3-02875CEC4E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BB6141-8EFE-D386-1DDA-31347024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655E18-A5DF-AD7D-16FC-F41B76C74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EF8ECF-73CF-F4F3-12FE-1E97D411F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D1FF37-5701-6D08-9DEA-81D298BAE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C2DB3-2FE4-2858-4A40-71E6D021A7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63A57-6619-D269-3E0A-0090363C356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24AFA-97DF-3C8F-81D6-26B19449BF9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FDE5-062A-A28F-BFCE-50E3A89E159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19D79-2D77-A9CE-244F-97AC9B01731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BE174-4FAD-E430-16ED-0F268A35E43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D0929-E9F0-4DD9-C902-E462989D790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86FC36-3CA4-D855-0E93-E1F9D0B515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14A656-77A5-B035-1073-59D92E55B0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1735A-B900-002A-DF21-6C0CB85AA0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A3DE7-6852-2AA0-6B29-1FAF16CDD3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A4047-23E9-ECDA-D17C-B0C7913840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D3889-FB6B-2BD6-E901-ECAAB58EAAA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8927B3-F06E-AEB5-1E3D-CAA0E14C50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48F2F-054C-0ABE-F195-B2BCB23846C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3988A0-4C9E-EF65-21E8-3836F9186C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C8B5CC-CDA1-56A6-EBB5-16CAC00F6BA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B97E7-D0EF-68B8-8549-6CD6131908E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69019-C69C-6C68-66E3-44E41D377B2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C715A4-114C-243A-73B6-28B6C3DD39A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E4A9CB-519E-3E14-CDC0-3D59C4B503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C6CC60-420B-04C0-95F5-5193630198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63CAAB-64CF-8F10-49BD-AA70248878F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E23836-8C78-E52E-10F6-CECF47779CF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14501-3FFD-1EFD-A506-40A64E035B5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25033C-19C9-1E62-B506-C3A87420398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769848-AEDD-20B2-B5BE-30DE2E6F563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A12ABE-08D5-F8F9-5D69-C813CB65518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2D76FE-977D-B4BC-3A5A-979F324250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3AAB6-AA5A-F1A4-5905-BD52D6CBA66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EB2291-8B81-70C3-E77A-BD278C5E982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40EE4C-A41E-A638-944F-7903B9D327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231CE-8763-CBE6-6F55-C0BC2A86B3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14C332-DA08-D883-7213-F3222DA6B3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1D6571-5339-1B9D-B809-72DD7CF2F4C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374471-41B9-F46A-67D4-D85937F33F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E287E3-E5A8-744D-D88E-CD4BBB30E4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DE4AD8-16B0-CA30-7DAE-A9282061C7C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0F332-FD50-0852-C51F-2A9508C73BC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ECE10E-E62C-BF2B-7969-F6748A781D0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13BACA-9536-0E5C-8532-00BAEDEF070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ED6CE2-351E-582E-CD95-BF86D5E587C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C5BE59-C5AD-186F-6B92-5F8677653E1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C195B5-A101-8716-4864-A08A7ED8ED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22FA67-5990-8C82-D4D4-8803F19BC95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BE946F-C967-D8FB-CE1B-1947BFBB3BC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41D33D-0CE2-BEC8-B568-1EA90125E77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ACB97F-2B94-46D0-DE0F-FC0D27ED20C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9E0D8C-30B3-3BEA-9759-014F336D60F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51BEBC-3EDE-693D-7051-A34CCE4964B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A6B644-34EC-6C6E-5A8D-78DEA1379F2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E368A1-80AC-7B1A-8EDC-348216266CA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73DFF8-AFCF-29A6-EF37-D24B66EF03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3565747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A410-702C-B476-2CEE-3A74CEC1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1BDA37-5887-75F4-C58B-F45FAFC2C2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9A1981-F23B-68EE-A080-59F7A008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938775-7ED4-EA70-0FDF-C03D259E0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4FE187-8549-D306-422C-53807273B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3CBFDB-E31C-A46B-8D3F-E3C0C793D5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75C31B-A4C7-B8A9-7592-6F0324F16C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54622-56F5-9C92-9C27-20D2C30116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F5D54-F604-831A-98CB-F4D2EE41343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45360-E2E9-A6BF-0FC7-4635035819C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3429E-F83A-0947-BF8A-2BA1E27F7AD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0CC2C-E87E-592B-73A0-E98EA20902B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B4B391-869D-E524-46BE-204056F32F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CD5D8-A5DC-E83A-8BAC-5623C460BB6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51B8-7B32-A8ED-5C84-D720C66942E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C87A07-D351-76FB-79F5-ADED2E825F0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02DDB6-7608-D625-0BA8-BAC035BF33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9C316-06AE-4A34-FD75-C81507E149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5E76B-ECBF-EF97-DD11-101803FC6D0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C6E20D-AB50-B319-A565-9891BF1740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5C933-2320-C0C5-792C-756B6A0BF2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99AEB-9557-80A1-1B19-1B6E3BBC890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DF21B6-1443-47D7-9616-3DE40493BC7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900623-0D77-518B-2C9C-A50AD20BD7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84F62-64EC-D45A-2F51-6F8A66BE0C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70B3F9-705F-044A-736A-1C7DBBA6811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D91C90-CDE3-FA9A-82C6-FD1BA989C6E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A1FCF1-1645-03DF-85EE-F0A0B552B90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5EDC84-2C11-AFCD-7EFB-E709BE505A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373E60-64E5-D35B-5E76-DC18E89E210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D89A5E-4C91-205A-04AE-786BD488068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EC0960-D3D6-BF40-F337-B59413B0AA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85299D-3E6D-81D6-7BFB-4DB51B922F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B4FDD4-8349-C722-164B-2BEA569C39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C44F0E-46AC-B86A-C489-E73B2A0B5C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9745A-A519-AC18-38E2-0E56A3A9D42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695329-A1A2-D277-9BEF-828CDCEED6A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F737FB-82EE-AF97-3EDF-BCE2A3B7D1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0E9379-041B-75E7-A9C6-68A24045EC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8A7C1A-F818-B1F4-BC4D-7324789D43B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0F7B10-16F2-8CDF-09B5-468E8DA57E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584AC3-7068-D524-8E9A-B38F8CAF4D6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FB9F36-DBFF-CA87-C931-7C0CFFFB2AE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6761A2-692B-EDE6-218C-9CA0B06EB4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968FCB-1485-4C4C-E2BD-9FEE3D8C79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C740B7-5DEE-CC87-6F3F-0E95FB3D3F6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B74EF3-5088-D4C9-9402-F343E9392FD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7872E6-1EFB-8585-CA96-EC7165E49A2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6BB8CD-5C9F-FA52-E0D8-991EC07CF7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786569-ABB4-EE54-F7A4-9413AE5A05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499636-5B78-7852-B5B4-DB5E3FD0286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EF7BA6-EFEA-67E5-2D3C-500A35A9FB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69A9EE-11CD-563B-E882-2B7C5740E9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DB8C97-6C54-B59A-B4D2-8374FCFCC5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8A6E2D-136A-50A1-2164-565894E1F2D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3E52F1-E793-4976-387D-276590F5184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260D30-4CDE-39DB-29B0-B2D08C7F76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4FC2D0-9953-D818-F14C-1F6785BDD8F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4259EB-3412-2EA1-D082-19B8484301D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4365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2C42-9708-40C1-6248-45C91994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09C1C9-9530-4CD9-471A-DAED589DB1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615EA2-B801-DBE7-4117-5256F88AA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A38171-B33D-3108-70F2-A1EE83E82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25CA7C-47C9-F3C5-A685-25AFDF26E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AE2BC7-A167-9FD0-8AA1-6F513A8F1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0E975B-AAE3-928F-4125-74AC03B8C4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53F56-5655-FA52-ADDE-19C4F2C6AA6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60AF6-19B8-CAB0-CB77-CF7D0F79F25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0DB6C-DC85-8526-BF32-D13ABA62CB4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D5253-1216-4E46-5E35-A6472D71F4D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DB009-A979-1DFC-CA73-7D4498D6EFE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F6066-42C3-3EA5-47E6-DAF2F896A17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38478-309E-2FA8-4252-7C975907E10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93E18-44C4-6023-5F07-58F4C8F877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26A8E-CD04-079C-87EF-9B3407E8B7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3A6E3-DFC6-D5A6-4ECC-E0BE4CC886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CCF2E-95E3-964D-B148-98E62AFFA0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82517B-260B-9E4C-23AB-6A3E061B621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FAA00E-1ECE-3C17-B303-F985FE585BB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EE639E-6848-1DDF-0F0B-2C62050A29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F03FF-ACFD-3C97-A817-BAB3928CD5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8C9B68-4598-6843-E24C-BF1F1EA1D33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023017-3E95-A525-53D3-81A8D5CFA6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EB2EE6-0A8B-154C-DF31-8A35717F79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5F9F40-7A20-1CD2-2873-41952D8D355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ED0745-10C7-1FD5-A1F9-6120FE13B3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ACFBE1-07DA-4036-B921-9AF31423F08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9772D5-5940-08C6-3ED6-5154DE9D8D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1E6C35-3567-B684-E4B9-DD2C3E6544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C1AB33-E7D1-0A5B-1E8A-C19ACDAE52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9A9AC-3134-FAA7-D2C6-18EC532DFA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C53AC-84C6-F1AB-50B1-B59D5B0E591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99413A-5D84-B3F3-9350-23F09BBDEC3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C33EDD-9F73-8C46-AF63-545C04F8CE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BFE6D6-6429-EDEA-0D9C-8F9FF3BE2F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04A6DE-2F70-8479-03B1-967426C25D9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667685-853C-B938-3937-BBC9137B2F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154354-52EA-6FAD-D31A-C3F4A898EA3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E3BE2C-3E50-86CC-7EB6-682F4C92D6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ADB944-765E-89E3-36F7-31779A0214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12A503-45D4-4C1F-248B-A03725C66C2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BE56F8-611C-E4F7-EB06-85551628701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FD77B7-8A53-88E6-2740-FD9CCF6D0F6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2A4520-3730-462B-375A-BE9523265E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C3E543-7D6E-1B54-1889-9A6325D7C4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172219-4007-55E2-0BCB-CD61AA3E6C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F3E24A-3CF6-6319-DA37-28CC5A27792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0E1413-3D0C-CBCE-8A16-768E402330E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61BBF2-D170-C077-D867-FF42D211626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60C08C-784B-52D1-3F86-7D7CD0FE36C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D0B2EA-AFD7-A2CB-F4BD-F32C717854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FF4379-9DCB-8B4D-71EC-AE3B44BD6BD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E2EBEC-7CA8-21F2-3063-AEBEBA31EC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3CE0FE-3EA9-17AB-BB2A-2CC914B823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52A6CF-C16D-405A-20A2-339B94641BB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302308-A54F-E89A-CD78-AB1CB1724B5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C300F4-080C-8F0A-FA21-C96987D34A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892FD9-7EC6-B086-74BA-34ECF7A4E8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6657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B3D3-ED70-A815-3C5D-08E5A01D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EFE756-76A3-44D3-E8AC-045D98F0C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8CF874-7AFC-F702-7BAE-560875BB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D3C3B4-B80F-6554-98FA-F1F26E8F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7A942B-DE04-480B-4AEB-388D6CF1B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251D4E-F7A2-E0E9-866D-144FD39B0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A0568-BA99-2BE7-044C-34E4122E27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F5F93-49AC-890E-536A-BBEFAB3CA0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68D7B-C3C5-B6D9-7035-515BEB1A6A5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3357F2-CF3C-1FD4-4B0E-3A248EAEBC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07545A-F8CB-7C50-EF12-F7373C16D7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799D82-B66B-5D8E-DB41-C56BE85851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4EC2D-EBE3-A09D-3151-6722AA80C79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F91CE-F244-BFDD-3257-197E034EC5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CEBEC1-73C7-3987-F4D6-F5B2255A28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E5D93C-6748-AE63-F3A4-D1C26C72E94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F7E3BC-26CD-2B9A-972B-3743A3153BB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87986-9A0A-470E-A985-D1D8BD0D40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3B5537-82CE-300B-17FB-3607C77F522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8272C-B51C-FF45-DD89-C66AA5926B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752A62-0DC6-018F-D532-8B134C6586A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DDD4CE-583A-88B6-53C2-E093F7040D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E03806-B1DA-65A6-BA93-8AE2E734F71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D24417-F02B-66CD-5846-D22EF12B5B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772FE8-EF23-DAD0-3665-D1CF0631132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8ABA7F-6D2A-9A62-5AB5-D9E35195C3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7EF9A7-D1F0-2F21-9BCC-0219AF797EF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BDE74-0729-0BC6-A763-1BEA669EACA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FC7946-7248-100C-CE5A-FCEF65C4245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8E638E-5A52-E18F-3F45-D40485AA81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257D7A-8A97-F4FF-9FDD-09CEF8485A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90BBBF-DEA4-8E42-77B1-EF173BB07E2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2229D0-DFCC-7E9C-04E0-12309F56ABE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C8FAD9-017D-13DE-34AD-893BBFE0D0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ACCB60-77EF-765A-48A4-84A0246A09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9F1319-B876-A141-E1F5-2731A63D5B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166326-91A8-1FB9-9D6E-E1A13E79E2B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7B4F1B-5D59-FE48-055E-057AED03D0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CE29D3-41AA-AB4E-985F-C7A62C2ED3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DCBF9C-E345-59EC-00E1-B170074982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54EF7C-49AA-4328-9953-F4FC0F9B6B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754CB8-D472-503D-AD8C-40D5DE9657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82359A-E4F5-45AB-9DAD-A8DB449A2E7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3BF60C-FEB8-FB3F-592B-C61B6C6D312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861A45-A55A-F9B1-81A9-710DDF7ECCA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3F60CD-19CA-A215-104E-46B0A05153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43BD5A-41B8-46A0-576C-A27CE54AE42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E4A3D4-29FA-CEFE-3425-D06F87E93B7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751322-7DDF-09A3-DCDB-C52B5A7C310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94AB4-8ED2-5E34-9295-C920C3A2AAB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FEA5EB-AAF4-7917-3F59-B228597C6B4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07AF5-80AE-9765-63AC-0F4898D677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603A9-CD1F-B391-742B-F854B379A0A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43FF9-D344-328E-1F70-374643752C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23DDA-5193-BFA7-834A-152CB9FF80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E3DE02-EE32-68F3-CC5A-B4B095B40B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2702D4-0819-D96E-5990-0774AB85983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659136-1493-FF08-A205-A31A1883A0D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10E6A3-63F2-8AB4-69C4-A8E2FE2ABE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</p:spTree>
    <p:extLst>
      <p:ext uri="{BB962C8B-B14F-4D97-AF65-F5344CB8AC3E}">
        <p14:creationId xmlns:p14="http://schemas.microsoft.com/office/powerpoint/2010/main" val="3989943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6A5A9-32DF-2CD4-470A-15EF7D95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71B889-E70F-471A-0818-CC3456252C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1BFEBC-9AEB-FBFE-3995-18417D011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2420D3-CB20-9E36-0092-A36636F6E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1BAF1C-AE12-0418-65EE-C3F03DDEF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5AE162-B80F-DEB7-FD4F-90F839CE9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9F35AB-52E8-DF63-96CD-218A8DB5D6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3357B5-BC62-EEBE-316E-6D84CEBA8C8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FCEE2-4EE5-58D0-0F6A-4469B06BFF6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82D99-4B8A-077C-16A5-17E901231D1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92383-C982-4A63-F9C5-06A177C891D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0E950-69E1-A3E9-8883-DFFAD22B9C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732DF-560E-008A-DACF-4D11E0824EE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8C7AB-E465-6F59-B5C4-616B70F3A3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127E7-A8CA-EF52-9514-BEA34F2D98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D3B596-9C3F-5AE7-634E-6909DC2C6F6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DA73C4-0A27-61E8-B44F-94D3192D4D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594C27-2A52-F302-8C97-57FCDA678F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4F2D8-13A7-E897-BA15-596F03EB4A2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D62EC1-A64E-53DE-094B-C623B69C994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4AABC-6C89-C37C-57EB-E8D9C497092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BA94AE-A3BA-EB33-9B92-72E44A7072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813493-F8E3-247E-3E83-23862BA402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3D026C-7A02-21EE-1E89-4CC951C095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004C4E-E04C-6D57-7A84-698BE1B633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43A35C-B7E2-60BA-0CCB-A8C5F3E3117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A64725-2CC7-D411-758D-4BABA46B4E3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2DBE0D-3FDA-3DAE-5EF5-1B21A9BCE9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BB53A4-426C-05A2-38BB-675B8FCC01B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A95F4F-7BE6-1B4B-E829-55F58955A50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D26A30-B2B7-1712-5E58-22AE7222639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6B88BA-3D7D-DDA5-31A4-27503E9FFC6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99F2B-1D37-2A0A-4386-95FB0E13E2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2FBD32-905E-FB1D-1EE6-2C80BB7A94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7F21A-CDEA-C633-26F3-7D5BE5733C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738002-F2DE-B5A7-E405-DB7E845ACD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A98DBB-6208-6A0F-4201-D7B0EA86BA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75CA92-D898-0D73-6A77-27A53CFB87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9C94D3-C23B-B675-D7FD-37265807887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C059E0-6A2A-5D2A-3B4D-4E6E66E087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D88398-4CB2-4FF7-F9A6-C65C252594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AF1285-BBAA-2112-E050-28B946D0E1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2ABA95-0170-A4ED-7481-F868B769C61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90F4FF-FA2B-A88C-9F7E-009075D1E0B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72D85C-3069-8810-F6FC-EA6C4A33DD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9249B5-BD8C-2954-7AC3-DE9AD3434D5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250D15-88C1-2325-0188-3FCF04D6CE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242A82-637B-1ED0-1EF8-D60EF973BB0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F8976-A752-4592-8624-4A2C07B202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CB200-022A-07A8-7EBE-6C5E67FB97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11599-DAC4-9DC4-FF1E-A2B5A6EDF4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C46C1-9792-F246-E69B-D57A8327E9D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7F6B90-9E2F-6495-DCFF-F9F7CA940D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FD001-6B0A-5FD5-4C27-3C599DEF65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801838-276C-8491-4B7B-5803CCB86E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2ED103-BA84-94B8-5EFD-C99C1FDAF9A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981522-9DE2-BA00-F049-D8D791EC92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BF90C3-F8C4-0575-2B96-C895AF8C4FE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3D7142-65BE-8033-DDCB-DC443FA5CCE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</p:spTree>
    <p:extLst>
      <p:ext uri="{BB962C8B-B14F-4D97-AF65-F5344CB8AC3E}">
        <p14:creationId xmlns:p14="http://schemas.microsoft.com/office/powerpoint/2010/main" val="2932261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C3CC-0401-488F-6A45-D3A257E5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43B0B7-D321-8723-F621-E453872B5C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E78E38-8DA0-00F0-3DE8-AC3448671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00B116-974F-3C31-11A8-4E0BC093F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47F30A-FA47-22AF-0861-73DAD6B0C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3E57A9-22AF-CDE5-88A7-9E05B67A4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ECAF7-4EFD-67A7-1182-3E1F8959D4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8068A-01A7-76DE-B582-787EC034A0A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B1C37-F98F-75BE-E67C-27BF4BA5B5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7831F-D18B-8147-6FC1-FC3016E93FA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75F538-129A-5667-3FA9-CDD7CD180B4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4AFCD-C99E-429A-8053-B4FA24CF25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D62E7-F45D-ECBB-9945-E12F098956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EA4CC-6338-E591-67CE-24ED6D57B19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31DA28-AC59-B9D7-E152-0916A4CC13C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F82790-B24E-6FCD-DBFC-54F321F823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3D742-D52C-AA56-4D87-AC6E72D9F8F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BA2BE-9423-F318-6BA3-AD4D64F8D4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AA366D-5E88-FD7E-A940-751ACA05C7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1D3AF8-6D1A-BB69-FDE1-370C7D3B1D5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237663-8F0C-B786-31F1-EED381A9B6E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6E2D56-66C2-A464-9424-0023F8CDA25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1167D4-3B2F-C467-B109-416C7B409A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A20D85-2660-0457-0081-6E6B0266169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CC7DA2-A971-5A35-D802-BE421A7DC13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09C4DF-AA70-6D07-476E-E570348DBE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C0E592-3B1C-6FCE-5067-F28CABB947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D70E3E-7B85-6F38-B148-6C4D7C10B7C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7B9167-49D6-6CF9-3D4F-BA9780291AE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FCB198-E096-17D6-7B79-CD363D0096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FFDCFB-B8EF-2385-B40C-FE137E8B3F8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DE97A2-4771-0AE4-B16A-8949F209BA3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981625-2FA5-717E-8AA1-414DDBB2C6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A63104-3384-FACB-CE8C-4F2AF82112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1C76D6-90E1-C0DC-A634-F70285254EE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CFD537-5733-1384-D607-DFA460E2DDC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657BE-42EF-FA65-E708-ABF79FF2E1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A28FC-987D-5C9C-F32C-DF77692F45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78D10A-9119-C319-29CA-3B68AFC7BC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3CD139-50FE-F1A2-D163-A33A29AC891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5F7A0C-76FE-B184-10FF-2E07561DBCB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B3BCBB-266C-5DAD-4EE1-55D5F98C420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93E6C8-41C8-F3C7-AA50-33AE95B45C3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6817E9-8DB9-095D-B5EB-EC1A0F74831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07250C-D550-01A4-00BF-95DD0709480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BF7F34-6E1B-9258-A777-F61934A0E5C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569044-0B1F-FFBF-7CB7-7E627F06D4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2812BA-B16F-7B2E-D1D1-FE0C1E2C748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339F74-E354-8FFD-4F78-7E1BEDCC55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A5184-D870-181D-AFD7-73560A8CCBD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8DCE89-4FAE-7C94-62AE-69E8DBF305D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2A6714-DBA7-8ED5-EAD9-06EBE5CEC1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C4D418-A629-1344-3ED1-65764613465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D45D2B-3235-6BE9-698E-5FBF18AB16F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775A3F-000B-6722-CE3E-DAEAD773C29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034139-ED2E-2EAB-912A-86DB521EF96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738839-7427-AD08-F58B-BA2F67374D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D72339-F8D6-49AB-E0AB-391D4810C53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5DDAA5-BF11-7F30-5E62-0AF0D60571E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91D6D8-203D-EB30-43DB-08616476A61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</p:spTree>
    <p:extLst>
      <p:ext uri="{BB962C8B-B14F-4D97-AF65-F5344CB8AC3E}">
        <p14:creationId xmlns:p14="http://schemas.microsoft.com/office/powerpoint/2010/main" val="2436009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E6D7-3F27-085F-ADBE-BC52ACBB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492FFB-F4AC-2E21-AC50-040DC8DBF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43FC2D-2871-1F78-F5F9-F83542DF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1F8A8E-2901-6DCB-BCA2-D596EE902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844881-D627-590C-8D39-DFFF91603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581129-D712-5666-EF32-F2B6C3B87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BF099-74ED-278A-202A-8DA60B3896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897B3-8978-396C-5AED-275322668F2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3F368-DBC3-CD5F-54EC-EE9B7B7A8B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2C3B6-85A0-C65E-5EA8-04151ADE119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4031D-5942-62FA-6547-CEA4FD6C1A4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909FE-E3BB-A5E7-41A0-9E7D52D7ECF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7A7023-32B4-7E72-45B5-53D98360749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01B75-282C-2223-8459-D56B26CDC0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162E7-8A6A-0B6D-3602-350896EFDE7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57F2B5-426D-A641-3F97-D2D32A3CB69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027A0A-3F74-59D3-F9C4-451DC8D1D60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956255-089D-97B7-2789-B797AD2FB2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E04657-8C14-1413-41A5-1CE51F3E42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F3AAF-126D-FFF6-68A5-D9A010B69A1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09076-4788-232E-1A01-6914CC3D5A6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30C97B-DCC4-0E74-F2EC-7B9F1888D6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426711-7E22-D6C1-4B0B-A56A6ED12DB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834BC9-A68E-C76A-59D4-D753A35B5C9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611E64-C019-AB1B-A29C-BEADA6F67C9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459EE-D7BF-F093-7D6C-0A745EF0797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BCD009-688C-9E8A-C640-F23EA2AE32E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229A7F-4DAF-C4A8-C742-472C992AED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5027E-0392-BB69-FA98-461BFBC5DB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F8E032-DC94-05C0-E7AA-59905DBF131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0E28A7-63BE-554C-C092-CC26B5DB72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128DE4-6E09-65D3-73CD-C640BD94559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BB8208-953B-1C43-6FFF-C7CF35EA76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41FC45-944E-F699-DFA8-E46FA69A64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B33637-E42D-53C8-3EE9-A608578AB0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398AD8-D4F4-03AD-8500-B4EA56E97C4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232F4-C659-E6B1-A19C-BC55A38B65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8A4C3-E60A-1704-61A2-D9E9EC1214C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73AFA2-8D7B-FF93-0565-B9BCD367F45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6E9C75-6877-7527-BAF6-1F7E07E856B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AD42C1-4BDD-19EF-C065-D9B61A8BEC3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DD39E5-A80E-9B12-B4EF-4E337CD4C1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BC2CB4-0AB3-AB44-F1B4-76C99DC8B7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8B546E-FC4C-D872-E0A6-208ACD9A0AC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E0D763-B692-629C-DE57-01CDF180FBD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41606E-0A00-835E-E765-4CEB6FCFEA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FC520C-7328-AAF0-DBEA-FE5154CF88B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E386FE-CA8B-93A2-FAE6-51D5717B1C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5ECF17-7E55-FA07-0E74-7C15D4D37C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5D74FB-3919-6F68-BFE4-CC168DACCA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D3FCE1-B94D-05E6-54A6-BAA47B91455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DEF92D-1414-DC18-F882-08F2192FFE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067BEF-CE27-0579-F88A-CBFF4AC9EB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24E169-5AAC-E893-6E84-783F17F2A99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BDE01-5188-5027-74E8-4708D0F1F6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5C00A1-E25E-5950-8C3C-D2F3120D88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121C10-4DE0-8D8C-8470-2C3CC30AFA1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514930-1AC6-526D-EAEF-495B3C1538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733E36-DE4A-4B79-5951-0D85C477F08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42EB3D-BD71-F1E3-CCE2-7FD7D867060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390442-38E9-88F9-6606-15A116EEA1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E2EAF-393C-0F4A-53F9-A5238687E92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13C6BF-C42D-1BEF-8A27-39A59F4C2AE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5976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07DB-F629-9A88-EFF2-9600F083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4515C7-300B-2796-EA74-17A4B4B7C0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577DD3-4F77-87D9-3CD6-87B435138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169A02-6A60-D6CA-7118-EA14B6EE7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D2F07D-4FB4-30D2-2E39-9CF94F242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F67F52-28C1-F80C-0192-DA5C8F8DA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F96976-2DD8-37E4-462A-FB5FEFFAE5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AED41-29EE-14C7-9239-B391171E15E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C31E2-76EF-9C99-0A36-F4970DAAE03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1052B-3DA0-E863-91B8-BF8BBBCC408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0BC452-6148-E393-842F-311ED3EDB2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B6FBC-78BE-DCF7-D4E1-47C8196409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1A53B-E500-A579-5BAE-F4D16CA422A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C2E066-BFF3-85E2-862F-AB830D24B35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13542-33C2-E5C8-FB3E-A13F736D920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FC319A-8DBE-CB08-E354-BD2426FE6F2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47A133-3A22-C3CD-5233-897FC512FA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ED17AC-4148-D4CB-FA1F-E682B332FF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F0C315-233F-A7EF-74AE-053E3F517A1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818AB-3821-705E-29BB-4A763D2BC6D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339CF-15D0-9ADD-3D4D-A30F49853E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DCDA2-C3F5-4629-F1BB-D2BC7243DB3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8A5783-B50B-E2FC-FF36-AA8199A094E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E63B11-F208-1CDA-C081-3D0FB108D1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91F03E-1B38-C27C-4F52-87ED5CB1872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C1FFA9-8195-3D38-70C9-6FEE6DB39BF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B4BEF9-AE36-3D8B-BC31-8FEA27E693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43B285-C346-0C23-D25A-7F0F1C267AA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E77F29-D3AB-EA56-AC68-049A023157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01E965-8FD6-5CE5-87D0-78F0A13471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295B0-4663-3C3D-F6D0-674D4256BFC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225225-DF49-8818-0CBD-FF7A7AFA30A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43159A-8D29-D9E6-AAFB-698B94B2CE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50F1A2-E3DD-D18B-3557-9A6F91144D5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BD7202-8350-BCB5-4908-D6D2667C2B4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9E0121-6D29-74FB-7442-84A45B5DC2D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104F5E-7DAB-9508-90B3-1C697383AB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4D760-9E4C-702E-443E-E8C537CFA18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6CFB1A-F33B-7154-E731-6EAF12FE7CA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0905C7-DCD4-361E-33AC-9760571E918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F8294C-4235-E1C7-54EB-00EC28D10C9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981AA1-FDDB-3469-8062-2326290BB4D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3F809A-8BE8-A46D-9979-B69AD89623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FEFE9E-5C9F-19CB-51B3-8A188D68BB5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AF62B9-7F0E-AB26-D253-694246C4A2A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8A2104-63B4-528B-680D-4040BF94C8E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55D81A-0EA0-0854-6D6D-4D3D66747AE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9424EA-85D4-F60A-D11D-5AF802DACD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03BF0E-4B3C-27D3-27E9-3F4095CF273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37BC7D-A558-51D6-953C-4D032E40532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87E3DB-7917-3AEF-EBC0-995B8F8E84E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FD7769-A3FF-0C6D-8712-5D413A333FC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647CFF-3F54-34F1-2BDA-01CC4D2ADE6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128A8F-8DAF-88D6-B75B-6304C61F261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345654-5DB9-F048-36A4-517B8106F9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02C709-5878-DD25-22C6-90D66D342D6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AEEF3D-7678-DDB3-56ED-70C888CB0A6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78E82A-265A-2759-98BF-81010CC0A8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628F88-500D-C770-5AA8-5AE8A4A1506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E552AB-3961-398B-1749-EDDC935E62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FD5114-FA99-52D7-07F2-9C60FAB039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BF4D8E-F15D-4770-2D3F-604A606E9D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03CFF4-483C-A3E0-ABCC-AC2D33646F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12547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1434-6C1B-0DD7-1BB5-ABC06F16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67A9BC-3864-69EE-CA80-7ECBEB7A59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right block.</a:t>
            </a:r>
          </a:p>
          <a:p>
            <a:r>
              <a:rPr lang="en-US" dirty="0"/>
              <a:t>Then, last possible 1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368FB9-3108-2301-D8C5-D9883B252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9BFE0A-7895-E6DE-E79A-E319DE908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8E83B1-52AA-56D8-6921-E0BBEC219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27AC0B-82AB-D37C-462C-07E6194F8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511026-9B36-38B9-E3A0-A410C113F1F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F5116-700C-C26A-AC67-E6AB51B5B9E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32734-156A-8340-5225-8AECEF59272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905E8-F44E-7F0A-D451-467B4D3C57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695E63-0675-7459-5B97-51D61FD0B3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22BEFA-DF5A-A201-BFB1-08449A76AC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33B78-FB40-0881-3931-175C7D9B876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8978CF-200C-1833-C3EC-27D46070061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B58E6E-F30B-2661-750A-5D1BE985C3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C66EE3-08BD-0052-FD9F-7FF26C92A8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97E42-BDC6-D917-6ECA-C41D3FAD62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8C9BC5-9881-DCF5-5148-1B2ACEE38B0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1678DE-65C0-BAEA-61C5-E46AC99D12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03F588-F661-76CE-D74A-73E8AFDF0E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C8442-32B6-6669-7766-0BC5519952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B34A8F-51DD-7924-9095-5A378B9D99F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545E5C-619D-2E17-E293-A75BC7DB92B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883C40-A4E4-A578-6428-FC0CC5FA3B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9A0577-9F26-5E0B-1366-D4D06133BE4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6CAC85-D769-5C55-28E1-EE57B0A7D19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704AA7-B732-52B7-1C78-CE9C157F4E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781104-EAB1-8369-0BB3-677EDC1467C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728C69-093D-3C93-0C83-B18EB41FCB1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13F42F-9696-90E4-B0A4-C16DAF13E4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7871AA-F3B5-74E4-F849-E4E63510291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C1DD54-A256-3850-8D9B-054EB714EEC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593729-393A-53A2-2CC8-F9994758CB9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3798E-3767-B5FD-2849-149E272EE1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5EB169-FC5D-D473-7D6A-A917A93A87B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B329FB-1071-EAD2-F0C1-1456200540C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9B1D2-5C0F-572C-D56A-F5797A0632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CEE265-A25D-B5A0-EEE8-E37BE7F3134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1642D6-C9F2-AA7A-95C9-C6425B9F86B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1B405-6DAD-417C-2D33-B83C450B745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4CCEB7-B248-A22E-5308-17D327AFFF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3A3D9C-D760-0859-5CF7-9713DF775F1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1EFCAF-A6B9-0632-3D75-61290DB517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8585CF-A064-1562-8CBA-95CD403E6C4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20124E-810C-6732-99BC-64AAC382BC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C54094-1BCE-B99F-048C-B60D6CEDD5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30DB0F-FA46-3769-D534-F5CFBB5AA2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1D01A4-4006-F341-7956-8741C628D9C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FD4E24-ECFD-1825-A976-3539053B52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29B6C7-A3CF-4D6F-5A30-0A9098D6288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09D14C-263F-84F8-1785-DDADEACADA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CE198B-AC86-BEA0-CFA4-3D2DB0A10E3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3A6790-9181-B9CB-33BE-77B1064420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B8B364-9046-FB35-8751-99E8A6E6F6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949AF3-D803-390D-DFCD-C9C1E5DDBB4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93080A-6276-697C-49F6-19967EE48C0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834AE7-9130-EFB6-CE4A-0F42E2A1B5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8204B2-55A1-6A33-7D79-8D70744A6A6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90E211-164B-B52B-2EC2-660565F1E7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ACC13C-F6C0-D8EC-C27A-7C530FDBC13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1B7D89-9221-06C4-ED21-33F6BD5D3FD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A6936-F787-4D56-F3CC-634FA920AE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A9A12-6A63-12C9-9907-72F923B7F4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3475C3-EFFC-0489-1F10-099FF5DA95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17674-0BAC-40B2-23E7-27ADA1CDEC4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9646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F67C-CD7E-8841-0CAB-AEF0C7B6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AA4E7A-F3FA-55EE-5467-BA4C608CCB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upper right block.</a:t>
            </a:r>
          </a:p>
          <a:p>
            <a:r>
              <a:rPr lang="en-US" dirty="0"/>
              <a:t>Then, complete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0B7E6C-F548-D9FA-13FD-E0F0F908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5A1890-BEBD-B76D-8E52-4BF0560DC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859EC4-8A8F-273F-C4ED-8A5BDD9F7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E37E88-4AB4-689E-E57D-D9298151F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33F68-9B63-D1B5-AD6D-6BA1970B97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B5B5B-B2D1-436F-4215-DC56056F1EC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9DA67-9C0A-DACA-76D0-C06BC01DABC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564D8-6D15-8270-21D2-355D4FB9E3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E8E42-EEC5-6459-5363-F7795812B22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B840BC-4ECB-572E-358E-5A78A8C01D3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E0300-AE30-C0DC-28AE-0317818C71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19B9D-342B-E191-E078-29C748F8B0E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92BFE-06B2-4469-1B87-F93DDC88D7C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DF4209-7F01-095E-639C-C9CAB6F8DA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B1049-36CE-410A-EB8D-396E373C93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C5589E-7087-3821-BB28-60A7B0143C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7F9BF4-CCE9-E9F6-9D8B-104E8F988A6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16EACE-B769-3357-82B2-34E5B6AD51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4666F-A6BF-50E3-CFEA-C03B81FEC3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A7370B-CD1D-A343-551A-4FCA2ACA05E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D0CB7A-A311-5838-7764-113DE97AE4C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C4EFD2-678E-849B-17BF-3C2C56FAE2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C4D249-B9EF-BB41-C68C-7819E6A22A3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5EBD07-CFCD-7125-E2D6-E6692BC76D8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30FEEF-8A05-E994-795D-AD1393D5FA5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9983D4-9F9D-9681-8405-2E7C1952D3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41277F-AE15-88E5-3091-033DBD0EFB2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304345-6484-0AA8-2C48-B7DA8BF953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EBE4E5-04D6-3080-72BA-B1A4173AA0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74FC46-6A20-26A1-F357-B5AD2BBD76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F42DDD-4FC5-E709-41C5-48D0B2C891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6BA4AE-56FE-565B-60C0-83EE2073966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FDDA83-A879-FFC3-6B90-4B2EBB1925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5BD57C-7987-5840-4936-57B3B6A495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5CE12-4EEA-7C6A-E7A6-D93D014215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DFCAD-63A0-474E-60D3-ABD41ADAF48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C4B75C-89CB-3412-B3FE-9B8CC8B810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25C33C-220B-7A97-33EB-A1FD91E6F69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43CF21-E1D2-36DE-BEA8-0246DCACD1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482467-3576-FE08-9F59-3215782750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47B797-18E6-FC8D-08CC-3EA64F5901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0B7430-804A-A795-D971-DF3E651BFA8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85BD16-1157-FA8F-5A9B-B27B15D6C33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BF023A-8D99-A3C7-D6DD-E053899027F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F52C09-0E00-1970-E3D1-EA6B1C7F78E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D1B3C0-E882-ED30-E106-B1D0910FB66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A615BF-6052-E67E-EBE4-58902A38E2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87F245-1C87-A062-408B-D3D90E642D8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7D9A03-D150-6172-3232-F298D433B6D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61042C-0147-7A32-5BEA-55A8E23FC4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29BB69-4B26-85B9-5F16-0E7C898DEA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36A8FA-3F18-8487-2D69-988D7F42967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C23AB2-5BD0-9426-E068-911AFBCD27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AE1CEA-8DBB-4037-CAE5-2B762BDC79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35E62D-6601-FE66-EA41-B2658D2854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F9AAE0-740E-954A-131B-3B32CC8F376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442B4-2C76-A235-35A3-8266B70BF68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D90CC2-B274-677E-B652-451DA0A100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1C8743-38A8-1506-5563-1B2F9DCBC5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301C2-6AF3-D447-6CA2-DC38C8994C1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85474-3C95-F3DD-E60F-48F3F60588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D48205-CCE8-7866-663D-09C557C660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996671-F492-5697-4221-5ADE70E9D7F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B02DA3-D482-37F8-ABF3-CBD5BDB3DFC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3E4713-FFFD-B558-2038-DD979F6D8B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37242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2A61-0961-17FC-2E38-AA19057F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62D44D-9983-33CB-EBCE-1725833B5A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right block. The 2, 4, and 6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6A69FF-8294-36D8-1274-6733A664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A16F2C-5FF4-F483-378A-C2DD6DEAA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0B2203-3209-7E85-B674-41122A916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E3AA36-9A15-F291-9835-FBAF166DC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22D281-04A9-5DA8-DFA5-F7BEAFF8FB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7568E-D2F1-4C8E-F4A7-6840BBECF14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05B8E-88CD-A125-2261-F250EEB925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F7F9CA-0CA6-A080-5FF0-0D10DFFB772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D70DD5-F0E7-900E-2655-5610295202D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92351-BDE2-A5C2-DF0E-2377AB7586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369A9-3C08-9DDE-1D7D-8B333A50D5D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CA360-37BB-C60A-32B3-2EAF0C98BCD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242E6-49C5-75DD-DC13-29264B48667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5CA10-9123-D8AA-64C7-9688E4C96E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16A6C-AE05-21C1-FCB0-84D023E1DF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3AE5AE-F1D3-2955-DD8A-D24F55F748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DF1DE-93EE-5644-DD16-C1A1822C05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99B40-B599-2C8E-D652-D4D2CCB857B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19B01-DE01-FADA-C6E7-1E9888E29D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D6EE30-A3BE-7F0F-118D-03F8FB64BB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137798-4878-5B56-4D3A-3FC395A2A4E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E85B68-568C-50CE-959A-1323CB73392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7370A2-D861-2042-AA5B-123E6C99301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453827-3C5A-3580-3016-700ABD88F6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DF947C-209F-185E-6467-C86562E8D67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367C9-7C7A-1554-DD95-B3F345D67F5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D49BB8-2CEE-C3AC-83F2-905FFFBE329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4D8154-AD55-004C-6AA5-582F2A1E7A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B0F792-5D08-CC50-880D-569FB35E9F4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A0A62-B5B9-337E-33B3-E283E995DB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FAC2C2-4D35-0D8C-65EA-1209C0CAE0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1400D3-83B6-9CC3-636C-8DC05DF5EC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930DE9-EC0D-68E3-4B35-C5E719FD041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AADFFA-D399-A0A8-5DF2-6369721CECB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C0127-D610-1988-5842-0CE095A2A4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11F5B-059B-FC85-A700-460CBD75EB6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36244A-CC62-AE59-175F-A483E406387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38AF5E-FA01-1DB7-45E4-8E32B172D4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366C35-E6D1-F929-0399-718E46E0FBD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5C8A69-3E47-B632-89B2-453AB520C1E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64420D-4D29-0FB8-FAF6-28FECF3F38F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DFFDD5-CD2E-4339-810F-125A8A9400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2A250C-5411-627D-7282-68DE5C3C900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86D2F7-220A-E999-68E3-03AB6A9EAE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7EB0E9-B6D3-C6E9-E7B8-29F902932F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90B2EE-98F2-DD05-DF5B-8E3583481AB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5918CB-7E53-5099-AC73-D2F4A19BF06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895981-05F5-8B81-0A37-115730C38EF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45F2C5-DE4A-9299-1BB4-748E7EF48F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DA7C77-F6A9-6AA2-E287-4F2291E4F95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A0A321-AF04-2884-85EB-6F06577F2D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60727F-D7F2-06E5-B84B-7F71F4B2920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CB17BE-6ED7-650A-D3DA-F6566FE948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0C0B5D-A379-E9E2-86CB-08718D7DC68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A37618-01CD-BBEC-8C04-055E595363B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594F8B-7948-7415-7451-870378B1C5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DC8812-5CC6-2E39-7463-9568A64A46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09F7F8-1D9C-8A38-90B7-FC1AA61A34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96AA12-E6B0-6694-26BA-242150AE3CC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A6F13-10A1-C76F-470D-1F3C4C02D8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1E04A-71CF-63C8-1549-BC2F561D53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CA33D8-6778-4BFA-3D3D-EBC3FA5B9E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C1AB2A-0B35-6315-63BA-7B1A5C652A9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07D6E1-5CFF-55C3-7669-589853D989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A83AA4-DDA8-E6B2-0CEB-827E8FC0BB1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3282CC-53DB-8492-1D90-2D85FE010F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99487A-43A5-3E4C-13D5-666A851843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BF406F-79D0-F30E-B23C-C9C0B287ACD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206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7C5B-8E0F-2161-B95C-C191F06C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F4AB47-0730-3F7A-5789-485E9252C0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8161E5-E7EA-27B3-C2ED-93B9FE4D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6C7A1D-B705-F626-F2BC-594315119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20E717-9910-FD03-C294-E7618E85F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EA195F-7ACC-69CA-4578-C4CD1A4B4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62E098-6204-3BE8-DE70-6E04855AEE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58CC6-C5E8-DDDF-A2EF-31D33CFB09E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709C3-9254-50DF-5657-F41CF006C84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19782-0AC4-4438-0468-C1B656B6CF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5D22E-5DE1-885F-7F70-82D9DFD02A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73AFA-B72A-2F01-D352-9AC588FC5F4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8E365-5CC2-ACE2-AA4F-3A2E38ABED7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08B76-9128-1003-A8B1-FAD420B426E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7F8A8-70D6-5079-5C45-EA3ADA751E5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4CB028-38DE-E334-5B70-1B754003D8E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CC453D-6549-7CFA-0B93-0BAC416B46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3D140C-5076-EE30-DC05-413840537C5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81487-A82A-C8A2-0BAF-05386A84697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F26362-3D43-14C3-B691-A096274398D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3AA589-8B97-D552-F532-E15B8D36CB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18159C-D07A-CD72-74B3-FE9F6093474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697672-2B18-FDC8-6799-1FC0627EFE0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5AA0D8-2DEA-6B50-A7DA-09149A035CE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CC4726-CCFD-D938-1981-89160BDA00F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D01807-CCA7-291A-B6BE-63BAADC5C3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CF0D42-2EAB-23FF-99AB-813F9D3DC1E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A138A8-2C57-93C0-AED8-CBC0B89B6E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47BC8C-502C-CDC5-5F79-E642512000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29562D-E9D5-2426-3334-20F7407A108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E0341C-E5C0-4DB2-C766-2F532195592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387681-E7E9-D51A-9486-7D1F982CCE6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1CCDAF-BCC2-18B5-560C-8071DD63D76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AFFC2-95B4-4286-E213-5F46F54C4E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1CCF1-BCC5-1A05-7A7C-5FC4A6E43E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392C93-AA87-321F-04E9-041E5AEF3E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850CE-F08E-C7D6-AB93-DA6C00B9F7E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90D5E-0644-2CC8-2849-114454DDA04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C787EB-9C85-1453-A999-F136B5661A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74AE44-4870-CF60-C1C8-14D072BB3C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DDDC48-7140-DA44-38FF-7DE6BB4681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EBA575-16FD-15F2-49F5-A28103EA29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4F2B31-98F5-2C3D-7444-2574003A203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0D7ACD-5AE4-1D72-2BFD-70C87137C2E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34B399-C68C-CFA1-52A5-5F27BE5B8A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05CA15-996D-792C-CF92-A4B107D085A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F74EF7-2E1F-9DC9-06BF-431A8C3FBCA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7D09AB-074F-D2AF-9DC7-1DB543EF2E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F09151-C09E-12A8-B452-23AF10878F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400BF5-2FBB-B889-1CDF-41A91D11E97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39380F-E538-1DBF-2024-80846EFBC6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419731-ED62-BEDE-85C7-F578217EAA0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9108B3-5401-0C44-4915-C014D53753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2A02E1-20FC-AC98-7853-0B6514A0276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D69792-911B-8930-FEA9-2BB9BFBE98C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0DF0EF-9007-22C5-7A3F-25B77E803F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276257-9FB3-FBE0-E426-55EA792844C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762A37-4106-C363-AEB1-4B8DC56EBAF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3C7129-4698-1409-E6C2-15EC55BE96F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CC34BD-DBD6-21CA-9E91-0A534B0213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C64886-2E54-1FE4-51C9-39106FA2E48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DAE57-AC8A-8B8B-CF7D-3BA2DD165DF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9356C-21E5-5FBF-0138-79B88826F3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F21D7-7459-C769-26EC-68899568B11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D412E7-86F3-0880-1D11-6E9407866F9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704826-298B-FC26-EA80-0FDB913E33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2FF5F6-8FC1-BA0B-41C5-929AC4BC92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FC4199-8004-12BC-1BDA-E6E0BEC707A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B7C3A9-A00D-2F48-CB09-85333588E86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1E7A16-F933-20D2-8316-189EFD5F2B3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1DF063-4527-6B2D-058F-1052EDE255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8FA87E-DB2C-CCD7-685C-8E0175628AB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37DDB3-9656-4974-7D78-B552532B3B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26C28D-38CF-69F9-9DDC-753E91FC6E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E9CCA0-EEEE-09C9-1AE3-D866E5DC490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B44B80-F95A-6E83-0E97-AE1318C6AF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306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7CB4-786A-AF67-F06C-A94E5C78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EA643C-CF80-AE2C-2ECA-531933788D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AB22CF-2B0E-F61B-C3B3-A2A04F20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C77BDE-B9EB-64D2-1717-CF6B582EA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2FBFC3-9E1F-B31D-F570-E7F8F8269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A767A1-6600-4F56-6EEE-5125B1078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EA91CC-2076-BE1B-418B-C3810DC9CE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A0514-9164-E710-8F48-71B25F4687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B22FD-7CA3-96C0-492E-301D7457FD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42A5C-883B-454E-A557-BC407FFD035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39131-E3D6-156F-5A54-2D5BD2B3D52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E117C-F473-C044-09EC-1FEDFB9DE54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52645-FC27-219D-432B-A0A7D7BCF5E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D0CFA-B293-99B0-30EC-C75B73267E7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26C803-9205-071A-0E0E-4C8F542C75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6C448A-BECB-D066-8CBE-16EFD7E74C5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3B8015-29CF-B5C5-E3A1-5E668FC4FC9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D34B7C-82CB-03A1-0905-83AD3832D7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76B687-3A8D-8A5A-CD86-51F6305B8BB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547E4-7E4D-F777-3596-282CC34D3CC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B4261-FD78-5CD2-1009-7A322233A33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20DB5B-33EF-55D9-1B8C-12631E3CF8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3FBD84-9390-71A2-5F80-95F13656AD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A5BCB5-CD06-5982-6BBF-A4039C76BBC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39485A-5604-E916-03BA-A5E850E390E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6994D2-6968-D0EB-661B-6F879C9B6D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9E755D-A623-24A0-23A4-A1FF6B68751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E36B5F-8595-B3DC-B229-8A3A4520105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DA96DC-CDE1-9EDA-E60A-22991D50075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52CA5D-65AE-D5A8-27C5-12581AC4B4A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91C543-9B46-3748-03AF-6130BDA09D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F63842-1600-071F-7126-E167F35B08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3BA3C2-C14B-BE9A-00FB-8D392AF3B4E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432827-465C-8BE4-ED73-70C3B21491D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36793B-CFF7-914D-359E-CFD688A0762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0D579A-FACB-9F03-7883-2CA98E62F68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6977A-4663-910D-D4F4-AC6E7F599F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3CF33-0138-24C4-E18F-A9E90D80068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E1E4D8-BB17-13DE-A9B7-CB4B77DCF9B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DEC929-FD9C-F280-EB5A-BEEA89D173D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2E1382-0957-7451-C9AA-5EC65151EC6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0E55A8-0FD5-F1FF-7C6E-CA3F9127356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CB58BA-05DB-C833-8741-9240AB0BAC0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0267B6-7B8D-65E9-BEA5-FC12C94E87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924969-2A0D-73D8-929E-E37DFF83BF6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276AA9-A605-E7F6-1B8D-1F05AE9354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1EE415-063C-068F-1CDB-B756B7CDFD2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BC34A1-AE56-2F19-5B07-C05CBD4E6FB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9A3580-65A4-387D-B5F0-FC5CF321BB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D02345-E471-5C60-3D66-22E139335C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7CCC0B-D37B-0452-D55E-25FD3BF15D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E38D28-D134-DBDB-1729-77F6CB4620C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FFDE4B-7941-59B8-07B2-D0B0792DEBB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E967A0-8C0A-04CD-AAE6-E7EA9576D88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86D60C-114E-B4DC-9669-2AAAEBD42FE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B46DA4-67E3-B88D-2149-5F061658442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6F50EC-165C-3DB3-7696-607D164719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4F7C377-2666-2A98-0FE1-DB1A2202236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EEC69B-0F6C-596B-C13F-25F679D730E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5059EE3-1B87-14E9-719F-1FF0AF26BA7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50CFFA-4216-C492-40B8-C2F666EDFF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EF8B0-ADA5-D526-A2F2-F2260212387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E76CD-4F26-027B-9248-9B6474CEECC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4E1A9D-3BD5-6941-7952-A26F03CD09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76351-1342-F692-1CF4-D5238E52FF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A2941B-BA98-11EA-1FA3-F3E0D78B8A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B38743-26D3-9E35-5BE9-4EE72F3427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5AA3D5-4C7B-DB03-1928-2293B6D2E4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AED4D2-C999-2303-F244-7A04FC73F43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6875BF-E0F1-2423-C4A6-D606AF58ED7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5447FC-74AC-5D81-4270-EA126DAAD0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D321DC-493A-E394-7892-E1CF1631B6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A620F2-7E6D-A13B-AD27-65DBB705C3A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73C105-3E45-6BB2-0450-0C6014D649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18CB02-F5C7-6067-2519-689D85C5182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5C5F9E-49EB-A225-5DD4-DAF901CAF80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AD42A2-8FF2-61F8-2267-C88859FFA06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1959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057F-FFFA-3CA2-2947-F0392F88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DFE3D-0BB1-3661-C2E4-302584A7DA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lower left block.</a:t>
            </a:r>
          </a:p>
          <a:p>
            <a:r>
              <a:rPr lang="en-US" dirty="0"/>
              <a:t>Then, complete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E04F13-E2CB-604A-6451-65DCAD7F0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60D545-4094-DC61-845F-B1711EB14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B4FB9E-FB20-DBD5-CF2F-AF3EDF0E9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907BA2-2429-9718-B7FC-820B0F77F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8093F-B793-1359-284D-E4416E1CD6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46019-C4FE-5AB6-CC69-F4BFC046373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2FE81-E667-6614-4DD0-88F5894601C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E8918-760C-7524-1937-93012FFB7BA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7EB4D-7CF8-C771-95B3-CF38ECC9F1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EB35F-65D0-7778-CF98-1F2F537FD34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FF786-A372-1AA4-4FCF-69842D8025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93C209-0B64-B2E4-B2FC-2E35DE1761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F8B11-C8A2-68A8-1846-7B10489415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D1873-634C-A602-FF0A-91628E8DBD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9281CA-B78E-AE6B-8AFA-4C383BCE08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17C6EE-65EB-458E-287C-8B78ECC9266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E53C0-4EB9-7A82-5EC3-B8DF45B510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31062-539B-E715-3ECC-4D7E1227384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E61730-9493-F3F1-ACBC-0F34B78CBD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1C9A1-3CCC-41D5-8A17-9CE5B19609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0AFA16-10EF-6703-71B6-DA2BFE41A9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303776-294F-6401-4D29-742630173A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9CFA54-FCA0-0B5A-F924-2BA75CEC5D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20D49C-55DB-B3F8-6DAB-9D34EAE03AE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BDFCB4-65DA-CDB0-C0B9-5861F92CFA1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56033D-A4D2-15BA-53B7-632320728B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76ADE9-D642-D054-F6DE-1569B2D632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361BB6-21E8-2B5E-C69E-97CD640D789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4DA9AD-F4D1-70CE-2E44-1BD731CA1BA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95A32A-C020-3FED-FB91-F058AA65FB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29725D-FC13-0732-38A6-16D266683F9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647365-6B26-EADB-6118-D5C50F5D305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E66CE-EC3A-01CB-F90F-0262F913E53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D9C114-8C53-01CC-53C7-8B43FC321DA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3F867-82D8-0BE7-89C4-1B61560F0C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6EBE5-9CFE-3A85-F17B-2244ECB228E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499076-F8CA-11D9-1F62-8E33226CCE0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BC7A8C-8B35-8E32-5DF2-557762E3D1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C15E0B-6527-E5DA-E759-F0ED8F3E63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D562B3-2142-8419-BC8D-30A2511978C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626B17-324E-1CF9-13A6-EF44F4B1B5D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8F0DB1-478F-91FB-4B93-84D23125527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8BDCB6-8FBB-045A-5A4E-BA8DB1D3E99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0AAB27-1BE6-D11D-1302-815373E6CA7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7BE30F-D13E-A782-4D82-D5DDA2A69A7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9CE627-840D-5BD2-7C38-506D635A92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35578A-DCA8-4C43-62FD-D0C7C5C3CD0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7FFDDC-BCE4-EE1B-1542-95C1D1CCA8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448F52-40DD-2D5B-C8C5-73D6704D7E3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8BA0DD-11A9-5287-67AE-8268BA44FA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134958-2AC7-E482-96E5-262CA9BBBBB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0FAFBF-18E1-287A-8F09-5DB9DAAB3D2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EF401F-57F6-DF46-1C48-B0105D9DD13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F7C5C6-CF1A-C9A7-6188-6D33C5F34D8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B949F6-7C59-7FF4-3DC8-4F99B403C0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329884-4951-ABB5-7F1A-A673BD21FE1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983248-5E0C-5986-78E2-F379ECF357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022EC1-AC78-570E-4176-1DF79039B6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0545B5-1A34-0E63-0E62-EFA912C63DD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F0A29-3709-3CD4-6F6F-17920489242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6E5F4-A849-5E35-A6F0-6CE41FB6E02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3CD478-82AE-1332-A616-9195643A2DB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B5446D-2CD9-2258-ABE1-A08BF32258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0CDA7-B4FE-F1AC-3F8A-56250DFD1A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3BA73-3CCD-A5C6-EF52-AF1261FD3C4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97A1E-DE35-A5F6-C771-B5CBD53526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FD9FEB-2522-A81C-858E-082CF3D4992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13D201-A352-4ACD-2451-5FB2DD82A93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E23FA2-2B17-2C64-DAB8-BC8BA9BF25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915DBF-00D0-0062-66E0-85132607A6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00C37C-AF95-9E39-AB6B-4B0C2536DC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7302B2-6892-A43D-FA05-CCF37A4A61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829A5D-6C79-E01B-2886-92A4831E1F8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1DDD8A-D105-9A6D-072C-235704C4CF6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65B8EE-A0E7-54EC-9D4C-48185B3716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783F99-0F60-8DBD-DA6E-5934FFA1AA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2431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B344-209A-F03C-D62C-31895E3D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D99012-5D5E-95A6-B84C-BC9FB87CD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76A029-8F22-6865-6E25-8DC19F9E2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13E3C6-F269-9EC2-C71F-3AA39250B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617632-72D5-3343-F551-AEB2610E9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399C1D-C786-E56E-CF81-CCB4D0108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3AA67A-440C-2C35-479A-E81EF975F51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7287F-43C5-E1EC-EE85-738A31DDD54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536A32-2F76-3362-29C4-632F38D9760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6232E-7D78-0D89-F869-5016DFE734A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92F480-F88C-CFD1-7362-D7E1718D0DA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A9D41-D864-2B55-8085-A5225592B6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C5FC8C-6907-6524-DC8E-D197AA1816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03C9A-14CB-D945-5208-B41441DD2C7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69E1C-169D-0F3B-E3DE-8D4A6D9A86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50E6D-7C03-8FAF-1EBD-6869F8FE0C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0239B1-361D-A31B-B0FB-1D21C3D3E04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46A56E-72C6-9392-3C0E-45B3C8573A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7ACC6C-0F2A-7067-7CBE-B5297ED390D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C4D963-60F0-5353-BD11-ED695835797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4BEE9E-CD9E-7454-F3F6-7F7F7991B73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F6B914-F67F-21E1-9156-28FA04452FC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DB7136-23D1-8FB6-8188-CE1CAE46042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A6339A-B274-0917-CFED-76995567B78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E94017-AE0A-1AE7-C01C-E263488E426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6B0FE6-B601-3698-D5AF-28E97BC2EE7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88D571-EFF6-2FE7-8C2C-3D2BE057F8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C165D6-F40C-18BF-464A-F4D79B1213C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1A5005-AE72-DDBF-270E-76F1046E0FD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1F4EF-4A21-9799-4038-41CB6D499B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E1ED2-C173-AEC7-9D61-21E3D251D48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88D5F1-D9E4-4D65-F401-5D07331E05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E5BC35-DFF8-60FE-7F60-537CF1932B8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745B4-2CAE-CCDF-D2AF-2E392C395D1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85673-1B63-0A92-DF36-7FA4543E82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22B3DB-9110-5031-14CA-64F798A3C2A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BD69E6-4C55-F360-F056-8C0A80C915A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11F72-9994-1F89-20CB-3FC296970C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3F2304-8723-31A6-440B-22551F5CB3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C21A06-1C02-3FC7-4790-7D309A5C61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5D203C-C44B-B16F-C4DB-F684337DDFA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1F3396-88D1-01BE-3C1D-5B5963914C4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5BECF4-5FC6-18BA-AAE8-3CDA412159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A6E154-741D-90E9-9866-489AB213F98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F2DA7C-C45F-B018-9570-5C7C2238F4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476CBE-CA48-43B8-5C1E-E7A226CDB12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444841-A07E-A20E-0C4A-D80B208679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6551F8-614D-90D2-A957-58511F0E7C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B1327E-5E88-5339-65DE-F1F3A77A6F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6C11D1-B373-30B2-82A7-C1ED8AA8B14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514B7F-B7C5-09F9-EADA-A2ADD54950D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A36843-2C2F-F709-AB06-E40DE780C5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99F5BD-1A2E-A1A1-DF99-27D7020A8DB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06189D-7E06-D0F6-3563-E73F7CEE443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40F14A-2A7C-951D-AB54-81006B66BD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16DADE-5377-B409-1415-BFF52DCB16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20913E-6809-7443-AEAD-5B272439245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438DE3-AE5B-FDFC-E366-30DFD70508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C309ED-9A85-E74A-055A-B8C31836AA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EF43CA-D161-007A-A3C9-10AEC8BE63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C1CDD1-785A-A8F4-F039-DF44067804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65F9C-D007-151A-7A1F-9DAF03B5234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13F5F-519E-B334-50DE-9D3B4FC988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EFBE65-4E7D-5DAE-19F2-39EA05D220D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272A71-539C-A3D1-0864-3A6066C8A2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E48EE0-D6F1-5135-A5F8-B282C2FF9A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7C01B1-01D9-89E1-0FEB-623D64F066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B0A660-E62D-1A6D-1E96-EE3F3B5CF87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592FDD-F365-7FF0-7A2F-687C44DA9A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F5FD4C-AD5F-C495-0411-DE60C4BC67F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CE58BC-8D95-1E00-AB91-60C7E4871D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589114-6BAD-4260-BE5E-A251833D21E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CE90B3-43C2-8BAD-A9B3-20857F807E2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2B9FEA-6DC4-40A3-1C32-A91E3A76F07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0031F0-B0D5-5CEB-B499-775D0D819ED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31825E-606A-CC57-49F0-6201E0800E3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BA5561-A783-70DE-0D20-00662DC126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092208-68B2-0717-2CF9-E38ADD5240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BC9DE1-EE94-2B7C-2FCE-C736A386287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4E1293-C9AE-E24D-A5BA-3C3E92BCBD4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2786C3-04E6-6F57-96F9-C3CCD23AB04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86944D-9653-FC2C-4F3B-D12B3C462F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76CD02-B546-9985-D914-A1EF8C2A1B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66371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7DA3-072D-28F4-6EE1-5A4DB6E52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5D698-A4F9-93A8-DB8E-AB5198BEDA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4F0965-9EA8-E18D-BF38-5E086AF65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294875-8538-2719-C6B4-9A7B7B3A7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36EFC1-3575-6845-59D6-0874ED7D8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97A05B-FF4D-E917-4902-3D5713A60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FCB3FB-B28F-8A94-05D4-C9A1D24AB12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116F4-79A2-FBF3-7219-E665AEABA66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85F37-58B8-8A2B-7C0A-FE9EC9ABE32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9F424-F277-2090-6305-BBDD86A5583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D870AE-C2D9-92BE-5AE7-D606E8ECDE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D05B5-C7D0-8F8A-9AB2-F64737878E9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86F17-A048-AE21-F3E9-9DE941BAE08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B3124-B89F-103F-C8DB-D18131FB380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37928-1F24-CBFB-4808-D9FE314296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E7A8A2-141A-0B83-DFFC-48430C59D12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C6799-71C9-A2C2-A889-66CF859E733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4FFA6-9A95-D2F3-3E2A-F8A76AEC7C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E8A358-E41A-0F4F-AB3E-B42C0C4FC0D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27ACA-FCA8-954F-AC5D-A1912691A90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740129-3B47-B3EA-A693-E55313F671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D19AB-9AD9-E4B4-BBB9-751E00838F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72C54B-636E-D698-C672-9FA99D29FA4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FFD65B-F233-44FB-06A3-50BFDDDAADE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41141D-D2B0-961E-36A4-ED252EFB34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0BFC5B-3E4E-DD54-6F1F-1FF13CC9FC3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67D8E5-C423-9055-41B6-994816AA8E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2C0B69-3295-220B-9B24-B8080F5EB52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781FC0-6A82-CD92-BF91-BCB8096FA2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A63EA1-B8D2-C80C-B0BB-226800C3082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168F42-E28F-9A8B-E619-38438E156E4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ED3A9A-F965-51FD-1845-300A7E00008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F7A5F7-A484-6D5D-D20E-FFB0195BCC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45213E-D734-6C98-5045-1041FD1B50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EF932-21B0-B377-89FE-D0A5BF1265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A0431-C4EC-E025-4592-82E03F3F64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C906A8-3927-9533-05F6-10D90D9FFF3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A27115-F0CA-A913-052A-42D686F1FA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C61A55-7079-44CB-ED23-8430AF52FD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73026E-E25A-B6E5-7F32-D375972DB3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8122E1-2F24-8957-1AFF-D3B1AE4AFDA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8C9EC0-3478-A33A-D915-76048597F8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F68534-160E-7CB8-6ABA-D1F2D855A93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58F2CE-C038-967C-FECC-69A8B3E3545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F5A756-308B-80DB-57D2-7177C0384C6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34521C-844E-AA02-CE6A-B83CD7437B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879091-DA4F-ACC3-CAF1-09B670B03A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809DD4-6CF4-E5B8-B08A-CAA154FB921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617497-894E-A775-5055-00E848A3556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58C80-09E7-3CD7-FFF7-F777888688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7B9D8A-C2B8-3E57-94F8-67258145718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C2DC52-9DB0-9A3C-BF30-E4E0E4DC46C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5C508A-2DBD-6F2B-BC4E-7629EB90F3A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8D9BDF-3BDA-03DA-27B4-DB838073FF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8AFEEA-BF66-CB45-5D4C-BD70D02E51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D60FC6-FC16-CDD0-C407-C9DE242122E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69A039-4303-688D-B274-435BF6353E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754CFB-A0E1-9F9A-50E8-11592BD8A0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51B15F-7ADE-F851-DFE9-A108B3F378F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4D384-89CD-4460-EE79-08C0369485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1B14A-C847-7498-9E12-DDC1537387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FC434B-6634-761C-59C2-C407BDD2E68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2520B7-ABF4-5945-A88C-323B62F18D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0B4AB3-5807-1FAB-6D64-CE8BEFCF10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D9E050-7FF3-D298-7D22-96E6E933510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061CD6-A90C-8E93-FA02-16938A7BB68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BDD5A5-8889-621C-9F88-6FE167D539F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02F9-B8AA-CC54-4D0C-0BC041262D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256B4F-50D1-AE80-607A-3AC0592D15A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869467-5F45-3AA4-4E1D-1AED41A085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BAF614-8387-368F-5136-FDC2798111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12119B-F0B7-FA4F-BE6B-BC8721DF30F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98F0F9-4DDF-9B45-DC9C-24EB5093C66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A3D177-39FC-6329-49B9-E3FAD9C68A6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C3DE82-587D-2651-BE64-875F459988F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D741D4-2B5B-33E4-A7EB-B5475F017D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88E984-AFD4-921A-7045-48B3B0B1B50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3B4701-8975-52BC-785A-2F3D30A5B58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25B829-EEED-4049-04D1-CBC25192D17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30303B-6ED0-9C8F-E81F-8C6C579FB7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489A71D-1EE5-D9D0-87F0-0651BCC2557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92A402-6936-92F5-6896-E579BE27B6E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4A5B4C2-FB72-EB4C-D9C9-76F6E34E647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0517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8F427-2511-650F-CBD7-8AEA3929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BB7DE1-1C6D-D419-CD2F-C4511D9C29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D57F9F-21F0-7CC9-79F2-F54FDCA2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BCF31C-3BA6-79D4-F455-96E0EBB9A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C7A6F7-3FB3-8C54-476C-D1C052E98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7F79623-E1A7-50C9-EC68-454ECA9BC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1A13A7-C76B-0F62-3F28-70B3EC09AB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048B9-5854-F1B7-9BB9-FEC59DD2A2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F221F-C5E4-9C9F-DA85-7C480D7F073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70107-9E07-9513-8DAA-6BEDDD43957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FCB9E-BDBD-A77A-E353-4BB0773FB89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CA09CD-0C12-FC02-D2A6-81611CF06B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E04B6-E633-B101-A0F4-93F12C2AF67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54652-D828-A2B0-7D6D-142020C0DE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F5AD8B-5B75-E1ED-8566-2380F51CFE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2C6202-8EE1-3E15-49B8-5E6B2B6CA2B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6198E2-30CE-47C3-7200-663FDB09F00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2F64EE-45F7-29ED-9F82-7D19EBADA7F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0EB18C-46AB-05BC-4B86-6F810989284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8426B4-C0FF-DE83-E8E6-38008C137EA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534BFB-EBF8-8CBC-F260-FD75A0E6AD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B8968-B38B-DAFE-F0CE-C86EF3878E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A114F6-C728-6236-7F4C-131C34E879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09488A-3BFA-3ED0-B5EB-BFFED1CEB75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778446-5C5E-7EF7-12AD-9099DAA98A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E5384D-F878-D628-58DB-3DA1381F0B8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A6A8B3-07C6-57E1-78DF-20F800D415E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F471B6-0330-75CA-FBB6-8E57E0DD56A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74823D-361A-455B-002A-185862C160D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75DE9-AEA8-5485-89B0-C8815336263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41CFE-A704-6185-1EDF-2A37276B74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A2F8A5-87D7-7173-DBCE-4B1A7B06A33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776F4E-5D09-A5D6-FAAC-5D4005B03EB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3E9942-31E5-36BC-6843-C8EDF79E2F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37B9C-9DCE-4ADC-0A18-C5E02BA3DC3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920D02-0FFD-CF6B-46E3-4AC41D38F39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AB3674-9A28-A8C1-E04A-3AB6A7CE8EE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B61E0B-6687-F5B8-3453-C9979E37F0B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8B27E3-BEE5-72C7-A2DE-80856197D03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C5E569-7F92-DA43-3F9E-6BD5D73EAE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AC90FB-DEEC-063A-068B-4D78680C38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0F0B1D-1421-7961-444E-78A851D3F5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2F6C82-30F1-6DAA-9186-CB39A2BF89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B1010D-DB45-D0AB-1B8A-397916112B8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B6C023-6CB4-FBA9-916F-5B6D0DDC6D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D3197C-AF59-6A22-C3CA-926944DF33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73DC1C-4D38-591A-F086-1C59381E8F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688035-E5C4-5B50-09C0-64ABD09ECCF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A4D1A2-C1D1-A730-861B-585BC3F5EB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4F71F5-76DE-AF1F-0994-04BC480B95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FA60B5-19DA-C331-4378-D2DA74EA38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708B05-852C-55D4-139D-E42394E84AC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2E0C3-8D8E-398D-B8E5-1FAF96132D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064B8-95FF-CF9D-891C-3E50616E85D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4CD9FF-D241-3F15-6F9D-7283FF46EA2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83DE42-A0F4-15A9-4748-3C1602493DD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C9ADA8-AA35-A5B3-E3AE-88F92A3481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AC1DCC-34A0-488D-D980-AC8A54E4A06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F00D1B-486C-8092-C64D-D1A6D31F249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73CE1-6D8F-CF10-2836-4E408F027C4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B8D183-394B-E19A-50F8-667FDDE065C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A617C5-44F9-8AF5-EAB0-90F805B0BB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8311B-8423-A87D-D905-4C33B86165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4EFAAB-B6BE-A603-FC33-D2C90E67A0A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CDD011-E26A-C446-DDB6-3CF247F2C45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870C3C-1651-358D-6EC1-0946AF742AC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BAE86C-83D7-D9D8-5E19-833C3BEC7D6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739D99-68E4-1C0D-2A41-2FC742C7A97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04A484-6A0E-AF5E-97EA-40ED5F68D58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8E1349-D124-ADE1-8645-A50B1A49795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FA4645-6054-970E-4EAF-35DA77854FC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AD25CC-A60A-8F94-49FA-0A3836C3423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51DA0A-B6AE-9A21-C4BA-FE41ADDBA6F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1F2FD1-AC2D-6B3A-D984-D8580AA1D9F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6A4EA5-7532-6742-C7BA-FBBE94D1422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66F062-3EC5-76A4-A22C-B5EB37B76A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D80188-D445-829B-06AA-AAF35CF5BE0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32C11A-9C58-9C3D-F57C-872BD88AB1B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B45B64-DEC1-3B8F-5EBB-2CCDB05D08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967A40-8999-A320-BA50-A708004E56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89E2C82-F158-B583-4FBB-8D6C03C5D0C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154E89-C7E3-E505-0C70-C835AC01A2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FD692F-F20A-75FD-A9F6-E2C42DAA038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07374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81C8-AA2F-88F4-96DD-35A30DF1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CD37A5-1296-1F48-D73D-EDEEFA21B3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90F241-D05E-E299-B795-2FA67E938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E44169-F6EE-9EE0-C44D-48B2759BE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43C0A4-710A-B3FC-E4A9-DC7788E77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42B4F1-4641-D3BA-90B8-D9DCA2FBF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C8DF4-EA52-8ADF-3882-35036F3E2B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D5EF7-F797-D84A-3506-4A24F27695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7D389-BB15-9E7C-7914-42EEF33CD39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B4DB14-5450-E0A3-4D91-8FED2EF3152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86214-F85E-4378-EEB3-EE95F203DBC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87AB0-6C07-8E8E-A810-8A4A94C25AF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F6D07-6D4B-C662-2CF0-EA3D9704059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84234-5637-2232-E5A4-0F4AE68B3F8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60E0C-1ED5-E7B5-C6AD-520975A5C6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B68741-79CC-D9EC-1D99-D1E338235C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4567E7-9AFD-CC86-85BA-06E9678DCC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280DF0-0B3F-62D4-E53F-8617ACA3A05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D67F9E-050D-E21C-EC88-1E0DA7E5DEB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62FB91-A2A8-13D0-496E-DA04C27079B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36FA8C-AE66-288C-A20E-D0C0E6ABB13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AB1398-28F8-A0F3-5B3A-20A9387773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C5D8A-CBE7-7B4E-08D0-5B4CCBBC5C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B7952-2888-BBCB-B457-B03F1C52B7E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10D525-968D-822A-F9F3-247C67DC334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E7525E-D712-57C1-241F-D9D02E900F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2563E3-B4F2-E698-3E8E-445D2C0A27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7D6918-7F27-FF8F-BBCD-1A3331AF357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F2C33-3DF1-EB94-24F4-CF27B84330B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020A8-BFD0-6B31-5A59-C6D59ADA64A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2CFD0F-A01A-7011-72B0-EC8D6FAAE14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807E6E-18BA-8BAF-9C6B-D56A3270BFC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D40E45-D1CA-DC11-CC00-38AECF536B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FC09A0-CB58-B3CB-CCA0-345D93C0362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F935BB-DA09-19AA-1FB4-C9B78DCF7A6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A27DDD-EA25-465E-2902-60A340116B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565943-C916-8AF1-7C25-FF5DD0573BB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F08939-E2E8-20B7-835F-26D3235E3E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758235-4E65-C823-AAC7-427EC8110B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BB4462-2BCA-F416-AF73-654CD4722D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F52AC6-EA2B-0263-36FD-AEBAA627A9E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0C2402-69BC-C297-DD4D-BFD551F0C7C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D7EBC1-3F33-E4FD-4233-62C2C0DF10A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772581-679E-057B-ADA6-9A0CEC3AE77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265F6D-E7CB-4129-507A-538D390F9A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D1A021-FB3A-C60C-0A03-ACEF73E4A4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F23375-83FE-FFDD-23A1-301D13B1DA9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E2642D-B839-4C69-538E-D89A337C364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617572-B5F2-F60D-2803-CDD42C982E6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B20649-9288-2D48-23BD-38261DBC4C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C8EA98-6151-2271-1698-73E212E72D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B798C-EC19-B632-D624-893269D35E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7FFF5-E2A0-F3B4-FED8-1C912D98E4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56A47-F184-CF00-D967-3345EC3BB92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9E4E13-AD09-AEFC-2E71-95F9CABA10C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0F3E21-F072-832B-58DD-5BA7417A7C9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7B7BF5-3FF9-BF9F-F241-3DA5ABB6BE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8D30D-9BB7-B153-33E3-C8A3026BC0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F5CA7-288A-5478-5D91-A547F7DF1BC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8473B7-E5E2-7949-8822-59AD26D8A8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6ABABC-EF25-51C8-3B10-F23C5E80BF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E50300-2ED5-51E3-436C-ED1C13EC34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798B51-41F3-5544-179D-27C97443E11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7685DA-8C7F-2885-DD7E-94EE2AD701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B0222E-F5CF-4E5F-6114-599871AD019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C1CE32-438F-77F6-EDF3-268AE5DCE0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AA5A63-349A-5C7D-80C5-DE6A0092C8C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6CB781-6408-5F81-512C-DCEA276256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638A48-8171-1E06-AAB3-290DA87B13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0C7D15-8A93-B298-95EA-BDEB7B8BBB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24A086-EE0F-9B4F-E3DF-8D8568A5DB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C6ADBB-316F-C0F0-BCF0-3C4D81E4789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B20F07-6B8B-75D8-708A-FF6AA81003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1A8D8-3AE1-DF68-D88B-D46B2E2E380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56A4327-26E3-4F0F-B214-CA036E3090B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85DC2B1-3CF1-F144-AE8F-0D935D3A041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2419A6-1781-4691-FE1D-8FA5E228868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D3D683-FB2D-CF7A-B5B9-6F39AE4241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C396D6-C93C-5346-85DE-73103F8A3B6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79885-B113-AB28-8AF8-06D236C464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1F97D1-DFE3-488D-2EF7-C7AC08D0BB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057C8-75BF-1273-E997-3B3ED886CBA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EC1CF-F1D1-EB6D-3EB5-A6BB30AF80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388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4B952-AE9C-9E61-8173-84E2B1DB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70A213-7E32-4863-F05A-777C62190B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F45529-582A-0369-C60B-3D946C6D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9202FC-BF70-8F5B-18AB-BB7074A8B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E737F2-0727-B408-FFBF-5A110B3F7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FE2482-6A70-FB24-3F44-546FD353F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E0AC03-2894-7B90-D1A3-F12663539D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FF8D9-179D-BC8E-FD32-F5DFE29F1EF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A34C1-76E8-E8FF-0E31-C75DBA990FC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5037A-BA8D-602F-BFFC-7281866A00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737752-B77F-0BB1-213F-9BFEE15040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E6C87-437A-73A2-A2B4-64CA1B2785B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E7FBF0-7379-39DD-7E9B-5BFD5C6AF0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8B466-93AE-B23A-D3DE-7BCA19E0E6C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43144-BE51-565C-DF02-7C098066C2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64D058-391E-A4C5-FE89-9A06FDB6B7A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423CC0-2948-87A5-E45C-CE075B6DD2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09CC54-698E-E00F-798F-E57A2FED401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378B71-54AD-624A-18A2-114EEA26FB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E46B4C-8347-E1BE-2546-916CB7EB9CD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001659-0B3D-7AF0-2E93-6D3C1E288AE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B0CA99-FF53-A8A7-BAE8-DB2601E8B26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9C1D19-894B-7594-C4C3-FCF9ABD718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9C6E39-64C2-4C2B-4D55-BA19B4D4A4D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4771DA-125F-70B7-6251-4B3D436D16B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DF6F62-39D0-88FE-018F-C5254DF5D2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B34039-7F36-5A9C-1601-89B325CA9F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5DECF2-A97F-1C22-39EC-C0E16DD864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971B0C-D3E4-6AC7-E778-343E839CEE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721A75-1795-4B46-5213-00E7911C7F5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8926C-6BDA-7D01-0962-2B3237E1EE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6770FD-6348-02F9-60FA-BA10635F49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7768DC-420E-27BD-AF1E-335E351C3DC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C53128-A4B4-A8A1-A8B0-07849572B48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190D78-80D9-457C-CBDE-B16496DDC8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EE38CA-D15D-72C8-765F-05E67F4C5AA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BCFD81-A04F-1F95-C083-EB74972B72D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ED1733-7C25-93E8-4B56-A7432A4FE1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CDD15A-00AA-1D50-BE78-A59DFDCB10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F026CF-C2C3-CAAB-6E50-9A95F71775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B55656-C460-F2B1-7921-E7DCE80B700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66C214-B3D1-8F78-B0EF-FF2ADBB8523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E7CB65-88D2-426A-C973-4CBA550E295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C56BC-54B4-570A-9445-9BB9E3A8BE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F61C80-795E-B404-2D08-08998C3327F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E038B2-0442-F9F1-3BF5-10386C71649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6AF355-F6D4-AD91-731F-450B6643D2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1D4445-9B61-9F7E-7791-002FE16268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A545B7-2FC7-D68A-85CD-5B8E763924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6C3509-5661-E3F7-6875-AD9EE4C38C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F2AC4B-0BA8-B052-C38D-697A3AEF0C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0DF0F-C04C-31EE-D879-339DA61B2A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9A853-DF85-4543-B24E-6E054C6D619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6C54E-28AC-7E56-98AA-F6A67C5E715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F33B32-9ABC-FC9B-ADE8-F7F19BFB371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DD5223-0A03-5614-8DBE-8E6F7F8621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AFF7D5-0F2F-E231-A5A7-4F778D11E3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01ECC3-D0A6-F2D9-12EE-B55CAE8CF7F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863271-AE08-5BA7-19C1-07C658C2AEA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98B318-2F61-90BA-70E2-E9C78FD2085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79C61E-5958-C98A-4B1C-D6376AF488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8BDC9A-2780-6006-7E0B-9AFE0DBB6B9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5D2EB7-3D25-68D0-2889-4845CF8169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44F7C9-91AD-0E77-A9E2-F969AC3FF8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95CC0F-2ABB-C7C2-9E82-DFD2C132C30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7885D2-8286-64CA-2B35-AA597749146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63FFE9-F66D-9FDD-AED9-B3747943D4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8A335B-05DD-90F1-575E-804791C3359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5CC494-9EBE-C2D2-41C9-E486A6E972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FA82E30-22BC-3943-F0A4-CADA28F8C8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F63E26-B511-7A30-3732-1624D8948F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E8C2A3-A293-CE12-152C-BD4258A90F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6B6EDD-439A-53A6-AB08-C3FAFE0801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AB238F-573E-15B3-D7D8-4718AC5B3A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65F21E-0344-A354-EDD9-9D409C8CE46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44F76B-57CB-7F47-FBDC-23460C6A8B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AC0F6A8-03CC-2960-1859-22249CD06E4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EA43D30-1FD0-279F-8D47-C168CE4514F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017DE-5AB0-01B2-A3D5-4645B9CABF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133E1-449D-4C50-6D54-3D29DBBE271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FB1A59-1BE1-DD52-83AC-F60048F4529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48450-F5B0-E6F4-A63C-44998149DB0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B8DAAC-BE31-F2DE-8E8D-C65D732658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DE162F-48C0-196E-899F-FCBC6451B2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659EC3-763D-97CE-6681-6FDCA5937F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EB39D6-FE80-3E64-B7F0-40A6DCDDFE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F2A24C-4247-5ADF-8BFD-7129B32860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72012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9D48-7856-868F-DF59-7187B4FA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B38EB5-9C31-B203-7379-7D3FD3C2D3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01D2C1-C545-7968-2998-19F41E72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A6ED8A-54E5-703B-5E63-41CA3D6B3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E13E8F-4DE1-D6BE-6364-F64EE3E26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CF7D04-91D1-6C60-0549-639078D5B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6B2E87-8564-9AB3-8990-27FAA6EE939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D188A-0495-027F-4DBD-AAD20F1B7E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479351-E4F3-3FC5-9E64-CC0C844F2B8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065C8-CABC-B47F-38D1-7B3D17787D1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CBE9D-F1FA-E2BE-574C-C683BC5E17E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32A3B-E420-DA20-3CB3-D3DEDD07AF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660B4-5C26-4740-6E82-7C6E69D66F4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3F8A0E-579F-A787-7A86-EF0AF79478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3E93CB-61DC-37DC-4B5F-43221B6F043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680F0F-BF63-A7C7-CB2C-5A1CF4ECB2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94AD94-581B-B8F6-C3D1-F1A0902122B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261201-00CF-EE5D-1FED-1A4A866563C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39BBFF-5D9B-3B04-26DC-B3264D93886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390F49-9087-93AA-14E4-CE9ABEA70FD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755CA1-3E3D-5C0F-A0CD-A70787B93F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D2EEA9-D5A3-01AA-8593-2E173E1A0F7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173D53-AE22-F732-8FA1-DCB96187CF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DB1AC8-24F5-8506-E98D-5AB384BF3CF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32D76E-F1AD-0371-E6E4-AC691C0EFE9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C0B0C-552A-7140-A337-353FDD4B5FC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E702AE-4CA1-D21E-795D-74ED2EA464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CCE2CD-EAAD-0A1A-A037-A2D7C7BA0C9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0644ED-9253-B90B-672E-5C44BC9F38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2B976E-992C-E025-4C4C-86DB1B0801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20092D-6734-2242-7026-D90C5B6B0FD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5752CF-2D10-3CC7-CB00-B5CFB0FBE92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A3D514-D7FD-8B4D-CC2E-BD790D2D1E8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80E9F-D7FA-A04F-25BE-AF752A17997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46C5A5-C2BA-BA65-6704-7D083D87047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9D32E7-407F-F101-1EAE-FCDF910F46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648F85-AE8F-587C-E961-CE0A24703B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A65A52-C8AE-33E5-BC76-862B05B192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A848A2-B1C5-359E-DAC1-B84B194632C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15562C-4641-C8D2-F29B-1D98DB927C4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501025-C267-9144-F462-04A61708AA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75ADB7-452E-8204-9469-78F77DACC9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FA8281-A2AF-98CF-B1F3-4AC947F5D6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2C1881-CEB7-5C5D-57CE-4C155929EE7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A0185F-1D43-AC12-8DB9-9E3F49AC561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CFCCEC-89D1-5A3D-5D8A-6F7726CD22A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C0C65E-ECE7-07EA-263A-94BE8120D4B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31A31-B42B-47EC-F574-410E92DBBA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75198-8794-D5FC-B604-FCBDCA47593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DB886-116A-187F-9E5A-F0E46E9A20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36442A-5831-EF87-8141-96EDB50EF9F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0C7796-4D23-1B01-9EB2-CA16365033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AC5382-E936-5DD5-4C62-241BEA10B8E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B0718A-A383-3F84-8568-FAF12A41F41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29628A-514D-2751-70B3-4A510C91873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A7DFE4-AB66-4F9A-9DAE-41F8C5CBBF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2B9E53-7673-C476-B0C2-4F94474540F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CAA1DE-3D32-D4CF-D2A5-74763A7BD1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FC667B-67FC-EE88-1039-6B4DDF28AF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595377-DFC9-3B90-5526-26ABC6ECEED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0BC9EA-D219-B434-B97D-A3D3E1D2716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33510E-FC1A-5B36-F91E-913070BB6F6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32A748-F38E-AAF9-FB9E-0486F5826E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489400-3423-CDA7-3296-F415C98DB8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8E230D-0B38-ED44-3C5B-FA3D5D90666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3768C-9DF1-7AAB-F60B-7B16251658F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AFBED4-337C-E491-0A61-27277F9B84D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919B2E-77BE-E8C5-EE5D-76064804345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F95991-6C7A-DFA7-72FA-51F3BE947E4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46966AB-77A9-80EA-E936-6E5A03C861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879785-F765-842A-FF7A-40E3FBDC41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4C0875-ECCE-A054-B019-58B90E287BD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326A7-D61F-49D5-495E-D812904DD3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7B73A7-0131-703D-2369-75CE9543CB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5D1C9E-3E6C-02F6-8CFF-ABD71CC3A87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7283D8-E891-7015-536D-7EFA2AE296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BE4E99-4124-B7D5-A3D2-011EFF9E78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91B8F3-D1CA-5E20-AB35-9398CE98C4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2B0B00-ADB6-C0AC-7D10-744ED8F8AB4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E220C2-8B05-1656-C612-9AFF163D152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6BF47E-39B3-BF7A-1A33-D828070C54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B47D63-3C73-0698-12FE-2D36D4692A6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8EECE0-016B-C7D9-606B-8E14F8249F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B6CA14-83B5-23C8-D9FC-E22DC339F7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E3DFC8-B2CE-85E8-569D-13854C627E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DCB33C-BADE-FF51-A9DF-4F2C61786D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71A9F-4060-80AE-423C-3CEBD7060A7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7550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20AE-D7C0-4474-B75E-957E380F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49DBCF-D874-D25D-9500-C1495B3B77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D63858-2EDB-F51E-6196-7CF1FE5E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59DAD8-5B1E-721E-9022-F68C413FB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CE2ACF-3160-A96B-AD33-E64CEB580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E497BF-2F72-DB9A-D3FC-A4B222DC3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55F700-8D05-FCF4-20A6-FC9A6CBBC2E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DB64F-3E9B-FD6D-6957-9B8D6F45F94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6DEE0-CE8C-3AC8-3DA6-CD98E307B0D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CB479-DCE7-EFBD-E0B9-180B0F78EE5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1273C0-4DAD-9391-1037-391165B48F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37A51A-B8E9-DBE6-B10D-491E4A822AD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A7537-B3F7-054E-393E-0425E638BE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68EF53-3166-E0DA-4162-BD755B1C95C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C96FA4-720C-31A3-F841-F79FA8D21FF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F51C60-6413-E787-E8B2-7ED7FBBF8C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289E48-6511-F6DA-F1C4-06766578D4F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B8B6D4-127C-FCC1-141E-BC65C0F5CF5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EC197-480C-68C2-A0E1-8B47CAA4B73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A92864-C221-D1AB-33CB-98CB095A11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1E9233-C9BD-D6AF-EEF6-B1D5835D9E2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6597B4-DAF3-14FB-2952-DA714101B9B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0673FE-AEA1-3939-4E87-83327EA107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E92D51-6075-C747-E40C-7B7AD315EB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71129C-DF63-E487-A5E0-F7A02404AD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889C8-2558-C32D-51F7-1A9749788A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46B85-B736-491A-30CD-0169CC62E61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318532-FB75-C933-ED02-4A05771491C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DDE535-6ABD-928E-A860-06FFF1232D5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414894-7478-AB29-281A-3C71EC12128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AFC032-D6D0-7818-0B1F-A4760F8F1C6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C12EF0-56DF-DF0C-C297-CAEFCA1B87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0B1F7A-02E0-A58B-B168-59E62E436BC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3E1A07-7A67-8681-A9C1-31A2C2DACED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AE81D4-7ECA-4258-E924-6BC3A25CB12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D26E59-E748-7425-4AB5-AD4654CF5D1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EEE6A1-6C3A-1D98-E7F1-EBD29A440A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334EF0-7017-3FE6-2563-8DFB98165F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DA0E3-39BE-2519-2E15-BBEE0EA848A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71480E-B89F-796D-4497-544B839B4A1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73235A-64DD-04BD-8097-A38723DD5A2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C63CF8-652E-BB54-B9BF-E8F5D0B5440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3ABF60-BFF7-61FA-1BC0-6C7579A7D6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D01309-4AAF-0576-4E9B-13F42F96C37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4316F6-2464-1C1A-91EA-FBEB8CE127A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803B59-838F-B2A8-9046-DFB5FB3F17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34DA8E-A399-0E3A-1334-C2370C4A2A8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F1A63-4D54-9CA3-E712-4A8BE4B95CD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D4D68-05EC-88E1-6D17-704402F10F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83C08B-3536-6589-4332-7CFD82FA91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D5737-E41B-34C5-94DB-DA2B8902C87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F3E302-BFA4-F229-2433-73409CB16E5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64D552-38FB-63EA-6128-4502FC2924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76D501-18A5-1344-BD6E-80CD1B25A37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AA5979-1813-69A8-6C35-EAC65C10C3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608AD7-AD9C-42D4-9AA2-E0F74958442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568454-8320-E9E8-8834-1CA46C4DA3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35DF9A-8093-EC4C-0B92-632034F65FF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531B1D3-A2CF-856C-5131-85D2B0B4C30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8D17DC-BAC2-7EFF-90F2-E6A9DBD9794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1DFF95-093A-01CD-2969-542653BEFB7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AEF566-65B9-D69C-96CA-46A4399DC2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5C7E96C-562E-CF90-4B52-82E9145DC0F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3AEC12-BDDB-F3D4-7AF0-B03622E352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F23592-8750-7F24-CADE-47B44AE232A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0CC276-FE97-5C9E-EC34-CDBD4525E82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FC7C7C-9A31-504A-F41D-51DF7B1879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C2B9C9-91F5-A23B-0AA9-1EB87CC7040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D4F71A-F560-FA86-5461-23112E2E6C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B981CA9-E73B-4027-5689-2B112B72399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A8FB43-F4A3-4D23-E355-4195087C543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0F333F-8B8A-5638-41B2-5E7EA91C8E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0A8E6B-62C5-47BF-D138-9EBECAE30A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63674-F1FD-B97C-EB09-2AD32262930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775521-A57F-3DF7-6191-64311AD0C1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23880-C039-6D48-B152-A1FAD22155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3AF0E2-0915-9B4F-73D6-984D57D1CC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AB3F75-3E47-3E18-D753-D227C0908D3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360B8E-1839-D860-5A55-E5A1A7FB156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7D06A5-FA96-71A1-B7CB-615CC2BC1F4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D7CAD1-5A69-6A8C-EB4B-CB6D992AD3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434A9B-1910-0330-A4AD-C1F4CDA1B72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C16959-0CF2-1E2A-08AC-28DCA1BF3C5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023093-F01D-2D57-0DC5-9A2BA51F47C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D36C9-714E-248E-1275-4174ECBC80C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BF0F3-A95A-0603-F70F-C40EEEFC0E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7E6C2-BB1A-BA74-544A-A49A6FE4A0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912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9854</TotalTime>
  <Words>2052</Words>
  <Application>Microsoft Macintosh PowerPoint</Application>
  <PresentationFormat>Widescreen</PresentationFormat>
  <Paragraphs>1716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389</cp:revision>
  <cp:lastPrinted>2025-12-02T00:08:17Z</cp:lastPrinted>
  <dcterms:created xsi:type="dcterms:W3CDTF">2024-03-19T02:13:08Z</dcterms:created>
  <dcterms:modified xsi:type="dcterms:W3CDTF">2026-05-08T00:49:53Z</dcterms:modified>
</cp:coreProperties>
</file>