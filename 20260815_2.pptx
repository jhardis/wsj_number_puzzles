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3" r:id="rId25"/>
    <p:sldId id="554" r:id="rId26"/>
    <p:sldId id="55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9E356-D4A8-2F19-91BC-B5B7CF3D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DDD75-AF6D-E317-A22F-6506A02B6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91EB41-73C4-F328-3AE6-DA6344BDD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5AEF2-2665-8971-A2C1-E34CD2F74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8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457A-6FE1-6482-010E-F6E6CC903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A1A01-1AC4-0181-8CE1-96DCBCBA8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0EE49-6593-9B0F-FF8F-45FBB854D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B6132-EBE0-E72F-4D4D-D35AB4A32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43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BF975-2EF5-1BAB-82F0-2E5551A50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C1152-5EBC-DFFD-DF56-A1CC7C015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2EE5B-B037-2294-8F02-B1BE733F6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5DB75-7994-8062-0F06-2A738321C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91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BC174-47C1-ADCC-19B1-78FE1F8AA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3741F-6EA3-6929-4A4E-696F2630D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0EC08-5EC0-0D1A-C64B-A8AEDFD10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BB966-7582-DE9B-87CB-782D6DD1E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51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2E328-E1A1-1D83-A420-713CBABC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C2375-AD4F-6ACC-E6BE-015F73C73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56341-D770-DD1F-BAAB-28E4ADE80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AA2F9-18F5-5683-20F0-628AB943C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73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E8373-8973-71C3-D5D0-89B8B42CC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5432A-CC58-37A1-E1AD-A4609DDE1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698E7-ED33-0CF7-CBCE-CDE1D3D0F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EEF8C-B1E1-6662-D89C-E77C92F98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85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CE6DA-2D35-46F2-2871-67569FDFD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71C18-7376-A6AF-6723-28B72B5AF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1FD92-0F14-487E-669B-EB4580810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8C347-3D2D-1B81-074D-64558CB1B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2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2B20-AD74-38E2-26EB-3B76C000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33DCE-9168-50A9-6936-F485330F4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48C75-A705-8569-7099-574B8CC92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D214C-017A-E0FA-5E4B-3B7D27260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91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E5EB3-72D1-AC0C-0EAB-D7020FA0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858F1-0B40-7A1D-BB17-FD36420ED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3D9B6-3508-8352-F4CC-EB7FE5394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9140D-285C-A1C8-B605-DF664B146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003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6A439-F17C-349D-FD79-6D1E813EE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70E64-46CB-CADA-9672-BB48220FD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DE91A-700D-7C5E-8D6B-4743E53B7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F8437-38E3-6A50-2B5E-8C784D75E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16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2A37F-030E-295A-2284-3856EB88A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5EB2F-7050-2F53-F681-4FE3F6885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696E2-175C-234C-E3E3-BAA032E41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9AEA3-35DA-092A-A4EA-686C5D5A8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58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0CAC-3D8E-ABF2-0245-E10510952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957BA-2ECB-B8F5-E23E-33173F2BD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1F633-DE2C-384A-6CC2-E47D4F3A1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CC465-B304-2A7D-53E7-D53A16422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138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0FE5-35AE-436D-F31A-C2F53A676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C777E-EBD6-D98C-ACB8-BC1BD4903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39E0E-7788-1790-E3D4-8011785E0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ACF42-6C2F-9CB2-2B7D-FBAA7356F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36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2947-62DA-3340-01A1-EB40AA45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5CA90-4AEB-F356-135D-82E02FFA0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A0540-AA62-1D0C-0EC3-A1CA38421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B1B71-0940-9732-1BA3-578B09AB4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99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A584-34C8-FA32-FF1A-72CB7F61A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A2BB0-9A9C-4392-A815-CE2E4239D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7F113-5E88-01DC-1FFB-E1A80CE62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42973-8D01-E31A-7FA7-D96EA5508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286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E717-0FA6-4AF5-9757-59284D67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9B6A4-B01E-8CE8-0884-14CA8E678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46399-AA2F-71BD-6704-C155F9307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2F0E3-8C36-5A77-464F-CC5A7F378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342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01397-0CE1-9FD6-97F6-FBC67D57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A5139-5EE8-C757-259E-602A143DB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49A5C-33A3-7335-89C3-6D12F6335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F7A26-6648-003A-CAC8-F7F927548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896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977A2-2182-C283-DB1D-365818F3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BDEA1-906E-C153-5CC4-6C5A97C0E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8A8C3-0502-840B-A5B1-7ADD92245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195C1-7738-4FC3-C054-1D6B81C2E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368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F777A-BDFE-2A12-6816-B1219EC2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1A6CE-2C73-46E1-067C-391BF7D17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0C327-1C23-7158-64EC-1C5B88047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BE3DF-2D5E-1C73-77F8-8CE10A0F7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463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A2D92-7312-1D30-5414-D642CDF3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4F491-0490-02CE-9CC9-F65CF559E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40252-F06D-B2FC-3334-945AE1CA3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97429-1646-74BD-C501-685730E26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22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7C3D-1A48-5315-13E4-B551D3F9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66897-7B33-8236-63B3-C80D88C92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3CE5D-0AE6-D2BE-FCB5-93011C051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58DFB-D99C-5EA2-0350-7AC0C80CE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143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3BE61-3A70-C923-9DC3-11B4F688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8AA3B-5CBE-50D0-DC13-7345D126F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A7420-DCD0-ED88-B8B4-10B8469C1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7BB26-4EEC-9078-6535-3D8DA6D5A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774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7D3A5-7005-87A3-8D5F-7CFE3AA8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E132B-973B-80E6-127B-D534EAC46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168B3-F210-1A73-7531-926D7B17E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940BE-86E0-191D-2A63-DD1D16D9C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617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3171-624C-D8DB-97F8-BBB60BEA7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88DC7-BB65-71C9-0695-03BE0D42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98E9F-06B4-472D-B133-93E99916C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41C94-8B87-F030-5F49-D9DE43D13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927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4068A-21A2-9EFB-3F09-BF07514B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0C071-05F6-B4C7-2A29-9CEEC5AD8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795F9-D4E3-EDFE-A77E-C8EE3C6C7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9B4EE-8201-D85B-5E9B-7E9232BE8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17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89B4D0-28FC-74E0-6B90-193C2D2052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98557"/>
            <a:ext cx="4543224" cy="499944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74A99-5511-DDA2-37F0-44BFAD943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8E59AC-3E0C-9442-9CB9-B3D87555CE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thermometers of length-4 or longer.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4490186-6E6D-D2A3-9A33-B392C93FD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42F5995-71C1-82C9-70B7-36DEF9B16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08EF14-85CD-5EF0-650E-8CF9B367A7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437E333-CC0D-3448-BDB8-3D9015CA91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60C264-34C8-5DAD-BEA8-457449B91E5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3454A-516C-DC2B-920A-FD5B6B3AADE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C8559-16BD-BF66-1A6F-E583081275F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32802D-7DA8-8211-DBF5-0629203F850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BA60C-881F-A188-002C-05F92687E32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AE1879-F2B1-D0BC-CBBA-A76E02EE0C0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9EE778-9812-F908-6E00-FFFF88C5678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FF2185-E777-CF5B-2BF6-3694CAC3CA1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EA1130-E33F-91BA-3433-5B4CAFF715E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48FEE0-BBB3-0E25-BF7C-06A178F1C07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EADE11-92F5-5944-AFBB-0C0B45A6346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2F11E5-A92A-CD34-07F1-9A8303FEF9D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DE934B-F077-6334-551A-27AF798F7E4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5F4CAC-50AA-5E98-51B8-377CBA04F14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F72416-7AC4-97E2-D90B-E5AFB10518D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E9405F-6203-5E67-BFF0-96ABE4FA150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B8628-BDC7-F2E7-D5CF-D089575CAD7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FC98CD-CF5A-E5EF-92B2-9E2A9F1CC3C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CE1DAE-90B2-16CD-DCF9-E5F4D2B5B21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68C759-2C96-85D8-A5E7-A066595A268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8EB753-6665-4749-9E8B-A24ED605439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EB3221-A79C-4C3E-3C91-1ACD74ECF2C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779BC9-3ABF-DD32-8CC4-45A3BD54036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1C6350-F251-708C-2DB5-7F879F4BCEB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79CBE3-6C5D-7BA5-2C2B-25230D69456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7CDD5-F402-733D-B6AA-3AEAAE1310A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EFFE9C-1309-A19C-C73F-6170CCAD396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A0C778-504A-B8CC-6014-C6BF0A7E854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628027-7485-7CA4-9DE6-EF48D3C8E2F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EA668B-B6ED-4DF9-B039-662751FB839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DED503-15B1-A0B1-1991-17CF093FF01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DA8841-6902-224E-9863-4CE0E493DB3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A689AE-B1B4-768D-0116-B170E1E8C34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CEA00A-519A-F570-5F56-7FBA055B417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DB4C06-9890-FD4F-D997-838E3A230C6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19D41A-A2AF-2A40-C590-97F2B73AFA2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F82EC9-8B89-3EEA-6DFC-00F531627D2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8C24CC-EF98-1B02-58DB-3DD4FD47647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60ABB2-B2A7-3E61-1FF7-0F1655C0C6B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9C7D65-3175-F6C3-653C-332EBE9C98D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3C0E85-1AD3-4058-9DA8-21800304728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BD744B-20AF-F559-94F5-FA1EC86AE9A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8D9BDA-9C44-58B9-63E0-81832FE7824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1648081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410B2-8EA4-5512-67CA-13CC563BB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F14568-892E-BF18-B2B2-3A9752257E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the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821805-4143-178C-1DB9-3F419A1E2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B9B5D70-E9F3-5164-C555-58AF92512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6E4F15B-151D-2F04-E4AB-19870401A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D83BAD-7C25-A00B-639B-49D42817E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2E7898-8AEF-022C-0C03-C2378E9559B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ABEA4-0173-E671-8599-96CAFD93D84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F27FEB-42F0-A6A4-4D7A-6E4A6C3ABD0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0FDCEC-3AEB-64B1-88F0-007F21311E9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1C786-0047-6AE0-33D1-47382BB9BA1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EBD044-9102-CE0C-F0C3-E24E028778C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87D3AA-370B-5FC8-2F4F-F38E886B248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FB9FCC-964D-DCDD-B263-5F4F366EBC2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56695-ED66-A85B-EB26-F751AFB530A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F99295-F344-B767-99C6-796C8CB3E3D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C690BC-DBF6-6A0D-5BAB-5CA6FF6C7EC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322C47-A334-897E-13F2-1F1874DC074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0B55B0-50E8-6597-17AB-8DCA8451988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9EF024-E764-CE0B-C0AB-953EEEF2BD0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775CE2-6699-7C94-7825-EF0DC6A7DE2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87F450-6203-FB62-B624-E318A09AD19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BB39B3-2D85-C27F-27F1-2574134F37A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355DB7-7A02-9AE4-0874-53FA7FE2B51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8B3ABC-CAA0-C8CC-70D8-1E87506B3C8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686DA4-A809-585F-8FE3-997F40F8A13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FA42F7-013B-1795-37C7-5FC3BCCA60C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A7D341-AD6B-6562-238D-4CD9E233058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7BA2CD-2E6E-1A3C-9E25-F018304C44A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B38B11-1BE5-FF40-097B-DA652A048B4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6FFCFF-A101-6BD6-A69A-30F75A44EF5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E9D934-6650-AFEF-A795-AB3BB1AD71A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7C0ECF-425F-756C-3C08-4CEE7A94C4E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D0EC0A-C140-A38A-E5F7-DD0C036F347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43BD6E-800C-C636-2548-4ACE120685E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F0A891-2DB7-562F-44DE-F56094BDE1C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B76FC6-35E2-F60E-32F6-79AD87555F0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059B7A-1290-D507-B46B-4185F85131A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3FDDA3-AC21-15D3-6384-85FE2649F0C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DB4CF1-5AB8-7632-888C-EAA68782D94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28376E-F001-D213-7C01-BD8AEB75348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1DFC05-4FE5-C53F-041C-CDD1941C505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2293C6-32DA-552D-A88C-FF817AFDA79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C9BD19-C32B-3265-25D1-DE303FC7CAB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2F20E2-DF79-A517-DD26-ADDF9DF4F59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E9915F-87F5-7AF1-4D16-4D259ECC56E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61F8A3-5256-6CD4-C113-F17C18D6695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97C019-9AE7-97BB-3DCF-FA4A4D5D4A7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53074E-F4B3-47F3-1030-4B6110B600E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1D3F134-6736-67A7-4E9C-86A5F135112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0264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2B779-5A7D-455F-05D1-5F8F7D5D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5C4AB0-2B2D-72F7-6AD8-2F09202D69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7A21E2-270B-A398-0DAD-C63C110DE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97EADA3-2687-2CF9-9A52-BD8714E70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E608619-2ED3-2742-A0DC-59B3339E8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79F6C5-8362-2377-7DCD-006206B9BF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6365D5-BE76-0924-4398-91C7F73FFEE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E8B91-5E7A-F7A9-1A5A-042843FA71F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4068F0-98EB-2CC8-AB90-4F0C11DC74E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2917AF-D552-FB90-1CB6-D4FD4429424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3AB3A0-FAD1-030E-9667-8FEB30D4435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422B8B-6546-838B-1B72-7F3EF25F48A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14CADD-9990-9C74-6D71-2A2C752C8CA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B79F5E-608C-DF93-0564-50566462932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88DFAF-3DDE-6987-CA10-377A325D69D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4897F2-E0C8-7B3F-F626-96EB9E863F8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40BFC6-FFCE-E59C-FE63-80CAD8E4166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922BCA-76E6-4BB7-1E14-8FDA8893F55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231854-91EB-8606-D973-C81D073FE9C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BA80DF-D4C5-2B7A-7F10-0A06E151614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BC9711-EA76-78BB-04FF-26076967769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899715-D308-26C9-755C-D30E2D8DF6C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219B8B-D84E-F6BF-6B77-EC95B60F852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ED07D8-B072-5887-7EC2-66E54E190D3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CD68A8-3511-6DE1-907F-7732FB61620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E6B163-80D2-DA63-0E1F-E18F286C61B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F13820-85DE-EFD0-DDF4-421152D6C31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5FD70B-D752-7703-13EE-2C5F534015E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8305BE-8494-8C8C-A6B5-E8F6B6593A0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818D56-F343-0FC4-43CE-2C49358C1EF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57E5BA-F043-80FA-59BD-7FD75E96489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0AEAC6-EDCD-ED90-7866-5935568553E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A27B0B-DE0D-6682-871F-10035338A7D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851986-EA67-530F-EBD8-3EE21EB0F57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92333F-45B7-730E-9D8A-DA43DDC5A27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AA1B5E-247C-0476-3D56-4F3AC8AF2E7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9023A0-E926-BC69-D5C9-D769641F45D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891E35-2590-5BAE-2FB7-9B1A020C495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A7C689-05DC-111B-0C0B-B547F169DF4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9034A5-0EDE-2465-133E-51FD73228DE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774897-388C-19D8-03F9-A0C6E229F60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2308A0-B01C-AB51-4DA1-93ABA391BAD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AAA127-EF58-33FD-EE2D-B327884EA33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DC1CD6-26E2-F240-0AE8-A868F80D609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3E8A59-51DE-ABF2-9A31-D049632C9FB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6D7783-CCFD-85FE-A2A0-83404CAFE91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499E29-C6E3-B544-B7FA-AB0545C5E71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18D8F5-2E3C-9700-8760-653598F8ADE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E23C18-9CD5-508A-E586-62726124928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62C573-85BB-BC51-B67D-EF70879BCFD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2207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8FEDA-7B83-19AB-9887-E3EF4D9BD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5AE8F9-0A2B-A0DE-95B2-31575E90D1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the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FE5C80E-8906-9201-CF94-40D440CCD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7C0FA4-BF06-AD1D-A55B-F3046517D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1D48A86-3F57-9AE4-2AC0-763C37200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7D2901A-229B-BB62-68C0-CDF6DFC47D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59FF4C-CEA6-AFA1-6F02-4D648A74606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61ECE0-68B0-2D5C-E73B-B85643987DC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01E63-34EB-4249-C8E1-B314DB2E72D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A4725B-9971-2B93-725B-CE3F6955293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3D0C3B-8B03-82B7-11C9-AE47CDA5F23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63B343-49D9-40BD-6DF9-73C88772DED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0F07E7-07D0-E697-F844-16A66220F06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A3F842-B22F-94EE-6F5C-3BF10D34042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A261E6-8965-9177-8682-1DD6A6164EF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F33A24-24DF-002D-67AD-12E16C3EC50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132886-67F1-3F9A-1DD9-CD62624D557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DE8CB2-D5C0-CE00-1D73-B9504AB4B3A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86AC47-1C41-3AEC-890A-4FD1E0A2D64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6FD740-3C0B-2942-47F0-3113F7317D0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36B1E7-000E-9B04-64FC-F72F5ED6BDC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883298-A196-748C-E9D0-769E0D3376B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DB3DC8-6A99-07DF-694D-C01DE217315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A33894-4731-DAD8-A7E1-AF21D46EA7D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DABC3A-582C-1D74-F8A2-3500447B559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68865E-ED58-1C9F-CCC8-AC8CA024CB8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70948A-C53B-3206-C2AC-595CDAD6E72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AFCDB2-07DE-64C6-DE2D-454DDD90080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8A676C-21F1-2DC1-9682-A6C851EE0A3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565345-EB4E-834F-5D21-C9615D84851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B860D2-6FF2-2432-FE38-A402C20ADA1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732253-2D8B-F25C-279D-892781C56A7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C010EC-F1B5-8B3D-1C73-A87EDF49911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EEA792-FD2C-CBBB-3BAB-4FFB5D7FEBE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0F3F4C-0BBE-1A9F-97DF-2727452A3E5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7B42EC-2660-F0B4-7150-3BACB96CD44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A58FB2-76FA-44AF-71D2-0E19567461D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C353B2-C4BD-A66F-97AB-8B3A2439B70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A0B683-14BE-AF49-F1D1-B8326ADDBE2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8EC5B6-3C0A-EF59-2155-759E2855A06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4380DA-6470-6FF1-A2F0-F2F72672E47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82E36B-55A7-F832-DBE1-948377574A8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0E8C0F-47E2-BA3C-E8C7-921BCD8E4E4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5C43C3-5CB6-F97F-F6E8-621E902165A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015E4D-D8D7-83EF-E5A1-34A4A606789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B09D16-5CAC-A089-553D-0D14BB2DE54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191D87-D3E9-310D-0759-3A0E5DA2150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F5F7A3-3966-D587-BD00-7B75F945F53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6AC60B-D13F-6770-0510-DE1F4A3C6DB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9AD11E-E42E-AA44-8336-1CED0F279CA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5604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1D5F5-7F12-E14E-CC13-772D0438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63140C-F042-2FE3-CCDE-11E7090225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D811BF-241E-BFC4-A8AA-7129F10AA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5F9291F-646C-197F-20C9-5486F7164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9BD339-441E-DE35-BE0C-F5AFF82C28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324659-B3A5-AB69-225F-1FDC841A1B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06D73B-A238-F354-8E1E-BC7B4A87C82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A6058-C8EF-B6F6-7856-347C11B6BC9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02CCB-B4DB-01BA-AC4D-9B32C1A44FA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48FAF-4C3F-3D41-CC65-B6009426CEB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652FF-C2DE-1794-0E74-B20030F3434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3F101-970F-BC23-D1AC-7EB42EA164E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6093EE-6206-4F60-E9DB-7D9D7A947A1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EFB92A-5C0C-9F07-7261-05762D850F3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1142E7-835F-73FE-58CE-F266D1EE58A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D33979-9258-4E73-C987-E930280FF9A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FC84A6-DA02-18DF-046B-750BA56A841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664B42-98CF-184E-3755-494400CE44E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04599B-C982-B1A1-97D2-EBC7E59490F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9214F0-84F9-F646-82FF-7ADFB6DB3A7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977BDC-49B3-B14F-C63F-038EBDA849C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29A678-CBB3-AAF3-E972-F846C107680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E3BD65-B3CC-B3BA-D2FE-87A4A446B36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603DF1-72B1-C1E7-5CE4-33DC9CCE3B1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B2650B-D950-9E6E-44A1-93DC64B505F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967546-B8B8-8EAF-6696-E34C973791F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9EB306-2E1B-566F-40F9-C88D4327986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8AD709-012F-88E6-FC88-3EE2E49D46E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A322F3-169F-2D2F-DA14-F83CAEEB368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EF69B2-1783-7121-0169-C1BA8E3E1DB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16DAF8-959E-C3C3-9073-1CFE484C04A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7D79E-FBA0-6645-DA68-649471DF6A9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306CD3-521F-CA2A-732D-C0E15196860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5138B5-4666-8410-4094-0C9850CB297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C0FEFA-55F7-E6A2-332E-8118C1D63C3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17D941-24B4-E89E-4F0C-83486274CD7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06670F-0B39-4209-35F0-FF162852835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F1E090-4B59-9980-A3EC-574D0C0543A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26B364-B52C-8508-ABFF-559AFCA9DF7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213F84-0A59-B25B-A54B-F487C58F885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93856E-6C8D-AF3D-5F34-F4793AA54C1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C28C00-C7CD-42BB-87B2-B1ED32D8E2B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488396-3F80-069D-966F-D2C66254739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052862-3DA8-EA5E-85E8-B298B07BB13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B547DC-0553-F835-B814-21C7B73B6E3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23B818-C54D-D2E7-5B57-E704276D73C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C3C4F9-8822-B318-7201-85FC3013039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7E4392-8E0C-C7D2-E335-3DD6530D2C0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DF0D3C-A095-9C05-D833-6DBE4DD2119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8D9B07-E2A9-7583-F9FA-E0AECFF9C39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75791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7C4B7-9611-568C-60AF-3CD522E30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27419A-2838-943C-97C0-4283A1686E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lower right block.</a:t>
            </a:r>
          </a:p>
          <a:p>
            <a:r>
              <a:rPr lang="en-US" dirty="0"/>
              <a:t>Then, last possible 6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20CFA60-2247-FADB-6437-59BF8B9D4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3FB6A0-151A-5A9C-3DA2-5006DF6B3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D2B63CE-2147-0838-6EA9-4EE8CFE09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1C7F25-58B7-7456-C955-A5D070C9F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AE2877-D001-80E6-FBDC-CE43E96FCCF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974609-FBCB-C6FB-4E38-7DF2FECB152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386DD8-382E-FA2B-273F-C252FAE4F8A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511DF9-4904-32A2-2A77-E90F3E2BA98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3DD6A4-D2B9-4E12-691E-AAF9E3B5C70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DF840-4C22-E43D-44ED-8CA5D5E8FCD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C780C0-2D68-2E6C-B020-A600C363BEF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5B66D3-B7D5-CD9B-5EB6-9851A06C939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5B3E60-0467-C264-35DA-F18EC54A96B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EAD847-A3C5-E6AD-7D98-0761161A209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77F635-EA19-A138-7441-6DFC8EA2023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496B3-E750-28CD-32BE-D7813708D97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6C5A0B-134A-55AA-275E-438A40ABCA4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D48DB7-419F-ED8B-1F2C-2A2AFF2E032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DA5070-682E-4392-5289-6CA120599E4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EC6820-BC99-FE9A-2B6F-05F7D3DD5B0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91A931-35CB-5CF6-D506-81C708BC0FD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3838FD-5F5C-CC81-2366-BD571A2E6F2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06F1F8-17AC-1240-E313-7F1B430CC07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EFAFE0-A75F-16AA-66BF-134CAE80BA7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E7D276-5132-B579-E60A-8FF34083571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D9749A-00E9-23A8-868A-8534D8A0027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D27E63-CE50-0B79-C23B-106106D75E5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6DB34D-431B-E190-F9EA-E66AB0D5FB7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44F477-AD3D-9287-28D8-3C16EA1DC8F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032D25-21F1-C972-3212-B09206E91D4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669CD9-AF12-AF4A-5CD0-38B88E105E7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60B392-C170-526F-C554-518133E94D9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2DA627-639D-EFC3-D00C-AF88267E3B9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BFED6E-8258-CABD-2498-8ABB355C949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F08877-1E79-EB08-F44A-D06DEA86531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0467B4-35B4-0415-0F1C-F90AAA9FA9A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416DB6-B1E7-EE90-553B-27F6754940B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CB5667-3A11-53F8-6974-A235772976D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446D20-313E-DB1A-823B-30BED3B3A15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D7A17F-A14E-4F5C-B1FC-C2AF37234E8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125BD2-2C6C-EA3D-5ECD-8D98AE93157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CFC566-0EB3-8D7C-BE92-D70BA16B114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E839B8-540D-8BA0-10E3-F87C9F28E65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1F4AE2-958D-C207-47D9-C65D7282C35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A0A851-B3BA-9B59-0567-7C6475F4393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6CED5E-4A22-1502-4215-7260B9522D7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74FDD5-B5AF-BF10-20D4-EB3A3ECE2BE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9449E0-1DC9-AC96-A49F-B709F775D3A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26985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3BDEA-19B9-5AD6-D57C-D2D5F514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4A9EA2-75AA-7FFC-8702-A84625B018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256EB0-97D0-8E02-5FF1-26897DD74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35F191-5425-1986-2BA9-CCB40B469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757FBE-D560-C0C7-B995-DCE19016F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1470069-ACE3-09DF-730F-3AD9C279F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0EAD9D-1E4A-854E-B1DC-94DB55BF4B1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BB6A8-35F7-512F-6B19-7669DA0615D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8ABFC-B345-2AA6-4A41-D3AAB55F335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816F1A-7F99-5361-3113-DC9205350B0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CF3E67-2F43-96A5-F8E8-18294C33EB6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7B621E-FA00-07E8-1640-51A2CC7FA10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8FC08B-CCDF-55DB-B675-AB3239BA76B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9F68AE-7BC5-D055-DC54-E8CDC1A0BC9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63064C-5174-6607-6615-EEA0533BF2B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52E066-6AE5-3FAA-EE50-8C753F1850D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CD23AC-82C5-6A71-7196-C3ABB09ABF3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EF551D-0CC4-C883-BBD3-7A7D4BDFEF8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E23684-E96E-1274-78D7-2955352C917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D26BF3-1DB2-EF69-2271-BF3F006495A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B95F15-AF31-D7AB-9006-B795038B49C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778FDD-93E6-CCE0-013C-BA0B1655DC2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D87F7D-42B4-208C-FF7B-94274099049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7474A5-2FDC-CA9B-FE14-931AD518DDB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96AF98-D913-F89D-E067-0415F5DADC2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DC10FA-21CC-0917-C872-9B1076722D5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019031-9D92-D096-DE76-FDD492F7037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F42D55-F1EA-83A6-D998-1CB60ECF195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0885BB-7C33-1A0E-CCAD-96660B3BBF6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34C9BF-A30F-6632-3001-0CD2423F2C1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1F0FA4-4CDB-C755-EFC1-F7CA621DC8C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DEA14A-2D47-EBF4-FD04-7CE093E1C0A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AAC65B-214C-D411-83D7-07B0873A9B2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9B43C9-2207-2A26-AAFE-CCC8812BE01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1EBAC9-F4EF-2B34-5D34-981236A8D3C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7D78A7-4353-5793-F50E-2BB98306F05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DE6856-DF0C-A215-D2B4-149E97C0A67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93960E-7EA4-D211-C23A-098A499F4E6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564D48-CB10-F205-07AA-19CE9A5E208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A4499C-0D8B-7C9C-2A33-5B51D5307F0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BE4312-38CE-4871-5847-703E7017B70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E374E3-14E3-51B5-F85C-E08BB73ED76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CA583C-7BF9-B3AB-4679-96A61E2C2E0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BAD047-5249-4486-40F1-C328FB6DD22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32BE8E-CFD2-B786-0983-FF17D060CDD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1CB2CD-A39D-1B04-8149-F1F6D88E5AA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446FE0-1FC8-6408-9AAF-B156CE0359F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5A263B-73C8-45DF-484A-690627860E6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5D5B70-0EB3-3B7C-A039-3BE3AA85375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A4B71A-52CC-40B6-9B07-1B996D6C91E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A0718E-3423-9FEC-F499-9CE002F0BDC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26385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7AAEE-03DB-5483-B49C-C60CDC1E4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785559-BB66-8263-D03E-46189F4BAF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5B447E4-E533-1075-9DAB-0ADC7693A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77448B-E4DE-8ED2-9A74-D35B4982F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1E3430A-B920-0260-91D8-5E946237F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435A4B5-97A5-EFDE-1523-950BBF04C7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3112EC-C11B-74F4-11D1-37A2A4BFF8F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240D45-67FB-0A86-9454-34DC7C46A4A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C78A2-D5DA-8178-77D0-3F1714EE00E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494640-C40D-D6F6-2540-A664A22DF5E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53BF89-8F5F-3DD9-5A9E-DB10A6D621E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009924-C397-DCC8-CE22-BBCB500EDB9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256AD5-D2E9-BACC-F335-19DB6852A81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DC7DB2-0E18-83CF-B2D9-521824D1D52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DCB50-C454-E85B-B0BE-0E168EEEC23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6AB736-2D26-4751-279A-C0AB9D9BC85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4AE693-6DCD-205C-C94F-7F725501299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46ABFC-DBBF-48DB-E774-5FCB2036557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9B5A92-2DC7-62C8-7786-79E20340975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1597F2-5700-9381-965B-B8EC22E4197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129EAB-1BB3-4030-6FF0-8041CD36FFD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74872A-1275-956C-222F-BCEB5E3105C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62EAA0-0A5A-FDBF-C5B6-4238B91F0DB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856292-FB37-FB84-D7DF-68D8B71A8A9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DCAFC9-2545-6EBB-1D04-7E552E34C1A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6AE474-2091-CBC7-C8CE-830D9475A29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D1F729-EED6-D0B4-3366-9F128017D7C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DF547A-2BFE-F84D-6998-862CC1CE5D2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84FE5A-2550-C1A3-6418-72A69B4A6AB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A1FF05-6CCD-D158-A088-683A4D6CED8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4E914A-94BD-5538-42AB-04C1DC27F94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AE434F-923C-0860-1674-6AEAFCC65D1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393FB9-0B40-82C8-F293-E84C399B90F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F5A22A-8C47-B68D-ED72-37DAF28B80A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AC57C9-2F18-24F3-170A-635C5DB9D00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95CEF2-6DFC-25B3-1E40-D06DEB00DA1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0B307A-436D-8F11-892D-C7BF615A2D7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1F0A7B-4887-DF02-B604-C8E8B62E7BB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2FD521-0127-9DD6-A351-E2C89A156AC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C4ABE2-213E-5763-48C0-88729C304B2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5EE301-410A-5FE4-CD28-B78E139C3ED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0A8C8F-B2CD-F59E-1865-0998B6B22EE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A0B296-00DB-F775-B194-2C7A16BF605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489F84-7365-4EB2-C697-3233EF5E927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DFE7C5-544B-D737-7BB7-E1F50815536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A5B490-D77E-DF55-36B5-AE5F52A5FC1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A2F211-E370-483D-0197-AACFC669457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9F9C39-24E7-8A25-5500-873A3FF9483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35AA3A-C8D4-3F8E-157C-E7D862DF4C3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B7AD69-059E-81FE-FFE0-B51EB7803E8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0E565D-B24E-F9CD-1896-3CF7B43DF2F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EE136F-D460-FCEC-A073-8AB13F59720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94374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1F70-B1EE-52D6-6B3A-12720635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2F1B4D-635F-2F7D-1738-F5C4392C34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0F7EE6-7B6B-B4AF-6BE8-6934193E5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17472D-3A14-CED5-16C5-C67F08E51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C6C885-0B6E-F931-4BB1-06A921979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AD2C574-8CB9-6289-224E-708CA6E3C2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FAE3C1-04D5-25CB-7914-21B64BF3766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BA16D7-F427-8E16-CFE6-6E3BEAB3E49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E0B1D7-C58B-648F-A681-E5F8D6722F9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C61EC5-DA60-70CC-A0FC-CD17E35F2F1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1309D6-46FB-A04C-7621-CAB07D83E35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AE903-8A8A-4374-A7AB-EDB4844444A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A6F85A-3C34-BE89-AA69-98920432184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81D11F-DA78-1917-7D18-8E5C1F560FD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452B71-6453-B138-3C83-087DEAEBE4C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20D50E-3BEB-400D-866B-FBDE1020729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F5A03A-A050-F170-F123-CC767CB53B2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2137EA-F9FF-821A-CBC4-BF9608242C8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1A5E0E-D6B4-8D0B-D98A-CE7EB36ED74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806A50-3F64-DDBB-52AC-C1941345EBE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ED3E82-05F0-B5C0-F8C0-A44021F9E71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B13A35-D833-8D72-FB50-BCF98384C77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FC25E7-877F-25CA-53E3-E251C9664DD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FA7E75-4C3E-17EE-5F87-C9E433D2396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FFEEC4-0603-C1E6-6CDE-81259231097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D702E9-4E2B-1591-6A4B-7E97A7CC399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836001-6CFA-C114-219B-838ECC61908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67530C-C514-6A56-9B34-27DD90ECEB1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0E80FB-77C2-2AE0-EFFC-438C1BFF5B3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7FB33D-9C68-CB9B-6904-17449D6C5DC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ED6428-73B4-BE5F-D65D-3C5566A85F9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36747F-16F0-F329-1A55-9F19A6DCF97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621102-7BC9-664A-4098-1DE20FA0A94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373E9C-1D4A-D408-1EE1-8D9C0574071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61B08E-B4C5-F6F6-899D-5970C80BF48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374DEB-D7E4-F870-46B7-5F2A137A8DA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800AF1-1FD0-9A09-CFAC-E752A5EF026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7DFE3A-6001-C29F-761B-6D233DFFF6D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A132A2-00B7-073E-7C32-A9DD9494AC4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46461B-9714-FE62-D71A-299A1E6235F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59305E-8E99-CE22-F599-957A8A0EE6A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E598B8-AA82-9987-9196-A2AACE5284B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35B693-AEB2-1ACB-A43C-FFA56164F35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73729E-CD51-4424-1D32-6D7C3543E0A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DF504E-DE65-046D-71BA-1C9EC4CB3FF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EEB59C-73D9-7E32-5F59-77CDC03E0DC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9F1189-9A79-32BB-FD85-C206FD542E4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3556F4-EACB-C439-1558-E4AB0FDD11F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13057B-1444-BA3E-B5BD-C3AEF4F54F5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4F34FB-5845-EC38-56CA-A5AC3A558B0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214739-C097-33E8-0B2D-4EC7BF7533F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B144D8-67D6-06EB-1120-217F9D33567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8396F2-1B6D-1ABD-5AD8-78B74E8DA54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81139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FB410-5FC3-CFA2-5C33-405F5DE33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433096-711C-07A8-7C8E-5B5F175D99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286B5E-26B2-67BB-8715-D0489C4B5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B3F14FA-D4BD-47BC-CDD7-B5FB97B87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14A85D3-FC31-CF3D-9981-7FBD75290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EC47B9-B491-A380-D5AE-F40317724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F2ACF8-AC6C-9EAB-6C52-A1F279D5667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793B76-1968-1157-2AB0-9A3B448CE2E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FD70E-6E74-C7BC-E08B-49584A60699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D22DC-931D-2023-4B79-C50064CD5A7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E21C60-32BD-C032-07ED-43961177A61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A9A271-A01E-CCE2-38EC-405373308CD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5AAB60-DC90-947F-54C0-D3BBDE5BFCC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274ED-EF15-09FC-B3FA-573D32A8884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E478F9-4BB8-5733-5B24-80C017AA599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6808B3-8AEF-8CC0-54B8-3237980A365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AAF4C7-79BA-F89B-B95E-3CDE32E47E9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72A9DA-1A74-3C49-EE7D-01FE775E723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96156-EA7A-35FC-3B2B-BAB37175FFA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08A6F7-0068-9A63-275E-9EFF113C7DE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5FE735-E18E-CBE2-4DF1-BD8FDA83F10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D99919-98EF-BBCF-77A4-CACD1D7B5B2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BB67B7-BA76-31C2-C155-CB7EB726967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2B16AA-A17B-C976-0A45-19839C1374E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E11244-02A2-B6A4-6E6C-EFCB6962658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34F1D5-8BAD-954B-E680-DFA48169DEC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FA7273-CDA2-038A-BBFB-6CABF6FD206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F0EAAC-B877-80E9-0CA7-C68B0A866A4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63D4D8-680E-A074-B8D3-2B30525930D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A946C5-B067-9093-1599-0B1F11B3717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32CFB5-57CE-9931-83D9-E9132E9C802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EBB44B-506A-AA46-22AF-520AD96513D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9B15DE-50A7-2901-1F6E-E0A01CF5F80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A75889-1329-5EC5-C3C6-FA6519ADE1D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781150-CAF2-F9CE-C0BF-B44EDA64282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E27296-5319-0631-CE67-136961B2E1A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B451D6-11C0-8550-F1D5-615950800A9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E8B89E-79BE-6164-3C52-F184A335CCE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80AAF6-7F2D-0D2E-B8EC-F63670EBBA9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E09524-1039-02DC-2C54-2BABD24417B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78CED8-95C6-663A-DD53-B06856531C4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4F6944-95F9-0E07-22FF-B7BC85E972D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7F0141-F735-2093-36B1-C8652A6826A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30673-49E4-338A-8AC0-2AE5685AFAD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04B967-6F0F-86E8-2AED-A979F99655A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AFA9E9-6978-F560-0236-744F548EA11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FA62AA-7A31-EF6C-5316-A0D3C0681A3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0B4731-72C0-FBC8-DF37-76067CA0285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E82E31-EA46-72E7-2D5B-E251B9B9814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8ADC6D-504B-0855-9F9A-000F6601454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8D849F-99A5-9ED6-52D6-B62B989BD7E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C11FE8-775C-4683-97BA-F9C718D7B1E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05A1BF-1718-EFC6-E93E-0A7E90B6F63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AB7A67-6A48-DF76-E63F-21358970776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18808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8D24-18FD-06B5-5AD9-8398AE5D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3CFE0A-9E1E-E341-479F-9953619068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54F2A9-B591-3319-49E4-88116AAA0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596F23-1E5D-597A-EE67-0A010AB5A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8B04DF3-BDED-5265-A475-F12540E39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24B5B8-E6DE-FFA5-AB5B-721619288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EFB5F5-B22D-A73E-F729-43F753D1B0B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19F5C-1B99-AE84-C9D4-E08F53A4428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4A10BA-A3B4-4C62-6CF6-D0D38F282FE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AB0F6-F60B-E659-7BDC-2B32E83E5F3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667D1-C8C3-F23B-B6AB-9CD3E61DE63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B5545-E1B3-2AE2-52E5-EC9E17FF510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5BDB78-86FB-69E7-AA7B-FD3DBC4F264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DD68CA-0E73-149F-E160-1A1DE4ECF49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DECE28-5BE1-5949-CABE-7BC7E6BE819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3E4DE0-1B6B-BFF7-2092-DF3A47BB72C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52511-5250-4406-F898-1FFFCDFDC2C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88E762-8D08-2373-1B0A-17A032BBDB9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B8B433-517F-03E0-454E-BC02E74D22E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834C9-AD8E-FCB5-DC4D-4A1147AA669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B58ADE-11AB-C7DE-A362-506D26FB6D5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A22A22-B008-C253-2496-5DAE904B151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8BBE5-740C-053D-51AC-02176A1AF90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9D3A87-AA03-9D11-DCEE-B7859297E46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4B3637-C405-FA6E-E4AD-DAD27659C4E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145CFC-A1B2-8D6F-4920-ADBEA2ECA9C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48D577-23A6-B39A-1379-246D5F97A0E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E885C2-700B-D871-42C6-F106223A8F2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7C6B09-8B09-1404-B27D-B2BC1A81A94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754A2F-AA22-2607-9B4F-E5DFC1C691C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37914E-7ADE-B8DA-A53D-A99A0F3C017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155291-C76D-7CBB-DB19-0E7005AA7A4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A24C06-7932-5712-DC4C-AF3E2F49F68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D6E8EE-B223-640E-CF83-20D87345A2A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F79EF3-4EE3-742F-33A0-C658573D873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78E2F4-DE17-3014-680B-9E12B970FAB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C25BD7-4045-9633-E8E7-B7496EEB108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3E5225-9B4E-3AE8-2D63-7E81E849DED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8864C4-73DB-6F84-53AB-F1862ECCF13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942224-7077-2A87-1AA3-3DFCE6AA6D3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1BB4C5-23A9-09D4-498D-419C8CF993D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07702D-4683-A1B0-9688-634FF8F75AB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7DA3BB-E400-50E2-AA8F-EE3338FF61D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AA1B17-551B-A3D5-7A8C-828575971AD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83797F-5F71-F141-BD4A-D00F2529971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6876AB-509A-9654-5F98-F78E18C0F85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D1F015-A77B-5C3F-D061-B25C6B2896A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1E4228-0416-D05C-0056-7BA55A4340F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89BA5A-9DA7-EDDF-5993-1B4AB5BA47C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2F8421-CA9D-535C-FF74-8E6CD7AEF32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3FFFE7-62B6-3043-8E63-F51D94D8590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3301AA-BF0A-3E4A-C8CC-738089C4295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EE0FB5-1C40-E43D-E3EF-694B4B4BB26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AD8A0F-1231-3525-1A1B-2C6D76B9EE3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EB2AD8-70AB-575D-205E-7330D5A090F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79994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D199B-CB86-0040-B88A-1F626A178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33389F-42CC-0640-10F3-88A3390BB1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8D8A9B-8814-C165-588F-12D62F6E8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F274B5D-7B25-DA26-7170-2B3B7298A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1BF3E04-94C6-9F28-4700-BB4C3AB40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D9882D1-0E87-ECE1-6944-B01952D12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A819FD-35EB-FA2D-2680-3C77BBD78AB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B3F16-449A-7828-676C-66D40DECE34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A1400-5C18-29B0-CC26-2A713F50B31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31EFBF-75CA-2430-EC91-41489CB9721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73E617-BD3F-4DCB-F387-4F1741CBE69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36B70C-1217-F573-B075-AA58426A9FC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1A3A02-D21F-F0FE-6753-12286D652A2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9DA83C-9238-1F70-4CFF-08E704F63E5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62ECAC-5DA4-830A-3B49-44E09A49BFE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006311-FAD1-16DD-2BAB-ED4B01E1BCE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3284D9-54A5-0B4A-3F59-C4161219C29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FDDEAA-8E6B-FEA6-A537-CE107BDFAC9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851EEB-FC05-0A8D-0827-534AA4462ED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F11731-C20B-1148-8F5B-9D95B638C9B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A5530E-B5B1-12EA-022B-D6CDA9B6E9C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91EFD4-1B05-7164-5A5C-666D15159B0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674C8F-C538-B0F0-B64D-B38308DF541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850583-6670-1A65-7FF3-4DAC0DC8703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D425DB-2DEF-7198-1E44-F7F6AFD2725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FB5048-19AC-A3FE-8FC9-9EE3421DF70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4EB4BC-95D2-A7DF-4BA5-86944A68BB8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628A60-AE46-21D0-5E8F-6A55CF50DC3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BD2E3A-F4B5-842E-53CB-17A9E14A86C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FFA2AE-66C0-C109-603D-F8BB239808E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491A1D-D2C4-D575-96D9-ADC506E2EC2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0C7B61-0C76-A331-C7C2-C1576E631E0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412348-5FC0-13BF-D4B5-A3F745815A8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505B06-DD18-D572-93A9-21357C582EC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AA2487-0AB7-331D-9C17-47C8F69AEDC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9DC844-C711-CDD8-0304-5BA42D369A0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BE60B0-5A3D-6D1B-F75B-F047EB40D0A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778EA8-7711-13BA-1A3D-BFD567C59DD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636DED-401D-CBED-F109-24EC23491E1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988992-24D2-E07C-248E-305CF496C12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FDC0CD-3A5A-7C55-C043-7A3BE3EEB08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FC4544-6234-8FAB-DED5-2883CC7CEA5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77AFC7-4A83-792F-5E9C-4471D7FF94D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F42519-2A4B-BAB4-F1D2-0F24163E5F1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9A90F5-FEFA-113A-6EAB-465D5104351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4DD12C-2AD9-E9D3-E1AC-E3D703CBAD6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A606A4-00EC-9B95-25A7-81ACCE3E379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7E0738-6CA4-F027-FADB-93144E799E3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06D3B3-8EDA-B466-65E4-3E1B8E0D36E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52EAC2-2F0E-5717-5887-7F3065239B2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AD1E76-B23A-BB88-BCC6-91B37BE7E3C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11CFEC-D247-02A8-BFBD-A7437228C8E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E1C102-DB91-45CE-1222-E6B933BE042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CCC98F-2E1C-47E7-968B-50319D8BF4E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C017C0-91A4-7DDB-974B-BFD5BD29770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33839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D856-19ED-F831-9429-B23B415B4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43341D-A569-A6EF-A274-B984FA9908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6291D5F-D403-695C-183B-74182A58E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11CEF6-061C-7E80-5F45-7A074E0B8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187A14-2D08-428C-CDF9-7DF4D90CA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2F7489-8F69-D5E5-C2E4-FCA0F903DE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43AB9E-8973-A725-647E-16455ACFFBA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F53F8-84C5-A025-16E7-42B5FF1CB37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D372E9-FA1A-29F2-AFBE-555A90F93F4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179EA-1582-AA02-9D1D-E88D3620D26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8300A1-1DA6-1D95-B4E0-A6690F01DD7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ECAB85-C94B-C308-C888-C984683A0BA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CFE95D-1058-7EFC-61D0-29EB72B042A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2C1CA8-76CF-E818-F1B0-A46EF6220AF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9F5348-B06D-A456-928F-5CEF3D193D1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CB41A3-3E2D-736A-A4DE-DCDB8080561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843FB2-6009-1EF4-DD7D-65DD261F073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9DBAAD-0CAA-12CE-8B8B-6C2B09B1292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4D4A5C-48B6-AE6C-EAEE-E9354665B9B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E6D120-1D74-D80E-563F-C106FAA4C44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C2A50E-27CE-CD70-11F6-C5A83F65CEA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B262A9-EFB8-53D0-4D7A-B12D2EE93C0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5A332A-70DE-EBFE-F3DA-D6543EA393F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A5CCAA-9736-0EAF-F2D8-875EFF10752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E6116A-65A9-2A7C-EEF1-51616B03F16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15D2F4-CC0D-FC09-C43A-C424CD6B8A4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29E9F9-4951-8BD5-434F-F90142E7697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871742-C592-5E1B-F08B-6BF8651A9A0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56F8B8-4AF0-1D75-9EC3-8549E1E9170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EDEB5D-1703-BFCE-A061-7B5E33FA039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D1DA82-FBE2-6BCE-52A1-1B48090B60F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4CEB6F-A994-9763-E721-413F69DA220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6A548C-6E7D-FE55-DAFE-0189EFC095D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9271089-324C-851C-247F-623B4916FE1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FFC89F-E12E-4A00-E49B-816307777A8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C1119F-6CD2-B0D7-02D9-71891BE77DE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332FE6-E074-F160-2FA2-E551F83B38A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9BCFFA-91BA-7AB8-A06B-3900E201E06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3720B1-C436-FB6A-DA64-1CF9DCBAFDE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285FC2-75BF-6E82-4C81-115F418903F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F7B253-E48B-B3CE-FB3E-F06CCA87A87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6FC741-F3D8-7A2C-36B4-44B549694D7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ED059A-3F56-D05B-DB0D-909C534E43B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19493F-270D-F62B-DFF0-7EE3B101999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654B72-081A-85E7-053A-E15AB40A1E2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73F09E-2A4A-EC39-7A06-D698AC0C6AC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DA9626-6B3D-3332-42BB-849F1CB5434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A8E56D-DCBE-929D-1689-0690CB4FE7F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20C946-60D3-C0CB-EE44-E31699195AE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68B184-CC2B-D90A-3D55-66E899816D9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1887C4-9080-C609-93F8-8543420BE99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EF5CF-9E1E-ECDA-9589-6030A9C9591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90FA9-B1BE-94AE-6561-0701A9B9723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83035C-EFB7-E9A4-BCBF-4D3539F86B2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5BDE6A-2B2F-C2B1-BA1C-77793143B0F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0345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2859E-7D3E-69F8-999F-D0A064F8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492919-81A9-DFC5-FA63-13BB0B6A37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ACD0E0-0186-2483-554E-4C4BE9676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3F5877-1FD4-7D66-E5B8-B2331ECBB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FF5D9C-DAA7-DAE1-B20D-83A890D4A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B8082CD-D79B-3235-18E7-52B29528B7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07D63F-CD70-A6C5-5757-F09A451205C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96F15-C1D9-A6BE-53A4-C588ECEE62E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560738-5860-E024-EB47-E04A6A55326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5927BE-608E-F3FF-4951-6DCAF0C9B38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1C3B41-87C9-FA83-E281-D3FD389BB6B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F2C7B-7232-9AD4-AE10-B88D2432CFE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F4643E-49A3-2A84-E67C-1F2261E0940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6BF40C-7B38-1955-86BA-79D03D77975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C224E8-5DF0-13DC-529F-3DA5362CB8A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C8ABDE-323D-AC02-E4D4-AF0F5274F26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757302-7AC6-D577-DF27-96592753DA8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71B3A2-15F2-CFA8-B527-F44D56D894B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6CE533-705D-6AC2-ABC5-98D83D8B18E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5B04D4-AC78-AD12-272E-F27217DAC3E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3483C7-D64C-D67E-CBA2-F9C4D73B56B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1054DC-37A2-4728-2A25-511A8851B11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20B356-6BF0-C9AF-85FC-365BBCD45EB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ACE0C3-8E3A-61BB-6174-F8D06B2244A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4EE1E6-C0FF-2ACE-2BA6-7D35CFCE09A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1A373D-FFF7-3C80-9E63-95C8D1C96BD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9E8A5A-7836-F881-5E4E-E0A64806D78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EA2231-3357-7660-083A-F24B4C79B19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B275EC-47C5-B444-C1BE-E79D42DF475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DFADC7-F0CE-2D6C-9EA4-F495CD3B0C8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76FA42-1798-3501-1C32-F0C99F28A90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ABDF0A-8181-6ABB-5D8B-4252A310F71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729446-F3CF-D542-C9F3-B09858AF578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8A6CFB-1E83-EDD0-B0FD-1E41A89647C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8B4618-9AF4-3530-0B11-65C34296AA9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2EE070-FE45-23C7-4EAA-4708BF19A34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88F5C1-4E91-226A-BC3B-7E92B1A1DCF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57C6FD-4250-DFB6-43BF-D79B47AF9C0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35A73A-4C1E-E226-49D1-45FE4609F54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6B48ED-AFFD-6695-FEB1-2D779824AD0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4F57B5-7B4B-4902-EA0A-ADEEE66842A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E98DDF-72EE-0A36-167E-A871928A92F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502F02-1952-33F5-CAF6-0625224A015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A90AB4-C22D-448F-2335-424B7B1DCCC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D011BBD-F152-3A20-562B-E14F8F706E6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F1F446-2B72-3D23-5F27-5223CE7DDDD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D02A972-27BD-E009-BB30-849EDC93910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6E4006-359A-6D8A-A1B9-3E6192F043F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E5CD40-6557-4156-57AC-48998C69E3B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0E19A1-8896-4B44-3238-0E51F4A9A80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B1EC1-79CF-8F0B-4F45-8CCFFE0A89B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41B2B9-7B14-4BF9-4C87-C3852AA445B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32E8E-0D52-7F00-5A0D-D5EE0D7F41B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34A91F-D764-221B-0532-781BACD7468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E6978B-3DF2-86EC-4078-19D18CB0597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06974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331D-5ACE-69A9-380D-D51DC0E1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D958A2-C347-765D-72C6-BDF5079BA3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75270F4-C534-CDEB-8FC9-5AA9EA88F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E44006-6319-C49F-4441-24B758F2E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596D980-7976-84F4-4FE9-D8ABCA90D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4887FB-E57A-3CC5-6AE8-AE2C1F87AD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EA2880-83D6-5DFC-C3A4-11C4FEE1158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067ACB-F481-96FC-BDC7-63291D0195F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CFB0C-241F-1362-5EBB-C71DB010B69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1A430-3CE0-B2B9-D750-95F75381076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1EBB2C-20F3-4850-1243-DBCC7627673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5D4F66-E507-011D-88CC-4D2A22C3D53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C04E4C-830F-4754-CA14-3BF46274268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C66645-240F-7FAC-410A-2EF19FE3EB9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962231-E935-6394-AF07-6D657237F90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C5DC34-B896-7172-605B-F97EC2019F5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DF2AC0-C032-73B0-BF3A-5E8EB5CA98D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BCA76A-478A-B09F-F348-581F4D003F3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B5FCA2-A04B-5AC1-0AEE-178AB91C7BF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22D341-F76B-5026-030A-FB6ACA4B936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E8C08D-B8E1-F9A6-850E-8BE66D94D14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2DB6BD-ED4C-0A5F-76FE-8A03F699134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944C58-8D8F-1A79-C5DF-59CA2BD93B4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FA611F-1F14-0243-C396-9E255A6E4F2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B0F436-009D-C32F-6565-83CE94DB2E7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DBAA23-3226-1F8F-E9E5-D771327DB38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02BA8F-5DDF-0126-5230-D14104F2965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BBF740-3DE1-A354-8525-9B0C865AD05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CC599D-D182-CCB9-0710-06278DE60F6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35A416-2B9F-639D-A8C6-15219FDA5F3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3E3EB0-4281-BAD8-135F-066D178EC0E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B1C094-5684-BCAD-B6C5-B2BC7870BAF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64EA28-BB0C-9B51-C66A-B2D7F659456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6901C8-9E0F-F877-E3F9-3063086F603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18D10A-1628-9320-E420-C55595FE97C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E82468-D3E2-40C2-36E4-1300FB07081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679B21-674E-62F2-239D-D333040C4EB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EEF773-061E-958F-EBB9-8BE8B3C4A20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AA0288-6C56-0BAE-126A-229C4D312AB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2FD68B-1408-B809-AF87-9B24A6DADE6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82D962-45A9-B04B-DC1B-6382348B4DD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42A01A-16A5-6C45-0ADF-0D00CA93951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C2B985-5695-838D-FCBA-C4B9096CDBA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2F549F-DDB3-27E6-B6BE-69ACAC6ADA1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23B480-9417-E038-4B4F-B80A2014480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26591C-8F1C-246E-8BE9-1822DF57D01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C8F798-A3DF-B376-E202-2F7EFD84FA3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6130B-DC86-E9D3-1A38-B7BF2F2BD0D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E32D4D-9E6E-2449-D795-70A1CA3AFBB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F73A92-0F6A-4850-EFC6-3C3ABE522DD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265390-EADF-703B-594E-DBC9BA37B7E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A2D772-8464-7262-B03E-B54727A9300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A16899-D403-1864-B377-F0CF1FCFB8B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F9B768-4C2D-3A2C-BB92-7B83744B073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F0CD9A-98AD-E173-14FB-78AB6C2901F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46186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2139-7FE3-7F6E-BCC4-0C84BC4B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7EA67-8CEF-6094-2706-F6980783AC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Row 6.</a:t>
            </a:r>
          </a:p>
          <a:p>
            <a:r>
              <a:rPr lang="en-US" dirty="0"/>
              <a:t>Then, last possible 2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FDC781-80CA-5671-9256-3D2106E73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5FC6718-C1F6-E938-C3AD-5F7F515BC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F26638C-F14E-490F-DD30-F436606E0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98749A-7FD0-94E2-2509-1A959CD006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946762-6D13-ACB0-BCC5-7C6B608D523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CBB155-97AD-70B5-C78B-6206F828C48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B38674-08A2-5045-DC1B-343E6C9C096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62FE3D-DDAC-B406-27B5-DA024A41CFA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C1150-57F8-7DE4-B5D3-9F6625EBB33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49D113-DC3F-7687-BBD1-F22641EC58A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59785B-0B84-EA4A-3AA2-40C21E5A9E5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BDED25-1973-54EC-5AE0-CF3BF271C0E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B449E4-A094-57DC-0780-FCF12493AFD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C23EBB-1C8D-E9A6-9F08-9441BACEDDD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61DCBD-A9AE-2524-0E65-14E643FC108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A185BA-0B49-1D21-5D26-3CCEAF83AB4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2D9203-689F-B172-568D-98F2AD5C810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3E286D-485E-5E94-A4CE-FCA85B858B8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1FEFBA-A577-DE53-8031-A8707955CC2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153B37-88E0-DA1B-7BBF-AA8AD8E5294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5CB01D-FB71-6267-D601-34495B53914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1FBE2D-DFBD-B080-F5C7-3D1C44AB467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7CCF2D-71FF-77A8-D77B-F32CBB06C6F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940E34-133B-B787-AF46-73C8742E143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B72544-ED8C-78FF-A5B8-A3589C38A30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155152-4EBF-08C1-B855-1355C56B192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C2E4CE-4338-08C1-99BC-E06306F05A3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67D9CA-15B1-498C-1504-5430BB6423D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9C0340-9F99-66FA-5DD0-2FFC773BD0C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C843AF-FC4A-9150-FBB5-09DB8A56EA9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73C7A7-D6A6-DF7B-C8EF-75935751CCB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AAA516-81ED-2055-67E2-D582E550234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736BA3-6C9A-2A68-5423-C8E0201AF1A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F11541-D9D1-E61F-D85F-1DC02F5785A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DA7C85-CAEA-9A08-77B5-A7215454A62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597DC0-5E4D-A67D-27C7-F29573D714A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78A7460-FEB5-95BE-509A-3805FE1F80D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8A08D1-B39E-9C62-D1F6-299AAE6D70D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33C040-98CD-1C9A-D09A-61F8C9F1D4F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55B857-448B-FBEE-4B20-E8C7D0972FD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B4A13C-BF96-387A-D577-217C8F7B0E7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917CD3-B912-593C-3942-B0A499832E7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999658-CB88-1E6C-7853-D85C97135EE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0863F1-50F5-178F-93F4-F7064300028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7F0B99-5368-4622-2CB6-58EC4D42044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336B12-8389-A2A7-1AEC-0A51D0D67F0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0749FB-AD79-958D-F817-086EB635F26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01DE62-254D-BFE1-AEEC-20558FA0B21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5B0CBE-D869-5E3B-5B62-15641B3066E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B13778-D99A-2F85-0D8C-D31E127445D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4470EA-0905-F56A-1761-6E8EB31DC7E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E45DFE-15CE-05F5-229D-56DCCB5553E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37A127-16D6-EB9D-1E05-98995FF968C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81F4C3-957D-DBF4-C7E2-90ECE6BE9DD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6BB67C-4667-FEB5-290B-E6E3AD2A797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26857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96BCE-532C-5471-7621-DAE851E80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C3A9DB-6713-FCBF-1B74-EC276ECBB9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right center block, 6 is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B1D60C-494B-0B2F-6316-9AA9DF191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D836D0-446A-5155-3786-A1C3F3CF8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F6B0D1-F1B7-F774-D26A-5941A210D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AFBCD7-1961-8262-2522-08942F77F9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BE79D7-D54E-AF54-FFA3-631407A8CCE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A3C421-656C-D52A-9E0C-8C2C55DEF68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D87432-0866-26A9-EE78-B9FEFC152AD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3612EB-A139-6168-ECF6-2ABA0A06B8E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6FB4A-CB1E-ED11-03CA-4534AF4DA3E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2D315B-09C5-7504-38B7-DEE122D7359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198D7E-A157-5C00-C5D2-B8433F66115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A07EE6-CBA0-02D1-952E-556AAB83A8D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A21344-67A5-76D1-3113-189701D4206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7163FD-4F51-D2ED-CA85-06FFC33F6E5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490F8D-5A2D-9C5E-7207-C078DD41333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0FA872-F850-E96C-E05B-07FDAA271EE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D17684-15AC-1777-9E22-3BC753C2408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C18406-A3B3-2D41-A373-A7570AC8A19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F26797-33C4-FC4E-1715-3DB8C6689C1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8FC1B7-B8AE-6436-2804-E964E93048D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FF84C8-FB8E-2413-14C3-61DDCDC789F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A14ECC-8F27-3635-D82B-3216A6BE201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BA892F-1A6A-B1B3-E477-3050A20DEEB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00113E-9C02-2624-4D79-F67E7B7D179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7B8ED5-CC29-1EDE-6702-4FF1A1B5E1A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C58B0C-87A6-7239-C595-114604C5892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DE821E-129F-9B60-C56F-8B60061C329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98983E-F5B2-CFEB-86D1-AAEFAE61FB2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34B1BB-EAF7-0275-5164-9F3CC6859E7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1AC218-DA33-E6B5-B8DB-3907F9154A5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6D7E97-F536-073D-5A95-CD7705E417C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B628C0-959F-5208-84FE-E7B666F6DC7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91A838-CF3C-7363-755E-FB7BADE6D52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6C9A66-AF0E-D5A1-7D17-E8F1343295E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F7C7B2-7E40-F92E-3EBD-4534A8FB5F0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738B418-F95D-11B6-B0FC-113A4315A1A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99C5104-1D98-4473-1FED-F68875F5A44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40634E-FE50-41EA-64DD-0CC75F59E66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767C52-0FB6-603D-DDDE-795B9962C02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439A90-035D-088B-D04A-06A7DF1FF62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E93C4F5-C7A2-3055-CF52-068916FE3B7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E1483F-2967-F492-C534-9E174E1F27C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C3783-A786-C14A-B1BA-40AEA5E2DF2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5AD3D4-61B9-C1B0-4C78-26A0DAE4717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1ADBD-BFF1-2256-1912-4F4A119D232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8CB8B0-E09C-F744-B9FD-0765D4EF1D4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BC261E-4D0D-8FD8-6E38-7005B7DE9BB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4B6EFE-4D07-9560-CB7D-68C46E0BCAC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9C65FF-A28D-9D32-C7D9-4533992C482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62DAB8-200F-D9EA-F4CD-2410FFEA281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703F01-B728-BB8B-A3B6-221DFBBB2CA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8C2CAF-E983-513B-C9FC-A90EF180C2C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8C8AB0-12E4-CCD3-692F-8E8CC3395AC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5D175F-8D9E-2D33-87C3-6A5BD2400B5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B459FC-4DBD-B2F7-BE7C-4151AEB545F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619510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7EC05-1B68-0A88-AD9D-B93C52F0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067EAC-5320-01BB-FD64-73D6F51C05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A34C39-2A26-0C79-4E3E-93B7FAD0D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F5D334A-D09D-0BDA-E7D1-5F95A6C1F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AEDD889-8DA6-D138-6F08-F85770904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E8BB751-14D5-795E-5C21-A930098C65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11E144-9C5C-09AE-75F8-92C66C0F6C3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2AE5A-D180-ACA0-9AA6-429FE5F0B5C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2827F5-5862-2F4B-3A1D-5A4D84249C0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73CE19-00A9-FFF8-D5F5-AFC2220A6A0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E64818-C936-641F-600D-8D1582402F8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188012-6B7B-8A6D-98E6-44C140B5FAF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151885-47AB-85AF-1570-EFF412A7E36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FB8C17-F5D0-5C66-1DD0-6E1578F2FE7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F2EBB-E81C-C94A-5E06-E6343A97FAB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9772EA-F123-71A4-309F-78CC07D86FC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4B7E4E-2011-7F75-04F8-7B7EBAF777A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EB38D8-DDB0-654A-442A-5085E7BDC8E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79561C-BEE1-D324-2977-3A614CA1D82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29F28A-A935-A4BD-79B1-9787D6478FF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2C7356-7386-3756-A061-91324FE4E51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B3EA11-0462-2DF1-A8DA-36432B3346E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E7F1ED-DBEA-8527-F608-C0BF07F69E6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DAA75B-D5DF-899B-CDF2-1851E49BB5B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56FDA7-F212-E361-781F-8D9A3A53EF3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A80F87-DDAD-2599-FFEC-178AF8E76A3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869479-A149-FE75-3990-D7731640A45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FA803C-B12E-00D5-6605-6A433445AF8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34D874-F29B-251F-C8CE-6697DB510AE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93FE3C-2DBD-1428-D727-0DB55E908F9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181F95-2FF8-D73D-6FDE-6DE0744E775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57D84F-806A-ED07-D39F-509F5E61AB4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1310CB-0EC3-8411-86E0-162BB823AFE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DE9E8E-9348-53D3-AD94-8D1EEFEB767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ED6DFF-C4CC-80F8-76CD-252734FE4A9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5A61EF-D167-40B1-D3FE-02B4A3C875F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0AC60E-E193-A293-C2F1-4A7B05E2F85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741DDC-2C73-09B5-0930-AC5998F188E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CFE66D-024B-C337-3341-7E9EE479EAB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CA3B00-B18A-62E0-F2E7-C5F33B7F91D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DD3ABF-D1EC-08A5-B54C-9D41519A49E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638ECE-3065-B646-652E-1FA21BB2DDB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411EB8-9F8D-1AC6-1E29-E144A50DBBB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7EC7A-38B0-35C3-B0CE-2869F85F82B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DA2475-A6F5-771C-7952-1A0B3653D6D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DE0EA6-A51A-2F28-218D-6C8E3D17951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50869F-E4F3-6583-530D-BB95B843740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227CAB-BEE6-79A3-E200-8310158CA20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56D7DC-8BF1-7109-6D9E-22FCA27F8A9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841F66-BD86-2CE4-7994-C45936E1307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D3246E-45DE-6484-4F98-BAE68924939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4DCD2A-F177-2BF2-56E2-D417DF72D39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204496-7639-1B43-9D5C-9FCE6034525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9338B0-5693-4FF6-8444-178FF7F7AAB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E7481C-3DB2-B8ED-ED3E-59690F5F976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663A3-534D-2C67-4CBC-3A97E385ACE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CAB540-F91C-D7EE-579F-9FE1FC3E91C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43103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5FA47-6976-B82E-D526-4A1B6FCB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04E33D-6F3D-256D-9C02-DE997CE31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9C2BC44-0D16-B763-C055-47269CD99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BD98112-DDCE-587E-D68D-27CF7E005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9964EE-3A1E-734B-55D6-F8E407607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B7F47AF-0EE5-8D4B-0889-A845C865AD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5D4570B-F871-2418-B8F4-FEF0B46E9C4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89D548-93EE-457F-EB54-EFA479AA1D1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F6813F-02F8-630D-D385-A4C84A0C4C0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1E34E3-39E0-DE5B-BD0A-2ADBFFA8CC4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26DDFF-D1C6-C8E6-91A8-8E9A1481B5C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1A2C7C-29E8-9690-5603-B41D72FDCF7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B08A7E-6865-C276-AE47-95CA2D7EF90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B63FFC-A0BF-DB3B-3B24-A068ED91E96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020762-7C3F-347F-F9F3-283A4FB706E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D2E90F-2AB0-F6FA-EBA9-FAD60387DCF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6D1804-9D96-9364-953F-D744C0E68F0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43A037-F2B0-BD40-1F36-75A2667DA7C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A2F065-7853-3FB2-652A-7A44A7D691F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94705A-9790-F0D4-BBB1-6BB65C66046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BB3BE3-B3E7-E6BD-0613-3226D10C045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D5D053-4750-1F89-74AE-9D2FC12D2D0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249D70-6E1B-02D7-8C66-9F2974C4D9D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72FFA0-D4C9-5EAF-314D-64D2C4DF6BF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430566-98F6-6ADA-2F41-26B7FFC7571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B9564C-229D-5A7C-E064-E15E6188134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35BF5D-E702-B65C-952A-FCA9250968E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51FC21-1C03-3A06-A515-15B78299EE9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42E567-0BC4-7149-7AF2-968EF7A2056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4CD6C3-F632-1792-0EC4-4016DF1670B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C56A3-41D6-FAEF-AE62-316F16010FB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EE6356-D9CD-F0E5-9636-898CFEDAD4F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33789E-21BE-27DF-97C7-5DE3F50F3AA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B81367-734E-DB89-EDBF-66B2F4E287D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7C1528-A593-965B-D6C6-ED7FCB0B7A4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5B60C6-2C45-BA8E-C463-2FE47E4FA83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8AB510-895D-5F61-D798-60C3BE79264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47AF8E-4484-94C0-9AB9-A125247FAE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EB7501-8A54-04B2-8439-EDA929CFA99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BCB103-19A9-E157-9A93-67A1853594B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77FAFE-34FF-DBBC-8E88-5372001B372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52348A-B58B-A8FB-C5BE-914DAF5DD93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3A364F-2554-94D4-F255-CCEE2080C56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D1354C-847F-D10F-80D6-95224E078C1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2BBA25-1F40-C83F-6AF7-89DB90CE48E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5AB1DA-5107-EE60-33D5-39A503676DB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FFCE9D-1555-4482-F198-9C96E041BA8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081892-E076-F585-A494-5A1B81AED21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67B250-9510-C4B5-4D18-E52F68B11F0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72C3F2-B8FF-F98E-A69A-4973968DEBC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5E00F3-92C8-B7D7-F94A-FC68D18939E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CA73B1-D47F-C71D-6C95-6E2D8CAE620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2B1A0B-1D87-4731-EDB7-D51E8DB98F9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756CF5-C90D-46E6-0ED4-16FC6ECD35B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7E2F900-CCD5-E6AF-622B-562CEEE4778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F7DA31-40AD-21FB-D3C4-DAC9E642A47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7C128F7-2E86-B77C-A2EC-4924CFD27E6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15103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7D7F1-3546-CA44-140F-646D0A58B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443829-D920-6BF5-7F94-9DF4A1356F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39FC6C-036A-7DAE-5C9D-1D57A5647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8BD7D7-10C6-5CE6-BC9E-86F4CC441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D82C72-3387-B97C-4169-8D6542A16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0E8D01-84AD-B747-A0F5-4F80114E75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0C2F3D3-48B2-F5A5-ACC8-0721D3E6D03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C7E6C3-3110-94A1-694D-A9BCAD094D4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776546-0A42-624C-FED5-5C62B069610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6C35E9-1D41-23D3-493B-6D07D380C10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4224D9-D358-E836-9C89-07ACADE7E0B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D5069A-88F9-8D6F-6EE6-C40216C71FD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FE6A7C-9741-929F-ABE7-D713091AF2A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DEB136-3187-F531-FE36-2982034503D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C3B0D4-DD81-29C8-F569-1CDD701E367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1F3567-E74C-DA96-0877-45CB9239FE0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28C0EA-5180-5FC6-B03B-4829898AED5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6FDA10-66F5-E3B4-0C4C-16DD3DFADBE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DD3A3E-17CB-EE4D-0FF1-7C68BD928CA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2CEDFD-22EA-4FC2-3E90-D1BFF2E1C36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E316C1-A101-ECA8-1F2F-74A99579648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9F926B-C6EC-2DCE-947B-283DA07C35D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B560C45-7DB2-78AF-CEFA-C42B4016F5A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8081CA-27B7-7186-F4CC-1415857BD39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E818E0B-3695-0168-876E-58C0B8EBC43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F62636-7EFA-047B-5736-5D1C2A85E68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3BA72A-A8E8-B3D9-CD4E-3A980881BF2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E3B5F-E72E-C6B0-5155-90F6CFE4771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66AAC3-DE75-5290-3381-B89D67CFF5D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E1A1D8-42FB-B02D-D48E-17B87D8584B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8B1E4B-6FA6-9219-DE26-EB8CD772D07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83D8C6-4335-C256-AAB7-C06C62B616A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906D3C-4D0D-5619-4997-32E70254C18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914274-17A5-540E-A4BA-14CE740DEDA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3873B7-49A9-5F40-7D97-09F1868560C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58CDD8-657F-89CE-9669-C54BE6EA052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154D62-0C9C-BF8B-C18C-0D937F78C4C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50D096-2C4F-D437-6399-DDEC4CD679F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C18878-5F01-CD9D-5C85-A6A7A150B1D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350A2D-199C-85A6-07B3-8AC791966E5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7A6358-F771-F8E6-CBB8-BC6DD07BBD3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3BB0ED-BA39-8E8B-1B88-C9CA24ACC40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367B8F-3CE3-C0E8-351A-AC0A70BB9D4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BCFF42-47E7-9826-28CF-7639B0B3F63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575A1A-BEC7-7708-D573-74D1F51D8AF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89E812-7F32-0A62-CDEE-667963216AE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3A80A7-C3E5-E564-1DDC-F410A5ACA36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EBF2E2-1734-D00B-6AFA-AB240CDD0BF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0FA62F-177C-B52A-601C-855E0B7A456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D0C78A-4BF0-6522-666A-EC0ACFBBE13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AD297E-1A6A-DA05-7723-E7D1E5067DB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5BF28-F78E-C788-A008-9AEF9A386E5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963A28-566B-AF8F-BC21-FFFFBEF0E06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F7C5A0-F9DB-47F7-4C18-A95577AF932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2D9B83-1108-7296-797F-F5743050874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144004-51B1-E474-7D36-3D08F3E8D59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926CC3-B392-49DF-745E-9BEC583505F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61071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95AB-429D-B429-4A57-A3BD42208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BD78E8-E68B-F004-0417-FA1D37D191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456EF8-C360-5051-0EBA-D01A9246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4EF41F-2AA2-F9F5-EA2D-763C84F81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AE01FD-A9F8-9869-F5A9-A9CB6D944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2F694B-FDD4-322C-1F4C-1296B5E479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B24E4F4-D95D-2E0F-755D-9B9A84D8D37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FB8971-6A69-88FE-29D1-4E504291A13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8B683C-5E1D-79E0-C663-F191F9DF7D0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599CEF-5994-50A8-6B05-5563A3CC35B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14D6BB-0E0B-9A3C-FC26-67388447488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63E9D8-B3AE-6246-C0C0-55F56DA6380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94FB73-85FE-9086-0F54-B69C317E2D3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38DE25-0423-E779-0D24-05881551C78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834FFB-7DA6-596C-5B58-2DDFA1BA889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1C1005-9CFD-BDFA-B723-9353238B413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2D0F68-76A8-9E7C-DD7F-FB3E583D12C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B119F3-FB22-FD32-A7EF-D6A9CA8F7A6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BA6132-2CB2-3F2D-9EA3-105F898A583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8825F3-201A-C07A-8AAF-055BA7B5B91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FB2719-2757-2CFB-9ACB-2A99A55630F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AB1838-F1DD-7FD0-E186-119A52F4109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0A851A-11B2-6AC2-409F-A16007751E4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8584B7-9625-DBE4-4080-7854D9C712E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6BDB1C-F5EE-C0CD-F2EA-1BE23C6C125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1B4FBA-A9ED-51A3-8BF7-803DA6BFF33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4E9802-5EB0-C36D-9D87-6B536C1AD76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2D3F51-7F81-CEF4-4E77-158C9CE35C8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C3D83D-A7CC-D1D2-4BA2-B77AFC21344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F694B8-84C6-3E5A-169F-FF1DAF4DBDF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FED2A4-BC8C-575C-00EC-26BF7D4FFD4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D24448-37E9-853A-3735-217B67B2893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60C87-517F-A3DF-47CC-23CCE9C4237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6191D2-EA13-745E-177F-8587B9AFBC6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3A163F-D243-1D4A-C272-BA78EBA07D3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30E720-4764-50AC-A2DD-5783D417CFE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DD1E30-1625-DC72-2A59-2765CC138D8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87E6AE-358C-0F14-498E-329A25B221B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BB57F8-1415-19ED-C656-DE33F65477E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E3A059-1477-8A83-080F-47308F7FC93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2B298-E6F2-8E78-9D3E-0A7172FE7B0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97C194-D7EE-B021-DACA-F464C1FE7A1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1F4BA6-0726-FC63-9B8C-E03010331BE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F5DB83-0F4B-DE8F-91D1-92B702F276A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14DC63-4A17-C6DA-1594-D82951FAE6E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2F5877-C84D-2734-DDFE-3A9AC84EEDC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28F74B-FB0C-B80D-6567-5CD6C871DF8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662B1-46BF-949C-9466-9890EF1A419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91AFDE-4DDB-2514-159F-052B793A8DD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4F52D1-6121-5985-8259-71E1EC5AFA6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92AE93-A3B1-B425-BA99-03425C6D2D8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DB62DD-3A62-FB1E-366E-C5CFFFFE239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846180-8E0E-F02A-31B4-B78F7199D5F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144737-E4B1-33A5-9FE2-E5578364847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546571-E6F6-8884-F238-B080F8D7461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24E524C-7CC3-3A2A-1117-FDED2933576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87C6CD-C8B0-1F4F-27C4-C726BC69A03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69495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887D8-DD1F-A34A-5CF6-5103584C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4DC181-647D-5ED8-EA46-F9CC8CFC41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596BE64-259E-DFE2-74CF-78144B3EC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1E7F01A-FD24-BBC9-BA73-B257FBD50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3E868B9-E657-AF51-30EA-73C13C0C17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8BF422-DF33-EA23-9D87-D60650A379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217432E-9DC9-991F-BC12-4DF8BBC1B25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2420AA-8D88-ADA3-5F57-AD83F2E14F2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C9E247-ADFA-5C8B-7930-53E0E9681B8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3E8E7A-4D03-947C-A543-610010DB976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1F141D-C1F5-1461-45F0-7779D29494B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FC3A33-D9A5-60A9-0086-4718160C352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BE3DDD-A716-8CB3-64FE-8B2DB318572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D61029-0DD6-1A83-6EF6-4019746CBA2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C186BF-8C9C-C4B8-5525-49B5143C528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AD4A5E-6708-9411-981E-43D09AEE99D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207873-AD87-93C7-E483-A1A55FE17B2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C00C0B-1FC7-0AF9-C11B-05B7976867C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B1F1CC-3225-411D-D11E-B1B9B01C4ED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831387-069E-D437-E254-3E4330588B0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37872A-5885-C115-946D-1AB4A7317BC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AA0792-6E13-38F5-DE5F-CEB7E5B59EA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18883B-4B28-242C-A526-2ED3DA4CB59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D9027C-D013-C789-0AC7-C400D08F66C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E68A2DF-AAE7-29A9-BD3E-7FF5F42A658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2E9D2C-4033-52E7-F02B-BEB569DEB4E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B4105-D173-D237-7F4F-3E782E25325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C4D736-386A-66A9-D05E-8718C174AFA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64B851-EF3F-B95E-78A1-64A3A68DC8A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E7BEBA-0DD6-8DBF-1BB1-B2060CBF300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40A685-C8F1-751C-485E-B999F02F9A5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D623AB-D8E0-B217-0381-FDC26119F36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B5A2FC-92B6-91A5-D5E8-95A28588323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1ED86A-37AA-1C21-F2F2-AA4BCBB4C17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88874B-42B8-90A7-5F63-8D0AACC2EDD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449C7D-AE7A-8C1C-040C-8FD7DBC0294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63D678-18A7-A54B-EBFB-D89234C860A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A7848-1E15-AEF9-15C5-C0AAD048C75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832B2-3343-41DC-E897-5EED4B13987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F2762D-9050-3EDE-7BF8-B697373AD66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601CBA-A1BF-63CE-5E82-763940E99E2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0AAB33-42C3-EBBC-C386-A27871E28A5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827B0F-7C5A-125A-D638-A0D8058E5FE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CC3F4-E24A-C66B-54C1-1461AF8CC64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4B07F3-FFB2-59B3-B9C3-53804D1ED5A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DC5EDA-0F6D-74AC-7668-F7635CD4CD9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FFCF2D-D127-3C6C-6BD8-014FE07C2FC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3172D-703C-7ED8-81FD-138D5769756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053CAC-E8C1-C24F-0810-933EE4CC21D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F48BA3-FBBE-FF5A-8679-D3230024C6A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C4683A-3E5B-2D79-8CD0-3A7B4959465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4A8CC5-E6C8-C96C-0180-6B457971559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77484D-5EC4-9CCE-2948-E4D4B2806D7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BF2FAD-03CA-D662-113C-269F7047A61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EE7E3D-689E-DDB7-B533-6A81D0F6861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266B83-0E39-BFDE-5A16-B000A13BBA4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1B3AB8-74E5-69D5-8FB1-A97D7941D02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53B931-6080-7F33-DA7D-040B8747BBC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45428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E4DFF-0261-E28E-A81B-9025B0EA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7B3F57-D540-4B6C-107F-E769AFA82A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963B33B-A4DC-3DBE-6A8D-24AC73848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9369857-31E1-8A89-58ED-1CB80B009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17C6C4-6CEA-FC04-BA66-A72154FF7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9E01B4-3A75-1327-E066-B5AE3C1090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8FF9146-2985-53CA-EA0E-24D6D197496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1C1919-0535-CF10-B134-7CD60A388DD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F92175-4462-7F71-B31E-1CB0BB98152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3EF099-2A92-A570-B7FD-8673427A408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34E0F2-41C3-221F-8E5F-30898460E47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7892AB-D34C-22A7-581C-B8B3F7C3934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60E817-E2E1-E39F-1D44-ABF55A844BA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2466EA-D4A7-68BF-44AF-D936E5F11A4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1EB087-C581-EC84-C4D8-BB16F74E2AA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6ED925-6E6B-A23E-2FBB-404F76422E0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5B616A-F58F-39A8-F593-421DAD53AE9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0F7C26-4FA0-F496-0F3A-1C814C4B1AD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149327-B5DB-7ECF-EA90-B0A25D8E59E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DB7CA1-BB29-83B7-179D-FA598D0EE34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81E4A5-515B-D4E2-8333-A0E190010E3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8F25A5-3065-58CB-C7DA-C5571C8B61B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6CE4C6-06AA-A922-CA8A-D516C9CA463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C96570-D183-74BD-1F97-A89EFD7F044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4725F-45A4-232B-F3DD-C0AD8772186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7A614-1AF8-EC7F-21F4-D81173640ED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EAD236-D620-A791-0838-9332BFF1676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562967-959E-98B7-54D8-FD39F7D59BA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5DDAED-A1CA-7245-A5F4-9D042F1B7FA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24F8BD-713A-480C-1479-4F33A85B81F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94ACF2-3526-AE9D-C76C-DB064BEF067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95A7E4-42CA-0808-347B-87A036B87E9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C53F69-B11C-9CC6-D0AA-7E98464F94D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E08AF0-671D-137C-99CD-C2E8BC6E9FA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74F12C-EBA1-80AD-8DF5-1CEEF25622D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AE2CBB-51B9-32AA-677B-05606FD7ECC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E0ED8-5C89-EA7D-8D97-DF2D9CDF507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B0AE6B-7909-4EFA-C39C-DCDFA7D6044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321B6E-5E7A-EB01-FC9B-4ECE66BED35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D43792-1C39-6F25-3E83-C3A3B7E587D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2046EF-7735-5CAD-F3EF-EDA3EE554FF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E716FC-9CE5-BB6E-F7C9-B2D8EA02726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2C04B4-9D0B-D019-DAC2-DE81E6CB24D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0EE84F-1F45-3111-123B-6E779AD1230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1C28CE-8520-E413-8895-00AC37C4C89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1CDAB42-EF75-1EEF-5EF8-2AF6DBC241A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D0FDE-A9EE-ABB8-66BA-B7AFEB68205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83308-C5DC-7879-A7B4-CE30EF8DF7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2262F7-3791-CAA4-C590-05394F3E3A3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71BB88-CB86-B0BF-D67C-6126CAEC058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59029-1ACF-7809-CE71-BA3AD666543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05BEE7-8DBC-4321-8DCD-D21D827C01C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5CE448-B06E-F3CE-F2CE-1B4E321549D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74B97F-95BB-BAE7-2EEA-BC73B659EF2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5506A8-269C-CDB8-C853-7B8FF63A3F4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696A7D-96A4-CECD-4A8C-F0727742127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79969B-1F11-056C-98A8-811D6794062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928D8A-2D30-63AC-6997-1BFFBAE38D8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82047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02083-C3BB-DEDF-91A3-698711059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644A53-4F91-FE67-E479-9502DA668A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bottom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4DD46F-7F41-3B6D-15BA-D7EAD6956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5DCC64C-568B-C940-C797-BA448DC62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36E33F-5C8C-E74F-6125-E5CFF9870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17F8D41-0359-2862-F5F7-56B30A50D3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EE5157D-5C2C-7A6B-B795-860D7FAD211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3DF933-0350-E75B-EE46-DCBD0D9FEF2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755E23-18A7-6376-785B-5BF84569EAE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1BB7F6-C4E9-BFB2-0BBC-D3BBFBFD9AD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DB6957-44F2-EA42-599C-5AB27ABDC3A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DBD546-3302-6225-B831-425F35FE78C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864AF9-907F-3401-EC1E-BCEE78FB446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B3C43C-CF98-9A24-7903-D8E40D95026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3C658A-8FC7-D7EB-4CE5-64248B8CD1A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F4C9C8-FB91-9B65-E8D8-7013F9025DE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C7B713-00DA-6807-3140-CC455C7C32A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E41EEA-5B32-4AFD-DFDF-CEED64A0F2C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30308B-4E45-7EF2-9DA8-EC117889264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121D761-C2E7-B984-3E86-848812364A1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7C60B10-48E7-6ABA-B407-A3810605570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7A7BFA-4FE0-7A63-2A9D-69BB17A9B02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CDF89B-EC32-BE2C-1C36-0E57A3596A3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0F6600-E8D5-72CB-EF54-9F5070ECA5C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CA9D39-A30A-3CA8-6754-987BD6C8E19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D9599-A8C1-2926-4DCF-AB911B65E6D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6C301-54C1-8CBA-EA61-849F9AE8736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CA2DA4-44F1-2D7B-8B6A-5D75797D293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8DCBBD-C837-9ABD-72CE-CBE28A93A2F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4F60B4-7945-2EF7-0229-0B23DB67827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60C8D1-C35E-DB87-9AF2-D90EE546D87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CFF973-459A-06F5-CDB8-CD1A84AEAD0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D135D6-40D5-B4CC-8A2F-9E53D28464E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FC0854-70C0-7E47-E4A2-46B85E53673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1B703-5F3F-DF4A-8AC4-064F8D3ED43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07A1E7-DD63-33C9-56B6-BD44245F509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1AEBF0-CEEA-D24F-88C9-365890D1FF1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AE0C63-FCD5-02C4-02DE-9DF08C64A40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E4E9F0-0A62-7C36-A157-6657E1F6C14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6A3C39-8B7B-9702-4CEE-006C395CD92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566D7B-FD0E-E21B-C204-105BC958065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4EB135-B453-D8EF-0406-66F7437EF85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D163C0-3440-8339-E6E1-7988EAC6D5D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FB299F-53AF-6959-B4E6-43000BFFED8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D68909-E6EB-7045-047A-93A0B0B5177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E91884-5033-20D9-A5AD-B277E13BE4B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DD87A-671A-D4FD-64AF-C862CF9C09F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2D28BF-E186-7EC4-9B5F-BB91A1610CD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6E956-2B53-34E4-5BBD-5EC6B3C086D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B0B14-7DBB-357E-AD8A-7DCBBE7D671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930527-8708-2EE1-B32B-CECBC42B1D4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652B68-27BD-6FEE-2494-03F73A007A2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DDE5AB-4CE1-9E0F-7A89-897C94FD895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D873AF-BBB3-15C6-4C5D-43B7A676E43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59B99F-A7B8-9104-437A-5E3CADA259E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8BC5E0-0896-C699-6CC4-6607DDBA135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3542D8-29BF-701C-235B-609C821E0F8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D734D0-2889-F7FA-B8C9-11F9BA84121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45E863-C72A-85CC-6CC8-AE5729B7F58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84069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087B8-8D83-EE35-8E1C-D09F06217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95C1A6-B495-8A1E-3E18-921FBC7EB7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pattern here is pretty obvious.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AFF8B6-881E-59C2-6831-C290531B0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054DB9-1300-0592-A8A5-FA4B4E596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2FD8B34-41CA-2362-71BD-B94F6AE942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76594E7-A482-7CB7-E69B-2848232EC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2DBD123-662B-2D36-C452-EF1E196770A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D502A4-55A6-DFDB-B35D-619C75401AB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A4DD02-D59D-B533-C2D7-B13FA761E4E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284B33-786C-41E1-7470-2835BAE6DCC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E0CB45-457C-752A-3571-0A55ABBC2FD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9F9D3F-0B19-5715-7031-D688A96CC8A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C21E7-6532-ECDD-334C-F09A559173A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01FEAF-5538-EF75-1E5A-21E5C22DE42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3ED12E-8830-9698-0921-CE08EDADDB2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3ACBDF-D372-F25C-590E-D49E371A140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9D954E-76BC-EE42-C617-29DB4AD8370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3ED4DA-B6F8-ADB5-592B-EF970E374C8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1DD15C-8D56-122B-962B-05BFF0392E2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BC9F17-9612-58F3-6D33-2A9FD0D9B5C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0B92F0-F047-3173-A519-6C81662AF11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F529CA-5249-FA93-F314-EA0FBF3BD3C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910192-BDC3-A3CF-9A34-FEC136EF514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93713AE-156E-6EA4-AD59-87D01FFBA0C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B75C1F-580D-8A4F-C5DC-FDC3E40B38D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DFE181-C0C2-B83B-4B0A-DF6E0EA2BCF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2388A-BAEA-A980-3C44-84F56454FAD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DF6AFD-E4CD-D0AC-6073-EB0BA657F73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D7914-77CF-33DE-667F-8252E52E877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73EFBB-BCA0-003A-65D8-EA55C94550C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B7585D-4AE5-0C11-F9AB-F6352353507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D668B2-86F1-D033-FB7D-3BCB67509F8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487397-6DDD-2BF8-4A22-04A13ACB430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4C2CDE-6B23-3451-3A61-679C3FBE35D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36FBBF-16DD-D1C7-C19D-37B18E53AC0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564252-1AC5-9241-BED5-22F2D54B55B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13D7A1-F261-8BB6-A1F1-9FCBE973A02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88F7C4-9330-E176-40B3-DEDADEBD8F4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F59712-4D0E-09F4-75B8-A30608829BF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C08B8F-2582-9F04-5392-8593AE2750F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E6DA46-0CCF-7464-DAD7-5C801E5CE2D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66501D-ED62-9070-704A-75C5563E522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83EEDE-2974-8DCC-EC21-480EDB193DD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495C35-E6AD-FB92-C175-2C40A2A14A7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5B14D3-1256-61EF-7DE4-BBE0B887773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C0604F-7B26-2D43-B5C3-99DE56900D0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3A03D6-8385-834A-1B43-48AE56336A4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18948-B3BD-D9BB-B463-D5BA8B0E07F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C77BAC-5227-9B24-4C75-D89F29C5BBB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22F326-FECB-5127-84AD-1C05C0C4C7D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2C6EBD-80FB-79CA-DFF7-C7593952C14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5FC9A7-851E-46D7-CB2E-1969705782E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E081FA-4759-5BE2-F8D4-8E1A08AC148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0B894A-E13B-EC9E-1300-C20B357CA77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1EAFC9-E0CC-3438-24FC-4ADDF2CDCA4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A8EB6B-09C9-E8B7-62DF-500C7A20F78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AB766C-334B-4B5F-4F10-088FAA60E05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14E6AE-B41C-1434-4ADA-D24C86BC173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A609A0-D8E6-5186-C264-5D101B17E6A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BF785D-8576-890E-2AEE-C14F16DE4E3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62089D-02DB-C48C-4139-0BFD1B4D4B0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E7C05D-7CA9-AD41-8ADA-F069F9A28C9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6DDCD0-EE2E-F375-75F2-0E7ECA5FB43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B590AE-570B-92CA-B80B-7E7BB24B8A0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E2D1D9-E26A-A864-5F35-5CE25E2C79E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F3D478-420C-7DC0-359A-DD7B01078EA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165EB3-CAB8-253B-5B00-700D8136E96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62C978-29B6-7C7E-1A29-00418350743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B39688-6E42-212A-FD8B-42314245B5B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FF86BE5-ABD0-F343-A2E8-1CAE0695752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43D2B61-E76B-546E-57F1-1A1290439E5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3F6A4E-C392-B457-9238-A5836AA5DDF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AF1B76-6C66-6CCF-7A28-6612D1A4173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CA6C94-313E-C96D-C009-8A90910EAF2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6633D25-F0F9-1801-785D-71462855DB2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1A1111B-D62F-F8FE-F762-A74CA94FE7D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9A6BBCC-3988-9794-4FF4-283ABDA983B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7585EFB-731C-808E-E7FB-7ADFCDE71E7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02899B9-8F94-7774-0F86-C2CDCC3E09C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975B440-87F8-6C5E-A7A6-1B6863086E9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9F35DE6-91C3-C40E-E035-F225248F92E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3C599F-6B5C-DAE9-A831-36A3EE6178D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89194C-4F6E-A619-F6F5-2B97CCFE579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1ED5A0-4779-C05C-9E48-18F0407D20F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1019D25-B6FA-1035-07B8-300566EC537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56B2297-16E1-8F10-34A3-D5DF1148F66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325966D-1B44-9D64-6F13-45C42ACB881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3090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9744</TotalTime>
  <Words>1424</Words>
  <Application>Microsoft Macintosh PowerPoint</Application>
  <PresentationFormat>Widescreen</PresentationFormat>
  <Paragraphs>1292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385</cp:revision>
  <cp:lastPrinted>2025-12-02T00:08:17Z</cp:lastPrinted>
  <dcterms:created xsi:type="dcterms:W3CDTF">2024-03-19T02:13:08Z</dcterms:created>
  <dcterms:modified xsi:type="dcterms:W3CDTF">2026-08-12T02:42:20Z</dcterms:modified>
</cp:coreProperties>
</file>