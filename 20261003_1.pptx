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457" r:id="rId2"/>
    <p:sldId id="531" r:id="rId3"/>
    <p:sldId id="532" r:id="rId4"/>
    <p:sldId id="533" r:id="rId5"/>
    <p:sldId id="534" r:id="rId6"/>
    <p:sldId id="536" r:id="rId7"/>
    <p:sldId id="537" r:id="rId8"/>
    <p:sldId id="538" r:id="rId9"/>
    <p:sldId id="650" r:id="rId10"/>
    <p:sldId id="541" r:id="rId11"/>
    <p:sldId id="539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63" r:id="rId23"/>
    <p:sldId id="564" r:id="rId24"/>
    <p:sldId id="565" r:id="rId25"/>
    <p:sldId id="566" r:id="rId26"/>
    <p:sldId id="567" r:id="rId27"/>
    <p:sldId id="568" r:id="rId28"/>
    <p:sldId id="569" r:id="rId29"/>
    <p:sldId id="578" r:id="rId30"/>
    <p:sldId id="579" r:id="rId31"/>
    <p:sldId id="580" r:id="rId32"/>
    <p:sldId id="581" r:id="rId33"/>
    <p:sldId id="582" r:id="rId34"/>
    <p:sldId id="583" r:id="rId35"/>
    <p:sldId id="584" r:id="rId36"/>
    <p:sldId id="618" r:id="rId37"/>
    <p:sldId id="619" r:id="rId38"/>
    <p:sldId id="620" r:id="rId39"/>
    <p:sldId id="621" r:id="rId40"/>
    <p:sldId id="622" r:id="rId41"/>
    <p:sldId id="623" r:id="rId42"/>
    <p:sldId id="624" r:id="rId43"/>
    <p:sldId id="625" r:id="rId44"/>
    <p:sldId id="626" r:id="rId45"/>
    <p:sldId id="627" r:id="rId46"/>
    <p:sldId id="628" r:id="rId47"/>
    <p:sldId id="629" r:id="rId48"/>
    <p:sldId id="630" r:id="rId49"/>
    <p:sldId id="631" r:id="rId50"/>
    <p:sldId id="632" r:id="rId51"/>
    <p:sldId id="633" r:id="rId52"/>
    <p:sldId id="634" r:id="rId53"/>
    <p:sldId id="638" r:id="rId54"/>
    <p:sldId id="640" r:id="rId55"/>
    <p:sldId id="641" r:id="rId56"/>
    <p:sldId id="642" r:id="rId57"/>
    <p:sldId id="643" r:id="rId58"/>
    <p:sldId id="644" r:id="rId59"/>
    <p:sldId id="645" r:id="rId60"/>
    <p:sldId id="646" r:id="rId61"/>
    <p:sldId id="647" r:id="rId62"/>
    <p:sldId id="648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07"/>
    <p:restoredTop sz="94618"/>
  </p:normalViewPr>
  <p:slideViewPr>
    <p:cSldViewPr snapToGrid="0">
      <p:cViewPr varScale="1">
        <p:scale>
          <a:sx n="111" d="100"/>
          <a:sy n="111" d="100"/>
        </p:scale>
        <p:origin x="16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82B3-0CB1-13CB-454E-4A42A14C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2DAB0-AAA5-6279-605F-68BA3D5C2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A5E1C-1BC8-FDD8-F021-5CED3101E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AE529-51C2-1DF2-FD27-6BC3BE242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27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756B2-F7DA-2BF1-AC0C-70730154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7CB58-E812-75DB-2F68-782D2DE3E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6DBE4-E456-BDAD-70F0-51960BCF4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93965-5F2F-3291-3A8A-91177C3D1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47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23E97-1EFD-4F07-C844-90851FB3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41BB53-E410-89B7-79E1-A99CF970F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7C862-230F-AC0D-856F-7D4CA4D6B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0B62-D0C2-E737-C99A-C0F9380E80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34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B01A4-BD3B-B2DC-6749-F60AFBA1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B1F5B-3370-4D98-34CE-83E221757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AB811-10C5-4073-4D27-70F5509789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6A87E-E5B7-448F-C628-C0DDD56BC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16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E403-6982-028A-96C6-2D95E8D4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FE578-EBCF-F36A-4E07-26B196906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CA91F-A755-15BF-BDAE-5B5FA1CB4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3ECEF-7012-9CCF-45BA-60B0208EF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62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F92FE-95EC-0D20-9F39-7D8869189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78117-B6FD-EBF8-09C5-8D3EFFDBC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6EC4C-AF00-2286-C15A-4C190D1DB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D502B-BE76-45E4-AC1C-272372C1F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73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75B2-B4E3-640D-A3A8-5FC74258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9D8AC-847A-51C8-C417-AD0939C41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33BBE-4DB9-59A8-6C53-BE08C16ED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F681B-2E1D-595B-7F24-71FE027CB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9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9E60-CB6D-A267-21AD-EB44AC64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4D8B1-5914-5C4F-B098-4971B2393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19F3B-62B9-CCD4-17AC-7C817BB8F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F6D66-3483-1E13-4E70-5B2204699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06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269E-660A-E59C-206F-CB6DE975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1ACFA-0D3C-5484-680A-CAA343007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B19EA-B7E6-3B04-AFE0-38E8BF1F9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3C124-3898-36A2-E745-C8554BEB9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85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7EE9-0D1D-8796-D72F-F7869F1E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64252-FEDA-F729-5CFD-991B7AA67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2B9A0-6B84-2696-1A29-EE9A119A2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2BA9C-327A-92F0-DF9C-BDA37F4D6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1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59070-C074-4871-5425-39F6C8FE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EC246D-77FE-633D-A767-F01C34D23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EF253-1555-96C0-1DD7-4F10F118E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E2D07-F6D9-1D13-BCE2-6050213D0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40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42A8-AEC9-4D9F-A244-027C8C3DF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57F6B-2A52-CCB7-9D8D-FC638FB0F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FE958-FF43-D3C2-2CAC-E6BFA3128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D626-38D7-C909-709A-8A674F87E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32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5DFA6-7402-F384-CAE2-79A9CE65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51BF6-EC6D-FAC4-907F-96FE8098B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999B7-6A67-1EB2-3D0C-7A32F29A5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7B441-04BD-2778-45F9-4A577FCDB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60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DC69C-9C1A-BCF0-A16B-7C3457F11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8DCB2-120B-7432-C855-7A3CB1432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A84E8-85EE-6AA8-D383-EF9D1680A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C886B-156B-121D-AB6A-B63FAFA96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585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A262-519E-2C17-7D83-ABEE9B2FC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ABC06-7130-B4FA-48D5-298EFE4B7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1EFFB-2C3C-44BD-1F51-4B9168E1B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91C13-9984-9179-827E-8C4A94FFE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57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D2D6-FD25-996E-1870-F4905BA0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B1453-4768-1FD1-D9E7-8CB429E79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5514F-34EE-7F87-2169-6AA600E5D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F4D85-FA69-A231-DDC2-3FDE8C507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913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CFA3-7D76-BBED-56B0-132D11D3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7F4EC4-E51C-BFCD-165A-5E57BE2E8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362EEE-ABE3-A052-11A4-81E169234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EC1FE-C42B-17E6-1820-CE5402E0A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50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2723D-8BD5-06D4-5B39-453F0481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8FAD9-0B16-5909-FFE5-90B114D01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E9341-1C02-0C8C-F6DB-EB3FAAA0F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E9CF7-7F4E-F3F9-0DAF-4A8C5A29D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66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5B40-7FC3-7C44-6A17-16AB3ED35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1737A-49CD-041B-B004-520588CC3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C80C6-3450-9CDA-51DA-EABCFAC43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24F7E-052A-96D5-52E4-D9D81E3F8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67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044B-A672-2177-2D70-1EA922FAF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840A8-79B3-4BE3-C4F4-FC8098F28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36206-9F3D-4DD7-FB5C-ACD5FA18B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E5AF2-9749-6268-CDC0-F65FBF94B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056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FDEE-8E16-8C25-1E25-CB2967C6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2798B-24A4-8760-D8FD-AEFD92EC2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7A13A4-91E3-C6DA-F0D2-0AE60C59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5ABB6-1021-D672-C7DB-173FD6878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43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85AE-ECCD-27C1-03BC-29947394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95FA6-FEBA-B0EB-4217-19FF84077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DDC65-F7D1-00AD-DC28-308F08D02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6F61D-F0DB-BC36-9002-CFBFC69081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771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B321-0E0A-FADA-FD07-2A03FEFD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0FAD7-3E86-C7B3-394C-DEBCED084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FF68B0-1D78-F3FC-9FA6-AA5D587B1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574E1-EEED-5C13-E9EB-16CFF7E4B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332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27A34-6D78-5860-CF69-EAD654B8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3ABAD-FD87-825F-79E2-EF4C3469E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3EB29-80D3-C0CD-8A9C-067C1CBCB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99E29-768F-2C49-9A55-E740073CD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25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69BC4-D6D0-E248-FF79-0F4D75F5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BAA40-8CC1-871A-C5FA-BC4FD00B1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798A2F-D84B-276A-311C-80E783E7E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8D5BE-855A-D8B4-74B3-A29888620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974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04029-9CB8-CFF6-8D7A-93A2AC8BC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9BB37-EBAD-1839-B0F8-3A78A0701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FFCAB-D5AB-D787-EC41-5C4741375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403C2-DFC0-63F4-1560-F432C5183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603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6D14B-64F9-654A-578C-F6C5514B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95F4C-1056-E72C-B71C-2159A2DB6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686A9-E517-87A2-E92D-7F9E08437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5C3C2-234A-44A4-0174-64D3C1EAD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225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3E48-6516-C2F5-4B4E-C451DBA37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D03B2-2286-8B8C-4468-670347FBB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F3B3D-AF45-4D1A-D761-DA646881A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41845-3326-8167-606A-163AD9F21B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366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394E-611B-C5EA-E163-C4B9FEED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910A1-37B0-8B96-8351-14E290783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8508E-2212-73A8-7B5D-3118435D4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E1C2A-8274-F6FE-DF40-CF7595C70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04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2F74C-94C1-2996-E204-C2F26EF8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38CAF-F16F-BF5D-51C4-3CEAFC3DA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28BAC-7F87-D123-F52C-793F89806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93D04-B03D-83FA-ECD4-3205F2CF4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390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F8C93-5852-9D05-6721-72A25C638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8B227-7C7C-3C95-CD82-E8895EF4D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4E386-9C18-8E7A-3856-265A00B2D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D959B-D99B-C64A-89B1-E630647D1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992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AE28-4B90-6661-9A89-5D1212FCF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6D018-D485-B7D1-07FF-5770C2D01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8CF0F-52B1-896C-F67B-76DBC51B3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86A89-CD09-9695-2A89-CE61E9F2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651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DE49B-8CA2-BC94-B205-C680FDA9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858D0-5F31-26A1-878E-051B2E537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5A746E-09C6-0122-5295-8C4E7D59F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6FCC0-A6E5-57A6-B654-4F01DC08C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63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1B62-8E0F-DD2B-B6A7-DD2E5153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C437F-EF52-9E26-2998-3E2CCCB02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D4F59-F9B9-E1E1-CBAD-2F2F9B6DC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D8DF2-CC23-B1AD-D19B-7187AD066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162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BA39F-534A-8AE9-5CE9-A19ABDB0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24B16-3AF7-4B92-3020-4577960D5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E1528-9127-C1B6-CA77-7F3FCF98C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B4DA9-92A3-FFC4-9BB4-4355EF2EA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25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BCC1-E691-7D5E-DAF9-67A27A82D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BAC25-F2C9-ED1C-778C-E2FC9A982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CF358-B5F0-2CEB-4FED-79DE35893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AD4BA-766D-822B-D223-A151FF469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954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E24B-A200-A4DB-EEAA-7664BFAB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7BA07-B30E-3D28-FF6C-125A3604E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B6130-1AB8-4CA1-91BE-2DAE00A3C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126B0-F4DD-FAB3-7BE6-9E813AD47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691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5A5F4-2D11-33B6-4ACA-3060AEA8D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C80CB-103E-045F-04A5-3E96BB046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EC022-7A28-6798-76D1-27817CB86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D659E-94CE-FA2F-D482-78B5615B4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15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C13E8-D89F-037C-219B-186BAFCF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D522A-A4C6-A727-2873-89029B8B0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885BD-28D3-6C90-35E4-67D7A716E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B3B7B-910B-50D6-C588-03BC3F54F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305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BA8F4-ABD5-A5D7-86A6-DDA0DEB1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4BD6D-CD9E-60CC-2322-0E663141B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99EC0-BBFE-4F28-46D1-760E161AE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B2EF3-77B5-04CA-0D3A-4D63489E5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323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D7F6-773E-112B-5E73-4C9F093E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D8E03-2066-68CE-3343-B8A2CC5BF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7284A-5EA2-F881-E691-F1A5BEC32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2FC37-422C-B8BE-385B-34B5EC04B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535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BCCD2-D3E1-37DB-87B3-991F859B0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03EE9-42B5-9179-EA01-CD993C41B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6F632-A1BE-3975-EB33-2E4B14C56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3751F-EB02-8F37-8FCB-7DBE7FBDB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5384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F2877-C5B1-30D8-1E48-D9B3D55D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F5D8B-C7D4-EAFA-A0C3-98F88F271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DD480E-8835-CD7A-A280-02461CD5F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9DEBF-F4DA-9385-EB4C-D7D387B73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702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5FB6-F336-4A18-EBE3-5543384F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B0718-F78F-09DA-1F99-889CB47B0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C7EC2-D000-4D72-FAC5-4F7CA8C87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BCC88-F66C-099A-6FBE-4C587101B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989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06419-93BA-6DC7-17A4-9635F4FB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EB14F-9D62-A20A-62F2-1F8728224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13F6B-6C8A-FA79-956E-95E695A61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1930B-B9CA-6AEF-D6E2-1FAAF61D4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300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E0791-13EA-B7A9-2F7B-39F78B86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11800-CF95-73FE-7426-94151E95E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0E0B6-22B9-E98F-E3A2-E12ED1326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DBD55-FDE4-8A6E-D583-5657A38E3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541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DCF0-B62A-2705-4E85-82CD0023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4C71B-1CEF-F401-EDF2-B22CB1C3F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FFB55-B33F-14D4-88DC-B662483A2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01579-32EA-91F7-6E41-584D7B95F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647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54360-5A0F-2EC8-B905-01841A9C7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48695-D693-664C-416C-59D287CE6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6D938-94F2-AD36-B370-C617A9CE7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A86DF-7F60-A281-931B-3FB1D8308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4643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299EF-4920-E2D5-5A78-B7E4055B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C80F46-96AD-0722-D058-95897607D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92DD3-9F5A-019A-41DC-B1B335E6C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E41E7-2AD2-456A-93A6-165DD4ABA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5206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C37F9-79AA-98D1-72D9-0558871C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2F99C-B353-E39B-97E1-7E80B1268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DD869C-C7FA-B22F-1623-91764CF17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2BE2F-B2A0-584B-D8BB-104251A35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938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ACAB0-10B0-21F4-3DC4-20C6C862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D3AA8-2BC9-2DC6-2E4C-61B286597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C21B6-E428-A0D2-6FF0-D53873DFF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1451C-5B42-DB64-B4C7-1ED76ECFD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679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10F0-C746-1877-2567-DE08D817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258D91-B1E4-47C1-F374-1D8538CBB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81F55-9A28-5ABC-FAF6-3C62837BB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DE567-79B6-5A79-75EB-E421590AC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98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0FCC7-3080-4FF8-520E-67FA9EC6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020F0-5FC8-EAFE-1A06-17A120479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3A146B-4633-3CE1-D911-6E5BBAB1C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9C275-3E9B-0B5A-1E17-C9CBDE0ABF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094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602F-2F96-C8AE-DA48-158D6D476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60E11-0ED8-50CB-C93E-66C076DD4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BE508-895E-EF34-6BD3-0F5960AD4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4A779-72E7-83B1-1E1D-DA5ECB9CD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805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E8371-194D-42A7-9064-133DFB95F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03409-66C7-F08B-8758-1DFD89162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BB53A6-791E-D4FF-9023-143B56608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FD9B7-FCA7-B240-AA1D-AD01257AD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873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CC59E-8EE1-AB77-F888-651E365D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7BD52-66DD-9A14-8688-5D72E463A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2E574A-C4D9-C663-30BD-912E068C4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0B61E-D08E-7E88-32F0-8C014F741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8524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48FCB-8198-00D7-A20D-D14A6F6B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B71643-8E97-26FE-B1CE-F73CAE46A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B2203-668D-6017-6A18-DC725A589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521A0-5CFB-B016-64BD-D20D791BD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2695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1AB3-D20A-8E83-A4F7-99301B193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BB774-188E-6883-B601-9BA8C17BE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1B689-5DD0-294A-9BA3-89C196D71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24DBF-7ED9-B884-B11B-BD79CAE7C3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239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B1BB1-9FC9-07C0-F53E-EC57586BC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9F85D-A961-D4B7-7A1D-67E6815FD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2BEB18-9B05-CD94-1E9E-23E7B0D67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15C3C-FCAF-F114-6F91-E17C0C833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1906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FDD38-6687-54EC-329F-E04429223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AA0E13-F399-F3F1-8FA2-F994A9A0B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27098-D5DD-9D17-B0D5-BE5BE277F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0C8F2-005B-F9D4-DB83-8B0FC1A5F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293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64AA-9000-BA6A-E144-D432B088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641832-D24E-033F-0831-B1B0791E24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A9676-E62C-320D-C811-43E83F830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B3368-966B-05BD-11B8-60661DDA3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4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8ECA3-C576-8AAA-BB6C-F0A7B3996A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751404"/>
            <a:ext cx="4546600" cy="454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2B112-4E67-80D8-6F6D-79D34EB34B2A}"/>
              </a:ext>
            </a:extLst>
          </p:cNvPr>
          <p:cNvSpPr txBox="1"/>
          <p:nvPr userDrawn="1"/>
        </p:nvSpPr>
        <p:spPr>
          <a:xfrm>
            <a:off x="1933109" y="166629"/>
            <a:ext cx="8322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Killer Sudoku: Arcona </a:t>
            </a:r>
            <a:r>
              <a:rPr lang="en-U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Turale</a:t>
            </a:r>
            <a:r>
              <a:rPr lang="en-US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en-US" sz="1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CtC</a:t>
            </a:r>
            <a:endParaRPr lang="en-US" sz="16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 sudoku rules apply. Digits in a dotted cage cannot repeat and sum to the total shown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6682-DF33-982E-0D8C-DC0DD86E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80A98E-CF3C-6451-F169-593BBDD553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center block, 45–(13+9+9+12) =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A4F54F-2CB9-D5FD-B88A-A16E2C1AA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E0494CA-6B6B-CEA8-651A-51FFCB8DA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534B1D-7364-170D-C9AE-A8EC8E30A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9AE223-951E-60B0-6D6B-942B58C8F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5E8B99-82CA-CEAA-3143-746C3140EE2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50956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F7449-A147-5D4D-CB94-A4CA09D7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FC03C9-F089-5763-CB81-FFCF647077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(17+16+18)–45 = 6,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9A6AFA-00A6-6CEA-7DAE-942D1EB8E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3AEBF8-22C3-BF33-B1E9-508860CC2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BD64E1-F3E5-6B1D-B58F-309871503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13EE97-E788-32DF-6E41-AADA08A4EA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C73E20-51E9-5AF7-55EA-13C1130C80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64706B-0359-3F6F-25E1-5DDFBDA3909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94B46-DE39-1DF5-9989-E129BACD3A3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</p:spTree>
    <p:extLst>
      <p:ext uri="{BB962C8B-B14F-4D97-AF65-F5344CB8AC3E}">
        <p14:creationId xmlns:p14="http://schemas.microsoft.com/office/powerpoint/2010/main" val="1895780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1AF0-8063-BF3B-28BE-0D71B181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F05C1B-00FF-4D88-5551-1241D30749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2, [16 in 5] must be 12346.</a:t>
            </a:r>
          </a:p>
          <a:p>
            <a:r>
              <a:rPr lang="en-US" dirty="0"/>
              <a:t>Then, complete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B0F151D-CA85-AC4B-D47A-0A5B98DCF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B8A0CD-5AFC-EC5F-1AAB-DC7F1D092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99F116-D6C1-1604-34B5-FBA58B420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5BBD9F-F21E-0172-70E4-3C7717F531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9C4E4E-4782-0B5E-4209-2EB0D5BFDE6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0C582-C4A1-779D-91CC-BAF6417E19D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E065F-DA97-61C0-4B9A-FB674B2A59F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0047F-5256-06CC-5EF1-1D08211EA0B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B843DC-ABBB-8FBE-0169-323458E1A8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A3B461-2B3B-2487-52E9-345A6AFB19E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4CFC4A-00CA-7A70-58C9-E0495C71A1F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8E1400-A944-0B31-8BAB-B014F0F00EC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786C7-D4D5-53B0-B06E-F67165D9AA5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029ACF-68BB-AF2C-8983-969F2F518F6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E748A-8E74-A1D6-ACD8-819803EAD57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14DA45-B686-D5B5-8FFD-9F7B172210C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402100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9D9C-6973-EDC2-C434-F5E7F9B9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C8F6A1-41E2-FBB9-2467-F88FD4AD97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[19 in 5] must contain 1, because 23456 sums to 20, which is &gt;19.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D4882E-B504-64DF-EE91-8F26739A1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9361B7-CF83-03F3-21A6-0F095519A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075FB57-7166-DF86-79E4-59079B0B3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8A2737-7D88-42E4-B5EF-3E76BA882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276F40-1DF8-8DD5-98CE-ABCAD8C6C18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C3AEC-1A9D-34F9-FB68-201D2BE6C00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E94B9A-3D99-EBA5-9215-4B8DBC4D554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66EC24-9D1B-C2EE-E73A-3666C0E48B0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D825B-B564-B35B-662B-7210E22417F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F55EF-7EF5-2AFF-1089-B6279AB8B99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55AA70-6135-4A51-875E-E239E26E152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51FB6B-A371-B7F6-144C-5DBFA138CE3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103B5B-884A-D879-4B56-833F6722207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56DCFC-8C6E-B1BC-59BC-05CEA770DF8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44D1F0-A7F3-6949-7A27-CB16404F0F5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2A44A-DC53-2280-7E5E-BC5451EF96C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4146859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FD878-9B8F-2B72-14CF-701EBE27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F01F55-4BB5-ED6C-32A5-15250235EE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if any cell in [17 in 3] is 9, the other cells would have to sum to 8. There is no such combination.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9DBCBB-ECB6-566E-417C-359D41F91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0FE7A1-D123-8471-9571-3BC27596A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7483D49-326F-5FA9-0BB9-699949A0C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3B69FD-C84D-66A0-497B-98912CCFF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178BCA-E3B4-ACB8-C4D9-856A667AD91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6F513B-BEA1-D0C2-3BA2-51C17FD695C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6F215-9277-D046-08F0-72D1880BF35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494E2-B8EA-BBC6-B56E-17A98535DAC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74109-2654-E938-3AEC-112DC9D0822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95161-2F63-F6FE-4F32-BED8DAF4A78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38FD0-52AF-33B9-372A-C76905E3499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664F4A-9352-795B-897D-2E6EDF2197D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A86887-FA9F-5F16-5375-96CB7D42E92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1716A-131E-9795-F1C9-896465BC4CC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53048-9BE4-FF8E-6FE7-939BB4564DD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3DA0B2-3F37-45A9-59E0-6E94E417E91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</p:spTree>
    <p:extLst>
      <p:ext uri="{BB962C8B-B14F-4D97-AF65-F5344CB8AC3E}">
        <p14:creationId xmlns:p14="http://schemas.microsoft.com/office/powerpoint/2010/main" val="154048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015F-ECBF-2563-4786-6A024C0A8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AA3C47-E330-1276-539E-92DFCAAA96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That [17 in 3] must contain 8. 57/57/X would require X to be 5, which would be a repeat on the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58ACBE-104F-7C81-D91F-80232078F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130FCF-33AF-F064-B8BC-4147B25A2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922B1D-A595-022C-CB90-4C30B247B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758B7A-F1DC-BDB6-9DD8-ADA7B13E2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A1E50B-E07B-C9E2-F497-A12E20F2C2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C94ED-6F2E-A228-06C6-34C78454A11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97F31D-A052-0682-673B-B687FFD468B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6BF85A-656D-55E7-DDCF-A18D1B0E913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E53000-AEB5-A17A-6E60-4F513CEFE7D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9AE3C0-E8CA-1055-85B8-D795F24D50B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0C591E-DF1E-0525-496B-331B5F74A99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10C46E-16FD-6543-C4A9-A7FBEF9A88F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D9F04-3BB2-FAF1-5CF1-66AE63C6C05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628E43-40E4-E540-BC0D-DFEE7C01A58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A2A3CA-7ED2-4967-C400-D0548FE66BA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AAED27-4C1D-3542-88B2-56E4AF3EE5C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</p:spTree>
    <p:extLst>
      <p:ext uri="{BB962C8B-B14F-4D97-AF65-F5344CB8AC3E}">
        <p14:creationId xmlns:p14="http://schemas.microsoft.com/office/powerpoint/2010/main" val="101439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F6F3-2025-2ECB-4999-1D2C68AE9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8C8335-3717-8893-BA64-E50164F2E5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That [17 in 3] -&gt; [9 in 2]. 27 and 45 are the only possibilities. (There is no 4 in the lower two cells to complement the 5 in the upper cell, which precludes the 5 in the upper cell.)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E0C0CB-788A-E198-4D06-B5AD54C21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4B10CDC-3BB0-FB68-AF87-13E3ABDF1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D40A59-A8D1-D742-C14E-491B1A414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C781152-FCF0-6E46-9780-279DE0C59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73A3F6-35BF-F35A-2AF8-A981E7B9BC0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8EC23-D8F7-9167-9B0C-F546BF2F9B7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38DED-F5B7-C263-4661-2D3F6414880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31807-6FB0-EF10-48D8-D915EC3D5F6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FEC69-D714-6F8C-8A77-F7711F49CC5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50540B-22F6-E8FF-89CC-CCFABF0EBD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C59ED3-810A-E2AB-6B9D-61B88A72006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7268E7-47DE-C9D8-FC59-8CB79C7D721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D7FE16-51D1-741E-A764-DAB2D28E7A0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56DE0-0CE2-5311-8875-4AFA5D39532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E53FE-FD46-B620-C514-7EACBA74BA9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A5CB2D-5BA5-4BBE-E519-0916874DA1B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</p:spTree>
    <p:extLst>
      <p:ext uri="{BB962C8B-B14F-4D97-AF65-F5344CB8AC3E}">
        <p14:creationId xmlns:p14="http://schemas.microsoft.com/office/powerpoint/2010/main" val="299481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00D9E-CE4C-7035-C23E-982161F4F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93FD40-B4A1-A2A9-F566-FF37A4F657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2, (17+19+20)–45 = 11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01883B4-DF6C-4FA9-661B-81CED2BDA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27528D-C4F0-75A5-E6F6-4F86B19CB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6341D6-7BE2-E659-36C3-3A4641E70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AFDC80-A3D3-E445-C1F5-E59B32A122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0921B6-5215-106B-0620-3278964550E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CA8B7-ECB0-4469-FB9F-4EB5177563A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24CDA-28F7-FD94-8297-633D8F4D4DA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E5377A-235F-FD72-A3CF-4C2F8F53117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53403-8670-9252-0545-70C0B8AE5E0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A8009B-1E66-4C9E-5039-B6B51FB349D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86BABF-2470-5CBA-16AB-241E351383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F0F39-B5CD-C7A3-BEF5-83F946B34D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9D5C6-FDD4-DE17-8983-6A823BB5384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414F3C-AAA3-8BD5-A5C0-524FA4EF671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690EA2-43AF-F759-EDF4-922B60475A2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05DDE3-13C5-B243-9936-E78A430973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FB290E-7B3C-F094-FC70-949147B947A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</p:spTree>
    <p:extLst>
      <p:ext uri="{BB962C8B-B14F-4D97-AF65-F5344CB8AC3E}">
        <p14:creationId xmlns:p14="http://schemas.microsoft.com/office/powerpoint/2010/main" val="224975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6CED-EBF4-D225-0B72-B1726277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E647C3-492F-D019-5EC8-100AE1E971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these cells must be at least 5 in order to reach a sum of 20.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AD3E7B-8527-BA63-FFD2-F83FE519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D2FAD1-C7F2-2B9A-DE35-8D7AD83A8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D6A435-ECDD-540E-9944-6E5F14853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67ACB3-EDEC-0590-53CC-39B6C4208B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86E4AD-8A4E-D2B0-8DB1-BA8B4C43AB9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4E5A8-07A9-3DCC-8A37-5BBBCC22B73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93D3C-4C1A-0DC6-A25C-E336770E69F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50FB2B-1185-7FF9-CA85-B62F9EFA47D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43B42D-7924-F399-F6BC-4ABFEFE2325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F7BC9-F7DC-219D-12DA-08B4507699D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0DA90F-5248-1965-A6C1-78878AE1EF6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64BFC-9BF6-3019-AE21-E70733EFC09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9B3A63-9DBA-6A11-B7C3-5E8DCC6A17C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8706E5-99FE-EB30-4060-4C137949FEA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874E25-799D-1243-C537-5BE2A95CAED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B02776-53AD-4D57-B0EC-2BD06470515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744716-37B0-1859-FF3C-2316939C5E0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83374C-748D-472E-1D7B-46507FB217C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20184C-5844-3ED8-9332-37259B283FF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3707702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135A-FE4C-2B6F-187F-0249499E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BB8442-9B4C-2493-1728-8BB5CBFFAF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8, (20+21+15)–45 = 11,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CF31BE-D1A7-907E-0224-A16690268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5994E5-29B4-BC96-676B-420B2D80B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C304ACB-CB09-A2E2-5CE9-8174B2DA2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E711E9-78F2-11A4-9517-1BF70DEFE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F59E6E-D34D-1B6B-45B4-F10D6FB665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521E08-57A0-A412-298D-07D45452730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98DDB-4C2F-48B1-816D-618802293F5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61E09-5CA5-190A-25BC-EF13B76BDA5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D3188-1AAC-18E4-091B-65CBFAD5889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EA8425-CC1D-0FA2-C671-147194EFC40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99F8E7-D59D-97A4-1922-0083B8698DB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DE1AB6-A56A-B785-8C11-5C8B3EE3E17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B1FAB-919D-1D70-BA08-12F72A6E41C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CBC1B6-782C-6EAF-DC1D-74A6FBBB45D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46A5BD-0A48-240A-0D53-8BBAAE66124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8A2275-9C3E-364A-72DB-B3827053E30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0BA445-A6E8-F630-8DFB-0947E82EC5B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58F7E3-E22A-5845-9253-53C9DDE13B6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496E7B-B648-F404-EAF7-4AB62E6779D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5A3800-CC3A-827B-3180-39C32950DA7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259790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C6E71-4007-761B-712B-D8140BA4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C88641-9DE5-3BD5-5CCE-D8C6CD4071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8, (18+22+15)–45 = 10, in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0C6630-9815-FD6C-30BC-FBE2AB0A5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994AE12-89AF-1628-C9CB-A4CF55A73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C21B68-A589-8D07-E6E1-537ECAD76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D0ECF8-3ACC-0465-4A70-B98E6E10DF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653592-3FD1-7195-6B04-83FE2D49A32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11B7F6-22D6-3400-3969-50B8455C96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599D2-65CA-C38F-D3D3-6FE00761B98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636D0A-73E1-84B6-7862-DA83C2FB01E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F4898E-AE77-6D7A-8208-B3F13CE9811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7A9EEC-2A18-0426-028E-110D2775DE6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50BC0-56E5-CBEE-A27B-62A7A349D7D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2C3C18-35D7-9415-280C-9BB4BE56AB7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1959C7-CD9E-8E7E-596E-6A6876BAB3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1293CB-4886-E955-1DA5-3D585C836F2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5DFBF4-FC87-C5BE-2ADD-65BAB3F7967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2737F5-E6DF-4005-5F1B-E81131DC5D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D6514B-7500-02AF-DC83-7E5348E44A7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4F0F71-15FD-2761-8242-EB87F4C7F2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448E03-247E-98BA-A0F5-29DC8DA16C6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9655B8-7775-20FC-7E3A-1E805E58FD2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C6CE67-1AA2-E6A7-F775-939CEDE37FF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</p:spTree>
    <p:extLst>
      <p:ext uri="{BB962C8B-B14F-4D97-AF65-F5344CB8AC3E}">
        <p14:creationId xmlns:p14="http://schemas.microsoft.com/office/powerpoint/2010/main" val="182587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7898-FDD7-2AA9-2362-DD0A75A5A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84C0D5-716D-424C-D66F-C0DB18AA67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the two cells in [15 in 3] are at most 9, so the third cell is at least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FF9BD1-3C84-8124-7DF6-14AFDAB96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D094688-3553-F968-A6AF-B652942ED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A8CCDC-DA83-9F86-5142-B43228778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C9B55B-F83C-E265-4BF2-2E9C2E658A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236DB4-BB6F-0A8B-E337-677AF9BCB6E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16CB2E-2ABA-3657-B0A3-E575A28C507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8C42F6-5608-8A2B-D65C-CA774019EA9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EC7E5-9FBB-0A3E-DD25-E4DB66F8D3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2EE5FF-BCDF-6C97-35E9-D2B281A0FB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348045-B6A4-0BED-2824-7BEB2851B29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93A699-BDD2-466C-720F-1DD0ECB45E3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5F1449-BE60-A2BB-3731-DDDA9CF7770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A9F5D1-12B0-542C-1B3A-97379E24A96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641E17-4A3C-EAA1-F9D7-F3DDED5A884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F4432B-0043-B578-9716-9D5A01FF175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9F3FA-D976-1E17-5584-6E7AA9038E3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979D2B-37AB-416C-F73E-B0CC2C302C5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7C0453-EF75-3A77-7B6F-ECA900EE668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A70243-E850-0779-5AA8-874317BBBB9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F0F01F-CA36-8B74-9715-47E3918BFF6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CF8BDE-9352-7D32-A93B-58D274D1D4E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847BF4-12F2-53C4-2BA0-2AE1EE94172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1403321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C38E-4605-66FB-C4B6-7E94B213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491D7F-E7A6-F8D0-E6CB-2470901720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the two top cells in [15 in 3] sum to at most 12, so the third (lower) cell is at least 3.  Actually, it can’t be 3 because that would be a repeat.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4D0958-09B5-9109-D2B9-7CB0737EA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D44BCC-F19B-257D-9EEA-90AC55CC9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61EB54-5DAC-1061-A42E-B3967E14E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EF03A2-FB67-1351-A4AC-C0369E283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DA6E31-44FF-E26B-BD5D-2786FF606A3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517639-CF4E-0C8F-8CDA-A133B7A1349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A6EF8-5AC3-7596-D64D-70F4D6F204B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EBECA-6B24-3956-2055-5915E18344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7D2A0-2DAF-0735-CC3B-2EE191B236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379CC4-8A9B-03FE-6A1C-AFC9200B78C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CDAF2-FCB3-67E0-767A-9F6B0BB1963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6B247-17EE-EB0E-0204-C62F7C1482A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2DCF1-D455-6AC7-6FE6-280B1DDE25A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2188C4-C279-DBBE-278A-C647E23D54A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73223-32E8-E78C-F380-EC26C3C8D56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A975C3-CD91-D98D-8E43-B441A114D01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3A4619-A07E-1415-1B3F-A251401D240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97A024-BD69-516E-3104-19C59FCE1DC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4743A0-D617-603A-34AD-CE2723CBEDC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C592AC-A97A-6393-A821-5C404039D02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BB9500-A4B9-28DC-D1AD-673DC949343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B0A3A0-40D9-E126-A5A5-169B9A76FD3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504228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A4C1-875F-3795-6D33-A3164105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E8D35C-F049-3AE2-B36F-DA3248048A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the two colored cells in [20 in 3] sum to at most 13, so the third cell is at least 7.  Actually, it can’t be 7 because that would be a repeat.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7E978B-518F-7F6B-2786-5BD48B28F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72FAC9-F695-9203-E5B3-E27C55FC1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B2E059-E8B7-9925-4BB5-9C98CF86A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58CF1C-8440-BD1B-9429-06D0BE43D1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688998-A6FE-1891-3EC3-071935A0500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E65EFA-16FA-4AAC-B518-E0BCF4A43E0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0FEBF-2970-3A11-4199-20E7E621A36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1C25FD-E679-33E3-9B43-9B525DF1537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EE662-8BF6-C753-CB93-68811262446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EFD2E9-E335-9784-D9F8-A8B44BB2608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0B33B9-1713-64DA-48F2-6A98C00100A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E59695-5C29-7E70-BAF1-7A4E478C40A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13C426-C131-F823-DE52-D4D863F67F4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B634C9-72EF-2D45-1BDD-F79962AFD70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D953E1-C51D-FF7A-AB69-C28154F98D5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E6BC0-D7B4-C41F-FA54-628BF14C1C6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273244-1C51-7E6A-5919-B058DE81EF3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FA3A38-A0CF-5356-C6D2-17FB8D48AD9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A2A147-0512-1A64-934C-9E513FA4CAC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69DDDD-FFFC-F81E-7DF2-3E4042D4640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A0B0DD-762F-51AF-00CA-4634AF42D82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18569D-5EEF-A9E9-1AAA-8991CB767B4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403016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888BB-25BA-9BFF-F72C-BF0E33FA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08BA50-3D52-083A-59B0-337CE832CB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left block, the two cells on the right in [20 in 3] sum to at most 16, so the third cell is at least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370342-79BC-9D50-C1DC-8C53F82B7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94C396B-A083-4125-4F3D-A203BBFB2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D13DA47-927B-C165-CF0C-757E62DC50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AD5E88-7484-43D7-1C25-C1E86DA5C3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7BC94-9AE4-B0F4-CEFC-A1998F2437E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0C0AE1-1DFF-2968-6A3B-53F834574E0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A9D02-AD9E-2DBE-8557-4DAAEBD621D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AF393-04A7-AFC0-319A-1142777E0F7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089059-A84B-1EE6-79F0-0A5FA5737F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A4284E-A063-9B92-7F96-DA8B0DCCAB4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277370-0F78-E194-B7ED-CA07104F157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86328-146E-A9E1-5D73-A80DE734BF9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4977D3-DB02-3C89-E7A7-3B53412EE32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FC2B3E-4399-7C78-6062-7800F43E01A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5FF7CE-C283-F2F2-0481-CCA2A1D6DF3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3223AB-6B51-288F-EB4C-A8CEA1076F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DA96C-3CFA-AF64-0F26-1199938A9C5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3C5CF0-B949-244B-D77A-A9E571BD2EC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AD09F5-9AA8-7A17-CA0C-8C8778AACCB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26C847-DAEA-C00B-BC18-50DE13D662F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40196D-50D1-3DE1-1DDD-887B40C9431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83B74A-5E2D-4DAF-6764-CF1ABD74E34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268742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7F479-FCC0-89FC-10BF-7CA50810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63EB42-3687-998B-2E38-0339915E689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Remembering that [17 in 3] in the upper left block must contain an 8, we get this cascade.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02E9BD-DCD1-1999-D402-FF2B9C370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78818C-52FE-563A-6E43-F2B16A94F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F73863A-B43C-7458-A21F-7FCCC6118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EF4B67B-C696-7382-7EE3-4E1D70EE12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4B962B-750F-5A94-5EDB-EE41F4B35D6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F12EE-EE41-2AA4-8DFB-3F2032F95A8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9066C-6924-7FF7-EF7E-8FB0A5F5733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5CABC-8EB2-417E-7904-F31A6D18016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D2BC0-8546-981C-CA79-5A788C87D88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8FEB52-02F5-CAB2-0E75-E4CED6194E2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65C183-C33F-4642-097E-614DC03EA15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65D50-1430-6B52-E960-8BE0EAD46F0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D54943-5E39-970F-58E6-FEDC1EE387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E3094-9FD7-42CC-884F-6162124EE18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FB4571-2BC5-6451-C57B-BA68B7E29CE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25D09F-B50A-D8B1-4113-62D53735FF9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2B1B16-5C4C-BD75-6C68-057A7386180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B786A6-1A26-F0FD-AE22-240902444DC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A8C327-26A1-7901-5957-902EC69EE75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F1DC02-52CD-16ED-1B19-1B8B038083C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863B9-8B2B-84A8-489F-AA2214F22A6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B9E9D2-AC94-A091-2C6E-07B0AE95DE7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89763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3EFB-5768-A45D-41A3-5D74CBB3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32D4FB-EA8B-FE8E-D0D5-3B475669F4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first option is not possible because that would place two 4’s in Column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C01C65-9824-2EF9-4996-D8A589518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301438F-5EA3-6072-861F-490CE6644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912C23-D3DB-0F5D-68F5-80DE38735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DA2074-5361-54E7-22D2-6D8BC2391C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CF680C-6011-3E33-530B-E76F005F64A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E9B96-E61D-262F-B596-6337CD05A79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EEB2A-CE2E-C560-793D-FD2EC365053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9A970D-9820-A43A-A85B-1DB29BC248E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741F19-F0E1-11B8-9290-D741C814326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AF000-B68E-C429-A341-BB8123B42E1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B4D5DF-E0AB-B4F1-382F-E26D307C479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C52FDC-1752-80F1-9C6F-A49868B64D5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A0B284-D7E8-6D1B-CD26-37C2E281EE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6701F3-1444-0E00-E7D9-B0B7E7B37C9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72E468-19D4-9959-AC39-90D98B89B2C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307D44-6234-1309-7233-2F1EF107072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BF298-0211-78C3-EA15-268D1E6924A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67C2C3-F1FA-02E0-65FF-9C2D2BEF535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F46996-EEAF-01BE-C075-BC42407683C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53757A-8A05-8375-77EB-FEFE3EC5B63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FDCC11-EFE1-3129-82A4-1B98C086A5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719737-5975-812A-92A0-D04B7733F1E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35069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B38D-8E17-641F-2C59-42118A81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CDA2EB-BFEF-DBDA-5E83-BBB1203841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110E54-010D-F42A-D281-C0DDC6AE6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5CEB3A-3F24-B34C-E910-63C6A3E9B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97AA10-75EB-1DBA-5B16-A8F8DB43D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FE60AB-D858-29C6-D3FF-783F8CFA20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BCAA5B-EED5-F78B-00E3-E90BC4BBB1E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FAF2C-3EBA-6B38-FF09-AE53687686E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663236-1352-2131-B8B4-F8CD7F58E81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E25648-D7FB-8BDD-977C-FDBC99E9E08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61A48D-17A2-824F-0380-5C450BAF69F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2B943-03D5-0D3C-E2EC-F69196A8281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99A8C9-556C-8435-3D8A-9D1F8801FEB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32F13B-34A0-95DF-6FD4-03020D89B05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36944D-38AF-65B7-1D4F-2D00765B7CE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255A7-9F2E-2638-0DBE-C64A74607E2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68B4C1-A79F-988E-9C49-698225F6FAA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4CFA24-7818-FE45-8911-8CEDC50974D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1A36C-339F-39E7-1662-F38D6B3D170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5A8C05-983A-0DB6-41B6-B964B758FBC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B4994-5162-6F3D-9A21-6FD963FFAD2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FCB9AE-55C5-B95E-20AE-0E2E9A7B00F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A29ADD-A8BE-49FF-D4BE-409F145D7E9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7D4DDE-D053-E1F1-627B-6300C76AC7D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71109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6109A-67AF-388C-0C0E-C5850C0C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1D45E4-7522-7F28-EBEA-A36A0AEAF0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lower right block, the remaining two cells must sum to 9. This is the only combination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096DA12-996F-0771-F172-67B6831D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782E77-7B0C-E28B-8EBB-A684B1870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9F08E7-05DA-04A9-12C8-DFFD03E50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7EB946-864F-1812-E473-C52D12C19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AB8641-D02C-09B1-15AD-6E3AD74AAD3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5E5015-B576-0D1D-837F-0F3311B5E27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0B2F2-4968-89D1-63D0-0F0A619D677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2EF66E-FDED-658C-AC2C-00980ECF0C2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FB6A3A-EA9D-A160-8792-206EE50E5EA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F31306-139E-C2FF-0EAB-B0EFCD8C0F0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3154C7-B13E-3F09-50BB-71FC4F98A34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919964-8088-F160-0584-70EA8331408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6FC8F-0E71-5F6C-AF55-F95BA521E8A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CCCC1F-12D6-87A9-7890-44D353DCEB6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E273DD-6B49-EC23-911B-429D3708707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FF7CA8-F23A-A7D2-0E9C-F63C4C5A708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58C947-356A-EA7C-D4B5-309472D4434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FD707F-C028-66B0-09E5-ABA77670767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3E8598-7C57-7C81-4E1D-39ED0633BB0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77DC2-EB87-4199-7018-E3A64B49D5D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28A8F3-CDCC-6B55-DC84-29B1D8C1556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CC4C3F-2133-61EB-79DA-F72818F28BD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515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4CF0-2AE3-43CC-D9EB-7E8E9676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E6BA7-B540-36DE-E7DB-DEA4CC700F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2 and 8, and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B6087C9-9EB6-2802-E0D2-FC7333570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59E6CB-9D6B-74F0-9D07-F5EC17404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F97058-A551-04DE-44FD-7E4FE6E8D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06CAA8-22E2-0CD7-E67E-331624082A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BF6E94-811A-0F7E-65E9-4253AF88347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2F0176-8D8F-2279-786F-5990AE29D36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3AAFF8-9F41-BF37-7208-A3C49E88753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32A861-B0E6-DE96-B010-8F9D4F7D98A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C9523-3FDD-EA69-69E1-31CA35BDFBE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946A3-69F2-9990-845B-5BB659D27F3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2BBFD3-CC7B-5636-DF96-1B9DCE2C49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A2AB5C-7ED8-FDF2-387C-596A8FE39F1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75871A-E4D7-6413-8DEB-99871062E25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D34638-7416-91A2-348D-0B25A05BA8A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C1C908-064E-1DFE-D81C-95417DDC6FE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425411-CB60-B553-D25B-0177DFA517D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EB7515-362B-2C30-8F6D-1036290FB89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1FCF6B-F563-4800-EED3-803CED5B321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7EA84-D116-8281-4909-B84309111CC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8560D-A268-A867-AEDC-EA28DE4A096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560FBD-030E-2A74-6599-02015D368CA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4B3DCF-2285-7FED-C59C-B36E8184634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DA75B9-AC26-8EF2-FD7C-AAA2BBD2D4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781D86-AAF5-0A82-982C-A7B1FB0B144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E3A7E8-227D-4F28-8344-1252FDD722A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FE2714-CB11-F98D-6CBD-54B16A141E0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384298-D715-953D-CCE3-9093A846D49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1BDD8A-6F79-42E6-8858-05B2F7CBE46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585829-63BC-F339-A58B-729B88DE52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7F3B38-0723-3EB2-BFB2-03F2FA01195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63EFD6-43E6-F740-292D-A5ED0F96576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546467-506E-1B79-33D9-3681F14CCB6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148AA9-1040-06AA-4835-9BA2B158BCE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A3EFA2-79C2-8B08-C50B-C7F949C8658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F7FEC5-55F1-5F27-F272-C0CD8A11F05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AAED1F-BA3C-91C9-1769-45891F5CD63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34C4ED-9622-2E85-1653-26519DB72E3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</p:spTree>
    <p:extLst>
      <p:ext uri="{BB962C8B-B14F-4D97-AF65-F5344CB8AC3E}">
        <p14:creationId xmlns:p14="http://schemas.microsoft.com/office/powerpoint/2010/main" val="2881078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AA33-25CB-35E2-A1F4-BF991BFA3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11E3DA-EE46-4340-6C17-7041E4C43F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1, [21 in 3, no 5, 6] is 489.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7C945A-7C7F-D251-01D0-C009062BD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014E97-45EA-FB55-7693-33FA68FB8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C018B6F-E965-4638-829C-930CD26B9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8C0F84-81D1-B78F-B087-B34A1EF67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C778AC-74E0-2C52-3108-2327C2A4CB0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BDDDB-E421-EBBA-13CB-51CC9B2BB2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A0E65-882D-456F-A027-02E74910CAE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A144E-7DBA-07AC-3222-56DAD7B73F8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392503-D039-31D4-A04F-C64CC3A558A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100C45-2AE1-39F7-AA6F-78AB5623AD0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CD9D7B-E194-FE9E-EA2B-963D4ACEC3D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5B4C61-23B3-BF75-E0A7-C317D57FBA7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3FA3C3-7FE4-3428-43C8-106CC8A0143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65C5AF-2B96-9AD9-C9D4-3DC4221DD31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E0BB69-D448-DA46-D274-03509E8B97D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88D48F-87E3-C406-5C9B-F56B0C51DFA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F2ACCB-406B-AE0B-2A85-E9188A8F621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6509E-9F86-4ECE-A3D2-2176DAAFE55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030B4-F3AD-B97E-AC65-6412099AEB9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64920-D3B8-4411-7B6F-9C5E67B9481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14DAF3-05FD-0585-1D19-15699120F7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D3971F-9729-1172-A7B1-F480C822FAB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D8E3A4-6B44-675F-E2A9-7BDC313F73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32469E-F121-453F-00BB-7EF3A1D929C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E2213-6179-1783-3A9B-6685C3393AD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C0EA45-39C3-AD4D-5136-6C7E2E4C41E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C02BA-DCCB-CA43-2794-5A523484881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A53701-BDAB-5A15-E588-C2EA98EA988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6944DD-A87F-FE09-B791-51FA209B739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488D7F-0C9A-5851-C97C-84EEA4B7805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36C9D3-FBCD-554A-9DC4-541A2D54A1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C8B1DB-A09E-B31B-57FC-B1120B4C2F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9B0902-4BC7-D6F2-79E6-599C683C90C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00AD5D-12CD-905D-B4A0-3936CE73214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E7FDF6-2F2D-E78C-967D-A8EEE139A84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DDAB46-E77E-DCF2-6DD4-BDC51E56D13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80C3CD-9073-EB25-AF43-2B760448B26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1A23DD-D8AC-D032-DC8B-50A337B3A9D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7D2553-C3AA-0185-76BE-01ABA32EB91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61DC84-90EE-20A3-B551-F4C4D822409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</p:spTree>
    <p:extLst>
      <p:ext uri="{BB962C8B-B14F-4D97-AF65-F5344CB8AC3E}">
        <p14:creationId xmlns:p14="http://schemas.microsoft.com/office/powerpoint/2010/main" val="4162979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0E95-1BF7-A517-418E-08A74EE6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945EC4-F7B1-7F47-22CE-36A2153B0B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 [6 in 2, no 4] is 15.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FD5AF8-25DB-D410-CB1C-32142B92C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A89B26-83CB-686D-AF15-F779D166F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598F90-39D3-5A6F-91C8-AC20F55A3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A773847-3127-F69E-8E49-1B00CD214E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C951D1-65F9-C8F3-B289-EF57EA3D8E2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C3AE8A-815B-E9F3-CB08-F69FA1E59C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4A342-7869-0939-B86F-6583D5D8BEE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E8EDCF-6086-EE36-817F-C97243081C1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933CC-3989-0AFE-EFC9-7BC91E83118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E0CB4-6356-0463-A120-F72E4316B51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C357B6-2594-75ED-88A5-E3340568015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87C69F-1487-49EC-A4F5-87F122A44DA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96A36-5ADB-7C03-A5DB-073667F831D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A88327-A0AC-DB70-65B7-FE05D4B7EF6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3D3624-BC71-6D38-6697-9BFCB73C70F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B39630-7BE8-9EB0-1D44-6B365452DC3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8ECDD7-4EC4-47CF-7BEF-83D9BBD4805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EEC406-0079-CE80-2E62-EEFB8D2049F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2D49F-2B11-1C12-7072-59E81E7EB06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8BDFDE-0F05-44C8-A562-24BBCDE8609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DD06FB-3BD4-DA75-6972-D40D36C7DF6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1AFBD7-8C09-01A1-F46E-A7046C98DD8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ED7798-3C87-F214-D067-15BD714729A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3E55AB-55D0-F959-BCF9-99DC99B848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6442CC-8AD4-A752-78F6-76D83778B2F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3AA23-B702-2065-C544-9FA34B486B7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04B6C-CD5F-7422-A942-15DA3AC65E2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1B9681-DD27-108D-0D9B-7B9F04D945F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A0BB5E-1F28-CCFC-C5BF-1D91CD63433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392D8D-4BE1-C0C2-11FF-6F2BA4B4C03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17716A-0E34-B305-1D2F-1D737DD5D93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FDB52C-A7BA-CBB0-FDC0-008E756C426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89FEB9-9BDD-A964-094C-72084EDE50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2F8097-F658-5694-6359-F38CD6717CA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61772D-A228-3CA6-DAAB-A8FC48F29A4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8C2A04-2EB9-B887-934C-D473EB15836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450387-5772-DA13-8504-D67A6D572AA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18668-9658-36F4-C05A-76EEB1A5CB5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877F7E-1672-DB98-4E8D-0DF13D50E78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E9A128-42D1-A801-460F-54C0ED3835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536E96-29FE-09E0-24EF-C7CAAFB5B8C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118BF7-3711-A068-4C38-4F8E250034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51552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18B7-4244-FD6B-840F-C4F0A2D9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DA2EE1-1475-C8B8-7203-DE67DDEE31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DE80DAA-40AB-9089-EBC8-8731EDEA1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87704F-DD57-82FF-6D9F-65A4212BE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114D21-DC82-5A24-B1F4-66E799277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D9E491-D8E5-A266-540F-C0CB01D6D6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2FCDAF-BEB4-B21C-5709-5EBB834410E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1C4DAA-0C12-C111-2EDC-EA0B620A597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639DF-D3A6-204F-B922-631DF2F1365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A035DB-FB18-7D67-8D4E-6EDCCA96AD2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6275EF-4A5E-6AD4-CA11-5DB1C27F953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4F59C3-A9CE-2A51-8E28-B80865E583A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7CB58-CAF5-6163-AC25-5EE0BA6F127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2F8D93-A865-F5EE-D5E7-489A5AD2AD2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F1A517-B7FB-4657-08A1-F74E5EBA5EB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4FD70D-716A-C1E2-F39D-F7648115ED3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BE5473-8213-EBCB-A345-FDB4A85D999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8F0EB9-7D73-3F72-AC10-BC22503AD6A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D5C65A-56D3-1B73-52CC-48E8D6FA286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CB6867-A0D9-5373-1527-18635FDA3B3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49C24-51B5-AEB8-2175-7B34D5EF31A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428CE-983B-1B33-35FA-FC84C8F6967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05A448-9A2D-E2E7-652D-EC62778F6BE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154DF7-865C-B0F2-6E76-BCB01095B50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1A028A-F7D7-9F36-F8A7-1186CC6FCB9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6574D8-8399-3067-0EF8-BEBD8BE24E7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F29A10-1210-75DB-C0D7-ACBE1245E2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8FCD5E-065B-A2F6-DA5B-C0C480F0031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016733-6F55-45FF-C688-FE96F038D4E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20279A-66CB-C6EC-6E86-D054B1FC28D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92657C-CCE8-0475-A2FD-EC1092D95C8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3B6BE2-017F-BFDC-3C91-8798BCF4B72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C02620-D6DB-7431-2844-7220BE42E91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5229A9-DAC7-8CEB-8BC2-99DAF0E1A16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180061-8215-4C74-856A-1D014F048A6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9EA784-BE2C-71AD-4878-1A409C85485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E026EF-DE71-AF36-747A-84071E6455A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00AC45-8368-B150-2166-FA5868C8A9C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FE4B49-0575-D0AD-B9EF-6DCBE5E0C88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D26CE3-07BD-DA06-DA41-0CE7F400A13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3D5844-5E73-4344-E1BA-9CFCA289BB9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263EA9-0352-1A21-07EB-6997FDBB54A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1E1EAC-E6A1-C469-B4EB-34EED737953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E6BE3-0212-B76E-D34B-6C84C14F3BD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773241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23414-E36E-90BE-857A-2E2AB67C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EFE860-42B5-D248-1481-4EDD5C16CD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four corner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EBA6E12-04EA-EB02-0BE6-DFBAAC890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CC8BAB-754A-D504-908A-C555E93CD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53E517-373C-BCB3-FD29-00C6F4BC1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BB01BA-7751-0D2C-8E50-9BD30B773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BCCFE2-B195-6817-6489-B80D3BC3BC4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2E4C5-A2F9-FF22-57DA-EE19857CA1C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0E3D1-CD3A-3584-7E5D-5BDBC23B17C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FE2E1-FE8E-80B8-EE71-0D8FAD1C9E9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FD1080-2357-B2FB-E6B2-6A65AECE52A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093CF7-80B1-DB61-2873-67BBB4E8E61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F382FC-3997-32F7-D8DE-4E0D227F7CB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C71264-C865-A36A-E7B3-9B004B9DDBC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8F0B2-6735-4515-A366-717A0C1C309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AF2AFE-76C5-1E3B-8C01-9C132BB40C4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B45425-517A-5E6C-C030-910E5407530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066979-A082-3A68-3F3E-036A817CFE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94C486-1F8C-A045-C631-AB50733640F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24FCF-8329-A0D0-F8A8-D5843DDD7EA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6A3D0-2B8F-923E-4199-0AF28A53A3A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E95A54-9D72-3F54-2642-B3AB16CE8E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66723-6BBE-4AEA-842E-1C12D180631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F39ED0-E6A3-5A1A-2107-64992B13D4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29ABB3-5BDC-CE41-F317-F94255F3270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840565-3E50-7EF0-55A5-0C8FAE0CCCF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9B16B8-1A68-0120-0C61-DF74BCCB47A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6C79C-06E8-6259-2BDE-AE2371759E4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CC79C8-16AA-4ADF-9C0B-30CF051D300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7D2E85-4D85-CA4E-58BB-1DF78D89A98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E7029C-E484-8570-5DDE-2333F33BFFC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1AEE26-8EF0-01C6-7FE9-7794F8CF6C7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FAD899-CF65-1871-FDB3-1FA75CA598F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A7B33A-2AB4-4756-3C5B-FE2AB3B2895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E55460-7450-20E7-E439-384126A7A04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68686C-F469-F4A7-4717-0E9FB13543D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00872E-5A6F-FE18-D793-FFDB4EE4C40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A07EDE-087B-CB84-1273-DC35911E366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9A0257-2017-0F89-7280-6BDC92FDE82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067F39-9173-A686-0A3A-ED98F67091A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BE19DB-1646-113A-D223-168243D9D1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FABED4-9FFE-E5FB-3778-5E3AB980207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C9E5D8-70AC-A335-BA79-9FE7DE3A0FC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F49077-7545-D9D1-1399-4EF0372AA76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9B2A62-7475-E39F-2913-69368F82818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DC36A1-CDC4-B7A9-93AB-DB173A25FB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1879FC-6BC9-EA4A-E0DC-EEE348D96B9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DE72F4-5428-FE14-F106-88C759F1FDC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EB3A5C-E43E-92FC-20EE-C174B7BB2A0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8DAAFF-8D7B-FE54-A6B4-CBBA71567BC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D2A752-5B29-658D-E482-42B381F2E59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801F7A-209C-CDCE-7537-367F4EF5201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768FDE-C344-C1C4-DBF6-E4D0AE40A19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7E5BF3-47E0-96D8-9950-15DB575A3DD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F251F2-9656-D16F-E38D-02DE21D80A4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AC5EFD-9C79-D883-80ED-9CF3B3DAEBA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DFFEC9-7450-A325-12BB-C8CE8091EF4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06F66F-395B-D7BE-9084-6B3C03482FE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EBB6620-9AA0-F7DF-2AF8-FC4571D931C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FC275D-1F87-02AA-3FDB-256D0363C8E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</p:spTree>
    <p:extLst>
      <p:ext uri="{BB962C8B-B14F-4D97-AF65-F5344CB8AC3E}">
        <p14:creationId xmlns:p14="http://schemas.microsoft.com/office/powerpoint/2010/main" val="4288222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3DCDC-6106-38FE-6D47-A5563BB9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388FA4-ADC1-B275-9D98-547720AA30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9F4715-0CF4-D846-1240-F2EB6AB5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BC83F8-9F3F-9FCE-BF4F-9B5CAB6B6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B2E183-9C2D-C366-B4AE-FA3025279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4AC5D3-3B83-8014-B2A3-922CF2B5D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6EA222-3CCB-01FE-E24F-0983133C37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282E8-AB7E-BBFB-080E-57C103F3CB5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623E75-48BE-C14E-B514-15BC510B25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96E9A-25F7-92D1-78B5-CAC1A9FB1FE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D2DAA-4BBD-D23A-E632-7CE0B1D56ED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BB0DEA-3E38-042F-6710-2281362DA53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A30E13-024A-ECCA-A9AD-DF18FAA38C5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3E91B0-EDE0-51C0-D358-D6401D5024D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3398A0-923C-04B5-0162-43303E8F91F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52F4B8-D76E-C833-332C-B16C5670E02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0C43D3-6829-E42C-FCC2-6A05133CF18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07C979-C6F9-25E7-2D58-848A38CF278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80D0D4-E484-146E-A83E-F54209C9160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D78FC2-2F85-3E43-0013-BDF70B9CF79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D4D67-2A18-9F00-8AF2-135AD113D07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7E597-8429-E603-33E3-9AA904060D6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A88000-1184-53EB-F674-AE7A584CAA1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458E74-8D0E-6C8D-3F81-37B65AF1753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ADBBC-BBA6-3827-4C55-4EF80EE04C0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E8244-9EF1-A62F-29C5-170E11D3D1E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C46316-518B-0658-AF1C-53CC14262D3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51C231-A07F-C80E-5DFC-F5A1DA0D923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2C2EF-2D01-3720-08DF-39C87BA3A6D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0772FA-4A8D-D3DE-8858-AEC38679EFB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CD2E4-6286-79C1-28B7-B53265C90C2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9DC62C-7B88-8DDD-0B4B-51D945B43C1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A04998-B271-5916-D97E-7F4F6530508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04BAEB-463A-E164-6835-EB97DC5699D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2FCCD1-14BA-318C-A8A5-32240358E12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CCF08C-C529-39D4-159B-29C8D17C957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C58F1F-CAFF-C100-1797-475826D409E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EBF49E-12B3-6482-7A10-652FE7F1D81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FCCF80-081A-91C2-6CE5-6CC79227D5E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24DA94-FF72-4D03-476F-17424F4049F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53C984-800C-A04E-323D-FB05B7111A5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887CD3-D7CE-9D80-0795-8703F958F56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CDD5A5-EED7-0948-E9F7-6B0839A86A2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DE4026-408D-269C-2CC7-17524DEC462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3BCB06-D1E7-5168-B863-81D945B86D3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A486A19-5F73-C63A-46FB-D98EA55832A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674C86-22CB-3B9A-E83D-ECD6CE98FA5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293909-D725-C932-F452-AC3F35788A3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C2C4BB-7218-102E-4DB9-52D80132F25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E34D21-BC0F-A9CE-8692-E5225A6D8C4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AD4B5B-CBC1-F605-6BAF-023E2DEA3AE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7B4BEE-6EA1-1695-4750-3DC7DF4F565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FC056C-F667-6C65-3511-8B92CD82CEF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EAA038-1E32-BFB9-6442-761D688558A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58038A-99D9-1ECE-3535-6FC5E8716C9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519AFC-7486-76F7-03D9-0138620B039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D3C0D6-35FF-2E46-E709-A31EF523E18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2B1531-80EE-EE3A-5642-5F2F8EBB803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2917A5-70C9-C825-47DF-204AC2199E6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9E761D-950A-A9B0-E30E-14AB564C09E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</p:spTree>
    <p:extLst>
      <p:ext uri="{BB962C8B-B14F-4D97-AF65-F5344CB8AC3E}">
        <p14:creationId xmlns:p14="http://schemas.microsoft.com/office/powerpoint/2010/main" val="290654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50F6-AFA5-0C07-8F86-5A89DAA4D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A20B27-8C34-F062-D627-5171039E38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four half-filed 2-cages.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23ECD3-BA6A-DC0B-898E-300EDCFA0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6075DC-6B24-8C3E-467C-5247A3F72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1EF763-78B9-30EB-7AED-3A7B531F4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D3A224-FBA7-500F-7B5B-67820CB84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0874D6-E15D-4555-1938-AA07BA92BC2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86D23F-21AE-0784-F4A9-E5AB2BF3430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DBFA1-C2D5-027F-0082-EF78C1C88D7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A5FF74-9169-8673-4A20-F472A21F8D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12CA42-0BB8-FBCB-AC41-9AE44356860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91B1FA-4B75-FFDD-7595-C27A0F88F0B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8205E5-0FD5-3275-13FA-99977D094C2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A32FDF-F1C7-F94D-1483-E00AB5CA024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118837-654D-794B-B44E-645ACBA9BD8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C00F22-87FA-39DC-C094-08A7D082CF1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D048E1-E818-3285-D284-872D5D506E4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DF2DAE-8DD8-CA62-809B-10D795F8CAB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BADA59-1859-CC77-1A41-19B5C82515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22025D-0533-5125-CD1D-B8B50BF960E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508DB-AB75-3871-B910-099E76AD61B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AF94BE-953B-3B35-286E-E456AED7851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C4DE69-47DF-39E6-8697-BB835BB1E67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D4734F-EDFB-747D-5763-2CE5C516105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B8688-08A4-4861-12C8-CAA0093141B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3C6DD-B22A-C064-8F3F-5EC67D08699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D1C2F3-3A72-7DD1-92E9-15342DDE3F5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C655F7-DAFC-FF5D-C820-39F2FFF87F1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F74A18-F26C-7DFD-2492-984A47F7313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AC5368-AE5D-A59D-528A-50FA134EA5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094D02-6999-8C74-8681-41A1D53588A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E7A0B8-1BD7-2A8A-0843-5ED2A554D8E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F24642-7A99-8968-F652-2505B79F896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C332C1-692C-49B5-7F76-FC006D408FC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CD5BC5-65B6-9BA8-6A90-D31C73FA70E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75F4CD-1F93-E6BC-F178-C3BCCACA2CD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D16371-470E-2B76-6E32-C8A9C5E48BA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797547-9ABE-8102-186B-61227CAE986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45355A-E6A2-E29A-E914-0917286DDF3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91B54F-C49E-67A4-F882-3FF27A7E431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FCA0E2-0B5E-CB35-3897-90C67D5F7D8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65C32B-7341-E144-4469-2E98A3322BF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130491-5BDF-18E5-E1B4-F2E7D1EE597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4DEDFD-7327-97B3-671B-303F17974FE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27B391-A3A7-6CFA-AA98-C936110B7D1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26D9A2-CD13-CF10-F94B-07928E7E2A0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3A0F74-2903-E138-EECB-A339F0F615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597EC5-EB8A-1906-73A9-27439942E08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810BD4-6D24-0880-63E1-973D9ADA7A0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4959C1-961F-115F-B80B-A433879D737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D1F922-3235-97BA-A7B2-7D0BFE0A71E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838688-88B9-263D-E53A-409CD9F3F9D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996ACD-E3C3-61EE-ADFA-C71F831EEF8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A40725-73FD-693C-79A9-EFF503420BF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3A2122-C6AD-6962-88F7-7F4C9568E23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FEF0A0-30BA-D962-0D43-EA996741197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C3F88F-5F8C-43D1-ED94-9A15AC0E80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D85F00-CE72-C186-A82C-59406BA7576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8ED3AB-02AD-B8BA-B6C3-59884C389A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354C0E1-5CC7-08D4-FE91-98E05DDC75E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346BF83-C00E-58F7-E8E1-2A47891CB26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EB8DAE-A7F1-03D7-9AF0-061A1625941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F9B811-E583-9D16-F772-C1FA266A0B4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53384E-C6C2-791B-498C-B9B7D68E33F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2417167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DC822-DEFE-F875-E53A-EC62872B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ECF1B-B63B-56B1-5609-D5B2C5FCD8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left center block, 2 and 6 are in Column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6ED7B4F-4B6B-BA2E-3878-68C365BF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AC0FD94-0B1A-B921-E1F4-29D36A437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3F3C7D-DDAE-05E5-C72F-175044DB91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4E5DB3-6D9E-3396-BD68-CE864B905E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2D7422-5687-FD71-ED29-776E48AEEAF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C69964-AE31-0735-CAA8-5D048668CD7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A228B9-1D6C-5C84-5A97-61D4733F215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4D10FB-8C7B-E4A7-4718-EA850EBF53D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E7EAE2-EFC6-DA36-0F76-E75E0B79B4D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5D5786-B933-3F75-F93E-66BE45A7261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1A262B-D135-1DDC-86B2-4920621337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31647A-E9B9-8B7E-5AE3-3041A6D5CBB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EF9A9-89E1-EFB4-B9A4-6A8898C4BC7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6EDE58-895D-6057-E315-EE8707C83E0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A654B1-0FA6-1071-4993-917ED2FECBD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6DF88F-36D2-D728-0851-3B8FDEE1F10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DAEDB7-1A0A-3438-078A-A48FF89244E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D559C64-18E0-27F5-A4BE-45E910BBA3A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3555CE-6E5E-2BFC-C145-CBB0A2C9568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21EB41-48BC-4D19-CDC1-61BC6B8FC18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66C653-57DB-E12B-11C4-931FC0C13A9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F7410-DC34-D8A5-51DD-18E9312CD89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1A1A3E-37F2-7DDF-588A-CD7FCA38DD6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08FD94-6F7A-63EC-5E1B-85A465DF6B5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8C1FB0-497F-83D5-7F8F-CEEB6D8560B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816321-5B5A-4231-EFD1-769B414A644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118FF1-B8B2-82D3-0D7E-604ED69F64B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88C293-9D10-DE4B-BFE8-831A2DD390C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866602-789A-15B5-F8E0-A9507783A55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CDD9B4-3A30-774E-33AD-F87CEEE1647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D4A67F-32A6-7431-3470-6213214DD3F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239D52-2288-F3AC-7675-832A5BD4638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0ED2C9-7B4A-8995-6A5A-6F25A179CEC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43725A-DC3D-33E6-4E92-8E7EF5200AC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2AB346-0954-C18A-97DA-7D417F695B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FCC095-1A6A-FB60-8C99-9F84B6767F9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23763E-7885-7C5C-30EA-DF92DE7FBA6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D878B8-F896-72D5-06A3-BB2A4B09AEB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9F2591-F78E-DEF4-F8CD-130E9846608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F62C56-25A9-5687-B19D-E218649FDC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996F64-6C21-ED68-2A04-74284409BCB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D3FC33-7EB3-C06F-FF17-AA33C98991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26DFCA-A124-BBA4-EC6C-0F048D4553A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FCE843-FF57-D88E-CE52-8CA5A4F7A6D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61C1B5-81D9-2297-D068-ACA66CEED69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033AFF-A03F-7329-7935-6083F3487C1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2DACAC-BA80-DB3B-6D50-48EF74031BE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1697E10-BF45-705A-9C05-2104407E24F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8C6820-4F8E-25AB-66C2-D2E70225273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839258C-B701-B420-CD7C-056BDB97A9C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BFEC43-1929-EA56-60A1-C8323CEC5A5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2CD720-8F28-1E68-FEA5-9BF1C194AEF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22C4D3-AB21-EBF0-66AD-C2B6109D5F4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2CFDA5-9FA9-B526-0798-C4A1E714E03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903346-4A97-6A29-AF21-1030A98F0D3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74C51FC-8B38-CA2B-D4D5-DBB677A7343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EED284-7602-98DB-D287-BAAB65D0D4D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42B109-FD17-1EED-F979-F5EC51EDD6D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2CB414-54EA-C9B6-A329-3B5139FB788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129A9E2-BBD5-1FCD-1148-E28DABB7895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35D712-00DA-22F9-E56B-D7094CF5EAD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E52D2-2F83-1A5E-09B0-1D3B7ADC17E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1672099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7CAB-7F34-8F13-32CB-0DC2E599B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C1B0AB-174E-F591-4A9C-7479C37771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right center block. [18 in 3, no 1, 9] cannot contain a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906338-C6A8-ED1C-FFD9-A029EC09B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2B7282E-940C-39B2-2B73-38CD86B81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0F0196-C17D-260C-700D-24C472039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F8572E-45E5-5A54-CAA7-6BD63AF041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1258C7-6CA7-FDBA-5FE0-2E942BCDBC3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2622B6-09FC-C484-754E-DD8A77E0653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A456C-5350-9FE0-A15E-BAF95315D01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E4E9B6-BD12-507C-EA73-579C21E50B4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78D87-62D2-35BE-CB8A-98BED447E5B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88BDE-CDF3-7D2B-70F8-2DEBE0DEB56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D0C963-B405-CD4F-ABC4-B9A16DCEDAF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B50805-133F-C463-3F5F-750C113B0C3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41541-274A-8C4D-C7C0-4B751B33E02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F8D6FA-0C19-483F-BE73-0907D27712D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9198E0-D616-5160-EEB6-8E366F97DE4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06FE8E-B7BF-F686-2D48-22FE4FBFA88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1551A0-3475-2CC0-83EF-40D75B1E534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FDA777-30E7-1F9E-8DFF-0E940B6BC21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E2A9E-0882-577D-F833-DA389F1710C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77818-66BF-FEE2-1943-6F03005B28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576F78-3F86-7B19-D8DE-5C1C7D62744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0F6DF-6931-EF9A-C046-4BEBF1BD12B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A8EF3A-330B-33EF-A6FB-C8872469408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B95F4E-8A32-E309-E466-D01D336BA6B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B056C8-8169-E336-E3AD-98ED774C478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BE6402-6D62-09AB-EC44-954BDDC3198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217F09-3695-22F0-75A1-7F425DAB90A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73881D-79F7-891F-8DFC-ECDC63FA5BA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F427E2-824C-055E-A70B-4BBC21B6B9D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417474-BBA0-5131-158E-C17794B2B9B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D141C5-F423-698F-7348-589A48CA0C6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858F00-7C58-1592-E24C-51EE20898FC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8B0BB5-D985-1519-38F5-E4C5ABFD4D1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27C084-AF26-76BD-2CD1-AD1376A202B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A44DF7-418E-DCB0-A5A5-64C7F1B0B24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AB59A0-D490-C39F-B499-76CCE3B01E9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19E27D-6933-8BE1-FB60-344F881646D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BD57FE-08CB-BB29-47D4-4939CC3E95D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19F6AE-BA71-AAE3-0774-F12C862BA7F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45316F-A9F2-C44A-EE82-DC201A59B55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80178B-B810-5EFF-6FCC-FE59B8FB298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B15F6C-DA18-1516-89E1-CCE820882F7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CE449B-7FCF-117F-4CDE-A84F15BB23E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B470D4-FA63-F76F-09E1-EEB87447EC8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74D6B1-75CC-80C9-2381-8CC2D10C342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C69D27-1C7C-7932-BBD4-DFF040152DA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D94ACC-32F4-0A9F-1577-9D327742C69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E1DEF-AB63-4EC5-9057-AD7965C64B2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A05055-D064-58F6-5182-A28D580103C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208580-0DC5-97C9-83AB-E53B34C54DF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11F0FD-0AA8-F201-51FB-87D89DA0F13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2D1AFF8-D0F7-3BD6-14D6-346066AB8C3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4431EA-A95F-F2E5-BBA7-E449E18CA6D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47EA78-39F6-4530-34EA-B3547220F2F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A3CBC6-7A4B-5152-7400-5DAB6473EDC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E8D9C1-3C23-956A-137A-62A2BF11488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345703-2F2B-BCDA-0B26-F5CC2B5C457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0EAF2B-28C8-114D-E86B-84D20A3D02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77EB10-6FD0-77D2-C699-0387320B819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4F4D81-61BF-703A-CDEA-66069BAA4C1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DA995E-5C8C-E4D1-9AE9-FE428130F1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49A94D-5E20-6305-CFEA-BD4D256964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03EA0D-034E-4CAD-A9B4-A9925130602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99366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6F596-2D0C-3D0B-AB20-03ABA28A8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87D894-1F39-2FE5-1165-93533B421D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[9 in 2].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685189-51CA-0C55-550A-C8DA1447D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0BAF63C-07EB-75FF-E2BE-1AB329C9C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430BFB-4B27-93AE-8B3A-0DFCB9CD4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646C13-34F1-478D-05AE-138AA478E4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CE48BD-62C6-758A-1B39-7E6EEBFC7D3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C3A27-33C9-8BBB-709E-DF0075C517B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C000A-E63D-F631-E6C1-571A59D9D45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B518D-5B3E-0AE8-F1D7-8B321AC4F32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103AD9-D469-FB96-910C-12CCA63B618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D804C-20CB-DEE7-1226-C0FBE704F96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EC6743-CC86-D811-55D8-376EA81369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E4B59D-8FE0-DC69-C9CC-FD437BDD58A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5A2706-2197-33A3-B4C8-0E4D94A9D3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943EE-50BC-3CC2-FF30-3E51C9B0190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0E837F-8910-2B89-027D-F0EE053C2FE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50B5D7-2E3A-CD83-32C3-2F07FE1DAB2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471B91-AB03-90D9-865F-1B26DE991A3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60F02A-2B14-9D2A-CF6B-8A015DCE2C7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621F8-CE38-363A-81A2-EDCA7B8C435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74055-ADEC-2E90-ED35-A16B7F88059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DE2E04-BD85-DCC7-6494-4411B1271DC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ABBE1A-A807-5262-876E-063E5B8EA5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CEC602-815E-8B30-C7BB-F38F81B94B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89B69-C1B6-E6CE-BFCA-457132A03BE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B0E4C7-A788-3708-9650-37CCA515B36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D27778-507D-4988-5DB5-59AB938B7DF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388302-1AAF-EFD6-4838-E38490B37E1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B271DD-A13D-6143-5020-460BB1D5E5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C98EB0-6B45-559E-3646-E141C1020E2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BF2E64-C3C1-9603-7540-86147219AC6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46B899-2487-73C9-B0D0-3FC6749C7C6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B1F0D3-615C-7356-DD1D-1400F456497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AAD942-398D-A704-EBB3-0167F0F5C12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ACE922-A98B-9353-69B8-DE5A4A78186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F1144A-3933-C696-A1E2-FC72C009495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7DC0BF-BF80-C939-0C03-41F33E0B7C0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24F5A6-5F7F-E5CF-534D-E2708968018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37CC05-D91B-8430-7461-BBD9D51D35E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659F1A-BFCE-06A2-683D-D41C080DACB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0A7B9F-5354-8DB1-FB62-D0AE362F26F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ED8AB7-B891-7160-A6F1-676FC916DF0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C9A6AD-1370-FA2C-AE46-6ACF5CA535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7D53F4-EF4C-B38D-851F-529707B5AD9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D46F27-2B01-80CC-CB77-5B25AD6E7B8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0A27B8-1A3D-4A1E-B294-D66826F2890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9F238DB-4908-5FFF-2F06-2AE1251869A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0509AF-2EE5-24D8-5EB4-BD102392741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4C8121-21CA-3DE5-F2B7-6ABA38218F7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B85CA0-7C08-D5CD-0CCE-8A2DF69B7E0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FEED9D-AEA4-6F5C-5A86-D7BE2F325E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7C6403-AFB0-F7C3-62D4-9BC60905614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2CA4BE-DADA-F9A8-34C9-8AB7DCF078F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B29A19-BC96-4713-B04F-3CE62AA0503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15641B-C81D-8ED2-CAF6-FDA9A779C7A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6968D4-B807-072F-7305-9DB95209DA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D45981-6960-7494-9E9C-16D353D51C7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F51EA8-1BDE-94AD-8619-03DBAA66768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C1F39A-EF11-823B-31A3-C4C70D1F028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415DB8-BC94-CBEE-82C1-9E8A4E0E3DC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9F418A-1913-1B2E-B25F-087E1087AA7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9642D6-44E7-3296-F7F7-8D26BC27671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FDA8FC-217C-F025-1410-9845EBE27D4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9E0800F-8AA7-77B0-2AA8-52B7412F309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99D71B2-E885-D9DC-7323-97BF3545673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09645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D3BD-A1DC-FD28-957A-E82F2867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F3BE8-D870-E0AE-BFB7-2506705AFC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170CD9-576C-596D-8CE6-91FFBA31D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39719C-B735-5F27-3943-4DD15C117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882B96-BE9C-AB6E-09E6-A82E83D87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00E349-FC1C-F7AE-BCF4-74BBF863D2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6CFBBD-5C83-64B4-691E-1EEA5D8B752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91A59B-8667-CAAE-D2A5-6912CDE21E1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11CBF-6BEA-D61C-DEFD-D34BC46D424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D2E9CB-8D49-5974-935B-02F9ABCC93D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D299CB-BDD3-8FFE-2079-9545E42A5E2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44674D-5088-BBF1-CE0F-7991B8D15E3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F781A8-BE33-EDB7-4D8A-912E44FA23A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F41618-2554-2105-08B9-2E328A20479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F78B58-FA8A-9E21-7C28-C03278CDC52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60C5BC-A791-7842-0216-B40FA49138F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63D22D-A49B-0FC8-AC81-488F57B4505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B7AE30-6373-CD3B-F01B-2AB7D8C24A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116C2A-890C-E776-65CF-6B26194604F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3FC26F-9B7D-FCDD-3841-FEE84EF7629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88A7C-4D6D-059F-B27A-44C84BE8E8F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2BFBF-A27D-931F-B469-1796F2154CA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62030C-B1AB-A1D3-6BA8-66AAD556691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81A8E4-5146-B5F8-904A-F22A7E76646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18D54-AA30-1E01-9F82-71F29D32C15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EE64A4-107B-BC13-F6F9-F58C0F048BD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D3C118-2E73-9CBF-BFE9-3A5D00AE67D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17119C-FD67-632F-E36C-0BBC33E7BA7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DB69EC-0738-B75B-C488-4FEF75879EA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DFF7BB-7933-DEF6-5E41-A97983E8B4A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56D096-85D2-324F-C593-A759F755528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E0DE35-006A-C9E7-2513-8297734E593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3B70F2-61C5-D5A1-89FB-5FF80F6F57D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9C1E88-0957-B804-CDB7-9B700E9738A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2F89A8-4BAB-7887-E2EF-FCBBA4911D0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B85030-AB13-BEDE-B85C-6A5ADEEADAA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B90474-2DE4-961E-FBEC-20DBE6ADF54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EBEB20-AF33-1911-8178-70CB27BA122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D13158-3A29-BC9C-BC97-FF4F8F92A8B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C638B5-74A4-CC9A-AA97-BF7FE384A0E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3FB351-33A4-186A-4285-3C961B493A9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B90E70-9ACA-F508-08A2-38537F44A8A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214861-A001-AC53-1E74-640C5F77D29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66D6C2-B5E2-CF4A-84B2-149E09B8EF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F266DB-4C19-524E-7E73-C32C8FA2F5C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13568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05512FB-2624-5CD1-6B71-64599369D27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197AC9-4714-1B9C-8F15-872C97D3222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22EDC7-85F2-795E-D54F-904209C2A88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AC03E1-3161-07A3-515E-55C4C6603F6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D9450B-24C2-119C-9516-9023F607FFE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9C0B22-B699-E5EE-58E2-10C36F0415A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F45365-B041-1BF3-0C82-877C6469240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5E3019B-C49A-BFCA-8AA4-BB6BC3CFEAD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E38243-52EA-ADA1-3078-9D4730E1FE8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7AB57A-0A88-8973-6103-983BB1F616C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2C3188-B89E-95B5-1441-C356D455607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69A183-346C-7752-E8F2-354961D135F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FE9BE6-642F-37CF-A537-370C44E325A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58F382-3AF4-7D7A-5CAC-5C631CA8499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B64A29-7269-9546-393E-70EEDFA4D03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EB45753-CF36-4506-964E-619449A981E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E38966-9B16-62B9-6BBF-6003565B2B5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581D3BB-A765-1E1E-6EC4-640A4F43E60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2705BD-1376-07C1-2AEA-6F6ED075FC6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FB6ECE-225E-C87D-FFAD-12451EC2C71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FC5C84-0B79-88C7-E62B-DC6AB6B4D40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31355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F7A5-3F2D-FAB3-AEDC-76A42B589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09FD21-A71B-AE6E-C994-5A8A719844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587780-8DBC-A588-51E4-0ADEDFABB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89BD01-D208-F655-A018-189DF3595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C5C289-324E-4D01-5A40-D1A33C846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08511C-C65E-3F56-64A3-C3C1CE9527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F270C-1268-1FEE-894E-74544E11390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83C37-AB0F-926C-8294-20895529F8F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ED66A8-5EFE-7795-E883-FA70AC63925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D841E6-0AC6-951B-6FAC-DCB7B97E268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1DED66-C2A9-4A65-67D8-40D611072F4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329823-DA00-28CC-ED7E-E96C0EC698B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D2CC6D-B5ED-4DFC-861A-7F3CA87C76B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77204B-B951-F49E-2648-9445311BFAF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42896-E4B4-3B75-5C42-A2ADF22CE89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130C9E-2506-B94F-B3E3-88E9A444068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48E78C-B8D9-44B0-AD27-7E30E764D20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3E96E3-CB9A-B3F3-1C16-1704F581448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5C9421-5BB4-81B2-7F5E-185F7A81896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E75BD0-29A4-3102-E6DA-35141A728B8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F10E4-A484-5387-70FE-41FCA810928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4E138-EE7C-5D28-B8C0-546D84D73C4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5DA2E9-4306-C8D2-93CC-F64AA5E7D74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F838B1-123D-5ABD-A0AD-C500EF8592C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4EFAB0-A9AB-B6C0-C9C3-127849CA5F7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1E867F-6B71-9D62-4387-BB66D803998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E6F3BA-29DE-EC08-3C54-1F8A5FA868B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6E2C1D-68A2-AC76-A80C-A9119CD6321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52369-7F18-72D9-F812-78CE790BAAF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93B943-DC39-6AF9-24B8-27F5C66C11D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CF1877-E396-6F04-42B7-B21503A5B4D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8E256F-AACC-A0A3-3D21-B2496A5A96A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9F23C8B-9500-6C4B-D4CE-20D981B216C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BBE5F6-6239-8AF5-E2E7-EDC067E2AC9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B5752F3-C636-1ACA-825E-3C9DCFFE40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FD1B39-871F-87A3-FD02-6A2881AFF31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762A67-4EA0-F98D-F6C0-40C0B3F0D74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69D819-2D01-398C-35F1-931B929D549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6B69D1-BF93-73DD-3599-792219F91FD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D3A24C-6688-18A5-582E-F892967D311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9C0ECB-A2C4-4BB2-B8B9-2E32947BF6D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77161D-46BC-29C8-6D39-8F39CF9E451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38875C-36D9-8473-FB73-A8BEE9AA2D4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479163-22EC-3CC7-D3ED-117E0F64E6A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2A2EA6-803D-0092-D4FE-5495C103294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28E8B4-A420-F88F-5EB5-8786C38D6D5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7377DF-3FD8-694B-3F9E-66C6E8529A3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AA2F77-9028-4DC2-858A-F4D7C710118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E10070-224E-D562-D087-FB056C63B80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A7D6A43-DE39-B0CB-8316-FCA1B198FC0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FEEF73-3809-6D4D-AC73-3D88264C02E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B81FE0-492D-51AC-C427-C0E8E31F159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9906981-1F62-621A-948A-71D692690D7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42D21C-25FE-E0F0-4A6E-371261B8C06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CA541B-05D2-5AD4-01E9-981BEFCC881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77B599-A5DB-6119-CC10-3C581D86F0B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227F4D-570A-DA4C-6C4F-6CE0ABACDDC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795B5D-05AB-7386-BA8A-ACC7776F87D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7812A2-28DD-B356-585F-11D5FBB35A6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E99D6D-0F0A-7BFA-0C03-2181981CB0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BB7EE0-00E7-BC2D-DCC8-EFBBAF172F0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CC015F-87A0-F25C-2DC4-8C782E75B02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DF7551-E23F-3077-BBF3-14034C162A3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B9053D-DF42-B7E3-ABD0-60CE6FD3E7B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4A7D30F-D4E6-0FC2-A338-2B8E58B2EA4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6F54AE1-DBCC-F291-FFEB-66B4BAAC04E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19018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EE7B-6559-AC58-DFF6-5FC9C0B6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C8A32E-A14D-C172-E3E4-E183FD2A12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A1F8FBD-F878-A1DC-E04A-8F860D80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43D255-CA56-A0CB-2EDA-920CE0C06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FA4B02-C8D3-D624-C1E7-D217329C4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2F09D0-3850-C9AF-E546-F03210430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B3289D-18F0-5A19-D8B5-9D2EC501907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27DB8-01A8-91E3-1C3A-CC037917A97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1FF529-D20C-E20E-EAF7-29844F40145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7AD04-230D-E788-A49C-2D9EB0BEB5F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75E8C-980A-F12B-9BEF-8AC3062C746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D07456-0D49-68EE-0518-0B54E50FAC4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F54B0E-2230-73B1-6C53-5F94DFBD7A0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869E7-9A73-41AC-6F3D-DA941A1B844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0D0BB-DB97-7763-5B7A-E791BD5D129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5179E4-51C3-D631-1BEA-C19FD318216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55A1FE-BDEB-1CAC-AE85-67A06F1AEE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D0EB9A-D106-7E59-72BF-E777736081D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362149-9773-7EF4-EF3A-8F90A9AA9C8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BC85C8-6DB1-0EEE-8488-F2A1E7D1CB2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A83D4-A5BD-4AA6-A54E-C642EBC175F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F4654-9478-38B2-79FB-82307FC3990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8C5855-913B-B310-E87B-0B8574E5053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44147A-C882-7799-4E8A-0E627140D9E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B18DB0-3898-E782-716D-AA0FAC71C52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1205E1-534F-40E2-08BB-060D05C6226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B3EFF2-B3CA-7475-C192-6F5C0F4A2CD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295A2D-2D0A-CD93-E654-C338C02F2F0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094B0-9312-E16D-471F-2CBB8FED6DD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7C4F12-5878-5B48-3FCE-E821F06ED4A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DBDB6D-A12B-E69C-35B0-9D267DFD4B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FFE8AA-C8C4-0552-485A-064061F4B2E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4B6E83-6349-914B-8BEE-6E470E6C5E3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F90DFF-DD94-3622-DC33-A3EC5E211E6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4AB359-CC34-3A60-639E-03DE4B29BE6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AE3E12-F45D-48C2-2C61-F8650B67D96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FB4A8D-0773-504D-6274-D4086258BE9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F42CFD-2EE6-EA49-4B01-28DA88D5917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11F0C7-3558-DEC6-C874-B71C53849E5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C62FE8-5C21-2C85-B43F-56F3D827916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80BC91-34A7-E928-46D1-9C7B3913E5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63CFCA-7E94-3C8D-2F5F-B4A108E1F8E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D8E003-F44B-4D4A-7BB3-C54EF75D690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56FA5D-03BB-C300-5A80-6FD2F849280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4B78FB-59A3-E89E-F3A1-285E112445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1DFADF-B544-FB8B-CDC2-3F40BFF19C5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BA88EB-E71B-9F9B-7374-F771728CB54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01B3E8-15B9-7213-ADC6-FAA8B04DABB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F7973C-4D33-4654-EBBB-279BA76B9BC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EAE0C2-4D7B-BF15-F4C1-77EE424E4F7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F3975C-6D98-1A24-2730-39F9BECD693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16CF82-F938-D7EB-F843-FAA126A7C8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2362D8-B889-0810-C855-4D8BB575104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20DA53-9581-246E-4DD4-8F1A7AA86B5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165DBC-619E-7EB2-B7CB-49D449DEB9B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BDBA37-D71A-8632-1D6B-6FE1D8870E3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A6261B-632A-93DE-94F2-5E05959A25F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D9B71A-249B-EB12-CEB5-D89D5370C0F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7ED21D-4CE5-4C27-6AD0-3EF3CEDD1CC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25FC9D-4077-77D4-E16A-CCADFBCA750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762737-53D2-FA10-C0F8-B3D78D9C751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0FB591F-536E-C0AF-C7BD-C101728CDEA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B899263-3D4F-C1AC-E76C-8F9DBE69E85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F29A0C-E8A9-9F16-9BC8-FC2D4059B0B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A7DF76-5459-A097-F8FA-1B76D9E050D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D9E716-30EC-1149-41D5-7372128322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97533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393A-1171-A7AB-EB9A-7E983D1A5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1DE6C2-4B95-397B-88AA-5B40F70AA1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9A1BA1-A624-1BED-2459-A05677D4D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918A924-E5D4-C74E-75DB-3EC0FB8D6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9465CB-22F8-1FC7-4049-90700AFF51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0A9F66-CE5B-B636-8E70-DD2CB7BB92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BFFEA8-0ACB-ACD5-423B-27BF460C8F2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D2FD0-1839-1B39-D553-E04A6130BF6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E17655-44F8-AD1B-98E1-F07403EBC7F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D49EBE-9BD5-E832-904B-4A7C72B69A4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862560-4D77-949C-69C4-E16F2563948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EA3350-ACD0-4C8C-5241-F687708F06E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65BE70-F138-7759-69F0-6506472EC5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5CFDB5-D2EC-FD4A-84D5-83BBCCFC0CD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C19F81-1188-2DDC-09F9-BD352F42751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F9F1A4-FF7D-CECB-859F-7C310D3FB16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CFAEEE-8C99-0248-391C-6276B3F012E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1DB63E-4A91-3316-B3D9-62170D1FE25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00DA20-EE0E-A50E-AE0D-FAAE38096C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15B593-1AC2-36EF-D896-8057BB65E60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B0B4C-E27A-D1FC-AF7E-EABC990A142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E9EE66-BF6F-7A68-1681-03CF23BD381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3267DD-3A13-1D8E-98A0-8677B305DAE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A6C061-068E-9EEF-C0A9-F384A08F2E6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180D43-B685-F18C-5DB8-15B3EDD8350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909730-458D-436E-9C59-29284A468D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99A618-CBB8-7857-9837-B9E40D23ED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EA1EFC-5C34-4C97-C51D-5956D38B444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84D03E-80C2-301F-1F53-DEA8A268141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BC03B7-B861-031D-3C73-506004368CE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0A9F75-106A-B37D-5B72-E2369049955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21E387-7F8E-FC72-8620-69D59BA8F71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559353-A7E7-2846-6641-CDC6749E215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3A71E1-1554-A8DA-21A1-EF32CD37F6E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AD1BE5-28DB-BD27-3069-34968515F83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DD4D0A-C81E-F9E0-F771-7B20390C73D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C39C1B-34D3-ACBE-34A3-F9A3B970E42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9EED37-D79C-33D9-310C-852336E0C68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37E86C-48C2-1DC2-FE8C-93A010F8CEE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21AB64-EA6F-52A2-0BA2-380CC2EB578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D19DE3-93EF-4184-218D-3A1EFC6F54B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A7E123-5A10-A6ED-424C-4A4ABCAA7AB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E7431B-A57F-48A3-DD48-52DAF5B33F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135D88-517E-5AD8-2735-F412E19F400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AC24A30-B1A6-D46D-EAD4-81B9EECE4C1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F71900-F1CF-659D-1855-D530BF7838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ED78AF-0C45-70FE-CCF3-624BF9C58DC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DCBA81-9164-17DA-35DF-1C97DAAF4C3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BBF31B-7101-BF0B-E268-F5005701E01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A3AFE4-6F93-3E81-143A-C219214C825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F8B2BF-EB15-0099-13A7-D6B425DCB69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51F4E3-9006-5B4D-F72E-03B2EF19F0C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F837A2C-120B-8562-31FD-32C4CA4088B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751CAE-051B-6FB6-BF7C-4D724541382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690FAE-A656-BC42-10BC-EA139CE9314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FD2157-CE0F-C36C-06FE-BEDED75CEB7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59BDF0-22BD-BED1-9079-DEB0A76CC67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6DFF7D-4CF1-1A77-D713-6AA73070E29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A12AC7-CA76-197E-C14C-CF4BB9A0298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C8A39D-5351-1599-0235-3F6CFE28836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1502CE-316E-9A84-0EDA-1A55F4F0070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4416ABE-E7C0-3C7C-E7E9-F6512ACFE38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083590-006C-30F9-FA9A-E01A2413FCE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CD537C-87EA-B84F-E8F2-DB199248CD6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FAEE973-49B5-1669-423B-F809DF9F372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BF2979-3319-7DD2-5E86-05C310712A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77169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DA7B-31B2-BCB5-70A9-9D1F19509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D96B7F-2596-60BC-B8BF-58335ABFA5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[18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02E0AA-D530-3EB7-61D5-830B68100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D0F528-EECB-59EF-B911-FEC01E083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A62E09-794D-2694-3667-B3285455D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7F1ECD3-2A87-6C42-4EC7-CED715B54F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A50806-1752-1B13-F522-1D8792DC04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2429C-BB49-871D-476D-C0BC87E77E4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707009-BF14-D5AC-CEF2-C84CD1D4243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CA7DA-3732-95EE-19D4-100E75B228F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4B23DF-7AC6-4224-9736-BD4F6184D70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D69097-4287-4334-5A5C-B63A604681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4835E3-2BD5-D6C6-081E-E1B8680B9F9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D0C757-8D09-DBDF-62DB-4BD80096266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55349E-CA43-5F99-2A77-646116A3516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8C68E9-7AFF-0013-CE59-B07EF9FE21B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8C996D-9A1C-AD22-8A7E-22BE9194C56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991236-0F6C-AE5D-0835-C166C032004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74DCF-7935-FB06-EB75-C06D7B9CF7D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494C1F-84E6-D73F-1474-09B678E9893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05D598-46A8-810E-213F-89CCE15BBCB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5C7E2-D134-D443-9658-144B4C95AC9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CC9FD5-39C7-510A-C125-D081F37B776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34EFA-8EE2-35E6-DD5F-3C4F4FAD8AA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80117A-B1DA-C5FD-60EF-3AD1A17FA8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A1CA8-6535-3539-C8F5-A21BC0033AB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A59B37-3A2A-4A91-6795-3584077223B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3FECFB-63C0-1E5B-5CFE-6031256CB26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6B7418-E473-5AAB-A4DE-4D48B52B91C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25D4BA-5181-97F7-8435-F22BFE4E4E6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A60393-9C50-B9B3-AEB8-6E0C9D63C00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09378-8A07-15DE-F158-CED5C30BF7B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2B13B-2418-1709-FA45-116EF9BEB05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6D8150-0E21-C59B-0090-54E90D7B17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C70CC7-659D-1667-C995-1A8C497C89B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6646E1-2960-7B37-8F6E-E78B7C3D0E6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42CE85-D328-353B-6CB8-1C3FF3792E0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522F1A-1E46-33B6-BD19-47B1C1C4DD1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8C1870-FF09-EE86-440F-3C29A269284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62CD6E-5F4C-211D-AC65-99D5C941D55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07256C-D4D3-780C-57C8-2D4F5AA1919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1BD2CF-DD23-17D0-DF6E-C3897CE2841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83EC59-35BB-3ECD-EA67-F6872F33A7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BE0D8F-28B5-DD43-8D30-F25676B1B28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85C807-44ED-1D5A-426F-DE471AA481C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C59322-D0AF-E5E1-6565-9675394DE1A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8C934A-251A-FC0B-C5FF-7A22F0902C1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532574-894F-39B1-2E33-7CD3BBB10BC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736B51-09F6-3A11-4FC0-FB6038960FA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05580A-21E9-C473-B3A0-2372A498E43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018BD9-4532-E75C-BA00-F53A4619B21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544967-61F5-04A6-E111-3B4FBD454DA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3AC8F70-09A3-C769-6962-3E48AE92129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2DF0183-C513-AD2C-D351-7AEE32D7082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FE991A-6196-7226-A45E-1CCBFAF303D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765F8D-07D9-9B8A-1FC3-9392FAC36C8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1525C0-B681-5EFC-C0CA-41DE8732374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B359E4-8136-2C87-4B51-17EE019D472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C27A55-B39F-4A6A-EF43-8DAB6777C27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C0E38D-B909-5833-43AB-60A825C4546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915D0C-62D5-A8B5-D6B0-9A49003CE08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CEE691-DF00-2471-7221-E1E2079B841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49EE43-22A3-0139-E9F4-9CE9BAA7FB5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BED3BD-4F76-C35B-244F-91DCFEE307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83BA2A-A8BD-849F-9FE5-D75EFE112F3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6F4AB1-8BC1-6BAA-F67A-88440215DAC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086AB0-8ACB-1063-3B56-DB42582F8A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E43AB8-B73B-892B-9F7C-BD5C6EE3952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1E5D16-48B2-EE34-9A56-CADF4865E2E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</p:spTree>
    <p:extLst>
      <p:ext uri="{BB962C8B-B14F-4D97-AF65-F5344CB8AC3E}">
        <p14:creationId xmlns:p14="http://schemas.microsoft.com/office/powerpoint/2010/main" val="2398344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DAFB-06CF-15BA-7E0F-4EEE843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5517EF-BDB0-7BDD-8833-6E28364AD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[18 in 3] consists of three of 34568, which sums to 26. We need to drop two that sum to 8. 35 is the only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470574-32B5-14FB-468B-ACF7C6F24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F6FD1B-49E4-30B4-509E-80381DC5E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9D6BED-258E-57DB-BC96-990323F33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E3F45C-7801-0B49-A1F5-288F34653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4FAD2-2AA1-B6A2-D83F-6176CB28A4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58A3B2-E19C-A3A5-2103-C9C70B726F8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C4079-5BC3-AC6B-F445-68AE2E9F160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057028-65AC-46D1-A2F1-392269126BF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5B41D0-9E6A-0B89-BA16-98933D02E1C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2C634-2CA9-D845-1E1A-A69CB62A8DF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53CE83-56D0-0DFF-4721-18E39786DA2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83ED76-B1A9-02DB-1A9C-068C4CC34AC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6C4B6-3378-16B3-44FC-EB78680B596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052DCD-04A2-518F-D2F6-3EF2E751E29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D15D86-757F-3910-F3E1-25C5269C53A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0BAF85-68C9-3568-EE63-3E90D1857BD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2FA8D9-58EA-FBFF-3734-1C8EE47C462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B7D6E7-3088-0D81-A682-E4F0C1275B0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ACF3A-D63E-3679-D544-33F3D77A55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A3021-BF75-21E3-99EE-F4F5AFFF06A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AD021-EAD6-A707-A7ED-74FCC9AA5A6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EF5F65-D22D-7F0F-A190-D56969DE7F2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2888B-953E-2D89-CE6F-B79CBDAD4D4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922435-1E52-C2C9-2083-F6AC9140A93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0363C5-22C8-5B8A-EC53-6D94433E959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2BBAD6-02A8-3353-605E-3F331E3DF6D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111B87-3A6B-501E-92E7-B05B522501A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080C73-ED15-47A9-304E-F12874756A7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DC3101-531F-8B9F-0EAF-72A7E33D21C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C6DF94-14E8-40AC-6B16-3BD4E4554A1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2EEDCE-67E4-0943-2F67-4261991A067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DFA33-3803-968C-4759-A68C5284DFF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672797-B766-0D3C-5A99-B687436D423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6E94CE-6435-EC2F-CB31-50970E8A191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828C83-161E-D1F0-AEA3-CE9AAC8556E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DDDCF0-00AB-5210-487B-103958C4F7F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A4C61C-F84F-A09F-C9A8-10C5BBFCBEB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60D602-C45F-1A03-BB0F-CD0B6B0DDB6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95013F-8B08-2D6D-908B-BD67E7B938A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18DE91-B271-F93F-5D66-0DE48F68941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B30FFC-035D-CCA9-AC03-AC7966F8C2F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17B124-AADC-8A06-FF32-D279C24B1A7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E599D3-C6BA-2E53-58DC-8C305D9DC1E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871D09-D269-69ED-16FF-6449B38540A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80BEBC-2DEA-CFE2-4CB1-778F98596DE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DDEADE-EF5E-2E70-67F7-2C8213634AA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48E8E6-B438-65DD-DB8D-36FE7352BAD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0B740F-2C36-D281-CF50-120C3C3D0B3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50CEC4-F46C-150C-E208-94ED50DC29E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5D0BE9-B8B3-B942-9B8D-B9B75DF3B71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0AEBC7-F21D-64FE-A35E-6BF43404A1E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9D9BA0-0C11-44FF-86D4-BD25E400CB6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DBBF24-D569-67FE-C658-6C23EC86B67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8C7773-55CF-DE36-F808-BA617A1FE7E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91032F-5521-E226-F83C-BFFA66CD6CF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C65D80-60F8-B0D0-665D-2E1B7237BAE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B438A2-93DA-7619-9F09-F830E0FD0E4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954960-5997-032C-BC0D-89C9E783DC1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018DD0-AE2C-DA7F-02D1-2FFFBA60B07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F4AAA5D-082B-1006-FF73-F83DA3C6920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B3ED6C-01E2-E354-0BB7-72FA0218DBA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85ED05-A87A-7E3A-E228-C744E2CDAAF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73A522-FC17-CD99-ADAA-5C6ED6F224E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725836-59C8-5AAC-3BB6-E36C4671AC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6D9BE2-890E-42B8-D71E-8901B190E20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404B65-6995-6FCC-81B4-FBFB7113B1C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F3278F-E200-1AC0-DA57-C6BCBFFBEA2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</p:spTree>
    <p:extLst>
      <p:ext uri="{BB962C8B-B14F-4D97-AF65-F5344CB8AC3E}">
        <p14:creationId xmlns:p14="http://schemas.microsoft.com/office/powerpoint/2010/main" val="3150525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25B4C-4357-B225-3F4C-4D8EE517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E3C86A-C793-9E6B-DD3A-5D36E0F869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C4D062-B840-3C75-4397-44F67E8DA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E3FDF2-3401-CBA7-F5FF-AA9DB2C49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D87C38-5AEF-1841-1431-293CF9C8C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C92ADB-D40E-88C9-0C08-F4A8F07E11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10A8F2-4ED5-0282-66CF-AE4D987286B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15121D-454E-64B4-0154-D0C195161FD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321B5E-2082-3E59-1FA5-D686A8FF716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08435-B53E-8387-93EF-FCFF9146CE2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05E032-3467-79EC-524F-A8BE99D33D2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AF5DDE-41D2-EC97-318D-A034EE1B1BF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3C1D4A-762E-131F-5036-70A5515E382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7E9CF2-1EDD-B576-4ED1-B253AC9E7CB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7A94F-D04C-1AE4-3B98-24274B9B88E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EBCC85-A63E-4C05-4386-08655FA961A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D6195F-33F1-BB3B-C39A-58D26A8F55E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590E0B-324D-DFEE-3A5F-CCC8B2DC891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3816AE-156C-FB91-7EDD-598178D524C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25DD0D-78F3-F779-CBFB-BC22A4B0D1A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DAAE1-FEEB-BDDE-E838-5BCE994206D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6B30E-E8F1-D730-3ED4-93AD3062F0C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81A161-ADCD-4EE4-16BF-F35E8DBA0EF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90E9E7-735D-3C01-078B-1032B8381ED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0FEF0C-972B-3DDF-396A-B220AA70E3C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A1BA75-1C71-6BDE-CE8C-7C88C9BB0CC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AB83A-A769-C51E-43D9-E50E5ACFF5D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EAD440-D30B-8A80-5883-31796371DFF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DD0C4B-107B-5942-3059-4877D06E440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D6C4D7-9D67-10F8-52B8-324C89B1FF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52C06A-0F27-9060-1470-53A4E538FF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FB6024-15C3-1AA1-7F38-6CC2A5C4217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9B4355-CFE4-22F2-C19F-A5CE50DEC24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FE68AD-47F6-DB9E-259E-5BB7FD12B7D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35FCFA-CF40-DF82-5FA8-92589BD91B3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BE72A0-A617-C48B-3447-DCE70EA2DB8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52C5D5-5A47-0C43-7B88-17B85EAED6E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47F62D-1ACA-55BB-AA74-E0DBDB4B13B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5B5699-2868-5CF5-9528-8F3ED62C7F6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031E47-78C8-CB3B-349B-2E854F228FE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274E20-EE81-ED60-0845-AA4A8AC72CB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F9D23A-1411-ACE5-FC6B-40BE90D1078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56936C-5201-658B-DE89-1F2509D7E1F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76204F-93D6-A7BE-E90B-E11E35CAC78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07DB1C-3C2E-FD99-AC43-8342047A9E3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7E93BF-7D26-1E70-C808-93A3A7F2745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DD7276-5DDB-76DE-7C3B-F8969648856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B12F4E-FA75-AFCA-F4B0-3DA78FCCC5E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CD6321-EBDD-524A-1FF4-3E5B6E7909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DF9196-77B1-7696-7400-C1619815CBE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50E04F-F17B-77AB-6032-475C268CFFD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4D3AFA-189D-34AD-AD9A-C93A551D355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B0BA46-DB05-786B-7B4C-52FDB0CC7B0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8A0BDD9-7B93-F18F-8DC1-3076FF880EA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3D0B7B-C057-CB67-6EAF-0ACB691169B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CD600E-63C0-B33D-ABBB-E37D9DFB8FB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FC6A5A-3E2F-C02B-699B-26E8F7C851E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54F781-5A3D-17BC-3F6C-76C1A315DAD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B9142D-DE2F-EAFF-9AEF-3A39C60202A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EBFB325-8E1B-B7A1-034B-17336280E2C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D6078D-34F2-40C8-2420-280B6E0BF29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DBEA1D-6CDF-1DC6-D4EA-D603514625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5CF5BD-0864-A5ED-94AB-0E69602EEDC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8AA057-7B71-2325-58B4-3E8FB3850AE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618879-30C8-5D19-A1DF-B175AED67CB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C35CD3-F153-D754-8250-F9E563D8336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6AABAD-E6FE-DB2C-43C1-96180E8EC37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0FE020-ED9C-587E-CEA3-53024D6C100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3A0D37-4151-E260-8CF9-1EED6D2F09D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66751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2D37D-BE9A-402C-A02F-01C44AB5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67A2BC-2FA2-3F05-ADE7-35A400D788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FD59DCC-5DD9-BA85-22B3-0B0B08BD6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A33BD24-08C8-B33B-DF12-0B749CBC9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776754-00D0-9530-F6B5-69909899A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0C3142-7D99-B1C9-4F0C-C3AAE8B45E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5553F8-D6B5-4630-2E9F-7889510F29F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FEF4B-C688-C738-6B1C-1CD5B2B31E8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4CB41E-235B-8612-1CE4-4855576668D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58F70E-80C9-F7E3-3E67-F99711B8FDF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66E421-A0E4-D6EE-9AE2-8AF04CB8701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55490F-D3B7-773B-105F-FFD0ACB71E5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9A335A-CE45-57A0-EE60-F9B61073332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33EE5-298C-982F-52AC-4CC2749F1D9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F60DFB-F542-E4A9-5651-F2A7B85C09B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A3BED3-2ADA-11D7-7F0D-40FE5982EF9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F48B03-7476-1E13-49D8-8192838668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E321CC-B46A-CF26-973B-CDA8D1DCA80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97F46A-8162-0CD5-9865-9789C8D527C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0350AA-501D-0DD6-8AD5-D0B5946BE57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A3916-5589-191E-D54F-273C43961D0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EA140-75C5-14B3-5C72-A123019D9C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BD48AB-EEF9-E9B5-A135-4D01C82D5D3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1B6086-2B6D-7EB9-9858-B1A5A8452A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1B9F66-CF0C-76AA-E726-0B5BDDEDF04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791F4D-CD2B-E42E-498D-6ED5D51B58F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C91E-8DF4-1517-3393-638EC664D31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4ADE9E-3AB6-3FCC-6323-AAB385948E8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013BAE-FCA4-8E23-DDA3-32BB14D4EB5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983D16-9E39-8470-C006-6BA33EBBE7E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B2F290-F9A0-79C1-04A8-20905121AA4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1440A5-B7A4-E997-89A4-E6B5DB51B80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13693E-FF90-9EB9-9D62-4443C9B561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5277B2-BA26-B448-F3C4-83793C8C34A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329C03-8D88-DA6B-4DE1-E1F97D2C4F7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87BD098-608A-ECF7-65FD-12B9DBCDFE9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FC965D-6620-4CF5-24AC-234A06B156C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A7CF2B-1EA5-3733-2B0B-1EBFEEF4FF8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819C93-7B2A-FA6A-70C1-9DAA08639A1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A32EA4-ED5D-B50C-09E0-522782DF50F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626E26-02C1-1087-B821-B6A64E66D50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1007B0-470F-0389-355E-2D838E720E8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8B62F9-4A49-19B4-EA86-A9ECC67180A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C3A63C7-BFF0-B9D4-62DB-6413A5A2D7C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107519-B886-5AB6-5F52-812C9F5271B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FC3156-23C2-2E5A-8CE4-E5DB36AAFC1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FB5044-9B24-F4C2-1433-DF8AB4E984A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B09C7C-6582-BD22-B44C-81C496018F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D941E9-245A-1838-22AD-288816C7A0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C67AEF-36F3-8463-6FB1-AF83A4F9A4B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DD54B4-7CFC-58AF-877D-10BFBB95DF0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2B44865-6D76-3D8C-6A51-E4BB5CDB6C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8AC65F-ACFD-CC97-96E3-4C9EA946388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8B859-7195-866B-734C-B3455AEB23B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7510DD-A4E2-5D6D-8EE3-D40FC6BAC2C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B8500B6-697F-09C5-9ECB-20003C0612D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5F699A8-F590-2785-22B0-9DAE7C9CD9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BE2B7DF-0884-98F2-4B90-ED81E591302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A69E3C-7661-FF3B-A133-81D21FC08C4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401504-EC88-F423-966F-C8078C41529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6278FE-1C07-F901-A1F0-3840C2D9203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E95FCF-26DA-0481-BEFF-8974A0FEB6D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8424FB-C388-2AA9-F432-61E713F6D94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6A981C-1EBF-C8DD-3A7A-286FF077222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8F43E64-A74D-754F-6B5E-0601B15AA52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C8C194-AF77-0F49-EAE0-6D57912344A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F421F6-0D82-2823-5BA6-8C3C223C839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79BB03-001D-4F4D-837E-A1804540401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FFA6F6-3030-EE0B-D1F6-FF3EFE5EEB2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74255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FAD4-4468-E110-05C8-2C1E31CFF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451724-BD60-E15F-4626-1D30FD5492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A3EA54-DE08-6950-0EA5-1D2271416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2D6744-D46C-4313-B320-565F1572E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859FCC-FBA6-B8D0-2A2E-76B070925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92C441-FFB6-5A6A-51A9-7A043A255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36DD10-0CA7-9020-D6B6-5D9E8737B66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19672B-567D-9FE6-F78B-5B72A26E7FE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232075-A929-FD6E-D52E-DDF3B820069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D1BB9-5846-D6B1-D18B-3A9C0F042BB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86F6B4-05A9-45E1-EA8F-2323C1B494D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80D97-4A29-7E35-7B7E-6FD8A1281D8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898C89-15D7-6C56-526D-5D619E85E06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7F7CF3-D753-728D-0F01-96FD4E8601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F388D5-DAC2-9944-592B-07FA40FF558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F02BB-31C9-D4A3-CBB7-009B055BB1A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779478-747B-58E5-5C66-DA10ADADE35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A4F925-B98E-0786-1AE7-61C60829ACC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5C3190-0CA1-0490-6274-39D6DCAE5E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0C0B84-09FB-0118-FBD1-0237815DFE8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50DEA-802B-689B-2FDD-F72F56CE740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F6E6F6-C1E9-B23C-2D8F-57224DB1052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632FB0-D7C0-DC02-CD27-C4113800B1F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9E5D61-FB07-9576-CE6A-C6EB1AB13F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47600-E6D8-9DEF-E90F-A8F9576FDF1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19A770-2CCE-DB2B-1E29-7EC90196077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6EE3E0-A50B-AC16-8E4D-E26F8C2847C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17E629-229A-02F3-30B3-FD8DD1CB8B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B98EC-6EAF-9DDA-3398-CC7E2121E3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172FD8-9DDE-DB78-81B1-70A71566B93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F4A67F-50DD-16EC-6A93-8FA4FE037D9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5BC013-D69B-6562-1B20-D49441C3B74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C71465-07B0-ACEB-849F-8658A1A1BAE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61B2D6-8077-B28A-E245-79E570A2D17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A991EA-5746-BFF6-F90A-23370653267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0E5FE4-24DA-3681-FAD1-EC1CE15DC32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3DF89A-431F-F75F-CB93-941252D35A8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A89ABA-7558-43CA-28C2-5EC862CB46F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1E6F69-9A9E-C87C-FB4F-8CD6800D67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F2A660-A587-D6FA-177B-60908D8E85A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FBAE29-58DB-458C-BC4C-739DF716E6B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C545DC-155D-9BA2-6FB9-0057BD7E58C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9D4173-B968-9BD8-83FA-2E7F7A55A39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33BC43-BF55-95B3-E31E-9A5ED64A5A1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854AC0-5C4E-5337-D1CD-F885C324142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D640ED-61C2-E0FD-4B89-BD6FCC7AAAF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0CF3E4-F43D-45E4-8728-2D8AA418C41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1B7FCE-3A9D-419F-41B1-4DB29720197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58ACF1-E1A6-7EA5-97A1-FDC94167594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E7B99E-3D9F-E737-507C-EEAD1221E9F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F1DD50-91FD-94BD-B16A-907604161CC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DC2FB-2A8E-F9E6-C7BE-F85FF0E0C0F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FF9031-884D-F5E0-E0DF-9BE8F14A0B6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970D63-0259-C595-783C-9D7935F9264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42FDFC-6EA5-007F-A4E6-5D746EF3DA4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A43875-78A0-31CE-D72D-4AF3A39D466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832CED-EAF9-1BBC-FB60-A542CE39C03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9A9A91-193F-C4D3-79CC-24F192614E2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3FDBCD-A249-8932-E081-8086848E5B9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963470-D270-95F1-CD1F-8AA11346C8B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757DB5-9502-44D0-DC28-65B5993B5D7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E0772D-3452-01D7-13D7-6C27B0ECAF2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B2833D-F9D9-EB9B-3F54-90E8E592552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35C3E3-40D8-AC64-E021-F4BD7F19E5C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F06586-006D-20C4-3546-7A899BE7CF6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529821-B8C0-5800-3558-ADB612FC830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D0E40F-2724-288D-7A45-985DBF202AD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D95C60-8233-6ABD-A1EF-DADEFFF6E14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510CD0-C113-48E7-D81A-24871D844E7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28331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9316-06A4-D1E1-2A3C-8627AF84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2C9E29-BF51-90CE-2D5B-566909B6D0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815A52-7284-F877-7C1D-1C3E84EDB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6655A9-EFA0-9482-6E2E-1EBAA62E1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41E8EA-FC4B-B936-069D-27C64C664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226335-C54A-4BFF-AE54-7F5D623D0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9BFF03-E10F-3FFE-43BF-FE9EC633F73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997D0-A796-03F3-7EDA-91F5B473B03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E5A51-F8EE-C963-3BB2-122F8A23CD0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40526-8427-8CCF-AD4C-65AE56752CE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CEC639-1981-2483-7BF9-AEF571FC92B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F6F356-F9CB-6894-F989-1E85D445480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8A6AD2-2A6C-60BD-5650-1F4E17F60E8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9FCDBB-C706-6E1E-3702-2E4C99E20C1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0EEF7-39CD-053D-6994-7466CA0CEAD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72B259-CD90-1034-DD08-E201A39197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6DA7C1-1824-6E13-0929-3B0D33F3764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F22300-476B-41F9-AFA4-97E63F387D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D2B378-19AC-0442-1177-52F16F720EE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793F9A2-192A-FAE5-2372-53F6004368E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9B598-F0BC-C58D-C531-95D50206FB1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51332D-F02B-8572-C190-5CD53624155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05A89E-7D88-9561-55D9-F9332FB8CBC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1E272D-2FF0-8366-C905-45F43939685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5280A6-81EA-9EA9-D292-1A472F058B0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B9CB21-4389-83C7-C127-D19D20FFA8E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4487A-5A0E-1688-068A-6368EA10A48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DA9216-1223-61FB-F10D-D75132CC1E4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CCDC49-5EAC-EA35-8E12-54633F860F7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F351B8-A0E9-DD97-4F7F-A104BC1670A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8E21FC-5383-37C2-CD0E-885F44DE4F0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6323B4-D58E-4DF3-F1B4-9E3D87C8B3A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205D04-C96B-2F9A-B21B-AD2E84D5B87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DA73B-AF79-7BC7-B670-7644A49B12E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E632F2-9478-E8A2-F25E-ED935847F5A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A626B0-5246-1356-E8BB-DC98D1DF34F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A26D8F-A0EC-F3C1-C748-A4DAED54208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A2759F-3995-3E2B-EA91-81E034A6FB6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FCBCD9-0157-73C7-CD94-372B5666D79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3EF5F2-F650-C5E5-F8B8-269342CA27C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A12CF5-1B2C-EC54-D0BA-F43B8580EB2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5AA69B-3F2C-1A12-CE0B-8069E64EC77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02A9A4-25BA-83FB-82FA-5121CE613DC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7C5A29-5789-2268-1B1C-5AEECC04958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2F377D-C7F7-499F-4A1E-3A56F297C6D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0CE3AD-0239-9769-D21D-1238FCA9C84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E27DB3-BCF2-4F5C-529A-DE9417C9BB4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51BBA7-AE37-6F77-BFD7-97B39A803A6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9BB1DB-87FC-02AF-8049-C23155CEAB3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7C122B-D2EF-D1FB-19DA-207BA6E0ECA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C2F3FA-9B47-4F3E-86F2-E3FC923C0B1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D6D480-11FF-3185-6BB9-52996D40DCD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93CDDDE-A76F-21E8-5436-203D64669F2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A3F109-80CA-757A-0F35-FE69AF3728E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979650-791A-1600-2D7E-A82C2D0AF2A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6C01E4-3B7B-097E-02FC-9EC408ABA20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6C10D6-6213-7CF2-4F77-B40A4F4258E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14FE2D-B874-4BEF-CFF0-F858249DC11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707ECD-A0EE-89CB-1958-83F5324DF36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DA1AEE2-34D1-6B99-CB3A-63FD23F381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96293F-DB0E-4D95-F0C7-9B347C9E003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FE66B1-03B3-15A1-8C07-C1619DE18EB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97E865-8006-54A3-C662-3FD9D1FD745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C19E85-0682-20D2-AF7B-96E8BFBB76F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DFD768E-F1D6-C24C-9A6A-563DDC25729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3D9782-C36B-0C2A-8A9D-654FF30858D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AC0B092-E630-0A28-0B33-5B8B921F3B6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A16961-014E-2BDC-2807-3FC7CCC1B40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BC2079-339A-E40C-8483-D2311D674A5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871945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384E6-D750-6798-DDE7-0EDCB19F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6084C8-D2CD-E07A-72F1-0F4DD0212B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left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34DD8C-1FFF-FA16-9347-B23013A4B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84D7CD-91A8-3DD0-2252-CC6B0D861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E5C17E0-12D4-727F-F3DC-4164B0481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7498A0-68B8-0ECA-E317-E57263A11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345BB3-1A29-8803-522E-F3970B147E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01893-4102-3A5C-B9EB-475F98E7C29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7A5896-7D25-3050-BEDE-CB2F0E07EAD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8F5E03-7BD2-ECB8-AEE2-7D5E81B19FC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09EAD6-995A-6C06-F293-B3DDA6AF427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986EAF-CDE6-1D21-3EBD-F1EF34A4186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2FD3BC-CAD2-0023-855A-2BB909E3AD1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38CC3A-529E-7524-6114-DE4D3D52EDA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23D76B-BE33-C84B-0ADE-0027056CFB7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7B7FF4-90E9-EACD-3F93-A68413AB39C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76B4BD-D738-8BA9-A3A9-966D68590F1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BB98E6-19B6-9BC6-AFEA-6D9F0186493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48DFAB-8402-220F-5602-65D04754FD6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3CA0A4-36D6-D5F2-FE42-D5668F4CD55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3BF34-61BB-1AAA-8F14-8A6E45A0550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62E9D-5117-2888-89AD-13C851F6EA6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ED71A6-F7EC-596F-3BDC-9E05ACD802D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5AFB57-55DD-6A5A-63F5-C1B3DC676B2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1C966D-AADC-CD19-B7F6-CEDC5634365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D2CA9C-949E-6484-1EC7-48584EDA5B5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0CA12A-F558-C97A-55A5-91A35B160FF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80DAEA-2BFB-DFBD-ECC4-A1B7643AA6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8AB3A0-10E3-B3D6-6B56-E8FE44FE727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C53CE5-7C94-80E0-E4CD-9B72031D95A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80E370-A615-D944-E27F-E36ADFA4054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2209E3-389A-9378-5213-6A6554E8E35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CF4AC1-44E2-699A-7BD2-BB825A1679A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FA5212-7779-5ADC-31C4-A3CE1F74F78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45BA22-DD19-1804-445C-047E6C7BDF9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7FD72F-B40C-17C4-2FC4-3E1746D389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0C798F-DACE-EAF4-A34B-FFDE0B4EDD6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8D8F21-DCE9-49F1-51F6-D48C4CE66CF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615587-47B3-BDBD-B13F-E58E4B2083E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C86C2E-8BDE-99FB-470F-4DDA29B531C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137AEDA-BB0D-B98C-18E3-27BF36EE2C3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72DD85-B904-1D18-9273-2989762DD3C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6834D4-0B94-8508-2CA9-73A9B0482B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565649C-3DEC-10CA-37CB-2110480410F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037C07-AAE5-F491-0A85-CA7A8374100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4F0F777-EA1C-C463-14A7-1F891FCCDB7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C8EC10-B71C-C7FF-59E9-229C8518E50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4E1F68-0CEC-ECEC-D19B-5BCC55FE27A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F557B3-AF62-064C-FE49-1939D72EDB0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500E3B-BC6B-946D-28E4-714015E3A4F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2C5D0F-1C67-D306-20E5-F8C7A644BAA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4BE5A2-E80B-8EEB-E3B8-7BA5FA9683D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06BFCC-0D57-64FA-4304-4AA87294165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28757D-1B0C-43BD-63CC-CC3D04D737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006789-BE71-4204-6D35-8B5976E94E1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DAA8148-8C4D-4D02-942A-C33F014EB62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F930AE-2365-84C9-45CA-6A230B955D3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8B0DAD7-B756-A428-3C42-E7F27DC3BE3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6BA4F9-6D0C-89C8-9064-CE47162335E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1B2DE9-25A5-EB8D-9284-CC4D9A4CEAD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AEDFEC-1FE5-CBA2-DAAC-B68AD548EA0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77B7B9-FF49-2EFB-633C-3853C347837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E1946A-518F-4572-1E0D-565FCAA6831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CE37B5-2ED3-2C4E-A92D-AEE05653581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AD2AB0-2B74-C5C5-8447-C5E4396B696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8CF398-57BE-3089-68DC-8C16A48DFA5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45B3BF-6398-AB52-0D6B-C363992F390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588B954-5C49-326C-A81F-D29B9E3911D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E00E32-A0BE-158F-94BB-A3A742AAC0E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104655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B9393-1F4D-BCA0-B701-F2FC4B55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137965-39E0-7723-4471-57051AE83F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3, initialize [14 in 2]. (68 is precluded.)</a:t>
            </a:r>
          </a:p>
          <a:p>
            <a:r>
              <a:rPr lang="en-US" dirty="0"/>
              <a:t>In Row 7, initialize [11 in 2]. (29 and 56 are precluded.)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5DB739-ED20-E1B7-5E01-43D4E5D91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66D6E9-C3A3-C895-736C-C5C04C079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27BBC32-A423-EFF5-8654-67863E963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9C96F2-E824-F51E-24A1-3C78C7EF2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537A61-F75A-D835-AF9E-3BB62F94799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48687-D091-B18B-B417-758E1C471B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BE07C5-531D-4EAF-5C28-E5AC3D79682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BB6A69-C70F-D229-9D69-503360F23C2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94083B-D2FF-8A13-C0A3-29DA2DFC408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BC457-6CC8-F04D-4BD5-109FC2E23A5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060E06-979B-1346-1CCF-74A6E0B8BE2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02CE1E-6FCB-1F9D-93A8-7538860BF7D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215D3E-3C4F-1392-EB6F-C1D85F4DBBE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C60B0F-2DC9-54D0-5CDC-621496777FD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5220F4-C8A6-FC7A-195E-F006BB51FEA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847E34-F920-A52D-004E-62301038CB4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830270-9453-B41F-0C94-65FFA154CAE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BF2EEF-D754-A002-4D36-2413E47A40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44145D-A2DD-9BCB-A046-C4F044AF393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EF086-27C2-60C7-80BD-6506392EDF6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24B1C-EFF4-6D46-F9F8-B1E7ED2BC6C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896BEC-0CE2-CD28-878E-EA628643771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9BD2B2-86D8-A184-4808-C3A74BFAA92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380EEA-7598-05BB-580F-5D51C79D3ED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B4C56A-0B7D-CEB9-4CEB-0AD65995EF4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4D6AC-7AC1-9AB4-DAAB-71B167B603F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8A486E-82BE-2069-9316-4097D1A0819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D3B37C-2FBB-FCFE-530E-D86BC97CC92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B88A4C-81E8-D0B2-82CA-40979364164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D8CA16-A5E8-EF29-8FD2-8EEB842308F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DB73F7-6DEC-1870-3301-6A9ACF03477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92085C-AC6D-1E0E-AA3F-266058DB7D2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DCD0E1-0B79-7200-7035-21F81A15747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CCDC9B-4C39-0342-AE37-0366AF76EA1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C72F1E-1C7E-267F-8DBB-6EB5463F70C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8D4EB2-9D3F-9E57-A60D-7CC8D2CE78E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7CF48B-167A-A866-A702-6188B04C62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A18A1F-6819-D500-D595-76DA4B951FA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9A4781-4DA4-31EE-055B-BC3C57FCFEB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07EA46-141B-3E4F-D312-28FF83C6D40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74F03B-BF39-B7A4-9313-CFB1358877D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12E2EC-8DE0-75DA-3FE1-28F613ED5CB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C03D76-DF48-A146-0383-C9EB9059C72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DF5EF9-06AE-16EE-60EB-60FF2060968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5C8407-A401-D606-5265-4CF75AE84CA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5DBA200-0A58-7A30-F2BC-01D16C6F8A0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959E8F-9D72-A1E6-CBB4-EF7EDF51EE7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A08722-0B76-9B1F-7889-9C1FB75FE4A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76AC67-096C-756E-465E-102BC48067A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44E2C4-E9DA-745D-7E46-DB276B29AA0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E6861A-57BD-0A3B-7D29-54C56D73839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B25D0F-38CE-4F85-9EBB-B173EA77D36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29DD9B-EDC6-A5D8-FD8D-E32674FCB23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3AD92A-B9D2-2B97-DBF5-177F351D7F1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DB29BB-B806-E334-7B2A-ED895E671D2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A47D9D-4BED-1FF7-69F9-5986FA37709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7058FB-7045-6792-483D-830C3B35B86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F3D18E-5062-C6BB-4670-213D06FF76E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427AE7-4FAB-09A0-1161-0DCD3D7460C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57282A-EC44-901C-D9DB-6D2122057AA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303B3DF-7CCF-ED71-F6F8-456DF55DFE8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3E659F-CEBA-1E94-977C-F9BF8DB75CB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579DCC-01DB-F112-A481-73153A5DD5D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E54781-9AC5-9C7E-661A-5A6EB30578F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597D94-BEF8-1A67-6029-512BCA4712E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B4E2EE-0E32-4358-0339-CD44ACB98A5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685D95-7093-D8DF-C411-C20076E09B2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1460A-8B42-161D-D6F7-61E47D01249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B2ED88-F1A5-EA68-8D66-CAEFD39ED33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121431-A9CA-58C5-8A5E-BA2D4F68853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FFCC99-3B77-F997-8756-B45808D2BE7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614869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FB2A-62F9-C4A1-6CA1-9DB52E30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62063BB-95B6-C697-9132-1A567629DD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78D8D71-B73B-37EB-02C8-DDC06CE8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204C6E-9ABD-BAFA-1B2E-8BDEEFEA7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D30707-77A0-1C8D-3790-3C9977033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43C2AA-FFB2-B77B-8B3C-995C47F7FF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93A2EC-22BC-75F0-F434-FF8B0B9B717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65E76F-3E33-B5CA-A476-99EF9B0A04A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4CF4E2-C400-5D1F-5C45-C9519C0DC73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361B2E-0F54-017B-FD71-416DA94809A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A2D89-D987-35B3-0507-95CC94D60A5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0C91AC-24D4-8824-BBED-558A1D77590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4A7619-F4FF-87D1-5ABD-B8DA15CEEF5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3BCDBE-276A-06FA-0891-C394D339AC5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21E54-3372-5471-7C46-733AEB6FD56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0D6DB-EBA0-F840-221B-5E9582E1ACE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D308C1-9951-5C51-AB3E-0239604C739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9423A0-3809-597C-D524-1A6F13B7902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BF730A-F3FC-F4CB-0429-BA1D2039F4D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324A16-9F03-9642-1B42-C01406C9E0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C4DA6-2F22-F5BD-50C3-A592F20ED9C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0C9B0F-A56C-B00B-BA3E-297E49B797F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3E2E0-918B-1C16-55C6-E71EFBF962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76859-FCDD-BBE5-4F73-CCE1D0AA797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CE03F-550A-94B5-388A-69F943AA8AD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264CF-A15E-C4BA-23C9-64CF690B251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F1E3A1-FE0D-9895-F65A-184F1CCC941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4F28D4-CA1C-5846-F45A-86A27E7A2AF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63AAD4-E6FC-87BA-345E-FC322211F8A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8D235-CBA8-58A3-0972-82DC8C069D0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A19CD9-BFFF-3112-59DB-6047CD1BA08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0EEEB7-0347-CFAF-D722-48AD31EBE47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168E01-10EC-1164-AACD-A5809AAA44A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31C6BE1-CC27-CA7A-AC90-3D2281B6BFB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DA2C42-4979-B88C-69CD-3E902D71852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FF1C89-E75B-4AA5-287B-5C8099C9533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7BD290-6A41-1598-DE27-3C47B33D351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442B23-3F7A-D524-2164-8EA9BD81B4E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0E7971-8926-CC47-B5E8-45705A61D20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1CA8D5-DF60-639C-BB10-342B4E49C0D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0AFCAA-321F-A1A7-A256-698A3A3DC6A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5695E0-73B3-DE82-05CD-9D430A552DF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B2F844-BFE9-2E88-8A12-0FC89500539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1A3F51-A06A-6787-EE3B-A5C0413CC78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9DE43C1-CDF6-4815-E4E4-B84689EAFD6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FA788A-D4E0-E2E1-B71E-DE8C5935F81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23D0795-3E54-58A3-C6AD-9E8D9A3336C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F90D5B-461E-2BCA-274A-FFB0374BCC6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EEA36E-C9A2-DAFE-80C2-69B9AC7A208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E532F8-D3B6-DA37-2C98-A74D810EB86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A23362-FCCC-0A15-2E37-AA58D5498E3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693175-A2B0-43A4-B7CB-4D6A4554E09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F27DF2-0E9C-999B-0B07-BD02DA31D02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4D7F8B-9243-3C28-BFAE-FA1BD7406E4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3009A1-D413-5220-1A86-5AD17378495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5310F3-CE76-2E4A-AFF0-9E217EFFEDA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5EAEF0-10BD-98F6-B174-72106D326DD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FC642D-7386-CABB-482B-ABB84D06D3D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B51F9-A6AB-FE1E-5EB7-78AC16206D9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C04D75-1723-D66D-901E-1B85A31430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4DD9E0D-DE6C-1B4F-300B-3B7BC40A208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772C0F5-FF7D-4BA7-147B-CE3986A61CD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57DC25-DD57-5CDD-8654-4CABC7E86FD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D4C65B-B51F-6066-CE2E-3F3FE8769A9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616177-758C-7EA1-5B32-5818016DC24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022EA5-B65E-8CFC-5256-D0CA62DA4F1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05064F-F3CC-9A22-F3D5-16F1F644454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76B132-03EF-7B7B-0638-08584448E3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ADDAF1-C70D-C44A-41DD-AF326131021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D136D3-D302-1F50-4175-0E3B89E4BA7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D9410A-42D5-C129-8EB7-534FF9A3AA1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A377EF-4F42-BFB2-515B-34913FCF8C1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653081-DA5C-B324-E83A-8EB3E062C34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5287389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E089D-4BF8-BE5A-6204-141CBA45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6779BC-11CA-B1D1-C08D-A7D0BAEDEA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FE8259-F258-1367-BB31-BAE4FEB72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F3411A-C522-0C04-73D5-84BCFE27E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1EE4DB8-403B-4691-67AE-8E0890FF8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914CCA6-DE20-4E02-4E60-7267C384F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5E6822-AB88-A662-EAD0-F41F69558B8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2A651-B5EC-83EC-1A6A-CA7A83A40A9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F11657-F07D-DC6C-73F5-80620B7823E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53CA33-F29B-2979-D147-3C67190443D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982EE-04A8-C578-7F23-0736A94FDAB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B27310-7CEE-EBD1-5DD0-09A8CADF4AC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78EF21-A5F7-C960-D672-C9A09B690C0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677DDC-7A54-A60F-6B5B-D3FD918DAE6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355D3-2DAA-B732-27DE-17B76C2D4BB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A9ABFE-32C4-5F02-89C6-BE905B27614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05BC2-ED5F-FA1D-42F3-A472147EDCA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3C0164-7DF2-0955-B709-66AEC8CEF8F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C07CAC-4AAD-F28E-5D3F-E7510DFB452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4A300F-4F3D-61E2-79E0-CBBD3C9B78D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954A2-8A3C-F2E0-B5CD-D6D1ECD9AC4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D1C3B7-FB06-0D53-7279-B307FD80F08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4AA94-DDC0-65C9-CD97-C9AD3E803FB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CD66DA-D608-9838-EFAB-69A28F5D869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854F24-02C5-92CF-1D59-7B39B2D0131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2B47F5-6F1F-663E-8858-821A3D05ED1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C6FB50-01BD-6F4C-F00A-5CFBC27E931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684274-6E85-EC21-F669-FA811D515E9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B7D1CE-D312-AA7F-C645-F5E743786E2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DEA901-8C74-DD1E-A99F-1640A7F2866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53F30D-2E05-F940-2C96-5B20360FEF0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11B075-2AC7-8DDA-9CF0-69014B6A737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8F9D45-51AF-16A5-16A1-81EAF98A72F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F3BC7C-0BBB-987E-1F43-A08A63407AA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C044FA-8CAE-D7DC-FF9B-8AC92F407C0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4BCB78-5A7B-F41D-1E54-0087114F60B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FC2F6F-B01F-956F-4820-89F7E6E7507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CC5F67-68C3-431E-4830-6159CA347A9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103CE4-4DCB-6260-CCF3-2FD5923785B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CCE0AB-817A-92FE-118A-8A2863EF4B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4D525B-512A-0B7C-E530-66E187142A1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7C1D32-9902-B52C-1428-4A522209469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B119714-3CFA-ED54-FE84-EAFDAB5A130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7327C7-137D-D91F-D150-73E947A6E6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55AF70-2F96-37EF-1A70-841826C6C3C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0AF3D5-46CA-492E-777F-9408866E32A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BE3C6E-9DE6-4231-C62D-29E0005BAD6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3D3FA1-C4A9-F678-3914-E8604CF211C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574DD5-7807-55E2-AD38-831E3D4F208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1B49C7-3EDC-E3F7-F829-4E06D06E1FE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7171FB-020A-AD59-3B57-B4C2ED572CB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0B7165-4C69-5295-0CFE-93E51B7FABF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E51B0A6-7C56-8B83-AD49-89166D9688B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9B4BD1F-1D4B-E364-C13A-C9CF01F9074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4BB8D5-E6E7-ECA9-C5CF-97E91AACBFB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CB3102A-C9B2-02A8-DD6A-921373C2E7D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CC6FD3-D75B-AA65-36DF-97E437B7A7E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5C4CE9-EAD1-38E7-8CCD-9D596128822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4BCDDE-AAB6-0C0C-1107-A7CA8833FD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1B40D9-6D27-4125-9715-7FEF8BD6949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698EDA3-66B8-462B-201E-E831D202EA2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B4DB89-E0AE-4723-0159-A23338C825D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DECFF8-E134-502B-75FA-3E142567811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202D7C-04C2-C2CE-72BE-222B94FDE3A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85AF8C-639C-7026-86AE-90815F0F8F9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FB4B78-FADA-6AF2-5E67-85360D09B91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CFE40E-C553-3BD7-A393-7D069E4D011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03A14B-52BA-F837-640E-D1ECC1E506E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064DFF-60FD-DE47-91A6-119F9565873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5E2877-7A9A-2FF4-E731-7377356ABD0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B2B9E2-AF20-27F7-D946-4FC4CA97356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658366-3773-2434-1F84-2928C06AD0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63F9399-A5B3-C3ED-5F43-B8816333F6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26079606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1999-97B7-2CDA-948B-A2276BA39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FC189-A3FB-6C6A-F290-B6EC6CA48C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4DDC09-292F-E888-5266-95C77DCAF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827EDCB-C63D-382A-85A1-67690BD82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9E2AAD8-3E33-A6A0-79BE-0E165A0A0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4D2FF60-1BE7-FDB5-C748-E8F802C770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96F99E-5EBA-B644-A2B8-FF20C98DE39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3E3C7-A316-B07F-2BF5-76FEBD1D136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2F3D5-E31B-206B-A052-C407641ECCD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84836-F892-7090-C36A-F9F6FB3821D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0819D7-21B2-AE92-3A3D-B7552DF33F1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90D48D-2C70-4BB1-EC9F-4AFC2469BBF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D177C2-79E0-D643-7B0C-B23262599A8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1C2277-3660-D552-AED3-0676355E89D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7A60EA-C62B-32F2-7CB4-738AFF081E6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03968-2866-6633-DB26-07C8BFA9333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FC553F-85D7-FC82-F871-EB40D8A26B7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0A37F4-F5A2-7AB8-A380-6A9A0901B31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7A2CF-7508-15A4-BB0A-26C53B4BF67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6CDF9E-5F02-1603-CA4A-3CED71485C0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BF1B11-1294-F537-BC2D-F8B6E76276D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EC1B12-B367-8C97-8B7E-5BF567D5F51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0C0D4E-4289-B296-C21E-0D2476DCB6D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631663-B358-F52F-BDE2-A003B68F112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4B71F9-E2FC-A56D-3CB0-A4EEF2020F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B386BA-FEBD-2FB4-C30E-7AD4149E7D9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53060E-DA9C-3050-D67D-D84A797BD7C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239CD6-E8FA-C4AF-4354-988B991BF8A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5E65EA-4AD6-0E82-9744-ABB087A47CD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41A815-334A-4929-678C-CD4B9E12D3B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8D8C55-554D-EBC1-0CF3-015BA02E68E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95EFB7-2CA4-4B47-C5C5-ECDFF01F150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49E7DD-0E58-4B7A-FED1-D1CB2729A45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3F366A-95B5-6752-4E91-8F6D41F7726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E0AE69-AC4F-1B44-48C1-322A47DD3CA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DD2CF7-DCA4-8968-708A-6C00A257FDF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FCF0DE-77AF-DFBA-1DA8-07F98BB5F38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5EE21A-4ECA-175F-99F6-142573355FB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1A17B3-2B53-7ED3-E0B9-0B16094EDA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D72D9E5-4931-5329-0A31-3FC71F85F34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A2E0E70-F963-60E6-A8B6-CDF686C34F8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5461E1-7D11-7592-5C3D-78D149FC383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737904-E241-4CF6-E1AF-E0A62AA896D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462BD5C-0BB7-567B-01E5-D17BC05D242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F5B2ED-B70F-3247-40B3-4B6B7956F53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857B8C-F206-E736-0D74-11B4676AB40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97C5EA-9307-E7A3-8D84-EE30AA56467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C50E37-287A-29D4-0359-E7B0A8E87A0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875718D-740B-2AAA-058E-2D03D4AD64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318D29-1809-66EF-24C4-C8D882A8968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2D19EA-5472-77D6-9B02-D11D2B8E9A4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C42D60F-CD8C-5326-FBA0-E8C3344FF00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114454-992B-E9EC-2AB1-BB1AA46A88D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D5BFFE-3DE0-5A36-CA73-EDA583B6C2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EC1FE5-A669-F146-7398-59224CE0A74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F508D9-F0FD-90A1-FE44-BE0AA437B31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D8F743-37E5-83D5-235A-378B7BF20A0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818A3B-EEC3-7BBF-B030-C41DFB0C995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4FFCA9-028A-ABAD-E046-909822CE237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8FE4DF-96FD-12BC-7B9A-D3BE787B8F4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11161F-BB8E-F883-0055-BE2A1701C52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57CB15-14E7-649B-D4FA-E328237C52F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454AFC-511E-D563-A662-D02D7DD34D3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3389B1C-64B0-1E49-0AAA-63636528473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5A4791-30C3-E110-237A-D779BC81F74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6D9A75-F073-FFAE-944F-5CC61A57BF6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50D17E3-EDF4-23C7-0763-132DBBA0908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6AF1E4-4C9D-8111-82B2-A119BE166F8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881E69-9F25-257F-83D5-D4A4126C96B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685F55-5C87-965C-54C7-16EA51B60B5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A45CE4-569A-785A-F5BF-D30380B2E2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BFBD6A-B5A9-1501-C0B9-696BCAFC2EE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81B153-BC09-E7F9-930D-68350670C21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2850771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AC5EE-F436-6903-7BEB-B1D8F0F0C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16CF27-D2B7-6CD0-BD41-D91D8C75A0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6A5DC4-CC51-E29D-48E3-85EE00D05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1B848F-6050-8D69-901E-5B1E8D731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CD7FCA-F1C0-869E-6843-D89A3DA1E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464ACAB-5D90-93C4-10B9-80EF6D4D3E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43F722-BB12-E8F0-1176-ABE7BA4FA34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60924-A259-6DE9-8FA0-FF5D2F908C1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5C4B24-AF4F-7DC6-CB3E-B9B54346EB7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7A574-6390-9881-0954-B9A840C3F09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A8025A-0866-1C2E-FC97-640F9D0B5CA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38CB0-A4A7-676A-EC81-0EAE36DA736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E037F4-58DB-1962-DD59-E4B3A3442EF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0E0B2D-BF46-F5A9-ED95-BB994CC3D73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29DBF-49D8-3FE2-BA67-5ACAA8FB605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E350AA-D93E-7E7F-26FE-63AD3B5074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5CAA5B-93C4-013C-167D-D9B530BD080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1740C6-288C-8285-52E3-F4C1BD72609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2EBE46-7FDD-9829-F8F7-79B7B54C17C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27EE-7E64-B371-832C-4566563C8A7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3C2A1-CD53-CDAD-2B3C-D0499548D2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4F331-296F-562F-E88A-4FBC299E394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8C8010-48A8-A961-9B4B-D52F4436817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19229-E173-5366-03CB-BAA988CCC0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1945A5-2BD2-1D40-165F-C48C975FC34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855E7F-742D-E10B-4A79-23CE72E3574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5B60CA-9253-E0D5-77C9-B5CCD719B82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DE9F9F-51F2-0FC4-7C6E-4FFA5FBD1E4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A04AAA-D3EB-CFF1-E2B9-405BD2D3D60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173441-FE4B-67BA-D377-2BDB16E94DB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058DC8-4C16-D8F9-4F2C-929702D1AE2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76A614-B9DA-ACF1-8266-5C04E6C2F29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181568-4880-A03D-F327-20B78419496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9A546C-1571-9648-3C40-FD58EA7A8FA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57D82B-0181-5EC7-0894-D1714EDD1EC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F80829-1E67-834E-6074-06F0E7B0568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084AA4-3DF0-BA13-D3FF-2EDAEBDA61D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1D2F31-BF70-ED6B-9364-3C65481E28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B34CE6-0ACB-2407-CD4A-146B4A11FB5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2BDC3C-B0FA-9C56-FE9E-F650A4A2607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78A9E1-F9F2-2845-4308-5D99AE96C9E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8C4246-6302-D164-A654-5904C48ABE8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E23E6A-FEC3-5656-CAB6-CB713CB15A9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251A77-E048-96FF-E8A5-4FA32AC4163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2245CD-4ADA-0AEE-4166-7A6C6FDF781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4444C8-BF25-A1EB-1DB5-673CE173AC2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24DCD0-1E7A-B046-031D-8563B70353A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2AF81F-3BE4-EA99-D849-4D70590390A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130AE5-83EC-B245-1C69-68DE26675E2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190F12-F293-2520-7F40-8F056F9679D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9E551E-0358-CE09-A919-1DEF95A8905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6A2326A-A786-356C-1ADE-47C75621F0B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D6871E-0435-204D-BC6B-AFBFE31E6CC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D3EBAB-527D-832E-9AB5-1D3AE07C7EE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E55969-B073-B1E3-20ED-B8E9431D8F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61487F-941A-8975-74B5-2C7F09947F7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D53FC-4D90-D70A-8542-3DAB111BC14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6F5B044-38BF-1C61-3536-16F15CB8F0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65E60A-063B-6EA8-7560-250B9DC7BB4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A711A4-98A6-853B-11C6-5F90CDB3FBE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E067CAC-4BA0-EBB3-4244-95AB1558CD0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D5E159-BBF9-73B7-C1AF-D59074620C0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D77FA-CB24-AB23-B73E-C0E18EBE9E4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BA66D1-5BB6-88C6-7164-23CDB6EA026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447FD4-527E-738B-EFE4-3FFD0EA2A54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F954CA-514A-F136-904D-ACC61427F3D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E66C6F-D942-E7C7-1547-2ECE4ACC012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1BADBD-A222-E6DB-4409-C53C2920E4B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54DD72B-BE53-2505-23B3-BD9C38CF0C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32AC68-D3D7-47BE-FBD0-1EC59325034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2FE9DE-5FE1-ED75-3964-EEC0E5DD637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2B20E6-0082-E57D-0EBB-F2A4B127BF9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5A077C-5E8B-1CEB-0A3D-70159E1E276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19472842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254D-7FD0-08B1-BE60-5269F5D33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B08D53-45CC-B326-C6AF-7F40FDE670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upper left block, note the 36/67/73 triplet.</a:t>
            </a:r>
          </a:p>
          <a:p>
            <a:r>
              <a:rPr lang="en-US" dirty="0"/>
              <a:t>In the lower left block, note the 137/137/73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3711F8-5D6B-AECE-1981-5DDB040B4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CA24DA0-B5B2-E2C3-00EC-3D48F3D44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BEBF20-2CE7-3369-2639-CCFA1F96C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080F4F-5418-970A-791F-B69E7AC54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0A6D51-D154-E021-9755-C1EA7CF12BC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2EED5-C02B-20CD-7782-FB2AEDEEFCA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87C0E-DED5-1A22-4B1D-5C14D067EBC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70783A-4C7E-7221-8860-9FC7A5BD4F7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09BE4C-A30B-7BC9-0819-39944CCE019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53025-A85E-AD00-FB18-58B06E28674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A2E885-22CD-39CD-74A0-AA86AE967DE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A4089E-6C2E-01FA-9C1C-ABCE525549B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79686C-FF97-819A-174B-823BFC84CCB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93271C-4229-F24E-89BF-F0BFEE1488E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721935-0A37-4FC7-4AA4-F01696AFD70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F03EAD-10BB-36DB-3B68-1F806259A2F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C60FA7-8F15-BA94-2D82-DE97036DCC6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C47B71-1E69-F13E-A587-A4DC308EF58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25BF4-6830-838F-A884-5CDC6EBC889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DBB0E5-AC87-CB8D-58A0-CB826422669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329069-0FD8-45F4-1856-B641424F2CA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2FF5A5-014D-6606-A553-B9ABA6131BB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E2687B-EF3D-43C4-3D12-785AFF7C47C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6B7EFF-B4E6-34B5-7E73-11EBA1ED05B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A17A9F-BE04-1D9E-FF61-6419C26E4EA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16074-656D-C22D-3E8D-5213E09430B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084034-F1D5-5F91-31B4-2BE710E5FA6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CDDAE6-1D09-0DEC-C91D-FC65EDEAC6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FD9084-F3DC-4A3B-6605-51D3F7D3F0E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BAE7DD-00E3-AE1C-BE79-0D43F0A6963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31EA62-AE5F-47CE-E99C-F66FBA7E551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12501E-0659-9344-6A5F-CC2C352DB17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A201B9-808C-7E82-EB01-6D7C096A2E2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E3A3D7-2EB1-CB24-B263-51ED9FF73D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3BFE48-5930-1D78-F397-35BC08FAC0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BCD5CE-91AE-69DD-35D4-A2566BF4DF4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5F48A9-696F-8751-3ED1-A113F7E3B61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23C562-AD51-49AB-062F-127F0EBD63C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6FB549-6F2E-14BE-ED50-73F75BFD566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BAEBBA-E0B8-6BFF-CCDE-446F938ED32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810A83-4AA1-A9BB-5A48-16F6126BA5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353244-B4CB-E93D-912D-BECB9993654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CD101B-C64E-2F44-33A4-3B69BB9E7EE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20056C-3939-3728-0D32-A166798AEB3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34CBD5-509F-FB00-B37D-4CB3FE66AA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5C790D-6DD8-0AEF-D4B0-DAD85F0D68F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5CD15B-27D6-60E7-18F5-4AE57AB1F2B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A48480-E97C-65FB-F1D1-988AB8A035C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D13960-F8C7-1200-3EB4-FE8B6433587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48AB1DA-4861-C946-77AB-B35675C2FE1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46E560-508F-A2F6-DD02-85CA118B15C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589E8F0-ABCF-F435-CC22-2722ED3E8DA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688051-776D-D326-9DB8-1F9B7AF7E1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0C297D-3AF5-F051-E230-8F1835103D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C9B67CD-D0B6-D823-4DB5-B9B7756FBE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56C5921-7554-9408-58EF-9C7057F50C2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E7E0861-40E5-F4CC-F997-7C590115FB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29F142-21B8-8FAF-A974-171E22932FC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27C7C5-D4E6-5B6D-2A67-84AC486E33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F92B6-1608-5FE3-27BA-7DF692E33A8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D33CC0-64D9-38F8-00EA-45A924C24C6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D4B5A7-F4D9-48D1-3DA5-342048BCDB5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B76B7-767A-D86E-BC45-F10CB069E7A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260AEE-8A4B-33BA-D844-6FC8AA2AF71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82CA8F-4614-131D-EA4F-75A46B982CF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FB694A-D087-C2E9-216A-62DA9053654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45A117-1D44-92EE-3756-65D066ECFA9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10D609-0A1B-E1F9-8D12-89A71A4F2A0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87BE91-8320-23BE-1839-4950F41688C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B4BBA9-8A44-B050-4445-EC2E78FB77D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BC2E5E-D3D5-4C66-E4F5-A714E1AE07B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38101974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CEBA-1DB0-2F40-1FF5-9EA583F1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F8A261-F125-2699-4823-52C78A3236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[12 in 3] must contain 8 and two that sum to 4, which must be 13.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EC2DE0-AE38-67FE-7A6E-9C294E876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98FD6A-1846-FC79-FEC9-012014038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22D578-45EE-E50A-2ED7-4917570D9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1B39C0-08FF-9357-0BC8-D31A898670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7ED60A-0C89-9979-EBFA-4DBCC0E6511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FC32C-3DAE-80C0-57D4-92591E3B9B6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24CBCC-3A67-A9DB-E2F7-5E92646A9D3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D5E75-093D-343D-8A9A-7DF6C16819A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373A2-2C5F-9322-EC2E-5CB193835B9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07F25-E7AB-C76B-9636-4B681BE93F3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41D6AF-4744-5282-8221-C992E8498A8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BCED96-829D-CAE3-95AB-B427FAC0815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271DA-CCC4-DB0F-0182-32D24E77C0B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1B9AF8-046B-7446-6BFC-2072F4B043F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C680DB-155F-E418-AD0B-4B2904972C2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4FF86C-E558-C642-15C9-E42791BAD8E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D64639-F867-6951-47E5-7D1A1E6321B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ED85A6-730A-FF18-CD19-34D0CB9DB8D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D4A5D6-3039-DEEF-D05E-4DAA178D1FE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FBBC14-86D9-47D3-3CAC-D02E039D8F3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07231A-ECBC-9065-C95C-4AD98AEA81B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EF7C50-90E4-2386-25D7-C40E7C582FE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0D1A3E-A045-6C61-591E-B517F629663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159528-400E-25A9-08EE-084FA813A2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66B8B9-DD0F-B848-B67A-0796A6DF253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4061E2-CA40-81C8-9785-BCD335851EA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5C187A-1331-CE5C-340A-390A218C529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762F9A-408E-EE82-8E19-696EB102CCA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328CBA-F2DA-6A64-A608-8B1F813BE09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C2C6FA-7BAF-DBAD-85E8-CD746808D66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ACA335-FE9A-B852-02EA-89D162F2FD6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2866A3-9258-F127-D4AB-7AC0318FCD8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DF05A7-29D4-ABE7-DBC3-D77E1400B8F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2BC0F3-9573-0530-45F5-519003ABB0B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E50E23-4BBC-BE9D-02D8-F555D9A199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8F28E8-2877-4596-074D-7793602318E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D08768-D7EC-F3AE-DAF2-1D0276F0C05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B33C55F-7DC6-B057-94C5-2B5690A8808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A91FC9-044F-56CC-8628-3125D094439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16757E-38B2-28A8-E39C-CFD3CFC972A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2B2861-A827-1948-3AD2-EBF069F1EFB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F4C1FF-EFC8-1963-4283-7783D5DDF50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C40BA4-C4E9-534F-531C-9A57FC66403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CA0961-4D2B-81D1-51E3-EE23A29388C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A3EAB-9A03-0094-95B7-43B658BD52D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76A555-7F93-22BD-013F-F2D08B289A1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A99D733-0610-0C83-49AA-90BD9BF249D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7CA796-696D-EABD-29F2-46937F10317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425850-7DD7-C5A6-47FB-0F1F7B1099C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F9FDEC-DEE5-D71E-A6FC-885D54E8C21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D6175A-1C63-21EA-3099-59A7C06AF77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91E501-171F-9062-9DAF-1D3BD273482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978C84A-0428-1BAF-E889-36FB56C68C2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1F98F9-1B2B-165D-3C56-137D082E6E1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CE4213-5E50-0283-E7A8-3C5ADC09209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13D7F9-EC13-C5FF-A7EB-E1F473FFB85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04846DA-2898-7017-B0FC-1B00FCA2AE0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960263-DBBD-4BD4-35ED-19B6D0E161C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0F035A-EAF1-7A8C-A49A-46057188268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CC47E0-D491-A9BF-75D0-4D2A00B5F59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BBE96C-6FE4-405E-230A-21684E18039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77EC37-E2DD-8FE5-8CD6-BB1E3F3B880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69BB63-BC70-BC3B-7C92-73198B7DE7A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A41B8F-A890-EB87-A020-61EDF9B6B31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49CA11-75F7-3900-0C61-B45EE1F97BA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22E94D4-D9AA-AA0D-2B43-6CEFDAA33A1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11EBA9-3A22-14F4-7AD0-2D5707498FB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682A9F-C4C9-52BA-2172-343D0579058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2C3C9C-DF58-C784-5C7A-AF13597E90C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576F0C-3C48-DF9B-AF00-C6EA444723B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F9E556-8D17-D953-D294-8A67DC4DFB3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AB77C3-DC39-375C-3A4C-A5AA00AA2E2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F26DBE-D2C2-5562-013B-6C734043D81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37AD6F-C862-7126-D5E7-56F01441DD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38110196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6E73B-AC3F-A8F5-247E-152352C7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E583AD-F3E5-097D-C547-191C4A694F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BC6A6B-0B97-6B2A-A415-B245DB8F3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AB7004-A2A4-DB57-44FA-07FB1B24A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8FFC22-6AC1-4FEB-7CE8-3660B1D6D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D26343-FB11-3F9E-FEDF-A86E28702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F238CD-7671-2186-3886-8236667B545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3A785-1245-FCB0-5613-FDA14B6541D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BBA78-2245-5E1F-354E-0BA60185519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4AC11E-94DE-9D6B-608C-E70209B62AA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26E377-F95E-CC3B-A9D8-DD5A10E2795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0F03F6-F604-9DB8-B9C1-AD15DD42411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5E87B-EAE0-AF8E-CA95-E823D074EC3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64EF39-D431-0BC2-6C11-250EB11BD81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48CF51-3FCB-0F48-0971-780BC056F17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C9851B-3273-E2BE-ECF7-744B334212C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4AA472-0B5D-87B9-3274-A472A97CCCC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BE8715-D5F7-9E57-208F-F8B81160A76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715C3-44A1-513B-B8E8-7D2BA2B821D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6EA0F-7517-C822-498E-96ED4D102F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A322E5-B267-C93F-11AF-7FFCA17C5F7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443224-03BB-D7A8-72CD-C553F12F103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A295C9-4C2C-0C27-CBD7-2900FB6AA07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08D34A-E37C-03A5-AEB9-DC95DB62261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C60C67-0A6B-8C5D-8D81-BA6A151B5F9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4EB6B7-9CCF-DA42-887F-BE00F090341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084977-8288-01B0-C688-813DA3C6DD3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E0A495-3546-ED49-5BA7-F07476ED0D5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04D31B-F6B2-01C7-7745-C0D1CE1049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AD4477-1D2C-9053-B031-E6AECFADC10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F96295-E3E9-758B-64FC-F43FAA8828F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C5220F-AE89-D340-7152-F7C3C2D7DBF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3C6B97-A251-34AA-B487-7128BD3D38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86A072-EDBC-ED45-6295-EDE19DB0584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2CF504-98E3-3928-E38B-DC53E39E9E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94AAE8-5631-F324-B27D-31AD18A9B3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8789A7-425E-B698-841F-BD7B16647A1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CC0E37-3124-6D53-23A1-B337343C3C1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38F49A-379D-CEA8-46DA-9611F83E823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0B10A5-5AED-4AA3-F334-6D09C9B4D96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7AB089-2BA9-22C4-4915-FD78719D32E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1D67CA-AD6B-29B1-2967-2D10C719294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EC4813-8346-6ADE-4447-D4C141C8C12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E07A8F-C61F-F999-1D5D-0970D6A069C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E1601CC-2ADB-8A2B-0906-0DCE554073A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BB3E83-4A13-8F4A-B0F6-54FEA6AA8C5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7567DD-DABA-12E7-5DD1-829C9053378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925E80-918B-FACE-C1F9-9F9C978843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7BC233-51A1-D820-1968-C8633294E95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0EB736-F70B-A139-C22D-C5A1F094F6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141C01-DC35-4A38-584F-04382C77FC7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08E206-2B3D-1509-AFE1-2CA9F94AD27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28905E-5CF7-BE66-BC1F-00B6E64812D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4C29D-A1E0-4A5B-5436-5FB8A6DCA37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3ED656-18CC-7B97-910A-4D70EE13597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ABC586-5CB3-C4CB-6C89-E5B565DC9D7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0447D7-0A07-0C15-D2C9-89D6897A244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12A879-C92B-49BD-F5E3-295E5B63509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6E2DA5-4874-855A-1704-A10EF6D6F4F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89E862-6AB3-ECC8-1CFA-6AECC701EB0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8B14A3-B654-48EC-D7C3-8E2C2A5A51A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FD3ACD-B3B2-C2B3-9853-D12731BC499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BB6133-C242-AF6A-93A1-D3C0FEC89F9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121A06-D833-4D71-06D2-C0E9A307A91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93E23D-E0C9-2417-D4FD-E24128FF96D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071118-0298-45C2-CDD7-FA911B6C73A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8A0F3A-4CE4-9055-9DD0-DAFCB4A6E2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8F18C8-ADC3-A523-92BF-E88E634DFF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B376002-BD37-63BD-B259-7CE996F6671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EAA2A3-4573-BE8E-52AD-B0652A3C01B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885DF6-7471-E15F-875E-2B9C10F950A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592EEF-BDBF-7C94-9F71-E0FB01286F4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58762D-DDD9-AC77-3024-1CC99BD762F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E47826-F6F2-9F20-F9D4-3D05E1C2B2B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3D2F145-C345-9E50-371F-AD4E97E7409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32254C8-BFED-A387-90E2-94B4FBCCD56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</a:t>
            </a:r>
          </a:p>
        </p:txBody>
      </p:sp>
    </p:spTree>
    <p:extLst>
      <p:ext uri="{BB962C8B-B14F-4D97-AF65-F5344CB8AC3E}">
        <p14:creationId xmlns:p14="http://schemas.microsoft.com/office/powerpoint/2010/main" val="1103327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C8D7-39B6-F749-C229-AA08651C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2B2313-E8A8-0431-AB81-8FA37601C1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2B8564-0374-0B64-5100-F1D984233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FE8C663-F215-9940-1DAC-27200E114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1FDEA5-6798-668D-BE42-AA0426DC98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C5478C-20E5-6D31-569D-EC4619ED3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3A4680-4219-6516-720A-EB6C37D87F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38E11C-A0DD-8E3D-769C-99D71152FD9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1D5B49-8E5D-6E4A-1DB8-F87B60679CE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215C6B-88C3-9B3D-CEC4-70040C0C3BD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D7BE9-8C51-BAD9-BD64-449ABA4DEB6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0B24DC-9A77-DB0B-3553-E4D0D694250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29D37-A7CA-62D1-6268-386909D55ED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D2BDC2-E10E-1178-9410-7A5BE117416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CE67F7-5088-640E-6901-592C1442B20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CB01C-3AE8-F4FB-C941-54D0563D04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16A48A-C185-9132-383A-869AC759C67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E4EF41-FA58-5834-F024-302D1FDA16D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24FDD3-F230-31FA-8C05-F52ABE33641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A401E-67F3-A518-7A7A-28753C304E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2B7091-627C-B7E1-6AC1-437F83DBE31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4884A9-ED99-83FA-FB80-61E141294FD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F224E4-717F-D8EF-BD55-01AE3ED57B1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FD8636-4450-2A5E-3546-CF2C590466F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AD136D-8716-F7D8-CD6C-6FE3654B779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19CE3B-6692-EB2E-1445-0779C797860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7AF1D8-8E5E-D89A-936F-4449ABFDCA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B68D8F-B67E-D2DB-8089-687B961410B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7A0984-2F71-7420-043D-803A7CDEB83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213E0E-9A7A-2785-F402-0A6653C08E4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629753-E653-127F-1E23-89C890FD165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999336-94C5-E147-0479-1059E5F445D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3BD8AF-DA09-CDD8-24B2-C63E7D9F22B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3D5040-5B8F-DADF-CDAF-88A3148B1C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022132-CD52-C8C7-364B-4DB5E339A52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D085E9-ADB1-DD96-EF02-59719139722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58A7CD-125C-7FE6-84B0-4482B77FF76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812F57-B1DD-7DD3-41C3-DDA4418CF5A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06789C-C941-7C4C-AB59-6E236508012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4949D2-D05E-CB52-650F-D9DAACA7648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854C61D-D825-EE64-A2ED-159C372A2CC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A9272C-EDBC-9B3F-1D8E-02D25A590B5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3F687E-B8D5-AC61-74D1-FBD806BA06A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1568D1-E8A3-B162-36F5-ECDBA40B520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5DC2BC7-698F-7D63-FD4D-47EE62157E1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B14D23-05ED-0141-B39B-CCF332E06E2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884B15-62E8-8C51-ADEE-AF4C7052D46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7252DDB-2CD3-3D2B-DEE4-BF299A23C9D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A35C00-B420-FDBA-85ED-89852F60054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3B90F4-E158-3233-DB80-EF80F63DB96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A0DCD2-50D9-4257-1750-8127545CD9D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504AE3-A434-F39C-FBCD-29362E62499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34A2E1-6135-91A4-FBDD-3909DC689EB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848156-51B0-B21E-5B5A-383115F8751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17CBD0-D2E1-93C1-A7E6-F921E1CA8DD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A55615-B01E-A0F2-ADD0-601EBA267A5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F63E00-4934-80D6-5E09-56C53528EDC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567247-AB31-2423-A9A0-368BEEE3FA1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FCA78D-8154-641A-E484-BD00720C6E0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AB4BF3-93D4-0494-FDA2-89E2B055951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666A7B-AD56-E43C-0F58-06492EF0119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971C5F4-62A4-0ABF-7069-AA0C165A463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C1BEB8-979E-8935-3B16-198C5BAA55A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0708779-922B-570F-1FF6-0A890E3B0CD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C7AEA2-3541-1A95-0045-78DEDAA2BBD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D0A6728-919B-460B-58D1-B2913DD773B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AA844E2-1081-7DF0-05BE-5811C0C4C7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72AF544-37AB-D92C-3087-7D7731DB558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937CA3C-987F-805C-607C-1E5527EA369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86365A-F257-E4E4-92E0-DFC6BCA455D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2E68DF-5F57-DBA4-1EB1-9A54D8E04CB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A09E1BE-1285-837E-38AF-A056FA53BC2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14DA2A1-7E13-516A-A32E-DCC35956DE2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7B71D4-E345-720A-0C08-9D5D1BBDB06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3AE4CE-E9BD-9E09-1BE0-808440903BC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046D08-A4C3-7D79-C5CA-EF4544C0428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42709772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995D-FED0-6035-D682-AFAF0B5C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D3045C-397C-A14C-E40C-C277D6AB9D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6A69EC-9010-CDC4-1A94-1F1341DD9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0D3C487-7B16-D403-3059-76BBA387A1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5DC2D09-8D33-AC7B-6085-87143CA44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28BAA5-BE30-D21F-B94A-6856B758BE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DCD761-E438-DBC5-BBCF-95E961A39DC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223AD-93AA-2E81-320D-E33D3BD1FDE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814959-283A-E55B-787E-336879F949A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AA1439-6C03-13B0-5F0A-37D1E229347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04392B-3D7E-D59E-DF1E-5E279691FE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0499EC-317F-D004-51F0-95581E2E7AE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65D21-24E1-85A7-0B52-5DD44DDB578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EFAC13-8CE9-9222-6556-4F17643FDD3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BAEC35-5384-7E89-899C-EEE584205C7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EE8636-445A-FCEB-7E5E-3E6778175F7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225EF2-C0B0-C147-4715-4C9D8D66EF3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471416-60DE-DF7A-C5FC-A7CCEA2D083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8ABEB-E085-F7FF-55C9-793EB2879AA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0D438-DC46-0CD7-D7A4-2E124A77FA1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516D85-C78B-AC22-4C24-483DA954601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92C9D-98A6-AE3A-A912-EE7AFEA850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6A7970-D50E-6E89-4A0B-C7E2AD51EF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D43529-43FE-CF50-4957-2C1EB1C2D99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4AD4B5-86DE-413F-CB87-ECCADDE915A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85EB0C-DA3A-3EE4-6D25-81B39F2ADC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92CDB7-A45F-402C-9614-B7E3F7A3E02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6FDC24-2151-9E48-E12D-983014A708E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72359B-58A2-9E2F-00DD-DB57B760881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7258AA-0535-1EAD-4F05-D03C656823A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2BDB88-799F-96ED-7AE9-89F60071DAE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A84076-3FF0-7D86-9E4C-E1FAFC6BB98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8AA2EF-B0BB-E178-93C0-BE9F33F9618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4348C6-CE7B-0193-EA05-23BC798D798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A38B67-7DB1-700B-FC67-ED0C70640C9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DB2E55-8D48-210C-8A69-702E9AE7AFE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7E8D6E-16D9-41C2-2C15-EBB54CB4AD3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F88A84-0AAB-85F5-118E-5D4E645CAA7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1FD2E3-BA6A-7B55-5C3B-E2A72992EA3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2390D40-9584-5706-0AA1-C69311A347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770F047-2CC2-0028-2E62-9E36B8D4B83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48AF93-CCC7-BB77-BDB0-1BF8B175EA5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D8EACC-836B-88C9-DF94-518E5D082CA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827E28-AB4E-8963-97DB-3C84EC529C1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DE22E8-424A-65D5-3261-BDADABA6EF1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593A34-BC6E-8898-4F99-6301ED2AF31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C40F096-C213-0CF8-258A-0487D562257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EFB9AA-A5C8-6FA0-7E98-557CF0C22BF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F30A8B-7627-50EA-4D4C-8F00E5C3C0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B6FC5D-929C-E343-D12D-F2F5CDBEC88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CED9D6-F5C9-C038-4324-DAFCF4A862F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86D957-E547-600B-A8CF-EA3BE34BBC7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3F3676-3A68-C6CB-EEF0-6AE92105318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F4E967-C4ED-FABC-D29C-08858595B2A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EB74FE-38CD-3FFE-5C94-4C5934E20C2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14A725-10B7-4E1D-AF50-C26714DD125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AA71B6-9FED-9EE9-5DA3-A01791E79FF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83CEF9-D095-828A-5357-380A89C4A94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D3351F-FC16-5AE3-4097-D6384596D3D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EECC36-2656-2E18-27A7-B0CE4F16C8B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2EBFB1-6FFB-94C0-4EAA-9ECF3AC5778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19968F7-B231-2BD9-FDCF-9234A8025FB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CEDC088-6A4D-7350-91B6-A2C2705605B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02A26C-7514-B8B6-5F15-245AA4E063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39B02E8-653E-5947-3BA1-77F2531C91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0CACA2-D5E6-4E55-200C-F461A6474E4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9B70289-C763-33F2-3795-C09A0792135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1F3473-4194-600A-ABDF-EA5983C3150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5AA017-2292-9989-E206-1942FE2D834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34683-0CAC-517E-D4BD-D3101DABDF1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3AB76-2331-339C-BA82-F84B2E59485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4E00D2-FDB6-E57A-C4FF-855D0038828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2E4E12-4E01-96C0-DE4B-1EF40212377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1D7280-A202-2E33-2FB3-855E0417396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6DE2C6-5292-5D5A-EC66-6450A8A95A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775572-7AB1-1DB3-B1C4-3F9D8407521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82079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CBA5-4C80-0F3E-56B2-C8737D5DA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3F00F9-C963-EAF2-42CA-B0777B8A8B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135D81-5D32-638F-31FC-9E67773F1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9D54A0-88FB-8506-1F40-72BED5EE1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671351-280A-1A8E-3429-6FA270284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B7B65B-F080-B9FA-4F98-08F08782D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A9D9CC-2C56-2866-EBA1-8CFC3CA96E2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3E574-5DD1-B1E6-F67A-22F5E215B4E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E0E8EC-6C93-B2C0-E529-BCA21ACAC13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13D65-4D47-73F4-9AA6-500E3819240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31D4C9-ABBC-0682-2BBE-54B593801F9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8136E-E8AD-3CCF-5C56-27784A688B8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2584-B7C1-5B3C-D967-B9798BD1B50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DDA604-010B-A4CD-1597-D836D7CE8B2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F1CCBC-4406-D0D7-7451-48B745450E9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B7E2656-2ACC-D3CD-036C-9F2CC252FB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432E83-4A19-6883-F0C1-07DA992317D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51F55B-9087-3322-DD22-040879624F7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DC839B-16FC-34F7-45E6-67A00A4DF5C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0B2BCE-E266-AE19-0E53-E4514614485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717E2-2449-ACA9-FA11-48FF5525E3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B4821-BBC3-0207-9195-8ABA1A79E9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4B2FCD-DC09-2D25-A133-52F30A8005C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E5742-589F-AD81-C23A-F1D343B4B61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F3194B-95FC-A5DB-A62C-7DB73B1BFFD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7388E6-D048-4FAD-0D7B-BFABA173A39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6A1145-CA1D-8824-88A9-5DE652A4C60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C075C4-FC59-9835-B917-40E006C01D2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23BC7C-A26D-2EEC-43AD-16F59897218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71EA6C-5113-3F59-3C9F-E0732A430E3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E0056D-5A4B-AFC3-3A97-1EDE17452E6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044FF0-A21B-2D6F-11E6-2FB4FC306D2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3247F9-5C23-3BAF-EF24-8FC0AE08FDE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E2D14C-9955-57B1-06EA-86955E2B4D7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EB91B8-BA1D-7213-9A87-9EFB8D1DA6D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48B9AE-16FA-6BE3-A26F-5DDDA0B5819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D85C195-AE22-DD24-EAA4-4E45FB6A502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6DEC2B-3E8F-09DA-4852-96A98A0653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10BA81-7830-31CC-9C06-A49EC2926A0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CDE489-FDFF-A38A-EAFF-0C10FB3E678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F3F6C47-9F62-D5FF-FB47-8E24313F4A5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85FDDC-4C0C-498D-5B2B-7324350D3F6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CF005E7-768D-D238-326D-398DCBE629E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7E5F72-9EE0-7ABD-517D-E67EB139880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CC842-44A8-D8F9-07DF-5EB84BF7191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D35CF3-9122-1B2E-80E2-EC9290A2885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E1D97-A98F-EDC2-E680-9234610A54C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9CF8F3-26E8-8DF5-FB92-564D9A00488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F60C6A-535C-E51C-AF34-22863D3C502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593D0A2-35B4-474B-1D95-B9B5F072688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F85C3D-6E95-5B95-BD1C-213CC233FFA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217F7A-6603-B519-046B-447B8803851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CDF76B-AD24-017B-440F-0118FD4E216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B1E388-14AD-743C-995D-EB260FACC94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3FCAC8-AF94-B250-41D5-646C358A7B3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285447-20F2-A7D9-D9F7-CFA0E6E9D8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25C334-BE9F-D32A-CC83-4E844AE314D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19C7B4-5571-73A9-E6AD-C491B4031C1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ADBFD6-8FA5-9DA1-FD0C-C4D10B388F6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9A1D574-3D79-2F60-7CF8-88A8AC94396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E31E80-813E-47EA-85E4-0A1D6E6CBA8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F417CB-30C6-DDAF-F655-60082153D11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30295B-4AA0-5D42-814D-2A7FC009093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F27C1A-3FF1-C3C3-D0EB-39A9AFFA15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DF930CA-CA29-80D6-1E77-B398F72B94A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226287-E6CA-D5BA-A39E-6B468F3A039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4258A4-6884-33BB-9F55-CE183EF0E85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17E25C-1388-D27F-B1DC-755C0BBA793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3BDD55-74A4-3A9E-04DB-63A4ADAD81C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5E41F7-E5F7-B926-1BDD-7312741F48A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F03657-4A89-F8CD-AEB6-9858AC62350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AB7342-AE66-5357-488C-D46E17D3401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BF9D34-EFC8-8607-C954-45F5F2B0A0A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16CD11-6197-839F-FFA8-05E1DA1C528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248101-67F8-AA11-00D1-7884CB8253E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FBE8838-0A1D-499B-D0C4-3FDDC27BE85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08415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2921-D957-C83D-CDDD-1EEF09E7D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B12FF6-359A-0471-71D8-5DFD977333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E96FEC-5A31-862B-A4D2-F91731281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0FA3AA-359E-06F0-6AE5-0E3863032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388BF3-8D1D-5E26-B4F4-0D7A8C2CD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BBFE2D-B6BA-FCF1-B7A9-870FDF3727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6A8CB9-652F-0E6D-B7C1-036B773C6EB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705BA4-4540-7655-3F16-383A94493E1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F88D3E-8DB9-C979-E04B-B2FADBCD4EF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184EB4-0AD7-714E-0A2E-13E39E90A18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43DD99-54AE-DE3E-6A87-EBB571EE6A9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2EE9ED-5843-9A4E-BF18-4E13CD2FCD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6F2DE7-EF7D-BE66-B2A2-2834575D5A1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CBDF33-1AEE-AC11-7B15-BA00CAAE0D5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20B68E-D2EB-1546-1D6E-F0BDC05A0F8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8791C1-4154-432E-73B8-295CEBBF060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F72B20-4D1D-FF3D-8808-629EF1FE68C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8734C1-F8A6-4B8B-0D59-2FD182C1E4A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2713C-D60A-D15E-83AB-3623E3A2AB0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6D073-CFA8-1756-7703-1B9F56D05F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3FF830-F30A-2C50-6859-BED1BD29990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040E38-186A-DAA7-1B3A-5EBE1D98996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A97AD-2057-53AE-5508-56937B61E7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845BBF-4366-A108-4C9F-67636228C9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E5CD31-465A-B688-C4E3-276AA5D97FD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E4EAD-8E6A-DF5E-1EC0-6AED3F9DAC8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BD46DF-2C09-17EB-7FC0-08042977B8E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79A1BB-71DA-F6A4-0D5A-C3FF6BA2BA0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CBA43-9A7E-023A-3094-647DAF2C93B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6F8222A-CC91-70B3-7D01-9582BB7B263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CA098E-7135-1DD2-49E4-5ECA1384E18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359C63-45A7-2F7E-4EE1-8D677E21797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6BB521-CFFE-A54B-ED10-32D9AE04656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E88CA8-42DB-FA77-5575-D242C517BB5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146A85-8D11-6062-862C-1327B63CFA7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DA8232-7123-A366-9950-97C2F4EE23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639E96-18AE-541C-0FA7-71BFE83DE0D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27CCE0-F98E-DE01-9A15-D5BE267059A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B48EC3-24B0-11CC-8341-A841E4DA84A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5F1947-D308-E69D-D3D8-B2A367A88C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0FC34C-8699-5E81-6EE2-3E9389D0A61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1E0D98-1401-72E5-7002-B2219ED8B32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F14528-83AA-282B-1B27-2F56700DDE1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FE61A0-4AFE-44C1-C85D-6BD8C1496BE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BA9BE5-68A1-6D8F-C829-1338A60D3FA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0F2E9F1-E24C-7C8B-309F-88E4318AB12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70756B-B768-0FA0-E32B-6125DBC9BB7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94525B-EA91-DD11-CB15-B9DA7DECA7A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33AA70-C982-5805-972A-4894CF9EC9C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6C6856-F624-43A1-9AF8-BF7E8FA3DA1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EAD091-15E8-2866-87A8-07552524E3A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F238D4-60D8-7AA1-E488-F8561D3D188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F90DC5-0A55-A267-8E7C-5D1A8E7E5B4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BF05705-63E1-E444-23DF-913DE9E86C7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B57216-E501-A6C7-F979-C19FB7787E0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0E92B2-E019-EA9E-00C9-0F44FA50BC3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A3BD37-236D-B20A-9310-8EBB2DD455F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36E266-FA89-9793-6EEA-6A3D27D0E57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1B1B14-685C-A548-1091-E71E850CAF4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5EB802E-2590-7E33-14BE-2A441A15353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3A7A9B-3725-9CD0-5229-73320B26D04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7B5E90-A3CB-29F9-676F-B2991A6C99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495A58-5ECE-D17C-248C-AB57F621B2B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8F41826-D921-893C-3C99-412D662DA3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C09F77-68A7-705B-9214-9144106E60D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C3A35-8CD8-173D-6908-7418B532BF5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3A0AFB-04E8-8987-7FB6-461D345278D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7E68A8-30BC-BFE3-A4FC-438CE780C0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7B5707-2C3C-2331-79B8-82D8EEF3A5A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3FB18A-403F-35E2-03CC-3C6613094CA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16B4C1D-DE4B-8340-A1E1-628977E5FC7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279F73-142C-C16D-8EBF-EA3E6C12B8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BBB41D-6601-A35E-D1F8-8C4658B6639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E1FDDF-E80D-9C31-BAE9-7AFFCC8ED15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D2DB80-8799-6127-482D-0A1C6D5D3F7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8F6D36-E63C-D2B9-82AB-2D5BC476205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3855DC-15BD-7CEB-0ADA-43DEE9D4810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8535B1-F220-E68D-D44D-E879D34A97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A35CBE-28DF-F88D-CDC5-0CF07E6EBFD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</p:spTree>
    <p:extLst>
      <p:ext uri="{BB962C8B-B14F-4D97-AF65-F5344CB8AC3E}">
        <p14:creationId xmlns:p14="http://schemas.microsoft.com/office/powerpoint/2010/main" val="3130341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86FF6-7D72-E35B-5421-EE6964A0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C46205-8142-7751-DE64-FA2F66AA55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the 2-cages in the center block, excluding the 2-7 pairings in the [9 in 2]’s.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7672743-6E71-5816-7ADF-403504073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D0911B-19B2-8C2A-B2AE-3CF3E06B7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548F943-B15A-BC2E-AC42-93A117D54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899A84A-B699-BC2F-360B-CFCD30D3D6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A763BC-13F4-E3B3-4D61-511351FA267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4BF67-5249-0D94-88E5-B3F74823DCC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7EFB7-6D77-1586-0E99-FC3D753A652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0A211-B317-9F73-819C-DC7358060DB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487642-5B53-16CA-4D66-F4BEA4450BF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4946DE-6671-A6C4-2C4D-CD81770B050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70F31-12B4-F289-E6E1-DECB97DC63A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184414-D693-CD04-ED3F-85EA118A0D5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F13E6F-E72B-EF4F-E14B-DE4C27AD848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2089C9-2995-09D3-7D4A-55FB3831DAE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4AE701-B4DF-7C6B-90C1-556CC810F4D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5BD617-9077-33F8-949C-5965B768B61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38B3A-EA00-2598-F53A-06F2990CA89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7F060-C209-7383-F0BF-D9A21452596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CC4328-2AF5-75B6-3B30-DCE5D272AC1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219D70-23E9-E5D5-D8F5-2B43D97715D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D45DE0-CA59-D206-A3C9-18C20631261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792C51-0166-8F73-8C58-7413E78F0E0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FE91D0-39E3-C00F-A4CA-A5F92B7EBC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47560D-311C-9CB2-DDD1-8E866C91BB3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B13917-7009-B02C-DDDC-D0A08C878CA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9FA497-6F8F-FE0C-B96D-E3755CE58A8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7C6195-3492-1C13-FD9E-785C7BB1F5D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7FBFCE-49A5-6EFA-CB21-B0809134AC6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516BAE-3FBC-B9C9-31E4-4422C3D571A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058F57-A17B-53FD-8D67-39F9881F4D5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B5D816-1B0B-E4E2-E464-BB966529FB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52B7BB-9679-29E9-FEA2-03124E55EFD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21C5C36-AD64-4343-19D5-36B92CE601C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40F7DA1-724B-854C-F9AF-F47DEE17DB5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AA124D-A749-D5EF-9988-8F6B83F650B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698291-D087-E21B-53E2-615328DA316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2D6411-A46A-89A5-C171-AF2479FEA9F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67FC67-F4C6-F794-F637-F95C871ABB2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B0EC82-DB7A-38B8-DF0B-197BEAB8A54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2BAD51-7FEE-46B2-8BAB-4DD9E46EA69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CD7579-AF1A-3B27-24F9-2B7A0065D5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8D9937-E325-75C0-971E-5140C1D1FAB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5D4A0-8820-92B5-061E-F59438B2B16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232607-1254-B2FA-F43E-0F5693DB4EE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0DE8A9-0EB9-7B72-BDF8-C74FF71C91F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B0A744-3686-5377-288C-CC7DF498380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81C53A-5DE3-105A-72FB-2CE066158C2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227AFC7-F0F8-60E7-4E84-EB2312A4D0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DEA3D4-DE45-59C8-6948-B7C7921D15F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4AA6A6-C25F-62B3-9877-04D51F7146C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20F71A-76A5-8873-5BC2-833813FB3CB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E1E53C-0ABF-F2AE-8809-6353EB66E88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E63D28-A5F9-4F26-F128-C344A07D30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31CB2F-CAB0-333C-8318-D617DFC04A3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039DF5-209D-94A9-4E19-2C9C329DCF4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485C49-0039-82F8-4066-70991474D28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9ECCED-4874-3EE8-CF7E-2589D91FAC0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08A471-AABF-D99D-9DC9-F4EE1497CC9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A3218CE-A1F3-8722-2283-F8AC1D6F6A2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BC3CFF-C6B9-1644-0EAE-D0BA2964C51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D3CF81D-EA8B-3B09-9CCC-5C2AB27C38D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1884B35-C800-D4CC-564E-93FA5B9F6FE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7C1309F-3AD1-9411-E541-A6D72EBFD18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CFF3B4-3621-D8F9-E846-B11162590A2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9020E-65DA-28DD-032F-D3B095541C7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1C4D1E-DBF5-01AE-B860-1F40135B0BB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4008B3-9981-BDDF-CF0E-4DD3F50F526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FBAA9E-9672-7433-3FD9-D2BC443E7A1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C06D71-DBFA-AA98-4707-0A6EFCEDD55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CE16CC-E1C4-34E2-136E-FA46EFA7DE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B19710-8B25-25DC-8372-1E02A3CB31F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A4900F1-EFF1-2ECE-034B-D256FA4D4D4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5A153A-083F-3A39-CFE1-09B8E74B0D0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5A07CC-31F3-22BB-C8B4-6F518BCFB9E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DFAD06-B504-7415-2041-B8534C365B3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51EAD9-19EC-B55C-6EA5-09BE809E8CC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B443E0-27CF-79B0-2E0E-05D448CB583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A84D12-E4B7-F656-891D-B04E5D659C4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147606-11DA-DE0D-9443-EA5CBF86417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7C7CF1F-4999-1422-A2DF-749C3AEEB37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9A84DF-2A3A-6AA7-7D5D-916532241B4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30F20D-A62E-81F8-277C-F33084BCEA2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67E1512-724B-473F-1CE1-A4EC8EB28E5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B0885B-1AF6-FFC5-479E-654BC85A797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134568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CED4D0-2C57-3981-21EA-B1EE7894A3D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865431</a:t>
            </a:r>
          </a:p>
        </p:txBody>
      </p:sp>
    </p:spTree>
    <p:extLst>
      <p:ext uri="{BB962C8B-B14F-4D97-AF65-F5344CB8AC3E}">
        <p14:creationId xmlns:p14="http://schemas.microsoft.com/office/powerpoint/2010/main" val="21567247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3A13F-6B9A-6B64-7401-2D6DB584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E4B889-092F-5363-EA32-DE8CA5BA78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9F7F6E-1E6B-C07C-F0AF-B2EA45E16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C32C5F-FC97-4846-83B1-3E8CF0DE2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9995CA-FD59-7C1F-CCFB-20AD0DB8E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1D015E3-1519-7749-BB27-75E961839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F3CDC1-C017-E5F1-24BC-D091C48401C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267046-089C-60EA-33E8-311EB6C3474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6E8B79-A412-70E4-20D9-85DFC8BEEDD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66FE7-5CC6-025A-3CF0-F8984350443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51C839-9A2E-96C2-ABE5-2F6F5D1513E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CCA366-1BA4-E231-C80C-3F6D4D349F4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CA6F3-2A93-4299-8CCE-D0E367AED39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01DF54-1BE2-B2E4-04E1-817F681C9A0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970BAE-52DF-D97B-D6A7-D300C21A5A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539362-328D-93F8-5FBA-8916C503AD0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A1AD56-4674-8CE6-FACD-B4345C880D5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6ABD63-917E-857F-CD2E-5F7373FE9DE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F9C5E-04E3-237C-BFE7-3EA517F3549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498CB-C6C1-8C70-0ED5-DD6F5977A40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5ECE33-3006-2941-2EE7-23F52695955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2AF8EF-84AD-3DF0-45CF-1569F562684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9015B0-1583-71AA-7A7A-20B39900BA8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C71EF0-88AD-719E-6787-11224638C5A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6E8EDF-1E89-CEB6-AC28-330285C606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4AB597-7B41-D4F5-F56A-99FFF291991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60A2C5-4F00-5EC6-632C-D8F03F65C83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0DE9E5-C545-93B8-2853-F06A051A065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19F088-4EF5-CC3B-582C-F1B325B4B55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43DE68-72F5-6915-77E5-6452393B7C8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DCA052-EE02-4D61-704B-4E03836695D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508031-1CEB-099F-A968-1F94A6A3B45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CC1B0C-FC5D-4930-44E1-B88CE02643E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D99245-56BB-F4AE-39F0-7F3BA248DCE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5B9754B-52DB-F79B-0C4F-834B7402212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C2C1D9-1FE9-B5AB-9CF7-ACEDA0246C7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FA41AD-EA15-0E57-02A5-E67F224C3DB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5FC1FB-75BC-D3E7-C652-C4C5CAD29F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F6F539-B46F-BAF7-6189-B010946B7CE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CF321B-5326-A213-BF50-7665B0F0BC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742B68-8B7E-BA42-8C07-E1213B55BFD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5CD498-87CC-9F2D-B0F1-C019FD2C927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CCB51E-2638-065A-34BB-EF8EAFE16BC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15C073-CCC9-BDF3-31E1-00B022B209C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1BB32D-6542-3E04-A823-2C6E573E210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6558B30-A0C2-099E-4946-C0A56E88214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88A9FE-FC81-6BCE-C04B-5EEA6DDE971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813447-ADC1-07BA-A11B-8610DE65E98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E5CF52-2514-8B71-1AC3-BE7BB70FC07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0214CD-C6B9-106A-5F83-DC175742C4E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35DCD47-AA23-ACB4-F251-370968E2AEF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3D1299-991E-4BEE-7C89-0A0694A17D5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9CD8C-D8EA-2B11-E1F1-E0786B990FD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61E898-311A-6DF9-AE52-3BE043BC141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ABDDD0-AF3D-6521-0F0D-CD0612FEBEB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F3A5A6-F185-79A0-AC3F-156A2404C4A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E62CE0-A6B7-4337-20A8-F408E827EFE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57949B-2A8C-D474-14E3-140A42E8F89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E43261-A749-EAA3-CB38-D63A5CA2338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051A648-3509-A300-9D5E-5AD26D072E7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EC1812-B935-4B6E-B495-CB66AECC34E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4AA7B77-ADD6-9AC7-3F05-C3414FAE37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520B40-FE33-E099-6FE3-0D38E4273F0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24FCDF3-F48E-D999-0F6F-FBC2FF4224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43F227-C92B-DF76-250C-21CF0B4752B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DAA70E-8979-ACA6-E2F3-BF59CB5F656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3C62B9-E29B-9AF5-9251-17E3D5142A8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869099-F9BC-8288-D19D-D47D49BDD7F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84C31C-BE47-3FF9-318D-915CC87922D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A3EF54-3CD2-AC7E-1B32-BD6B6967761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B60BC9-F0F1-771B-5DC3-AA457C62E4F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B0F178-E9C7-1598-48FB-5999BE05632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DD66E1-1B33-D9FC-51D1-D1F12464B45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D0AA17-6C75-4AB9-FDE9-C04023FA06B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C4F478-8B86-0DBD-679F-49E144F252F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D7EE11D-4C48-4852-9181-95F29B1E91E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3574E0-5B23-9D48-96A5-03A8206785E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B25A47-FCDA-FA3F-7D6D-9D0C7E7C0FE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4D3C56-6A0F-72BA-1630-AE1B3027607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7C2D3E3-5E8F-73F6-9166-F3019468F62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9B1C6A-CF25-3ABA-BD46-DF69FD34A18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E152E3-CC03-7264-E9B2-F715F439136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622C4BA-9C9F-6B42-44D1-DF6342CD9A6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979917-976F-C17F-4260-FFA67AB78B3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14568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23BA812-886A-3AFA-A94F-4E2FC3C376F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85431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0B2C6E-A3A9-6182-CC5B-C6918A451CE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3B8BD20-3FB6-6EF6-2D0B-17D96FA6FF8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2430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A93C-4914-65B6-7DAE-5D19BE6F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E5F70C-152E-F3D9-45F8-052753CEF3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6, 5 is in the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9D3A47-30E3-FA11-E14B-C36C96C03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48D962-854C-5F45-F9E9-9D8A3A337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C2741F-5D0F-A3E3-8425-0BCB925C32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9255DD1-CE99-9323-FEC6-10118AE00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E1D618-99FC-3F04-8C9D-2767F1EC362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F3F022-992D-2101-C385-FE9C40537C0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3A573-4340-DCF3-1829-D0BEE1A7129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8C607E-C2D4-4476-5179-ED8467564C9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B6A0CDD-FA5B-D4BC-AB7C-90E00A40D0F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4D9B46-EAA3-AE48-56B6-468885BA90B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F06797-C373-6846-7275-35DD43F9C96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C1BFC6-877D-D26E-79B2-B28A8FA78E6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F0E18B-FF71-F563-09C5-742DE321098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ACD0DB-C6FC-28C0-1927-FD862685D56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4D23E9-36F6-96BB-095F-FBB0C5B47A0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D572D0-E06C-0B3E-02B6-06601B00E54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4E8FC-7668-2B43-56EA-B756C0E560B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3E5B39-EA70-5A9B-52D0-62516D17B4F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088C77-DA46-3C92-79C9-5A7FAE9C7B2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B11D8C-C526-777C-9F5F-E43F30983A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A44E4-E8F4-7852-15AA-D59E6D05006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16396B-49AB-51A2-E20F-11BE52E8122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037F4B-EA78-04B6-B9DD-F965F0C8FF2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2DC67D-C271-7BEE-6539-A5DCD2E598A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816A8B-B6D2-603B-022D-56B4BA0064B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E05846-FEBA-DB56-F876-1F449727516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741F6A-3B5C-75C6-64F0-B187FA22CCB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FEFD41-19A8-6FFD-8E36-D02B20D651B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BFF22A-E403-5793-CC0A-A5B94073D64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7A4933-5D16-1C6A-1DB1-E9970409B68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254D89-268B-9B48-E7E7-2AA123F7BA5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FD5CA6-DDDB-0128-A945-45201C4F71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0E6885-6CDC-6092-FD78-50C3DF1268A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7C2DA2-BBC5-F282-9BB2-29DFA432A77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FF65EF-A3B1-C70A-5A40-647CB100C6E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8BA580-9DF8-AD65-CAD8-94C77B357E7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7CBCC-A811-623B-373B-CAED52911D7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FFADADD-7F6C-19C0-8A40-5A1F35850B6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1E64684-5970-190E-3CF9-4A0EF44AEE2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958C5F-0868-9BDC-E7BC-7D2A2A31638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C016A5-30D1-37F1-AC40-44AD57AB8A7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63834E-3F4D-4CEB-B46C-00B1DC01694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D520FF-DA07-E1BA-34EB-88299D1D41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F1E1947-F606-0162-35E0-AC4F57A9C18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A00CA5-F85A-497B-F99C-0771B2F18A4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4244E-D6A5-602F-0C1C-4BA5DA22FFC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ECF9C7-93E8-26CC-A321-786A66DA77E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48C2917-27F1-CA9C-E2E8-9C245C7955C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5B4C444-F46A-4B6E-330D-73DC4F0E2D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10C71F-D9CB-7AE9-5722-B0CAC9429B9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3F06A8-4A44-0AC2-3CFB-F350C2DB8D4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70A7F3-2CFA-C335-E113-4A86A381A4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05F38F-0A46-6404-EA24-D28FF5D2778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F0F185-4A48-5242-7FA9-C045ED55C76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3E3A87-4B85-2B13-743F-19C429340CD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EC7334-2717-903C-1216-72931759923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E1DC3DD-052E-1486-CEC2-667B4254442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C69CA7-4A29-B790-0F55-4E0332D7720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17DDC54-35A4-BD1F-88A7-D08533B5EFB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7096ED-CA38-FE51-D12A-D9F80E00DD7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19ECD95-991A-8471-5A0C-A52260D8A54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4BC992-D7A3-4224-E804-D94000C1C1E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12773B-A7CB-AAA8-1957-C5FAC8EF85E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8CB4D-DCDF-7982-B1ED-967F5F31137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93188-CEE0-6CB8-7524-6AFFE987F49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0CC5DC-F731-93C2-629E-C34FAD94B4D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98DF14-06F9-6DBC-730B-31F5F083FF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DADB15-E6F2-8C6A-9489-26F5913D912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F84B7C-BE4D-95FE-AC55-D854AF7A4E6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805CBC-5B74-FB81-00D8-07C3912296D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06EFF3-66E1-A8B6-0D4A-AE182AE10C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1C9CC4-0528-2B16-907A-B1DCEA06FFA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AF5A5D-B7AE-B2A2-6E66-32E0CAC99EA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3E0B4D-B2E9-5FBA-A252-2DE3D0B24F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38A2C8-04A0-32EB-FD6A-6DADF588840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605C4E-28C3-0E76-043F-3FD057A4BC9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9A75A0-3691-7F09-9F23-5E7EEC25645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E0FC35-337D-6772-D3AE-AC526B36454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CC3A14-B08A-CBFF-3EC5-5AC205C255A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1179A8-1D43-157B-254C-A3C60CE27D2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22B540-EE55-5A07-33F0-827A68A7BE2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9843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F180994-A4A8-B887-E354-26A582565D0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4D0DC50-AFC1-91B5-92AB-5623826E339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B5C222C-652B-05FF-7716-6E25EC62085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3FB998-F7DD-F161-A75B-424167EE3E0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1842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D7C88-0657-939C-620D-29A9D8CC3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B27D31-ECA2-590A-7FE4-7B548B52C1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9657931-1360-3646-4046-8089557F3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BA5D51E-FDEE-C9D4-A4CF-ADDC3DA25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10EED7-A571-881C-6A3B-EC841AD92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3D783D-2E8D-F5E7-887B-F6F88AD290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5E9714-0E87-3FE7-4E5F-B7B602F0A6D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81961D-B36D-B723-56C0-8E22EDE56233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2B2512-5E81-6128-8314-2D48C0638AA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CE7B8-E4A4-BAFB-37C8-C2387FEDCB6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2884EA-5435-6BB6-6FBF-0A2119F6B20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971C64-6EEE-01AC-35EB-FFCE2FFCB00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F8ECB-EBA3-3DED-37DB-A9D27C7177E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E3643C-6CBB-EF51-1BE4-45D5BEF6B9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DA6B54-DB78-D248-10F2-3C4F4E0E007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772F0C-1558-6800-BC58-34E63FE5A49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48801B-E93D-A8DB-3FA5-F9ADD87F27E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6F6DD1-B263-6B5D-04D3-7E7CEC04D3F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DEC96-F6CC-1515-2D07-09517D9F49D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D505C-DE43-1C63-5661-3AD39C6BD8A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08575C-9373-880E-F240-2CE3A6B6C1C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EADA0D-1E83-DAE9-D5B4-9354EA6AF28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09C965-ED14-8759-28BD-491FBF874D2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72C49-CA14-F621-1598-A9FD2A6DEB0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0315D8-934A-D8F1-DFBB-249E88E96F9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E84271-48E5-125F-88A4-41787A1B8B9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563A35-B21D-F8D5-B088-415F287ECF6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BEEC37-17B8-84A9-C9E0-E2FEC0F1A36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307220-19A5-48F0-D319-9B2A14BF042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9B094E-545C-6CFD-0C50-6DA57799F8B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063B93-111C-0074-46F1-7A4724A98B8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96E223-7B64-5581-B1E2-68B2A5B8436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D75BE5-D306-28BD-79F1-001E44E5D63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91B5DF6-EBA1-BD41-FBCA-ACDD7512D59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2DFA77-9579-16AC-82F4-99EBD1EB811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6D20D1E-5122-149C-3342-7084DDC8735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11CC637-BF31-5062-6053-C85E2ED75D4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80DD1C-2AA0-31D1-BA71-49021090EAB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543A35-FA5E-1C42-697F-0D505FB5049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6CCD2A-31AB-E851-DF94-CA5410FC86C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6F8D91-8D34-FFC8-C037-B13D9EC8CCD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425A9DC-DC37-E166-E75F-749AA69C343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EF5BC5-49F6-30EE-618B-9F8DE9E4736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AF7E27-02DB-F43D-B9A9-705A5C3E886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3EA49F-1E1D-EBBD-7449-A6F45ABE8CA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910C20-4250-1A78-337E-590C87DD167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A623B0-21EF-1AA8-577E-2649652F2F2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E0E864-1C6F-E551-764C-271DD36A92D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219709D-573F-507E-F2D0-EEC56231A3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BF27422-FA1A-956C-0028-5663BF3527A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779AB5-3074-BEDA-8CA4-BAC0637611C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280DD1-25DC-925A-2348-5AF8EA0F599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211E85B-144B-8ABD-6DBA-AA87E1029C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4CBD42-0E9A-860D-2BFE-17044A94643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35830B7-D22C-2F60-6172-FD5DD2CCE7C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8C9BBF-6B30-F795-C678-D26183DF267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D06F99-AB8B-3CF5-42FD-C36F98C7862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78B8A1-9753-A452-D2CA-78859F4E4B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99A687-8001-7A02-743F-9AE19CE08A9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67FBE28-8470-9C8F-679C-41B6ECF077F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CEE50F0-6653-25AA-F3E9-8B9A82147F9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D716E2C-8231-6066-6CED-3BBC1FBCE29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DCE904D-3AF9-9C39-5947-444C6AE1F5E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8FFD2-723B-649A-7DF1-597F725C7ED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B22295-B567-5667-7AE2-500E46C6C2D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10300D-12A0-7BFB-1C59-F4BC550FEDA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125CFE-C071-159C-5D7B-4D060C5184C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AFA13F-1E56-FE03-EC96-9B27FC3552A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2093E1-4CDB-9B4B-FAF9-7551F9C92B2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E2405E-408D-7E9B-BE87-1A36B48264A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B17E9B-2136-8DA6-F7E2-E561917862F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637A27-A1A1-254E-AE17-3E3548C3795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1D4AC1-FBF7-41ED-1FD4-31CA1EFEBE2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9DD51C-C39A-E0A2-E47F-7017ED85AEA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2D86B8-FBA2-C6EE-434D-0C41086F892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877886-981A-B71B-2397-E5F44684402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79F4E1-A4A5-EF3A-57B7-547748D6AE0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4609D2-A177-EA37-1F13-AB08727FE80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FA26C6C-0DEC-D47C-2447-459881C8E46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8F2D57-9B35-4964-DA7B-40D19EF8298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5F4265-308F-4511-8532-1B3591BC867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B71063-4DD0-9579-021C-9AAC36CC0B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F08D55-5FF7-9A75-E8B8-B78FC107BF5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03C6A0-2D19-A7ED-4A24-22E0BF830CD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7E0EA7-3B72-6E87-3F5C-54586B4A01A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A18AE7A-CFC8-47B4-3414-1E37635DD26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17901BE-4420-D321-AAF5-675F60ACC39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139</a:t>
            </a:r>
          </a:p>
        </p:txBody>
      </p:sp>
    </p:spTree>
    <p:extLst>
      <p:ext uri="{BB962C8B-B14F-4D97-AF65-F5344CB8AC3E}">
        <p14:creationId xmlns:p14="http://schemas.microsoft.com/office/powerpoint/2010/main" val="39713145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85EF0-F78B-E16B-6250-293957CE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E2B990-A675-5225-773E-8547F1FE7A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FEBC9F-9BDF-A88F-0138-588405342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8586C7-85C0-D3EC-87CE-8D0286BDC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12841A-5A4F-BFB3-ACC3-CC6BEF3E6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A4DEE0-3F5A-8C20-135A-4EC9DA9DA7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AF1375-8A41-2A0F-6960-09D1CB6D929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CFE28-7CD6-33D9-D5C9-CA0CE8944A9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BA163-3A1C-DB51-7BB3-7F36BDF90F6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9E0AC9-527F-ABA8-00DB-F727A1B2CBE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0B27E5-20FF-DBD8-2450-71CA2FAB58F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CF4F05-4FF6-0EAD-9C2C-D83690FF39B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D27026-395F-B188-9252-6E9A32CED07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0D5CF6-4B09-80C4-6FDF-1E1E6990F3F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470B9A-750B-4391-622F-87877187E0E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3728C4-89AE-E1BF-D254-BEFF1B0CC4D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934A14-936E-0F03-B5CB-EA7CA801153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16C036-80CE-B83F-6AA3-95CE80D4394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AD960-13FB-7679-7132-A6365643B3E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6F6C8A-350A-ED10-4D13-1217E41B874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C2C919-73FD-8B83-E751-C3047C8CEAD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87881-A629-1E22-5FDA-0A1624C80EF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40E8E7-89F8-6C07-470F-E27A9677FC1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B43676-7168-6D41-447D-05EC8DADC22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57A152-2A4F-BDC5-6AFE-583D6F26F9B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F38E5B-7D7C-4EF5-41D6-B4B73BA4C15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7395C3-F9A5-A8C9-A41B-3DDA757273F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AA94AC-55F7-4979-1642-0B9094AB61B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CB0ABF-9AA2-5A8D-1AC8-D369E97AEC7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B58ABE-1F0A-BDE0-D580-817A0EBB188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0E616-DD30-18EC-14DF-3919102011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9EF13B-A27E-38B3-A16B-CA8BD9BF06A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1453CA-7058-85AE-EBC9-8B80B1728B2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074333-667E-4E76-5DDD-2B2B512FB78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0C62D8-F1EE-F95E-B6F0-1A6FAE9A799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0F870F7-6C60-0070-FE77-0283326495A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E5CDB2-9793-8DAA-3827-D695C6A194C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0FAEAE-C666-F65D-5399-DCCB9243D46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5C937D-6AF3-58C4-2809-3914FE2C3CD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351476-0D24-CA6D-0BF8-D3168A7736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36D5E3-D29D-393D-05DA-EBCC1CD4497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AD9718-0C6D-9AF9-AEDB-2583C9537BF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9A629A-2A88-6E38-BB22-AB8A8258688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44D781C-1F14-8FF1-49C6-81A85D758D6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768A37-7E02-312C-121D-1BA74C3E6DA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43BB96-B656-4A71-5675-112CFA4BD40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F97A2B-DB98-46FA-336B-30DB06E4134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E5AEBB-D674-95CC-FCB4-F89000DADBA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2B8796-3A64-B286-C50F-2A5D10EB681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06737B-CF25-8DA5-8FFF-88C78A430C8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0E46E4-3632-A128-E483-B10782662BD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D88D77-19FA-4EE4-4D25-E02BF9A3918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B846BC-8A32-A3C3-9553-877D1FF606A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8254A4-336D-5F44-8BCF-80F8E1A5706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3FC5E9-C80B-AAF2-2F9C-1507F289D6F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70CC33-D89A-3B20-62C1-24ECC1E5734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594543-DED3-698A-AF83-79E35D60097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2E51B85-132B-20B5-6BF4-8BD60DF9109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965A38-3EAF-798A-56C6-B920315234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06996DD-DBEE-F8FE-F383-0DA83792D0E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9040D5F-9810-0234-3415-66B92680030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67B7750-8DE9-39D7-86CE-51F1E9FDC50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53D18-3E01-68EA-3047-8B8E64CD84D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51D6D-C335-0484-54C6-A20672874D7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3622E2-E982-0B23-7C98-704899B53DF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A74B18-97DB-506D-DF97-CBF105FA5E9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04D288-CC81-58AD-37ED-C7BA34F1D52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BCA9DE-6F2B-2A68-FCA5-6331DE742DF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4F93B8-9976-1A8E-3EA7-74FCA776117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EF49B1-1605-98E7-6D3F-03B4060B51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32D307-EBF8-85D5-03ED-BEF0A010AA3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BE0FEC-6A5F-8F94-611B-155BE873226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77115A-3714-2A2F-B841-684497E82B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8E73F3-2796-587D-7E10-46E5FF019C0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74F3C7-FDF8-C310-13B6-1C238067C46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CC4EC2-A9AB-B199-88E2-E278894E8AA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27305A7-94E1-F4AA-DBC6-69371385ABD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C1A17AD-1AA4-9280-AC21-A494314CB50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D57E3FB-33AF-F1C7-8218-24131D760B7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DE8BDF3-B72F-BE41-E814-7C81B2D0586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54AE82-49D0-812D-3C6A-53771ADBC39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A980A8-12AB-0022-C614-5DBAE7059B5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FE32059-08F2-C139-1404-158D8F063BE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4FBA54-D29A-56A3-7D43-5FB6467E17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1F853F-D99F-05BF-AE25-757EE267DC3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472612-C956-EEE4-B9C7-252B42BD583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566D30-E814-6F43-5301-C503729985D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795385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9B8E3-4BAC-67A2-53D0-F434B4711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56DE3F-687C-1DD5-4F85-00D7660EAB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EA12E9-B09A-438B-D67B-37202A231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832FF8-074A-3AC6-8889-95646865E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953653-1442-AE42-D331-7DFDEBFCC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B31D498-4C9A-8F94-EA08-6291093F0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910579-E80F-BE27-F9C1-6B8C681DD92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945FB0-2A2C-BE5C-302F-679B1D1D709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DAA744-A2E9-686F-440D-8E1FD0FF044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04E3A1-AFC5-2AFC-0F26-F41885EC856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5CF2F8-C9EF-9632-88CE-BBDDB0A74F5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B0E79-565F-8975-3BAD-7F3C1A03054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702D30-34CD-FD1C-605F-28A9378778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F64881-4A64-F33F-6BC4-2E14D098319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CF09BA-00A9-141F-D537-0A3471348F7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774269-CA24-0B92-39CA-3899A13D790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62A5F5-56F6-2768-6FC0-883194B2701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399E4-CCFD-4BBB-4D04-0DEA8F45737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BFB96-1A83-34C2-8DE0-2B0C6DD390B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298FE4-D927-EFD3-253F-28482B8A66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841C58-DAFF-BEB2-AA4E-94AD8C40CD6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FAC1D0-F1E6-6775-0BC5-EEE97F336A8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953E8C-9868-CC90-90C9-D67FD806227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0AEBBC-8D52-2698-FC7D-219522F1BC1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8D0798-AAC6-4D04-FC9B-BC25D48B865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01C031-AF8F-39C5-C0A2-C16764304D5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20EBAE-3803-BD76-F8EF-C2B42701F39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9D21F3-5719-F351-FE49-8DE32735416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33A5AF-7DC1-6B4A-7C45-A8F040CDA0E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801E29-4E19-02FC-228D-E696BDB122C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73384A-0C36-E21A-1909-05A346444D0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381440-8D5B-5D61-3586-BF0D5908742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312DAE-D097-FAA5-F804-EA45AB8390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F763E3-21E9-D818-5AE5-7270FC41981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06690DB-7292-7F45-5068-9FDB0974FD0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C25122B-0CAE-5276-85D8-3CDB52172DC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824BF9-B0C4-540D-C224-8E7DC3AC8D8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0B3112-83E4-09D1-A38E-59F02991757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AB7AE7-D146-7DB6-6209-70A51558B6F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A9F07D-B0C2-856B-F318-04A0B507A12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7BFEA5-C06F-637B-B0AF-E36433D480E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2A759E-F160-4CDB-1029-D9A2FE3D48B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F33322-C11B-2134-0847-94AE27C26BB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B2C55F-4EE6-C954-8C5B-733381DC45F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3918E3A-CD45-4A61-7181-EA3EBED27D3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9BEE1E-0A1C-BED0-9714-096A1629602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014DF0-6827-9774-541D-4DD27F0326E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C4AF58-7C7F-04CE-BFE5-AA25C358490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DFDE09-690C-4D9B-7EA3-0AF13248345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3B1CBF-EC76-55CB-314B-0F65E68A1B3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C0325A-22F8-9C87-437B-2DBF2C1E067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5718B0-D4EB-3714-2EC2-0077F18CC86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BFE64D0-C53C-50C9-0D28-E2230677C2A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5CF186-9855-401C-1457-50B6A20FDA4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2569E8F-2DB2-BBD8-2467-201AD70D96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C6E43F1-C5F3-1055-C9B9-63A495F20C2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0A744A9-9914-04B4-D959-1BC0BC7FC97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F7070-2713-5AD7-8E0B-6E228BB15B3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2C0FAF-8B74-8500-6A9B-31E8BFE9A70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A3A87C-F6BD-F277-7AA4-CCFB40C7B5A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E002FD-C004-C863-12ED-366A980833B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28DD2D-16E2-333E-A968-812CEC619DC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068064-6FB1-9553-1049-EE2D0ECD92C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A1895B-C6D5-B5A4-A787-06CD513A44B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55B676-C054-30A0-3CE7-F6C243E4D9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ABD435-45AF-C3D7-7798-DB05982D47E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57F477-786E-899F-6660-454464B8913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6E1B15-C5DD-0026-4CAE-906DCD67684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5F4FA2-B42E-6E3E-B681-C7AE55CA700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475BEB-8E5A-E231-1C9A-0E2C0AD0DF1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FDBBA4E-3480-4808-83CF-8B37EA0117E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895783-C5C0-9520-286C-E8CD1484E32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B19956D-DF32-F919-0BD7-086F6D2D3FF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331C60-F114-37C2-D232-2858925811E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E104926-5471-1D9C-88E8-22601AA4B4B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CB9D6-631A-3C59-1D82-2385BDD1082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44494A-5794-4C94-54F1-735FD962D35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CAEADE1-6149-3418-D119-5DED655C105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080074B-CCA7-6156-53A5-DA259629829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EAC8C9-B8F9-9BFD-E140-6C235D38117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412106-850C-28C8-BD59-F75CC28D298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9C8968-942D-A99D-873A-A1F4FEA707C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691C32-0969-F250-77D6-1A46AE90ECE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72CA419-8466-6D4D-699F-748D791E87A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979982-7324-2804-3DC6-2DB44957955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95BD7B-7261-8E7B-AF7F-B8A84A3B17A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4B3A94F-0DD8-E191-1640-91AC19A4EFE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114066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BFEEC-592D-FF18-DC7E-36F47F14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CBCBF7-E2BF-E198-8889-35577B71DE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3BD2448-2E71-2371-2E11-736A0FCD0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4D8A4D8-451C-C018-6510-E602CF854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FC5EF7-DDA6-58A3-740F-FEF3FE844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D24D6B-4B43-C8CB-E55A-CD9C142F1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817D2-643B-F891-C542-A2D492CCB27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514A4-3DD4-6184-5036-68ACF10865D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CC62C9-A184-1112-5391-1794831ABEB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EDFDB7-B0EC-9612-237B-CBFA7DF81AF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69A804-99F9-E686-B5A7-371131A7AF1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4C958-BAC0-4381-B890-14BD94F0266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27F845-CBDC-9009-4A9D-0A8E57D37F5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5CD46D-6B29-15FE-06C7-4D0BE1F1BFF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70114-719E-1214-4F9D-0B820F5C5AD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868479-59D5-835D-4762-5F0B6BD215A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D825EE-CB94-7D12-C4B6-344009EAC86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1E349-D809-35E6-2731-4E823375225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01488-FC85-3EC8-DB1A-B76A47E2704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60D1FE-BF46-7CB5-D886-DD5BE3333CB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37C10-374A-C13D-0607-B69B147471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B9450B-4EDB-FE57-D2D8-8F84A378E4E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BF5FF4-929D-17A8-C745-C4CCE8B1EF6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10261D-2772-8D2C-FCCD-0DEFC3E1C31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4A0074-824A-5FC7-A06B-2155E7C9521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18FBAA-D85E-936B-2A6C-10996DBF0C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658D38-F6CC-6B02-E2DA-745189F3D02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3E993C-2A7D-F4E4-0B4B-9F25CFF1735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7A0618-1452-C0D1-92BB-9DBBADCE8B9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B606B8-2BCC-E6B3-3690-3656E7E3075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591633-0301-AD9F-AC80-E7B030C6616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5FA0C7-0A31-EDA3-6FBB-258562FF423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3309D6-D3A8-FE2F-AA2A-A5AE66CB10C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06AC76-9778-45B6-0C1F-BD5010A4084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E29E40-A843-6138-705C-07A36B20650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25333B-211F-2195-D9A8-DB407ABB9BC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DCC318-E4CF-C885-F998-6AD50E655F0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E48C3A-3D66-A56B-6817-47018D963F8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069ADD-12A4-71CD-3B9B-7B7A8B5D331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1893F6-48BD-5B38-E05D-9ADE55BED79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508DD7-CFA6-BC27-D89D-F0594FEBF5A7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1FE0DD-B4C8-E592-A3C2-14089431008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BB73A8-700D-8203-9D94-D4BCEC96456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5AE784-EFB6-2EF1-6DAF-66D040DD583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963E2B-08D2-48B7-4583-39BD6DC1A1C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0CB099-49A4-657A-07D4-60B98DA551E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061CD4-0639-2B64-889A-D252682CA78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66C486-EB8F-7FDE-76BB-018F2D7468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D2CBE1E-B86C-7611-EC98-AA63813A22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4E22E6-FB84-A5EF-AA53-4714D44D5A8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250BDA-3055-07C1-BBD0-7CB5A1E8335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EB8CF1-111B-7497-16BA-B7254772F7E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551A988-E408-916C-1BA8-A36D16D7A2A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8E496ED-5834-8A2A-E83D-6DD34525DC5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6B6CC-D745-147C-1B34-78C3CDF1AB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7610E-E7D6-7051-FF54-8E6EA36F03E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F51878-3CD1-3C0D-287A-684ED598E15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A7684E-59EA-CB45-D5EF-2A32863E1E6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8B4670-2148-11B8-E237-953A12611BB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A26212-39E1-BD37-95A8-B4E334E2531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7573C3-5FB7-B775-5F3B-7C8CA8564DD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2C0C44-3377-1CBB-E383-90B31D1D3B5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964B91-29A4-7283-4483-F0182D15FB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173186-F90E-B69A-85F2-08A7B8EB944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3B0123-4119-5390-54CF-8A9D26FD1BE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9B795C0-7C9F-1E54-EB17-2CD60AE7711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03089A-34E8-12AF-542F-BC669016241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1CB9A7-E51B-4969-C648-7E2A32141FB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8D76E67-84C5-0B73-B101-5544640A16C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FBC86C-4884-0376-F018-BC8A06D08FE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F6C6AC-0B64-C19E-C0B4-6477251A7B5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4F0083-FF8B-18E8-498B-9CADCB92E4A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51F4E80-D31B-8FDA-F04C-CD591ABFE6C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BB37EE-45DC-7AF4-BFFC-023079EE393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425C2A-2862-B8EB-4229-F676A0299B3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7C7600-B15B-E2E9-3262-0A55F711251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E1C711-2592-6F3D-7FD9-4946A377FFA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6D80F3-EB46-39CF-D5F9-25E6EBDB61B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F96CDBD-F56A-6497-8BC1-849741E1BA8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2A9DC24-55B4-E53A-1D8F-3938C70D2D5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89C240B-D1FE-77B4-1710-17B2D14FF3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86D5954-9592-A3E5-ED5C-B9CF2FCE31F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2A62886-2792-BBDE-580E-1513D93D1D8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2C6C4E2-8336-59C4-D372-3E9B71F133F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4D8C2A-7B85-323F-54A5-DE96A5891E1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19AF77-3E63-9279-0170-023D6808E2B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72863B-3B58-2A1D-1F61-9044A593F69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810269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313B-6E75-4E98-0FA8-E960E3E1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EB7E25-F154-DB2D-5054-4D209D4766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8E81FB-4394-4DDE-F00D-54FF95BCA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CA2CE5-1AB3-3293-0749-10E368180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B11A03-A468-C3A8-C8B3-E6BE4A0FF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C3126B-AF78-4FC2-9542-A6B04BBE72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3E7FB2-D0C7-ABAE-054B-98DBF05A44D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ABF6F7-5893-8590-0B4B-33272C1B99D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9D86C8-BA36-9981-A8F3-8113FD0F6E9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545702-5D2D-5D84-9860-C4855A8E5F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2B3848-B3C1-08E1-6925-CCE6A4F29AED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D9C3FF-1E45-F0A3-250F-4CFE64BE357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DBC36E-D840-8BD8-73CE-A48FB8FA1C0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4C70F6-066D-7041-4315-3252866C632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B42E66-1EC2-A99C-877F-E939B8C9706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98C6A4-900D-EA60-FC5D-2F4264CEBDF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13D419-871B-5695-F9BA-E76C15AB14B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E19998-B6E4-61A2-48C6-09C996B7AEA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7E407E-9834-1118-1995-FF859AE8A3D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D22CF0-825E-01F9-FC62-F0A0086B643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062570-11AB-BDE9-3911-C9CF47F255C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2C04A5-088A-CEC3-544D-81596407681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F3F54F-4B77-0784-EB0A-CAAC79D5B03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382A8B-9F23-286C-1D14-F2BBDD59767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5235F1-0D6E-48CF-2A60-66C8B0DF66D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00873F5-A27C-9F98-57E1-784605F2CFA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F66351-0B20-D832-EBAE-5B846C85BEA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8C9D5B-34CE-3132-F764-C0BE7ACCCC5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B3F8E5-95EC-5C45-C4BF-356B72BB915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47E3D2-D443-297B-3263-06FF732AC35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61B6BA-635F-22E1-065A-FFF778839EE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0E5B8D-A23B-B2BF-CF3E-2DD8B384E11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63C21D-35AD-92C1-BB2A-04A0B76ABCF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2262F5-DD53-2AFC-11DF-2CBB6200050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98D352-FC9A-8B05-F839-3FB0FA555C6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59D2A9-3BDD-5011-E9C9-36A8B55EBB6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AE3594-5FDA-AB63-6922-98AEEED5972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BD1EEF-5D64-33B5-5404-7385D53AB62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FC47655-3E4A-E352-1019-A1B0149307C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36D18C-018C-68FC-5BDE-FE74F54199B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23D343-FC79-0041-269D-635B4564899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581C992-8700-AD3B-CD7E-957339223E9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632216-A89F-8D32-EAFF-14196CB9EFC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2BD18A-F80C-ADAE-3492-4493C90547D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6217800-04DA-CE0F-1CF7-98B0C223F1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C47C57-2A6C-19A7-7A38-FB4EAFE99F1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164026-4464-0447-701D-986147D09C3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9A4B3B-AFD5-E65A-0378-8E48321542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9397E2-256E-912D-EA16-F703DED106F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797479-B98E-BA91-CDDB-FC34D66F484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34EE37-E80A-F8CC-B8E0-1E6F4E4DCA1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0EF359-64BB-1C1B-8B38-57EFF8B6941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526A1E-AB67-55B3-A89F-B29E5618AAB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FE8058-A7B2-FD4F-C0D6-F6A2F60C7FB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41CC77-3D2C-6BF0-1A65-B44C547E397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30627A-3EFA-5241-A778-E857AD0D12C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D7C5525-1D88-6F1D-783B-96955CDE0CC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CCB7C4-D277-AAFC-A03A-126ADFF558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711D5C-8EA4-EAF5-D991-6F318A8A452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C61450-CAEC-724A-E173-736FCF3BF83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905F69A-DA38-8619-B00F-C15980499A5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224174C-C187-4F94-4F75-E9964F94B41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E8214A3-6452-5872-3107-F6060A971E5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1012D4-9776-2C2B-951B-423C12E2964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22404F-E5BE-F5AD-F8E6-402156816C0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FD1787-6BAC-D400-CEED-9C3756F4AF6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40F8E6-AB12-9BCF-5D1D-D022150C66E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7AE535-238C-FFF4-CAC5-3C10FA738AE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F9473C-AC5D-C8C2-6D61-655C03065B9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B3E460-3ADC-5FF9-9894-72026D9C5B2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B4B2B7-45C6-4610-89EA-CF5EE998C8F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8C5F7F-9026-7BC2-08D1-9207CCAF17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450EFA-6346-4F13-C722-8EA9621B9EF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7ABBDEB-24CE-804C-078A-CAAF9013E35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A57F160-D122-81A5-A79C-14F7CDC7156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430D767-90B1-67D0-BA07-B0B1540145D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12571D5-C32D-47C4-C7EF-5368122F744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00D25B4-EB63-9ABF-0FED-44521A4CC5E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C176BE3-C1C0-37F8-44AF-7A7D371CA59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1FE37CB-CED9-7867-BB98-F2AD3A4EB1F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164C8A6-B7C3-12CE-534A-C99C7BF0D31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ADB2E32-44B1-05E4-1C70-7AD33461F48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09AAB-DC65-413E-9ADB-9CD392EFFD87}"/>
              </a:ext>
            </a:extLst>
          </p:cNvPr>
          <p:cNvSpPr txBox="1"/>
          <p:nvPr/>
        </p:nvSpPr>
        <p:spPr>
          <a:xfrm>
            <a:off x="7213604" y="2727182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8DC46-BB22-4C87-21A0-DC500784EE35}"/>
              </a:ext>
            </a:extLst>
          </p:cNvPr>
          <p:cNvSpPr txBox="1"/>
          <p:nvPr/>
        </p:nvSpPr>
        <p:spPr>
          <a:xfrm>
            <a:off x="7213604" y="3230517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96C588-7995-6F90-0F75-C9D5335DE8D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192887-9B31-3AC1-47D7-34E3CE62051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E25944-B478-AF93-D258-82448CC61DD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012048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E3FD-51C1-38A2-694D-925987D0E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CAB1D5-2CF1-ABE8-4354-2ECD44C6A1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3C1DD1-2822-9D41-BBE0-FD98BA9DD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754DF3-3C4A-30C2-DF99-7A2DDC1E32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CE0B97-9188-E9CA-1EA7-BB13CC976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DB288B-17EC-A542-0AB8-55F7668FA4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586C5D-780B-8157-B5C9-070A89FCBB1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3925D1-4798-A480-AE9F-8F05DE7A37B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A14EBE-999B-E812-960E-BB2765882DE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671D23-F040-C6F2-D64E-455DC93F44F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CCEA48-2B26-71B9-7DFF-0189D5F81FF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6A3A2A-5E26-94ED-EFB9-0901009400F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965AB-5A9F-8E7A-44C4-11521693580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F812E5-7A36-7EE5-94DF-43F3C854A4D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7F844C-EF74-1B5C-77EA-B48E245A858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2F0E10-1F76-C5CE-63F9-5CA8AA251D9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4D24B-3AB8-C1B0-E7AB-5E9F082CCD6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EE04D0-82ED-FFE6-2B29-5203C4BEE5F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71305B-D2FD-611A-DC8A-914DCF6FCF7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879905-90C2-7E7A-94C8-1455C8E6CDC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27E37B-933A-DDCB-CFAA-4C384AC328E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B850B0-7E0D-E3BD-EC4E-7182EBCB847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648B44-2334-97BC-A881-C72AB513AE5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DBED23-7080-A2B0-5826-4FBDEA5B524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527BA1-B281-77CA-4DFE-31D224EBE32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D65A0B-98F4-0282-185E-E4C200CA31A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897B85-4E03-5198-A7B6-08AB64EB696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57566A-B259-8BD4-A940-550B9B9680C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28A667-9CD8-B780-E30B-D835B87AFEB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E0A1CE-9838-CDCA-94B8-DD47336ED3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B303D7-E393-3814-E0F3-0DCF266EE51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42090BA-0BDF-6B2A-FC91-44389F6E616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874265-A777-399B-3EE9-B514EF129B1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D33BC2-FD9A-383A-1F96-8E1DB67256E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43E869-3901-C670-7C01-8C7923FDA4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0EEF349-12AA-CA48-0C06-15FCB164921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4EC3E99-71C7-FF82-71FF-8D7391304E6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6B7134C-267B-EBA8-B5FA-FD8F5EBB23B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DE7E85-024F-9C9E-62B8-442DE9DB047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90030B-139B-EB8D-C1DA-6325B6CA60A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639F44C-EEED-C786-7E34-6F5DC2F0714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3A8FB41-8F55-9230-6A42-C0290F523E2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FB27B7-A828-56B4-AD69-B39FE9EB9E2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BAB4D-E033-7CE1-BD39-EF833D82031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F80996-57EA-DCC7-851F-F571E5B5271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1F3543-8D67-2ADE-4632-592E11179E1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E90607-EC89-346B-279F-12B47E38D76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43CA3D-AD61-EB7C-B374-9EB055825E9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C90100-3F89-FD4D-8A45-7EC6D9022F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1A192D-CF7F-29FA-BB5D-8C954E4323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8CED5D-4F42-4002-0881-01D4D232691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891E28-C821-1548-F508-5ED8FD2C686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5C2DB1-6469-069A-E1DB-91E166CFF50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3FADFA-CFBB-03ED-EFA9-579B495FDC8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95896F-384D-3A8D-84A6-6C326427B8F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1F911D-58AD-03F2-AD0D-6B1BF790F8A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3BB88A-F4D3-FBC0-1C00-CB3CB8AF31C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733DEB-E631-BDB6-21E5-949867B7D59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0C9436-D113-23F0-97E9-AE60DA6ECAE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BA0AC0-7726-7E78-6DA0-722C02DE90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286A87-D9D9-0C57-5BAE-ACFB1053710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157E30-6352-A035-D840-CB313EDAB92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FA12F7-D015-21B2-03B2-DB10FD47776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6A8626-F53A-EE3B-E80F-BDA987BBD6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E86C0D-159C-3742-E939-23615D195A2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ECDA58-68D1-C432-1718-A529BD94F65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8F7DCA-F8A5-44DD-42AE-ABC069D825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E94A11-966D-B238-F837-288A4DED322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B0B4386-AEC0-6225-39D0-15C5E7B45C9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94CDD-6C3D-1032-E92F-335B0189AE4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1AA417-EBDE-50C3-DC5E-C00EF52558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261C5-9346-EFB3-E73B-855440AA88D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B294AC-65D5-4FCB-4A0D-FFFD1882FA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C0A934-973E-513B-DB8F-DFB6713608F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A544660-F123-D58F-2F6A-1094BBC3DF4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9232D91-A5E2-98B2-3715-9B46F55333E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37D760D-1346-2AF7-07EF-BDFBB26BCA8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BA22F59-0B1D-2BBD-0B7F-EDC00BF1B84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3B5DD25-C75E-3588-A740-056B145465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817581-F8B3-DAAA-48AD-1E74F10B954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AE154E4-C41C-5579-AC69-E1DC48C79D0D}"/>
              </a:ext>
            </a:extLst>
          </p:cNvPr>
          <p:cNvSpPr txBox="1"/>
          <p:nvPr/>
        </p:nvSpPr>
        <p:spPr>
          <a:xfrm>
            <a:off x="7213604" y="2727182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433E3C5-9F92-7FBE-999C-52718EF0E7A7}"/>
              </a:ext>
            </a:extLst>
          </p:cNvPr>
          <p:cNvSpPr txBox="1"/>
          <p:nvPr/>
        </p:nvSpPr>
        <p:spPr>
          <a:xfrm>
            <a:off x="7213604" y="3230517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1649D07-8C98-14A5-6E2B-4658F398980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EAF971F-8C5F-DD6B-29B7-3ABF974E031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5D73544-E774-A8C6-4468-7D18FA0F144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83B987-8134-B81E-B0F0-41935260F9B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081443-F520-D57C-276B-FB758B83E44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6052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10300</TotalTime>
  <Words>3828</Words>
  <Application>Microsoft Macintosh PowerPoint</Application>
  <PresentationFormat>Widescreen</PresentationFormat>
  <Paragraphs>3120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409</cp:revision>
  <cp:lastPrinted>2025-12-02T00:08:17Z</cp:lastPrinted>
  <dcterms:created xsi:type="dcterms:W3CDTF">2024-03-19T02:13:08Z</dcterms:created>
  <dcterms:modified xsi:type="dcterms:W3CDTF">2026-10-12T03:49:58Z</dcterms:modified>
</cp:coreProperties>
</file>