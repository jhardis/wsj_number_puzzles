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9"/>
  </p:notesMasterIdLst>
  <p:sldIdLst>
    <p:sldId id="457" r:id="rId2"/>
    <p:sldId id="531" r:id="rId3"/>
    <p:sldId id="532" r:id="rId4"/>
    <p:sldId id="533" r:id="rId5"/>
    <p:sldId id="534" r:id="rId6"/>
    <p:sldId id="535" r:id="rId7"/>
    <p:sldId id="536" r:id="rId8"/>
    <p:sldId id="537" r:id="rId9"/>
    <p:sldId id="538" r:id="rId10"/>
    <p:sldId id="541" r:id="rId11"/>
    <p:sldId id="539" r:id="rId12"/>
    <p:sldId id="542" r:id="rId13"/>
    <p:sldId id="543" r:id="rId14"/>
    <p:sldId id="544" r:id="rId15"/>
    <p:sldId id="545" r:id="rId16"/>
    <p:sldId id="546" r:id="rId17"/>
    <p:sldId id="547" r:id="rId18"/>
    <p:sldId id="548" r:id="rId19"/>
    <p:sldId id="549" r:id="rId20"/>
    <p:sldId id="550" r:id="rId21"/>
    <p:sldId id="551" r:id="rId22"/>
    <p:sldId id="563" r:id="rId23"/>
    <p:sldId id="564" r:id="rId24"/>
    <p:sldId id="565" r:id="rId25"/>
    <p:sldId id="566" r:id="rId26"/>
    <p:sldId id="567" r:id="rId27"/>
    <p:sldId id="568" r:id="rId28"/>
    <p:sldId id="569" r:id="rId29"/>
    <p:sldId id="578" r:id="rId30"/>
    <p:sldId id="579" r:id="rId31"/>
    <p:sldId id="580" r:id="rId32"/>
    <p:sldId id="581" r:id="rId33"/>
    <p:sldId id="582" r:id="rId34"/>
    <p:sldId id="583" r:id="rId35"/>
    <p:sldId id="584" r:id="rId36"/>
    <p:sldId id="585" r:id="rId37"/>
    <p:sldId id="586" r:id="rId38"/>
    <p:sldId id="587" r:id="rId39"/>
    <p:sldId id="588" r:id="rId40"/>
    <p:sldId id="589" r:id="rId41"/>
    <p:sldId id="590" r:id="rId42"/>
    <p:sldId id="591" r:id="rId43"/>
    <p:sldId id="592" r:id="rId44"/>
    <p:sldId id="593" r:id="rId45"/>
    <p:sldId id="594" r:id="rId46"/>
    <p:sldId id="612" r:id="rId47"/>
    <p:sldId id="595" r:id="rId48"/>
    <p:sldId id="596" r:id="rId49"/>
    <p:sldId id="597" r:id="rId50"/>
    <p:sldId id="598" r:id="rId51"/>
    <p:sldId id="599" r:id="rId52"/>
    <p:sldId id="600" r:id="rId53"/>
    <p:sldId id="601" r:id="rId54"/>
    <p:sldId id="602" r:id="rId55"/>
    <p:sldId id="603" r:id="rId56"/>
    <p:sldId id="604" r:id="rId57"/>
    <p:sldId id="605" r:id="rId58"/>
    <p:sldId id="606" r:id="rId59"/>
    <p:sldId id="609" r:id="rId60"/>
    <p:sldId id="607" r:id="rId61"/>
    <p:sldId id="608" r:id="rId62"/>
    <p:sldId id="610" r:id="rId63"/>
    <p:sldId id="611" r:id="rId64"/>
    <p:sldId id="613" r:id="rId65"/>
    <p:sldId id="614" r:id="rId66"/>
    <p:sldId id="615" r:id="rId67"/>
    <p:sldId id="616" r:id="rId6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10"/>
    <p:restoredTop sz="94618"/>
  </p:normalViewPr>
  <p:slideViewPr>
    <p:cSldViewPr snapToGrid="0">
      <p:cViewPr varScale="1">
        <p:scale>
          <a:sx n="111" d="100"/>
          <a:sy n="111" d="100"/>
        </p:scale>
        <p:origin x="161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10/2/26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382B3-0CB1-13CB-454E-4A42A14C3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22DAB0-AAA5-6279-605F-68BA3D5C27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5A5E1C-1BC8-FDD8-F021-5CED3101E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6AE529-51C2-1DF2-FD27-6BC3BE242F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3273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756B2-F7DA-2BF1-AC0C-707301542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47CB58-E812-75DB-2F68-782D2DE3E0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96DBE4-E456-BDAD-70F0-51960BCF42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393965-5F2F-3291-3A8A-91177C3D14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2473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23E97-1EFD-4F07-C844-90851FB34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41BB53-E410-89B7-79E1-A99CF970F0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97C862-230F-AC0D-856F-7D4CA4D6B6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310B62-D0C2-E737-C99A-C0F9380E80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0344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B01A4-BD3B-B2DC-6749-F60AFBA1D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9B1F5B-3370-4D98-34CE-83E2217575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DAB811-10C5-4073-4D27-70F5509789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06A87E-E5B7-448F-C628-C0DDD56BCA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9162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596C5-8817-6722-67F7-8CD6C9A93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B47A4F-AADD-3FC5-5E6C-AE75685F93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CABFBD-1396-90CA-C866-4BB9E8DEA0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83DDCF-2871-46FE-9EF2-1A7D97D3A4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4799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5E403-6982-028A-96C6-2D95E8D40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AFE578-EBCF-F36A-4E07-26B196906A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FCA91F-A755-15BF-BDAE-5B5FA1CB4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03ECEF-7012-9CCF-45BA-60B0208EF1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1620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F92FE-95EC-0D20-9F39-7D8869189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E78117-B6FD-EBF8-09C5-8D3EFFDBC0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36EC4C-AF00-2286-C15A-4C190D1DB0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3D502B-BE76-45E4-AC1C-272372C1FC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9730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F75B2-B4E3-640D-A3A8-5FC742587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F9D8AC-847A-51C8-C417-AD0939C41F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033BBE-4DB9-59A8-6C53-BE08C16ED0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F681B-2E1D-595B-7F24-71FE027CBB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896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6269E-660A-E59C-206F-CB6DE9754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A1ACFA-0D3C-5484-680A-CAA3430079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AB19EA-B7E6-3B04-AFE0-38E8BF1F9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3C124-3898-36A2-E745-C8554BEB9B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7853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07EE9-0D1D-8796-D72F-F7869F1E4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164252-FEDA-F729-5CFD-991B7AA671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C2B9A0-6B84-2696-1A29-EE9A119A22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C2BA9C-327A-92F0-DF9C-BDA37F4D63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412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59070-C074-4871-5425-39F6C8FE5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C246D-77FE-633D-A767-F01C34D23F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6EF253-1555-96C0-1DD7-4F10F118EA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0E2D07-F6D9-1D13-BCE2-6050213D0D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1402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642A8-AEC9-4D9F-A244-027C8C3DF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857F6B-2A52-CCB7-9D8D-FC638FB0F1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4FE958-FF43-D3C2-2CAC-E6BFA3128B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07D626-38D7-C909-709A-8A674F87E0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4327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5DFA6-7402-F384-CAE2-79A9CE650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351BF6-EC6D-FAC4-907F-96FE8098B8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4999B7-6A67-1EB2-3D0C-7A32F29A51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77B441-04BD-2778-45F9-4A577FCDBA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5609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DC69C-9C1A-BCF0-A16B-7C3457F11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C8DCB2-120B-7432-C855-7A3CB14322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1A84E8-85EE-6AA8-D383-EF9D1680A0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EC886B-156B-121D-AB6A-B63FAFA96D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25859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EA262-519E-2C17-7D83-ABEE9B2FC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CABC06-7130-B4FA-48D5-298EFE4B73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21EFFB-2C3C-44BD-1F51-4B9168E1B5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091C13-9984-9179-827E-8C4A94FFE3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8575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8D2D6-FD25-996E-1870-F4905BA09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CB1453-4768-1FD1-D9E7-8CB429E799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35514F-34EE-7F87-2169-6AA600E5D1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0F4D85-FA69-A231-DDC2-3FDE8C507A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22913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2CFA3-7D76-BBED-56B0-132D11D3E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7F4EC4-E51C-BFCD-165A-5E57BE2E8D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362EEE-ABE3-A052-11A4-81E169234E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0EC1FE-C42B-17E6-1820-CE5402E0A5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1507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2723D-8BD5-06D4-5B39-453F04817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08FAD9-0B16-5909-FFE5-90B114D010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6E9341-1C02-0C8C-F6DB-EB3FAAA0F6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7E9CF7-7F4E-F3F9-0DAF-4A8C5A29DF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36697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A5B40-7FC3-7C44-6A17-16AB3ED35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D1737A-49CD-041B-B004-520588CC32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8C80C6-3450-9CDA-51DA-EABCFAC435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024F7E-052A-96D5-52E4-D9D81E3F8B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6672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3044B-A672-2177-2D70-1EA922FAF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0840A8-79B3-4BE3-C4F4-FC8098F289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C36206-9F3D-4DD7-FB5C-ACD5FA18B1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1E5AF2-9749-6268-CDC0-F65FBF94B3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80569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5FDEE-8E16-8C25-1E25-CB2967C6F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42798B-24A4-8760-D8FD-AEFD92EC27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7A13A4-91E3-C6DA-F0D2-0AE60C59E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E5ABB6-1021-D672-C7DB-173FD68785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4431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C85AE-ECCD-27C1-03BC-299473943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395FA6-FEBA-B0EB-4217-19FF840772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4DDC65-F7D1-00AD-DC28-308F08D027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56F61D-F0DB-BC36-9002-CFBFC69081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17716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5B321-0E0A-FADA-FD07-2A03FEFDE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30FAD7-3E86-C7B3-394C-DEBCED0845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FF68B0-1D78-F3FC-9FA6-AA5D587B15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D574E1-EEED-5C13-E9EB-16CFF7E4BD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53320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27A34-6D78-5860-CF69-EAD654B84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13ABAD-FD87-825F-79E2-EF4C3469EA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33EB29-80D3-C0CD-8A9C-067C1CBCBA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399E29-768F-2C49-9A55-E740073CD6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825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69BC4-D6D0-E248-FF79-0F4D75F5C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4BAA40-8CC1-871A-C5FA-BC4FD00B1D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798A2F-D84B-276A-311C-80E783E7EF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58D5BE-855A-D8B4-74B3-A298886203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9740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04029-9CB8-CFF6-8D7A-93A2AC8BC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99BB37-EBAD-1839-B0F8-3A78A07012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8FFCAB-D5AB-D787-EC41-5C47413756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B403C2-DFC0-63F4-1560-F432C5183B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86035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6D14B-64F9-654A-578C-F6C5514B2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395F4C-1056-E72C-B71C-2159A2DB66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1686A9-E517-87A2-E92D-7F9E08437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35C3C2-234A-44A4-0174-64D3C1EAD0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92258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193E48-6516-C2F5-4B4E-C451DBA37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0D03B2-2286-8B8C-4468-670347FBBC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5F3B3D-AF45-4D1A-D761-DA646881AD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41845-3326-8167-606A-163AD9F21B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2366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1394E-611B-C5EA-E163-C4B9FEEDA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D910A1-37B0-8B96-8351-14E2907832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38508E-2212-73A8-7B5D-3118435D49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DE1C2A-8274-F6FE-DF40-CF7595C700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80411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2F74C-94C1-2996-E204-C2F26EF86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938CAF-F16F-BF5D-51C4-3CEAFC3DAB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728BAC-7F87-D123-F52C-793F89806B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D93D04-B03D-83FA-ECD4-3205F2CF46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33909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F8C93-5852-9D05-6721-72A25C638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E8B227-7C7C-3C95-CD82-E8895EF4D4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44E386-9C18-8E7A-3856-265A00B2D6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AD959B-D99B-C64A-89B1-E630647D10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9927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7AE28-4B90-6661-9A89-5D1212FCF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C6D018-D485-B7D1-07FF-5770C2D016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58CF0F-52B1-896C-F67B-76DBC51B3E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686A89-CD09-9695-2A89-CE61E9F257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16511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DE49B-8CA2-BC94-B205-C680FDA96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A858D0-5F31-26A1-878E-051B2E5377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5A746E-09C6-0122-5295-8C4E7D59F6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B6FCC0-A6E5-57A6-B654-4F01DC08C9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46366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51B62-8E0F-DD2B-B6A7-DD2E51538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BC437F-EF52-9E26-2998-3E2CCCB025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CD4F59-F9B9-E1E1-CBAD-2F2F9B6DCA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ED8DF2-CC23-B1AD-D19B-7187AD0668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21627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51947-66C6-578B-B758-0829983C5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942222-82E0-4ED6-7482-92D1AEC224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6F9DB2-2BF1-E425-359F-F9423CA539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CD366B-C26A-ACA3-C753-BF6A4EB5EF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56140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BB703-AB57-73EE-DB18-CE78655CF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755679-1512-6EFA-F202-B82BF656E1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DEB204-3BB7-AFEC-67A9-A8284B7F82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AD4842-72F4-C861-7CF9-EEAD69ACF4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6580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36735-45D3-38AB-B4BE-222BD7779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44EE03-80B2-14DF-9228-9F15E04D8B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BA77F4-27FA-8088-7161-699E76F55B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B70F58-7715-5917-750E-220AFB7743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36914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751C3-B0F2-D76C-43EE-3D3DFFD0E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597730-A2EA-A453-CD22-D50BE6CFF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F834FF-A411-EF11-5207-F49141782B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86F7EA-C0B4-1723-CE78-D67093DF7F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16379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3E677-6DC1-442A-A330-474EDE08F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E1A59F-4B17-6DFC-525C-9753A65A6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ACDB37-F7E2-08A2-9767-B817E5B234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CF1AED-A521-DC2C-164B-AB1D8BAFDE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85705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8DE73-318E-500A-B9CD-BD7D1B8F6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55860A-7738-2C8E-A808-92EA68385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DD05A5-C6F6-B7E3-8065-1187E6750D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7706F8-2D5A-0989-2CFA-73F7862D1F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9931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ECBE7-D914-175B-C2E4-AB4FEB5B7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A7F597-84E1-4259-4BE4-B0E865935D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09B559-857F-F56C-7D86-635D206E06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C7A246-AC84-25B7-3736-F9A158447C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5096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60A84-F662-175D-2C53-2AD541CED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E2FDD-DAB9-0AC7-3B5E-7D4BA5F21C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CD3327-09F3-115B-1812-E51144224B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EDB5F3-D5AD-1A4F-D85D-62CCF41CDD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3201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35C24-AB6D-16E3-A856-14D795681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C415AB-D4BB-C8FF-8CEE-FEE0C891E2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E2BBD8-418C-C437-CC14-EDDF9A5727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D79C62-4BAE-96F1-D698-0FD63B9CAD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19623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D9E10-3123-BD2D-FEE6-E59CDAC10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F099AF-AB0F-03FA-1E69-AA7F521E80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E5C-E084-DF23-B9B9-CB06C24CE4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B6FF1F-6C0B-5220-36B6-3ECDE8953D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13721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2B36F-3BF4-EEC4-851D-519341AA8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92C5F-CD27-AD11-377C-BD18A86C34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9B52AC-8B69-C9E4-1A3F-5DF3289FDB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385CD6-B614-BEFC-A419-D3A90F1D25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09346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2119F-1725-C066-042F-5177EC849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458882-CDBC-776A-2DFF-C7D6076058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2ACACE-43F4-A9E5-E075-E36C4D1397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4377EA-7694-5569-6BE5-D3492715B7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873978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9A603-5622-E8B9-66A9-ECFC2820F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C94D81-DCA6-4951-77F8-BB7873FECC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9E2E1C-4423-35CD-43F0-448141E7DA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73DDEE-9542-8E69-3179-E4D12DFCAF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2063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46AC8-0D00-FA0B-E1BA-C6578EA28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438568-6935-EFCF-A232-BE974DC123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336CC6-1B66-E6C4-E0AB-DF5375C6D2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0A6E88-C5B7-9A14-BD7F-E83844BC87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2893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243BA-B435-807C-441C-63D923FEC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808BD2-C099-61F2-E045-95698073D9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64BCF0-46CB-2DA6-2B88-87292218DD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852263-B69D-BF08-82B4-B3ABF08B20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65360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F559F-893C-7046-05A2-33F7D2DC5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CFAAFB-22DE-A4BB-9483-80AE7A498F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ED9140-F9D2-FE9C-5BD6-A5EBF8F599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3951A1-05C5-C543-609D-0FE53DC6FA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37974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2CF5F-387F-6279-265D-8E86CEA7B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C7E17A-339B-5E3A-071F-B8108B09FE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82F296-E345-E21F-7E84-ADB43D81C1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6F1CEA-8364-5ACA-81BE-020FCC5164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61717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11CC4-3B00-D5B3-A3FA-CB435B5D5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E1C94D-F4F3-BFA1-68E3-EC17B071E3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49C62D-091C-8361-0930-B416B86245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D9245-FCED-80DD-2174-8605BC0EE7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9394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9A667-9AEB-0446-83E3-555DBEF1A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0AFE9C-5C08-98C5-FE71-1580E757B8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F8A0FE-7A4A-3E9B-FF78-697034D06A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3CC11-02E2-3049-7B50-61891E82F4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36979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51C7D-0148-A021-77D9-6DD6AD417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DCFED0-D747-0918-3C39-9594E005DC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34590C-25A7-BA93-CEAC-42AD998295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4259BE-8A7B-F240-8C65-5697338A8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29297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62646-B283-B3B2-56B5-4B66E960E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64D329-3B51-8731-5C72-FD0FC7C93F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FE6F23-95AB-A34D-921B-7478004771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C57322-6E59-579D-2116-1137F1227F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1036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7F687-78A7-0EF9-BE38-209D65097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31B52A-6600-E3D0-A6F4-F2B01B2A0B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ED353E-578F-2A94-6B58-039AE2F64E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EC3B28-6622-79EE-76C6-51F9248C8B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09017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F6CAA-8371-19A9-6C77-47DD24C83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4E977F-5824-FE04-63BE-86A82C254F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A0E2CD-80E3-AE84-8B83-F72EE53A4F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26A72F-130A-DA6D-9EE3-D3ED70285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63763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8BCA2B-3782-7F82-77E1-18962FFCE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2B6C75-CA11-47FA-E45A-125CCF3E2C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7D78D4-459C-CA91-7789-2043C18F78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318AE5-4252-5835-5A5E-98224D74A3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53423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99FA9-44E1-D25C-D6C1-DEAC4788F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FC6B9D-9DD6-EBC5-434F-2EEC3F77A4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A73B59-7AD1-8A0C-4E41-7D85E0C902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6475A9-64A8-1A3C-15A7-71B014B910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20970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8F450-FDAB-3660-6853-791C28EAA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51660A-AD57-CE9B-29F3-FD4BBD5EED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34E613-8930-EF27-4201-96C2D8B101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98445A-31EB-BBD0-09CB-BD2257D034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18735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1D27A-CE7F-ABC3-E8F3-A1357B6A9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600CA2-8CB3-9E01-0D4B-72A8F08EC2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608041-E181-95B8-27A6-BF9626A01E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F991C-24B4-19FC-8106-BAB8F7D775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36454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BF587-0E71-A9A2-AEA1-591472ECE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384FE6-DC74-E244-AA21-9258B9589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E537AF-BF5C-4D3C-CCF0-A8DF6334FD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0EDE9C-6A35-8963-2799-500B46BA96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203132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DAEDA-EAE9-686D-EAD1-A501AE33F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9993C2-2ED2-BB05-0804-E8FEB2C421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0CA913-8C0C-9BAE-8DA5-6E1A8C93C3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BB4630-AFF1-6C1B-BBB8-4BD35A091E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8524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3C1E8-C86C-2440-C67E-923403C7E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87D32-D224-0E26-76C7-BE1A82BD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CAC77C-3D98-B278-8B37-E9D8F8F44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744F7E-8424-EBF7-29A6-9C4EC7C120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87139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DD3B3-992B-6414-B561-7512FADB8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F85CEC-9457-186E-B5F0-F65D94ED73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53153-89E2-CBE6-55C1-C3B7EB0965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9761AF-6521-A7C3-7DAD-3F3CC20D00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063299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635AC-7BFD-6939-BD54-DCB8B93A5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A5C3F1-2C9C-7AEF-204F-BF06226ED0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F70CBD-8968-E62F-0488-D6A93115BC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C154F9-6235-23A3-1B98-360F11FC33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8035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DA8ECA3-C576-8AAA-BB6C-F0A7B3996A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751404"/>
            <a:ext cx="4546600" cy="4546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A82B112-4E67-80D8-6F6D-79D34EB34B2A}"/>
              </a:ext>
            </a:extLst>
          </p:cNvPr>
          <p:cNvSpPr txBox="1"/>
          <p:nvPr userDrawn="1"/>
        </p:nvSpPr>
        <p:spPr>
          <a:xfrm>
            <a:off x="1933109" y="166629"/>
            <a:ext cx="83227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Killer Sudoku: Arcona </a:t>
            </a:r>
            <a:r>
              <a:rPr lang="en-US" sz="16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Turale</a:t>
            </a:r>
            <a:r>
              <a:rPr lang="en-US" sz="16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by </a:t>
            </a:r>
            <a:r>
              <a:rPr lang="en-US" sz="16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CtC</a:t>
            </a:r>
            <a:endParaRPr lang="en-US" sz="16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6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 sudoku rules apply. Digits in a dotted cage cannot repeat and sum to the total shown</a:t>
            </a:r>
          </a:p>
        </p:txBody>
      </p:sp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56682-DF33-982E-0D8C-DC0DD86ED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80A98E-CF3C-6451-F169-593BBDD5531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center block, 45–(13+9+9+12) =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6A4F54F-2CB9-D5FD-B88A-A16E2C1AA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E0494CA-6B6B-CEA8-651A-51FFCB8DA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1534B1D-7364-170D-C9AE-A8EC8E30A0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49AE223-951E-60B0-6D6B-942B58C8FD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95E8B99-82CA-CEAA-3143-746C3140EE2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8509560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F7449-A147-5D4D-CB94-A4CA09D76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EFC03C9-F089-5763-CB81-FFCF647077F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2, (17+16+18)–45 = 6, in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E9A6AFA-00A6-6CEA-7DAE-942D1EB8E5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83AEBF8-22C3-BF33-B1E9-508860CC28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EBD64E1-F3E5-6B1D-B58F-3098715033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D13EE97-E788-32DF-6E41-AADA08A4EA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5C73E20-51E9-5AF7-55EA-13C1130C80B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64706B-0359-3F6F-25E1-5DDFBDA3909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C94B46-DE39-1DF5-9989-E129BACD3A3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</p:spTree>
    <p:extLst>
      <p:ext uri="{BB962C8B-B14F-4D97-AF65-F5344CB8AC3E}">
        <p14:creationId xmlns:p14="http://schemas.microsoft.com/office/powerpoint/2010/main" val="18957805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21AF0-8063-BF3B-28BE-0D71B1819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AF05C1B-00FF-4D88-5551-1241D307493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2, [16 in 5] must be 12346.</a:t>
            </a:r>
          </a:p>
          <a:p>
            <a:r>
              <a:rPr lang="en-US" dirty="0"/>
              <a:t>Then, complete Row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B0F151D-CA85-AC4B-D47A-0A5B98DCFD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4B8A0CD-5AFC-EC5F-1AAB-DC7F1D092E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399F116-D6C1-1604-34B5-FBA58B420C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95BBD9F-F21E-0172-70E4-3C7717F531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79C4E4E-4782-0B5E-4209-2EB0D5BFDE6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0C582-C4A1-779D-91CC-BAF6417E19D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3E065F-DA97-61C0-4B9A-FB674B2A59F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D0047F-5256-06CC-5EF1-1D08211EA0B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B843DC-ABBB-8FBE-0169-323458E1A89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A3B461-2B3B-2487-52E9-345A6AFB19E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4CFC4A-00CA-7A70-58C9-E0495C71A1F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8E1400-A944-0B31-8BAB-B014F0F00EC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8786C7-D4D5-53B0-B06E-F67165D9AA55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A029ACF-68BB-AF2C-8983-969F2F518F60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5E748A-8E74-A1D6-ACD8-819803EAD57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14DA45-B686-D5B5-8FFD-9F7B172210C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</p:spTree>
    <p:extLst>
      <p:ext uri="{BB962C8B-B14F-4D97-AF65-F5344CB8AC3E}">
        <p14:creationId xmlns:p14="http://schemas.microsoft.com/office/powerpoint/2010/main" val="40210054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B9D9C-6973-EDC2-C434-F5E7F9B9B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9C8F6A1-41E2-FBB9-2467-F88FD4AD97C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2, [19 in 5] must contain 1, because 23456 sums to 20, which is &gt;19.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3D4882E-B504-64DF-EE91-8F26739A15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59361B7-CF83-03F3-21A6-0F095519AA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075FB57-7166-DF86-79E4-59079B0B30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18A2737-7D88-42E4-B5EF-3E76BA8820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6276F40-1DF8-8DD5-98CE-ABCAD8C6C18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EC3AEC-1A9D-34F9-FB68-201D2BE6C00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E94B9A-3D99-EBA5-9215-4B8DBC4D5541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66EC24-9D1B-C2EE-E73A-3666C0E48B0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CD825B-B564-B35B-662B-7210E22417F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5F55EF-7EF5-2AFF-1089-B6279AB8B99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55AA70-6135-4A51-875E-E239E26E152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51FB6B-A371-B7F6-144C-5DBFA138CE3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103B5B-884A-D879-4B56-833F6722207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656DCFC-8C6E-B1BC-59BC-05CEA770DF8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44D1F0-A7F3-6949-7A27-CB16404F0F5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202A44A-DC53-2280-7E5E-BC5451EF96C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</p:spTree>
    <p:extLst>
      <p:ext uri="{BB962C8B-B14F-4D97-AF65-F5344CB8AC3E}">
        <p14:creationId xmlns:p14="http://schemas.microsoft.com/office/powerpoint/2010/main" val="4146859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100B6-6846-0E8A-2F44-D65DF3303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76A65D3-D611-982F-3458-6E4741A4ADB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2, (17+19+20)–45 = 11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3E6DF5E-67E2-48D7-2ABA-5508057A8A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2E4626B-CEB5-B1C7-EF4A-AD195162E0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0F31084-4107-DB96-1C75-FCF41FC7B0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06DA6A0-5976-7A38-2621-40F4E359AD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3E4C94C-0F98-8252-E42D-ED9BADE0A96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ED3E46-2B05-7144-4BB3-5B0FB1529A7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3576B8-327A-8482-F2B0-7A01B952AAA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FA4424-7DEA-68DD-4E9D-FE414D72656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917AC5-036D-2A89-0F61-44FEFCE8C85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8F0319-EAB3-9A8F-B472-C5782DBD1B3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367E1A-90BC-4558-89E0-3026753DE6A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A20B34-D6B0-7FE7-1FA1-4BB6C88395E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7B670C-61B7-769A-EC00-C9E82838366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62E8D34-992F-1FE6-402E-2FC1D0E88512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BE4045-E1DE-124E-EFB6-FA277B1C92B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D595BC6-2AFF-7C58-03D8-A23E397A35C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CDF98C-7A17-02BD-6E11-FF68D1643A7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6432</a:t>
            </a:r>
          </a:p>
        </p:txBody>
      </p:sp>
    </p:spTree>
    <p:extLst>
      <p:ext uri="{BB962C8B-B14F-4D97-AF65-F5344CB8AC3E}">
        <p14:creationId xmlns:p14="http://schemas.microsoft.com/office/powerpoint/2010/main" val="38330800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FD878-9B8F-2B72-14CF-701EBE276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F01F55-4BB5-ED6C-32A5-15250235EE4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left block, if any cell in [17 in 3] is 9, the other cells would have to sum to 8. There is no such combination.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F9DBCBB-ECB6-566E-417C-359D41F916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20FE7A1-D123-8471-9571-3BC27596AE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7483D49-326F-5FA9-0BB9-699949A0C4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43B69FD-C84D-66A0-497B-98912CCFF1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8178BCA-E3B4-ACB8-C4D9-856A667AD91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6F513B-BEA1-D0C2-3BA2-51C17FD695C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06F215-9277-D046-08F0-72D1880BF35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3494E2-B8EA-BBC6-B56E-17A98535DAC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74109-2654-E938-3AEC-112DC9D0822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B95161-2F63-F6FE-4F32-BED8DAF4A78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038FD0-52AF-33B9-372A-C76905E3499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664F4A-9352-795B-897D-2E6EDF2197D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A86887-FA9F-5F16-5375-96CB7D42E92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11716A-131E-9795-F1C9-896465BC4CC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BF53048-9BE4-FF8E-6FE7-939BB4564DD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E3DA0B2-3F37-45A9-59E0-6E94E417E91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F6A757-B30A-F7BB-4B5C-80AD6ED20CF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</p:spTree>
    <p:extLst>
      <p:ext uri="{BB962C8B-B14F-4D97-AF65-F5344CB8AC3E}">
        <p14:creationId xmlns:p14="http://schemas.microsoft.com/office/powerpoint/2010/main" val="15404810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9015F-ECBF-2563-4786-6A024C0A8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1AA3C47-E330-1276-539E-92DFCAAA968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That [17 in 3] must contain 8. 57/57/X would require X to be 5, which would a repeat on the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858ACBE-104F-7C81-D91F-80232078F5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D130FCF-33AF-F064-B8BC-4147B25A2C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F922B1D-A595-022C-CB90-4C30B247B2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F758B7A-F1DC-BDB6-9DD8-ADA7B13E26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9A1E50B-E07B-C9E2-F497-A12E20F2C2B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4C94ED-6F2E-A228-06C6-34C78454A11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97F31D-A052-0682-673B-B687FFD468B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6BF85A-656D-55E7-DDCF-A18D1B0E913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E53000-AEB5-A17A-6E60-4F513CEFE7D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9AE3C0-E8CA-1055-85B8-D795F24D50B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0C591E-DF1E-0525-496B-331B5F74A99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10C46E-16FD-6543-C4A9-A7FBEF9A88F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2D9F04-3BB2-FAF1-5CF1-66AE63C6C05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A628E43-40E4-E540-BC0D-DFEE7C01A58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A2A3CA-7ED2-4967-C400-D0548FE66BA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3AAED27-4C1D-3542-88B2-56E4AF3EE5C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CB9BA2-4E98-5EB1-BAA8-A411928F89E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</p:spTree>
    <p:extLst>
      <p:ext uri="{BB962C8B-B14F-4D97-AF65-F5344CB8AC3E}">
        <p14:creationId xmlns:p14="http://schemas.microsoft.com/office/powerpoint/2010/main" val="101439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EF6F3-2025-2ECB-4999-1D2C68AE9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D8C8335-3717-8893-BA64-E50164F2E5F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That [17 in 3] -&gt; [9 in 2]. 27 and 45 are the only possibilities.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9E0C0CB-788A-E198-4D06-B5AD54C21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4B10CDC-3BB0-FB68-AF87-13E3ABDF15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8D40A59-A8D1-D742-C14E-491B1A4141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C781152-FCF0-6E46-9780-279DE0C594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273A3F6-35BF-F35A-2AF8-A981E7B9BC0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28EC23-D8F7-9167-9B0C-F546BF2F9B7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338DED-F5B7-C263-4661-2D3F6414880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231807-6FB0-EF10-48D8-D915EC3D5F6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4FEC69-D714-6F8C-8A77-F7711F49CC5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50540B-22F6-E8FF-89CC-CCFABF0EBD1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C59ED3-810A-E2AB-6B9D-61B88A72006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7268E7-47DE-C9D8-FC59-8CB79C7D721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D7FE16-51D1-741E-A764-DAB2D28E7A0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E56DE0-0CE2-5311-8875-4AFA5D39532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7E53FE-FD46-B620-C514-7EACBA74BA9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A5CB2D-5BA5-4BBE-E519-0916874DA1B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42E6E7F-061D-E4C9-980D-1785639850F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</p:spTree>
    <p:extLst>
      <p:ext uri="{BB962C8B-B14F-4D97-AF65-F5344CB8AC3E}">
        <p14:creationId xmlns:p14="http://schemas.microsoft.com/office/powerpoint/2010/main" val="29948147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B6CED-EBF4-D225-0B72-B1726277C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1E647C3-492F-D019-5EC8-100AE1E9712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left block, these cells must be at least 5 in order to reach a sum of 20.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DAD3E7B-8527-BA63-FFD2-F83FE51974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9D2FAD1-C7F2-2B9A-DE35-8D7AD83A82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BD6A435-ECDD-540E-9944-6E5F148534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D67ACB3-EDEC-0590-53CC-39B6C4208B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286E4AD-8A4E-D2B0-8DB1-BA8B4C43AB9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E4E5A8-07A9-3DCC-8A37-5BBBCC22B73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E93D3C-4C1A-0DC6-A25C-E336770E69F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50FB2B-1185-7FF9-CA85-B62F9EFA47D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43B42D-7924-F399-F6BC-4ABFEFE2325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CF7BC9-F7DC-219D-12DA-08B4507699D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0DA90F-5248-1965-A6C1-78878AE1EF6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664BFC-9BF6-3019-AE21-E70733EFC09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9B3A63-9DBA-6A11-B7C3-5E8DCC6A17C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8706E5-99FE-EB30-4060-4C137949FEA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874E25-799D-1243-C537-5BE2A95CAED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B02776-53AD-4D57-B0EC-2BD06470515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E744716-37B0-1859-FF3C-2316939C5E0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83374C-748D-472E-1D7B-46507FB217C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A20184C-5844-3ED8-9332-37259B283FF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</p:spTree>
    <p:extLst>
      <p:ext uri="{BB962C8B-B14F-4D97-AF65-F5344CB8AC3E}">
        <p14:creationId xmlns:p14="http://schemas.microsoft.com/office/powerpoint/2010/main" val="37077028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0135A-FE4C-2B6F-187F-0249499E9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BB8442-9B4C-2493-1728-8BB5CBFFAF0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8, (20+21+15)–45 = 11, in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DCF31BE-D1A7-907E-0224-A166902686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D5994E5-29B4-BC96-676B-420B2D80B1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C304ACB-CB09-A2E2-5CE9-8174B2DA27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0E711E9-78F2-11A4-9517-1BF70DEFE9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CF59E6E-D34D-1B6B-45B4-F10D6FB6654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521E08-57A0-A412-298D-07D45452730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A98DDB-4C2F-48B1-816D-618802293F5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A61E09-5CA5-190A-25BC-EF13B76BDA5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AD3188-1AAC-18E4-091B-65CBFAD5889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AEA8425-CC1D-0FA2-C671-147194EFC40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99F8E7-D59D-97A4-1922-0083B8698DB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DE1AB6-A56A-B785-8C11-5C8B3EE3E17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BB1FAB-919D-1D70-BA08-12F72A6E41C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CBC1B6-782C-6EAF-DC1D-74A6FBBB45D9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6A5BD-0A48-240A-0D53-8BBAAE66124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8A2275-9C3E-364A-72DB-B3827053E30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0BA445-A6E8-F630-8DFB-0947E82EC5B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D58F7E3-E22A-5845-9253-53C9DDE13B6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C496E7B-B648-F404-EAF7-4AB62E6779D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C5A3800-CC3A-827B-3180-39C32950DA7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</p:spTree>
    <p:extLst>
      <p:ext uri="{BB962C8B-B14F-4D97-AF65-F5344CB8AC3E}">
        <p14:creationId xmlns:p14="http://schemas.microsoft.com/office/powerpoint/2010/main" val="25979068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C6E71-4007-761B-712B-D8140BA4A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4C88641-9DE5-3BD5-5CCE-D8C6CD4071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8, (18+22+15)–45 = 10, in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00C6630-9815-FD6C-30BC-FBE2AB0A54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994AE12-89AF-1628-C9CB-A4CF55A735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3C21B68-A589-8D07-E6E1-537ECAD768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1D0ECF8-3ACC-0465-4A70-B98E6E10DF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653592-3FD1-7195-6B04-83FE2D49A32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11B7F6-22D6-3400-3969-50B8455C960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5599D2-65CA-C38F-D3D3-6FE00761B98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636D0A-73E1-84B6-7862-DA83C2FB01E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F4898E-AE77-6D7A-8208-B3F13CE9811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7A9EEC-2A18-0426-028E-110D2775DE6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950BC0-56E5-CBEE-A27B-62A7A349D7D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B2C3C18-35D7-9415-280C-9BB4BE56AB7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1959C7-CD9E-8E7E-596E-6A6876BAB33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1293CB-4886-E955-1DA5-3D585C836F27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C5DFBF4-FC87-C5BE-2ADD-65BAB3F7967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2737F5-E6DF-4005-5F1B-E81131DC5DE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D6514B-7500-02AF-DC83-7E5348E44A7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94F0F71-15FD-2761-8242-EB87F4C7F2F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9448E03-247E-98BA-A0F5-29DC8DA16C6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99655B8-7775-20FC-7E3A-1E805E58FD2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C6CE67-1AA2-E6A7-F775-939CEDE37FF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</p:spTree>
    <p:extLst>
      <p:ext uri="{BB962C8B-B14F-4D97-AF65-F5344CB8AC3E}">
        <p14:creationId xmlns:p14="http://schemas.microsoft.com/office/powerpoint/2010/main" val="1825873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C7898-FDD7-2AA9-2362-DD0A75A5A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84C0D5-716D-424C-D66F-C0DB18AA676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right block, the two cells in [15 in 3] are at most 9, so the third cell is at least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7FF9BD1-3C84-8124-7DF6-14AFDAB96A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D094688-3553-F968-A6AF-B652942ED3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3A8CCDC-DA83-9F86-5142-B432287781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3C9B55B-F83C-E265-4BF2-2E9C2E658A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5236DB4-BB6F-0A8B-E337-677AF9BCB6E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16CB2E-2ABA-3657-B0A3-E575A28C507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8C42F6-5608-8A2B-D65C-CA774019EA9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2EC7E5-9FBB-0A3E-DD25-E4DB66F8D3D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2EE5FF-BCDF-6C97-35E9-D2B281A0FB9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348045-B6A4-0BED-2824-7BEB2851B29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93A699-BDD2-466C-720F-1DD0ECB45E3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5F1449-BE60-A2BB-3731-DDDA9CF7770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A9F5D1-12B0-542C-1B3A-97379E24A96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B641E17-4A3C-EAA1-F9D7-F3DDED5A884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6F4432B-0043-B578-9716-9D5A01FF175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99F3FA-D976-1E17-5584-6E7AA9038E3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979D2B-37AB-416C-F73E-B0CC2C302C5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67C0453-EF75-3A77-7B6F-ECA900EE668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A70243-E850-0779-5AA8-874317BBBB9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F0F01F-CA36-8B74-9715-47E3918BFF6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3CF8BDE-9352-7D32-A93B-58D274D1D4E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847BF4-12F2-53C4-2BA0-2AE1EE94172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</p:spTree>
    <p:extLst>
      <p:ext uri="{BB962C8B-B14F-4D97-AF65-F5344CB8AC3E}">
        <p14:creationId xmlns:p14="http://schemas.microsoft.com/office/powerpoint/2010/main" val="14033218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3C38E-4605-66FB-C4B6-7E94B2135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7491D7F-E7A6-F8D0-E6CB-24709017201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right block, the two top cells in [15 in 3] sum to at most 12, so the third (lower) cell is at least 3.  Actually, it can’t be 3 because that would be a repeat.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54D0958-09B5-9109-D2B9-7CB0737EA2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9D44BCC-F19B-257D-9EEA-90AC55CC98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B61EB54-5DAC-1061-A42E-B3967E14E2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2EF03A2-FB67-1351-A4AC-C0369E2831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3DA6E31-44FF-E26B-BD5D-2786FF606A3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517639-CF4E-0C8F-8CDA-A133B7A1349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1A6EF8-5AC3-7596-D64D-70F4D6F204B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4EBECA-6B24-3956-2055-5915E18344C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37D2A0-2DAF-0735-CC3B-2EE191B236D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379CC4-8A9B-03FE-6A1C-AFC9200B78C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93CDAF2-FCB3-67E0-767A-9F6B0BB1963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B6B247-17EE-EB0E-0204-C62F7C1482A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32DCF1-D455-6AC7-6FE6-280B1DDE25A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2188C4-C279-DBBE-278A-C647E23D54AA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D73223-32E8-E78C-F380-EC26C3C8D56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A975C3-CD91-D98D-8E43-B441A114D01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3A4619-A07E-1415-1B3F-A251401D240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697A024-BD69-516E-3104-19C59FCE1DC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74743A0-D617-603A-34AD-CE2723CBEDC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1C592AC-A97A-6393-A821-5C404039D02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BB9500-A4B9-28DC-D1AD-673DC949343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B0A3A0-40D9-E126-A5A5-169B9A76FD3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</p:spTree>
    <p:extLst>
      <p:ext uri="{BB962C8B-B14F-4D97-AF65-F5344CB8AC3E}">
        <p14:creationId xmlns:p14="http://schemas.microsoft.com/office/powerpoint/2010/main" val="5042289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1A4C1-875F-3795-6D33-A31641058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E8D35C-F049-3AE2-B36F-DA3248048AB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left block, the two colored cells in [20 in 3] sum to at most 13, so the third cell is at least 7.  Actually, it can’t be 7 because that would be a repeat.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77E978B-518F-7F6B-2786-5BD48B28F6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472FAC9-F695-9203-E5B3-E27C55FC14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FB2E059-E8B7-9925-4BB5-9C98CF86A8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158CF1C-8440-BD1B-9429-06D0BE43D1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D688998-A6FE-1891-3EC3-071935A0500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E65EFA-16FA-4AAC-B518-E0BCF4A43E0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00FEBF-2970-3A11-4199-20E7E621A36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1C25FD-E679-33E3-9B43-9B525DF1537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0EE662-8BF6-C753-CB93-68811262446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EFD2E9-E335-9784-D9F8-A8B44BB2608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0B33B9-1713-64DA-48F2-6A98C00100A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E59695-5C29-7E70-BAF1-7A4E478C40A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13C426-C131-F823-DE52-D4D863F67F4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B634C9-72EF-2D45-1BDD-F79962AFD705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D953E1-C51D-FF7A-AB69-C28154F98D5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ACE6BC0-D7B4-C41F-FA54-628BF14C1C6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5273244-1C51-7E6A-5919-B058DE81EF3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FA3A38-A0CF-5356-C6D2-17FB8D48AD9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A2A147-0512-1A64-934C-9E513FA4CAC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869DDDD-FFFC-F81E-7DF2-3E4042D4640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A0B0DD-762F-51AF-00CA-4634AF42D82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18569D-5EEF-A9E9-1AAA-8991CB767B4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</p:spTree>
    <p:extLst>
      <p:ext uri="{BB962C8B-B14F-4D97-AF65-F5344CB8AC3E}">
        <p14:creationId xmlns:p14="http://schemas.microsoft.com/office/powerpoint/2010/main" val="4030160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888BB-25BA-9BFF-F72C-BF0E33FA1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08BA50-3D52-083A-59B0-337CE832CB0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left block, the two cells on the right in [20 in 3] sum to at most 16, so the third cell is at least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A370342-79BC-9D50-C1DC-8C53F82B7B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94C396B-A083-4125-4F3D-A203BBFB28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D13DA47-927B-C165-CF0C-757E62DC50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1AD5E88-7484-43D7-1C25-C1E86DA5C3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67BC94-9AE4-B0F4-CEFC-A1998F2437E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0C0AE1-1DFF-2968-6A3B-53F834574E0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6A9D02-AD9E-2DBE-8557-4DAAEBD621D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6AF393-04A7-AFC0-319A-1142777E0F7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089059-A84B-1EE6-79F0-0A5FA5737FF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A4284E-A063-9B92-7F96-DA8B0DCCAB4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277370-0F78-E194-B7ED-CA07104F157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186328-146E-A9E1-5D73-A80DE734BF9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4977D3-DB02-3C89-E7A7-3B53412EE32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FC2B3E-4399-7C78-6062-7800F43E01A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5FF7CE-C283-F2F2-0481-CCA2A1D6DF3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3223AB-6B51-288F-EB4C-A8CEA1076FE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9DA96C-3CFA-AF64-0F26-1199938A9C5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3C5CF0-B949-244B-D77A-A9E571BD2EC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7AD09F5-9AA8-7A17-CA0C-8C8778AACCB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26C847-DAEA-C00B-BC18-50DE13D662F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C40196D-50D1-3DE1-1DDD-887B40C9431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783B74A-5E2D-4DAF-6764-CF1ABD74E34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</p:spTree>
    <p:extLst>
      <p:ext uri="{BB962C8B-B14F-4D97-AF65-F5344CB8AC3E}">
        <p14:creationId xmlns:p14="http://schemas.microsoft.com/office/powerpoint/2010/main" val="26874263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7F479-FCC0-89FC-10BF-7CA508106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563EB42-3687-998B-2E38-0339915E689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Remembering that [17 in 3] in the upper left block must contain an 8, we get this cascade.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A02E9BD-DCD1-1999-D402-FF2B9C370E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978818C-52FE-563A-6E43-F2B16A94F8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F73863A-B43C-7458-A21F-7FCCC61185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EF4B67B-C696-7382-7EE3-4E1D70EE12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4B962B-750F-5A94-5EDB-EE41F4B35D6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0F12EE-EE41-2AA4-8DFB-3F2032F95A8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19066C-6924-7FF7-EF7E-8FB0A5F5733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85CABC-8EB2-417E-7904-F31A6D18016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6D2BC0-8546-981C-CA79-5A788C87D88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8FEB52-02F5-CAB2-0E75-E4CED6194E2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65C183-C33F-4642-097E-614DC03EA15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A65D50-1430-6B52-E960-8BE0EAD46F0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D54943-5E39-970F-58E6-FEDC1EE3872F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0E3094-9FD7-42CC-884F-6162124EE18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FB4571-2BC5-6451-C57B-BA68B7E29CE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625D09F-B50A-D8B1-4113-62D53735FF9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2B1B16-5C4C-BD75-6C68-057A7386180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6B786A6-1A26-F0FD-AE22-240902444DC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CA8C327-26A1-7901-5957-902EC69EE75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F1DC02-52CD-16ED-1B19-1B8B038083C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1863B9-8B2B-84A8-489F-AA2214F22A6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B9E9D2-AC94-A091-2C6E-07B0AE95DE7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3897631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D3EFB-5768-A45D-41A3-5D74CBB3F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D32D4FB-EA8B-FE8E-D0D5-3B475669F48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first option is not possible because that would place two 4’s in Column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8C01C65-9824-2EF9-4996-D8A589518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301438F-5EA3-6072-861F-490CE66445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E912C23-D3DB-0F5D-68F5-80DE38735D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5DA2074-5361-54E7-22D2-6D8BC2391C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DCF680C-6011-3E33-530B-E76F005F64A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3E9B96-E61D-262F-B596-6337CD05A79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DEEB2A-CE2E-C560-793D-FD2EC365053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9A970D-9820-A43A-A85B-1DB29BC248E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741F19-F0E1-11B8-9290-D741C814326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AAAF000-B68E-C429-A341-BB8123B42E1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B4D5DF-E0AB-B4F1-382F-E26D307C479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EC52FDC-1752-80F1-9C6F-A49868B64D5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EA0B284-D7E8-6D1B-CD26-37C2E281EED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6701F3-1444-0E00-E7D9-B0B7E7B37C9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872E468-19D4-9959-AC39-90D98B89B2C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5307D44-6234-1309-7233-2F1EF1070720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EBF298-0211-78C3-EA15-268D1E6924A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67C2C3-F1FA-02E0-65FF-9C2D2BEF535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EF46996-EEAF-01BE-C075-BC42407683C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53757A-8A05-8375-77EB-FEFE3EC5B63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FDCC11-EFE1-3129-82A4-1B98C086A56E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719737-5975-812A-92A0-D04B7733F1E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6350697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6B38D-8E17-641F-2C59-42118A818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ECDA2EB-BFEF-DBDA-5E83-BBB1203841A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5110E54-010D-F42A-D281-C0DDC6AE6C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D5CEB3A-3F24-B34C-E910-63C6A3E9B2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97AA10-75EB-1DBA-5B16-A8F8DB43D9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6FE60AB-D858-29C6-D3FF-783F8CFA20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BCAA5B-EED5-F78B-00E3-E90BC4BBB1E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CFAF2C-3EBA-6B38-FF09-AE53687686E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663236-1352-2131-B8B4-F8CD7F58E81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E25648-D7FB-8BDD-977C-FDBC99E9E08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61A48D-17A2-824F-0380-5C450BAF69F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92B943-03D5-0D3C-E2EC-F69196A8281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99A8C9-556C-8435-3D8A-9D1F8801FEB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32F13B-34A0-95DF-6FD4-03020D89B05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36944D-38AF-65B7-1D4F-2D00765B7CE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59255A7-9F2E-2638-0DBE-C64A74607E2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D68B4C1-A79F-988E-9C49-698225F6FAA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4CFA24-7818-FE45-8911-8CEDC50974D6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F1A36C-339F-39E7-1662-F38D6B3D170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5A8C05-983A-0DB6-41B6-B964B758FBC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CB4994-5162-6F3D-9A21-6FD963FFAD2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DFCB9AE-55C5-B95E-20AE-0E2E9A7B00F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0A29ADD-A8BE-49FF-D4BE-409F145D7E92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57D4DDE-D053-E1F1-627B-6300C76AC7D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2711094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6109A-67AF-388C-0C0E-C5850C0C2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1D45E4-7522-7F28-EBEA-A36A0AEAF01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right block, the remaining two cells must sum to 9. This is the only combination that fits.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096DA12-996F-0771-F172-67B6831D28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6782E77-7B0C-E28B-8EBB-A684B18709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D9F08E7-05DA-04A9-12C8-DFFD03E503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77EB946-864F-1812-E473-C52D12C193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8AB8641-D02C-09B1-15AD-6E3AD74AAD3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5E5015-B576-0D1D-837F-0F3311B5E27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F0B2F2-4968-89D1-63D0-0F0A619D677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2EF66E-FDED-658C-AC2C-00980ECF0C2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FB6A3A-EA9D-A160-8792-206EE50E5EA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F31306-139E-C2FF-0EAB-B0EFCD8C0F0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3154C7-B13E-3F09-50BB-71FC4F98A34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919964-8088-F160-0584-70EA8331408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C6FC8F-0E71-5F6C-AF55-F95BA521E8A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CCCC1F-12D6-87A9-7890-44D353DCEB6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4E273DD-6B49-EC23-911B-429D3708707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0FF7CA8-F23A-A7D2-0E9C-F63C4C5A708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B58C947-356A-EA7C-D4B5-309472D4434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4FD707F-C028-66B0-09E5-ABA77670767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3E8598-7C57-7C81-4E1D-39ED0633BB0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977DC2-EB87-4199-7018-E3A64B49D5D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28A8F3-CDCC-6B55-DC84-29B1D8C1556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CC4C3F-2133-61EB-79DA-F72818F28BD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75156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F4CF0-2AE3-43CC-D9EB-7E8E9676B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D6E6BA7-B540-36DE-E7DB-DEA4CC700F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Columns 2 and 8, and Row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B6087C9-9EB6-2802-E0D2-FC7333570F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759E6CB-9D6B-74F0-9D07-F5EC174048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9F97058-A551-04DE-44FD-7E4FE6E8DE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406CAA8-22E2-0CD7-E67E-331624082A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CBF6E94-811A-0F7E-65E9-4253AF88347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2F0176-8D8F-2279-786F-5990AE29D36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3AAFF8-9F41-BF37-7208-A3C49E88753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32A861-B0E6-DE96-B010-8F9D4F7D98A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8C9523-3FDD-EA69-69E1-31CA35BDFBE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9C946A3-69F2-9990-845B-5BB659D27F3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32BBFD3-CC7B-5636-DF96-1B9DCE2C497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6A2AB5C-7ED8-FDF2-387C-596A8FE39F1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75871A-E4D7-6413-8DEB-99871062E25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7D34638-7416-91A2-348D-0B25A05BA8A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AC1C908-064E-1DFE-D81C-95417DDC6FE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9425411-CB60-B553-D25B-0177DFA517DD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BEB7515-362B-2C30-8F6D-1036290FB89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51FCF6B-F563-4800-EED3-803CED5B321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87EA84-D116-8281-4909-B84309111CC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68560D-A268-A867-AEDC-EA28DE4A096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560FBD-030E-2A74-6599-02015D368CA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44B3DCF-2285-7FED-C59C-B36E8184634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DA75B9-AC26-8EF2-FD7C-AAA2BBD2D4B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781D86-AAF5-0A82-982C-A7B1FB0B144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E3A7E8-227D-4F28-8344-1252FDD722A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FE2714-CB11-F98D-6CBD-54B16A141E0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384298-D715-953D-CCE3-9093A846D49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D1BDD8A-6F79-42E6-8858-05B2F7CBE46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585829-63BC-F339-A58B-729B88DE527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7F3B38-0723-3EB2-BFB2-03F2FA01195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063EFD6-43E6-F740-292D-A5ED0F96576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546467-506E-1B79-33D9-3681F14CCB6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0148AA9-1040-06AA-4835-9BA2B158BCE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BA3EFA2-79C2-8B08-C50B-C7F949C8658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0F7FEC5-55F1-5F27-F272-C0CD8A11F05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AAAED1F-BA3C-91C9-1769-45891F5CD63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34C4ED-9622-2E85-1653-26519DB72E3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</p:spTree>
    <p:extLst>
      <p:ext uri="{BB962C8B-B14F-4D97-AF65-F5344CB8AC3E}">
        <p14:creationId xmlns:p14="http://schemas.microsoft.com/office/powerpoint/2010/main" val="28810784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3AA33-25CB-35E2-A1F4-BF991BFA3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E11E3DA-EE46-4340-6C17-7041E4C43FD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1, [21 in 3, no 5, 6] is 489.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37C945A-7C7F-D251-01D0-C009062BDE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A014E97-45EA-FB55-7693-33FA68FB8B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C018B6F-E965-4638-829C-930CD26B9D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18C0F84-81D1-B78F-B087-B34A1EF67C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DC778AC-74E0-2C52-3108-2327C2A4CB0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DBDDDB-E421-EBBA-13CB-51CC9B2BB2D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5A0E65-882D-456F-A027-02E74910CAE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DA144E-7DBA-07AC-3222-56DAD7B73F8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392503-D039-31D4-A04F-C64CC3A558A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100C45-2AE1-39F7-AA6F-78AB5623AD0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CD9D7B-E194-FE9E-EA2B-963D4ACEC3D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55B4C61-23B3-BF75-E0A7-C317D57FBA7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3FA3C3-7FE4-3428-43C8-106CC8A0143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65C5AF-2B96-9AD9-C9D4-3DC4221DD31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BE0BB69-D448-DA46-D274-03509E8B97D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B88D48F-87E3-C406-5C9B-F56B0C51DFA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5F2ACCB-406B-AE0B-2A85-E9188A8F621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C46509E-9F86-4ECE-A3D2-2176DAAFE55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B030B4-F3AD-B97E-AC65-6412099AEB9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164920-D3B8-4411-7B6F-9C5E67B9481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614DAF3-05FD-0585-1D19-15699120F79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FD3971F-9729-1172-A7B1-F480C822FAB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D8E3A4-6B44-675F-E2A9-7BDC313F734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32469E-F121-453F-00BB-7EF3A1D929C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CE2213-6179-1783-3A9B-6685C3393AD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8C0EA45-39C3-AD4D-5136-6C7E2E4C41E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F5C02BA-DCCB-CA43-2794-5A523484881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5A53701-BDAB-5A15-E588-C2EA98EA988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B6944DD-A87F-FE09-B791-51FA209B739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0488D7F-0C9A-5851-C97C-84EEA4B78056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836C9D3-FBCD-554A-9DC4-541A2D54A1B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C8B1DB-A09E-B31B-57FC-B1120B4C2FC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F9B0902-4BC7-D6F2-79E6-599C683C90C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C00AD5D-12CD-905D-B4A0-3936CE73214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9E7FDF6-2F2D-E78C-967D-A8EEE139A84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FDDAB46-E77E-DCF2-6DD4-BDC51E56D13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A80C3CD-9073-EB25-AF43-2B760448B26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61A23DD-D8AC-D032-DC8B-50A337B3A9D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D7D2553-C3AA-0185-76BE-01ABA32EB91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61DC84-90EE-20A3-B551-F4C4D822409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</p:spTree>
    <p:extLst>
      <p:ext uri="{BB962C8B-B14F-4D97-AF65-F5344CB8AC3E}">
        <p14:creationId xmlns:p14="http://schemas.microsoft.com/office/powerpoint/2010/main" val="41629791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F0E95-1BF7-A517-418E-08A74EE64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C945EC4-F7B1-7F47-22CE-36A2153B0BF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left center block,  [6 in 2, no 4] is 15.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0FD5AF8-25DB-D410-CB1C-32142B92CC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8A89B26-83CB-686D-AF15-F779D166F3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3598F90-39D3-5A6F-91C8-AC20F55A3A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A773847-3127-F69E-8E49-1B00CD214E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FC951D1-65F9-C8F3-B289-EF57EA3D8E2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C3AE8A-815B-E9F3-CB08-F69FA1E59CC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4A4A342-7869-0939-B86F-6583D5D8BEE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E8EDCF-6086-EE36-817F-C97243081C1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A933CC-3989-0AFE-EFC9-7BC91E83118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6E0CB4-6356-0463-A120-F72E4316B515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CC357B6-2594-75ED-88A5-E3340568015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787C69F-1487-49EC-A4F5-87F122A44DA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A96A36-5ADB-7C03-A5DB-073667F831D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A88327-A0AC-DB70-65B7-FE05D4B7EF6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73D3624-BC71-6D38-6697-9BFCB73C70F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AB39630-7BE8-9EB0-1D44-6B365452DC3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98ECDD7-4EC4-47CF-7BEF-83D9BBD4805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EEC406-0079-CE80-2E62-EEFB8D2049F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62D49F-2B11-1C12-7072-59E81E7EB06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8BDFDE-0F05-44C8-A562-24BBCDE8609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6DD06FB-3BD4-DA75-6972-D40D36C7DF6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1AFBD7-8C09-01A1-F46E-A7046C98DD8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AED7798-3C87-F214-D067-15BD714729A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3E55AB-55D0-F959-BCF9-99DC99B8482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6442CC-8AD4-A752-78F6-76D83778B2F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63AA23-B702-2065-C544-9FA34B486B71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204B6C-CD5F-7422-A942-15DA3AC65E2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C1B9681-DD27-108D-0D9B-7B9F04D945F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3A0BB5E-1F28-CCFC-C5BF-1D91CD63433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9392D8D-4BE1-C0C2-11FF-6F2BA4B4C03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817716A-0E34-B305-1D2F-1D737DD5D93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2FDB52C-A7BA-CBB0-FDC0-008E756C426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589FEB9-9BDD-A964-094C-72084EDE505C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B2F8097-F658-5694-6359-F38CD6717CA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861772D-A228-3CA6-DAAB-A8FC48F29A4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A8C2A04-2EB9-B887-934C-D473EB15836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1450387-5772-DA13-8504-D67A6D572AA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6618668-9658-36F4-C05A-76EEB1A5CB5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0877F7E-1672-DB98-4E8D-0DF13D50E78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EE9A128-42D1-A801-460F-54C0ED38356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5536E96-29FE-09E0-24EF-C7CAAFB5B8C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A118BF7-3711-A068-4C38-4F8E250034E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</p:spTree>
    <p:extLst>
      <p:ext uri="{BB962C8B-B14F-4D97-AF65-F5344CB8AC3E}">
        <p14:creationId xmlns:p14="http://schemas.microsoft.com/office/powerpoint/2010/main" val="16515526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718B7-4244-FD6B-840F-C4F0A2D9D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DA2EE1-1475-C8B8-7203-DE67DDEE318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DE80DAA-40AB-9089-EBC8-8731EDEA13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287704F-DD57-82FF-6D9F-65A4212BEE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6114D21-DC82-5A24-B1F4-66E7992775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5D9E491-D8E5-A266-540F-C0CB01D6D6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02FCDAF-BEB4-B21C-5709-5EBB834410E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1C4DAA-0C12-C111-2EDC-EA0B620A597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8639DF-D3A6-204F-B922-631DF2F1365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6A035DB-FB18-7D67-8D4E-6EDCCA96AD2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6275EF-4A5E-6AD4-CA11-5DB1C27F953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4F59C3-A9CE-2A51-8E28-B80865E583A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97CB58-CAF5-6163-AC25-5EE0BA6F127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E2F8D93-A865-F5EE-D5E7-489A5AD2AD2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F1A517-B7FB-4657-08A1-F74E5EBA5EB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F4FD70D-716A-C1E2-F39D-F7648115ED3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BE5473-8213-EBCB-A345-FDB4A85D999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38F0EB9-7D73-3F72-AC10-BC22503AD6A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CD5C65A-56D3-1B73-52CC-48E8D6FA286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CB6867-A0D9-5373-1527-18635FDA3B3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249C24-51B5-AEB8-2175-7B34D5EF31A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2428CE-983B-1B33-35FA-FC84C8F6967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05A448-9A2D-E2E7-652D-EC62778F6BE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6154DF7-865C-B0F2-6E76-BCB01095B50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C1A028A-F7D7-9F36-F8A7-1186CC6FCB9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6574D8-8399-3067-0EF8-BEBD8BE24E7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F29A10-1210-75DB-C0D7-ACBE1245E2F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68FCD5E-065B-A2F6-DA5B-C0C480F0031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016733-6F55-45FF-C688-FE96F038D4E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20279A-66CB-C6EC-6E86-D054B1FC28D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492657C-CCE8-0475-A2FD-EC1092D95C8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23B6BE2-017F-BFDC-3C91-8798BCF4B72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9C02620-D6DB-7431-2844-7220BE42E91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25229A9-DAC7-8CEB-8BC2-99DAF0E1A16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180061-8215-4C74-856A-1D014F048A6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E9EA784-BE2C-71AD-4878-1A409C85485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E026EF-DE71-AF36-747A-84071E6455A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00AC45-8368-B150-2166-FA5868C8A9C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EFE4B49-0575-D0AD-B9EF-6DCBE5E0C88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BD26CE3-07BD-DA06-DA41-0CE7F400A13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33D5844-5E73-4344-E1BA-9CFCA289BB9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263EA9-0352-1A21-07EB-6997FDBB54A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51E1EAC-E6A1-C469-B4EB-34EED737953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0BE6BE3-0212-B76E-D34B-6C84C14F3BD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</p:spTree>
    <p:extLst>
      <p:ext uri="{BB962C8B-B14F-4D97-AF65-F5344CB8AC3E}">
        <p14:creationId xmlns:p14="http://schemas.microsoft.com/office/powerpoint/2010/main" val="27732418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23414-E36E-90BE-857A-2E2AB67CA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EFE860-42B5-D248-1481-4EDD5C16CD2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the four corner blocks.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EBA6E12-04EA-EB02-0BE6-DFBAAC8900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ECC8BAB-754A-D504-908A-C555E93CDB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153E517-373C-BCB3-FD29-00C6F4BC17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0BB01BA-7751-0D2C-8E50-9BD30B773F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6BCCFE2-B195-6817-6489-B80D3BC3BC4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F2E4C5-A2F9-FF22-57DA-EE19857CA1C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10E3D1-CD3A-3584-7E5D-5BDBC23B17C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9FE2E1-FE8E-80B8-EE71-0D8FAD1C9E9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FD1080-2357-B2FB-E6B2-6A65AECE52A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093CF7-80B1-DB61-2873-67BBB4E8E61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FF382FC-3997-32F7-D8DE-4E0D227F7CB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5C71264-C865-A36A-E7B3-9B004B9DDBC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D8F0B2-6735-4515-A366-717A0C1C309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0AF2AFE-76C5-1E3B-8C01-9C132BB40C4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B45425-517A-5E6C-C030-910E5407530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8066979-A082-3A68-3F3E-036A817CFE4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894C486-1F8C-A045-C631-AB50733640F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1224FCF-8329-A0D0-F8A8-D5843DDD7EA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66A3D0-2B8F-923E-4199-0AF28A53A3A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E95A54-9D72-3F54-2642-B3AB16CE8EF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066723-6BBE-4AEA-842E-1C12D180631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F39ED0-E6A3-5A1A-2107-64992B13D47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29ABB3-5BDC-CE41-F317-F94255F3270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840565-3E50-7EF0-55A5-0C8FAE0CCCF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D9B16B8-1A68-0120-0C61-DF74BCCB47A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816C79C-06E8-6259-2BDE-AE2371759E4D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CC79C8-16AA-4ADF-9C0B-30CF051D300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7D2E85-4D85-CA4E-58BB-1DF78D89A98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6E7029C-E484-8570-5DDE-2333F33BFFC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51AEE26-8EF0-01C6-7FE9-7794F8CF6C76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6FAD899-CF65-1871-FDB3-1FA75CA598F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6A7B33A-2AB4-4756-3C5B-FE2AB3B2895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E55460-7450-20E7-E439-384126A7A04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368686C-F469-F4A7-4717-0E9FB13543D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E00872E-5A6F-FE18-D793-FFDB4EE4C40F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A07EDE-087B-CB84-1273-DC35911E366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99A0257-2017-0F89-7280-6BDC92FDE82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9067F39-9173-A686-0A3A-ED98F67091A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BE19DB-1646-113A-D223-168243D9D10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2FABED4-9FFE-E5FB-3778-5E3AB980207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5C9E5D8-70AC-A335-BA79-9FE7DE3A0FC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1F49077-7545-D9D1-1399-4EF0372AA76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B9B2A62-7475-E39F-2913-69368F82818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FDC36A1-CDC4-B7A9-93AB-DB173A25FB5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71879FC-6BC9-EA4A-E0DC-EEE348D96B9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BDE72F4-5428-FE14-F106-88C759F1FDC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3EB3A5C-E43E-92FC-20EE-C174B7BB2A0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28DAAFF-8D7B-FE54-A6B4-CBBA71567BC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3D2A752-5B29-658D-E482-42B381F2E59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7801F7A-209C-CDCE-7537-367F4EF5201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C768FDE-C344-C1C4-DBF6-E4D0AE40A19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B7E5BF3-47E0-96D8-9950-15DB575A3DD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1F251F2-9656-D16F-E38D-02DE21D80A4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BAC5EFD-9C79-D883-80ED-9CF3B3DAEBA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2DFFEC9-7450-A325-12BB-C8CE8091EF4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106F66F-395B-D7BE-9084-6B3C03482FE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EBB6620-9AA0-F7DF-2AF8-FC4571D931C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6FC275D-1F87-02AA-3FDB-256D0363C8E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123478</a:t>
            </a:r>
          </a:p>
        </p:txBody>
      </p:sp>
    </p:spTree>
    <p:extLst>
      <p:ext uri="{BB962C8B-B14F-4D97-AF65-F5344CB8AC3E}">
        <p14:creationId xmlns:p14="http://schemas.microsoft.com/office/powerpoint/2010/main" val="42882229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3DCDC-6106-38FE-6D47-A5563BB93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7388FA4-ADC1-B275-9D98-547720AA305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99F4715-0CF4-D846-1240-F2EB6AB5F4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DBC83F8-9F3F-9FCE-BF4F-9B5CAB6B67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9B2E183-9C2D-C366-B4AE-FA3025279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64AC5D3-3B83-8014-B2A3-922CF2B5D0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06EA222-3CCB-01FE-E24F-0983133C37B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7282E8-AB7E-BBFB-080E-57C103F3CB5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623E75-48BE-C14E-B514-15BC510B258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496E9A-25F7-92D1-78B5-CAC1A9FB1FE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3D2DAA-4BBD-D23A-E632-7CE0B1D56ED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BB0DEA-3E38-042F-6710-2281362DA53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BA30E13-024A-ECCA-A9AD-DF18FAA38C5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3E91B0-EDE0-51C0-D358-D6401D5024D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3398A0-923C-04B5-0162-43303E8F91F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752F4B8-D76E-C833-332C-B16C5670E02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0C43D3-6829-E42C-FCC2-6A05133CF18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E07C979-C6F9-25E7-2D58-848A38CF278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680D0D4-E484-146E-A83E-F54209C9160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D78FC2-2F85-3E43-0013-BDF70B9CF79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AD4D67-2A18-9F00-8AF2-135AD113D07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F7E597-8429-E603-33E3-9AA904060D6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A88000-1184-53EB-F674-AE7A584CAA1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9458E74-8D0E-6C8D-3F81-37B65AF1753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CADBBC-BBA6-3827-4C55-4EF80EE04C0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DE8244-9EF1-A62F-29C5-170E11D3D1E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3C46316-518B-0658-AF1C-53CC14262D3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751C231-A07F-C80E-5DFC-F5A1DA0D923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22C2EF-2D01-3720-08DF-39C87BA3A6D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0772FA-4A8D-D3DE-8858-AEC38679EFB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CCD2E4-6286-79C1-28B7-B53265C90C2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99DC62C-7B88-8DDD-0B4B-51D945B43C15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2A04998-B271-5916-D97E-7F4F6530508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04BAEB-463A-E164-6835-EB97DC5699D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B2FCCD1-14BA-318C-A8A5-32240358E12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CCCF08C-C529-39D4-159B-29C8D17C957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6C58F1F-CAFF-C100-1797-475826D409E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3EBF49E-12B3-6482-7A10-652FE7F1D81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1FCCF80-081A-91C2-6CE5-6CC79227D5E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424DA94-FF72-4D03-476F-17424F4049F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53C984-800C-A04E-323D-FB05B7111A5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C887CD3-D7CE-9D80-0795-8703F958F56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1CDD5A5-EED7-0948-E9F7-6B0839A86A2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BDE4026-408D-269C-2CC7-17524DEC462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C3BCB06-D1E7-5168-B863-81D945B86D3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A486A19-5F73-C63A-46FB-D98EA55832A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1674C86-22CB-3B9A-E83D-ECD6CE98FA5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0293909-D725-C932-F452-AC3F35788A3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6C2C4BB-7218-102E-4DB9-52D80132F25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0E34D21-BC0F-A9CE-8692-E5225A6D8C4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8AD4B5B-CBC1-F605-6BAF-023E2DEA3AE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D7B4BEE-6EA1-1695-4750-3DC7DF4F565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1FC056C-F667-6C65-3511-8B92CD82CEF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8EAA038-1E32-BFB9-6442-761D688558A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558038A-99D9-1ECE-3535-6FC5E8716C9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7519AFC-7486-76F7-03D9-0138620B039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0D3C0D6-35FF-2E46-E709-A31EF523E18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42B1531-80EE-EE3A-5642-5F2F8EBB803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12917A5-70C9-C825-47DF-204AC2199E6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89E761D-950A-A9B0-E30E-14AB564C09E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</p:spTree>
    <p:extLst>
      <p:ext uri="{BB962C8B-B14F-4D97-AF65-F5344CB8AC3E}">
        <p14:creationId xmlns:p14="http://schemas.microsoft.com/office/powerpoint/2010/main" val="2906548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150F6-AFA5-0C07-8F86-5A89DAA4D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BA20B27-8C34-F062-D627-5171039E38F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the four half-filed 2-cages.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D23ECD3-BA6A-DC0B-898E-300EDCFA0F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6075DC-6B24-8C3E-467C-5247A3F72E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71EF763-78B9-30EB-7AED-3A7B531F49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9D3A224-FBA7-500F-7B5B-67820CB840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80874D6-E15D-4555-1938-AA07BA92BC2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86D23F-21AE-0784-F4A9-E5AB2BF3430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6DBFA1-C2D5-027F-0082-EF78C1C88D7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A5FF74-9169-8673-4A20-F472A21F8D3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12CA42-0BB8-FBCB-AC41-9AE44356860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91B1FA-4B75-FFDD-7595-C27A0F88F0B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8205E5-0FD5-3275-13FA-99977D094C2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5A32FDF-F1C7-F94D-1483-E00AB5CA024F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118837-654D-794B-B44E-645ACBA9BD8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C00F22-87FA-39DC-C094-08A7D082CF1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4D048E1-E818-3285-D284-872D5D506E4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DF2DAE-8DD8-CA62-809B-10D795F8CAB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4BADA59-1859-CC77-1A41-19B5C82515D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B22025D-0533-5125-CD1D-B8B50BF960E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D508DB-AB75-3871-B910-099E76AD61B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AF94BE-953B-3B35-286E-E456AED7851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CC4DE69-47DF-39E6-8697-BB835BB1E67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7D4734F-EDFB-747D-5763-2CE5C516105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D9B8688-08A4-4861-12C8-CAA0093141B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B33C6DD-B22A-C064-8F3F-5EC67D08699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3D1C2F3-3A72-7DD1-92E9-15342DDE3F5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0C655F7-DAFC-FF5D-C820-39F2FFF87F1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0F74A18-F26C-7DFD-2492-984A47F7313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AC5368-AE5D-A59D-528A-50FA134EA5E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D094D02-6999-8C74-8681-41A1D53588A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DE7A0B8-1BD7-2A8A-0843-5ED2A554D8E5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8F24642-7A99-8968-F652-2505B79F896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BC332C1-692C-49B5-7F76-FC006D408FC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CD5BC5-65B6-9BA8-6A90-D31C73FA70E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D75F4CD-1F93-E6BC-F178-C3BCCACA2CD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3D16371-470E-2B76-6E32-C8A9C5E48BA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3797547-9ABE-8102-186B-61227CAE986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E45355A-E6A2-E29A-E914-0917286DDF3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B91B54F-C49E-67A4-F882-3FF27A7E431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CFCA0E2-0B5E-CB35-3897-90C67D5F7D8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65C32B-7341-E144-4469-2E98A3322BF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8130491-5BDF-18E5-E1B4-F2E7D1EE597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F4DEDFD-7327-97B3-671B-303F17974FE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27B391-A3A7-6CFA-AA98-C936110B7D1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226D9A2-CD13-CF10-F94B-07928E7E2A0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3A0F74-2903-E138-EECB-A339F0F615D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2597EC5-EB8A-1906-73A9-27439942E08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5810BD4-6D24-0880-63E1-973D9ADA7A0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04959C1-961F-115F-B80B-A433879D737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BD1F922-3235-97BA-A7B2-7D0BFE0A71E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9838688-88B9-263D-E53A-409CD9F3F9D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9996ACD-E3C3-61EE-ADFA-C71F831EEF8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DA40725-73FD-693C-79A9-EFF503420BF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D3A2122-C6AD-6962-88F7-7F4C9568E23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5FEF0A0-30BA-D962-0D43-EA996741197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1C3F88F-5F8C-43D1-ED94-9A15AC0E803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BD85F00-CE72-C186-A82C-59406BA7576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C8ED3AB-02AD-B8BA-B6C3-59884C389AD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354C0E1-5CC7-08D4-FE91-98E05DDC75E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346BF83-C00E-58F7-E8E1-2A47891CB26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EB8DAE-A7F1-03D7-9AF0-061A1625941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4F9B811-E583-9D16-F772-C1FA266A0B4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D53384E-C6C2-791B-498C-B9B7D68E33F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</p:spTree>
    <p:extLst>
      <p:ext uri="{BB962C8B-B14F-4D97-AF65-F5344CB8AC3E}">
        <p14:creationId xmlns:p14="http://schemas.microsoft.com/office/powerpoint/2010/main" val="24171670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DC822-DEFE-F875-E53A-EC62872BA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33ECF1B-B63B-56B1-5609-D5B2C5FCD8E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left center block, 2 and 6 are in Column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6ED7B4F-4B6B-BA2E-3878-68C365BF26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AC0FD94-0B1A-B921-E1F4-29D36A437B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D3F3C7D-DDAE-05E5-C72F-175044DB91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04E5DB3-6D9E-3396-BD68-CE864B905E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22D7422-5687-FD71-ED29-776E48AEEAF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C69964-AE31-0735-CAA8-5D048668CD7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A228B9-1D6C-5C84-5A97-61D4733F215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4D10FB-8C7B-E4A7-4718-EA850EBF53D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E7EAE2-EFC6-DA36-0F76-E75E0B79B4D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5D5786-B933-3F75-F93E-66BE45A7261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D1A262B-D135-1DDC-86B2-49206213370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31647A-E9B9-8B7E-5AE3-3041A6D5CBB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AEF9A9-89E1-EFB4-B9A4-6A8898C4BC7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6EDE58-895D-6057-E315-EE8707C83E0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6A654B1-0FA6-1071-4993-917ED2FECBD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E6DF88F-36D2-D728-0851-3B8FDEE1F10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BDAEDB7-1A0A-3438-078A-A48FF89244E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D559C64-18E0-27F5-A4BE-45E910BBA3A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3555CE-6E5E-2BFC-C145-CBB0A2C9568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21EB41-48BC-4D19-CDC1-61BC6B8FC18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66C653-57DB-E12B-11C4-931FC0C13A9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3F7410-DC34-D8A5-51DD-18E9312CD89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1A1A3E-37F2-7DDF-588A-CD7FCA38DD6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08FD94-6F7A-63EC-5E1B-85A465DF6B5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8C1FB0-497F-83D5-7F8F-CEEB6D8560B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D816321-5B5A-4231-EFD1-769B414A644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0118FF1-B8B2-82D3-0D7E-604ED69F64B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488C293-9D10-DE4B-BFE8-831A2DD390C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6866602-789A-15B5-F8E0-A9507783A55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8CDD9B4-3A30-774E-33AD-F87CEEE1647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D4A67F-32A6-7431-3470-6213214DD3F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2239D52-2288-F3AC-7675-832A5BD4638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0ED2C9-7B4A-8995-6A5A-6F25A179CEC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43725A-DC3D-33E6-4E92-8E7EF5200AC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02AB346-0954-C18A-97DA-7D417F695BE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8FCC095-1A6A-FB60-8C99-9F84B6767F9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323763E-7885-7C5C-30EA-DF92DE7FBA6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DD878B8-F896-72D5-06A3-BB2A4B09AEB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9F2591-F78E-DEF4-F8CD-130E9846608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CF62C56-25A9-5687-B19D-E218649FDC7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A996F64-6C21-ED68-2A04-74284409BCB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BD3FC33-7EB3-C06F-FF17-AA33C989918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226DFCA-A124-BBA4-EC6C-0F048D4553A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9FCE843-FF57-D88E-CE52-8CA5A4F7A6D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D61C1B5-81D9-2297-D068-ACA66CEED69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E033AFF-A03F-7329-7935-6083F3487C1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A2DACAC-BA80-DB3B-6D50-48EF74031BE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1697E10-BF45-705A-9C05-2104407E24F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F8C6820-4F8E-25AB-66C2-D2E70225273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839258C-B701-B420-CD7C-056BDB97A9C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5BFEC43-1929-EA56-60A1-C8323CEC5A5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B2CD720-8F28-1E68-FEA5-9BF1C194AEF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222C4D3-AB21-EBF0-66AD-C2B6109D5F4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E2CFDA5-9FA9-B526-0798-C4A1E714E03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1903346-4A97-6A29-AF21-1030A98F0D3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C51FC-8B38-CA2B-D4D5-DBB677A7343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2EED284-7602-98DB-D287-BAAB65D0D4D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442B109-FD17-1EED-F979-F5EC51EDD6D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D2CB414-54EA-C9B6-A329-3B5139FB788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129A9E2-BBD5-1FCD-1148-E28DABB7895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F35D712-00DA-22F9-E56B-D7094CF5EAD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91E52D2-2F83-1A5E-09B0-1D3B7ADC17E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</p:spTree>
    <p:extLst>
      <p:ext uri="{BB962C8B-B14F-4D97-AF65-F5344CB8AC3E}">
        <p14:creationId xmlns:p14="http://schemas.microsoft.com/office/powerpoint/2010/main" val="16720992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07CAB-7F34-8F13-32CB-0DC2E599B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AC1B0AB-174E-F591-4A9C-7479C377712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2 in right center block. [18 in 3, no 1, 9] cannot contain a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C906338-C6A8-ED1C-FFD9-A029EC09B2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2B7282E-940C-39B2-2B73-38CD86B81A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30F0196-C17D-260C-700D-24C4720396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AF8572E-45E5-5A54-CAA7-6BD63AF041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1258C7-6CA7-FDBA-5FE0-2E942BCDBC3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2622B6-09FC-C484-754E-DD8A77E0653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9A456C-5350-9FE0-A15E-BAF95315D01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E4E9B6-BD12-507C-EA73-579C21E50B4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778D87-62D2-35BE-CB8A-98BED447E5B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288BDE-CDF3-7D2B-70F8-2DEBE0DEB565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D0C963-B405-CD4F-ABC4-B9A16DCEDAF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9B50805-133F-C463-3F5F-750C113B0C3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41541-274A-8C4D-C7C0-4B751B33E02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FF8D6FA-0C19-483F-BE73-0907D27712D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9198E0-D616-5160-EEB6-8E366F97DE4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706FE8E-B7BF-F686-2D48-22FE4FBFA88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1551A0-3475-2CC0-83EF-40D75B1E534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FDA777-30E7-1F9E-8DFF-0E940B6BC21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4E2A9E-0882-577D-F833-DA389F1710C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F77818-66BF-FEE2-1943-6F03005B283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576F78-3F86-7B19-D8DE-5C1C7D62744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730F6DF-6931-EF9A-C046-4BEBF1BD12B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A8EF3A-330B-33EF-A6FB-C8872469408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AB95F4E-8A32-E309-E466-D01D336BA6B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3B056C8-8169-E336-E3AD-98ED774C478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4BE6402-6D62-09AB-EC44-954BDDC31984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217F09-3695-22F0-75A1-7F425DAB90A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673881D-79F7-891F-8DFC-ECDC63FA5BA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FF427E2-824C-055E-A70B-4BBC21B6B9D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3417474-BBA0-5131-158E-C17794B2B9B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3D141C5-F423-698F-7348-589A48CA0C6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4858F00-7C58-1592-E24C-51EE20898FC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98B0BB5-D985-1519-38F5-E4C5ABFD4D1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D27C084-AF26-76BD-2CD1-AD1376A202B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0A44DF7-418E-DCB0-A5A5-64C7F1B0B24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BAB59A0-D490-C39F-B499-76CCE3B01E9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C19E27D-6933-8BE1-FB60-344F881646D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2BD57FE-08CB-BB29-47D4-4939CC3E95D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019F6AE-BA71-AAE3-0774-F12C862BA7F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345316F-A9F2-C44A-EE82-DC201A59B55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180178B-B810-5EFF-6FCC-FE59B8FB298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0B15F6C-DA18-1516-89E1-CCE820882F7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6CE449B-7FCF-117F-4CDE-A84F15BB23E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B470D4-FA63-F76F-09E1-EEB87447EC8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174D6B1-75CC-80C9-2381-8CC2D10C342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AC69D27-1C7C-7932-BBD4-DFF040152DA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6D94ACC-32F4-0A9F-1577-9D327742C69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9CE1DEF-AB63-4EC5-9057-AD7965C64B2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DA05055-D064-58F6-5182-A28D580103C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208580-0DC5-97C9-83AB-E53B34C54DF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711F0FD-0AA8-F201-51FB-87D89DA0F13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2D1AFF8-D0F7-3BD6-14D6-346066AB8C3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34431EA-A95F-F2E5-BBA7-E449E18CA6D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847EA78-39F6-4530-34EA-B3547220F2F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FA3CBC6-7A4B-5152-7400-5DAB6473EDC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9E8D9C1-3C23-956A-137A-62A2BF11488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4345703-2F2B-BCDA-0B26-F5CC2B5C457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A0EAF2B-28C8-114D-E86B-84D20A3D02B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477EB10-6FD0-77D2-C699-0387320B819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E4F4D81-61BF-703A-CDEA-66069BAA4C1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2DA995E-5C8C-E4D1-9AE9-FE428130F16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649A94D-5E20-6305-CFEA-BD4D256964F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303EA0D-034E-4CAD-A9B4-A9925130602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8993660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6F596-2D0C-3D0B-AB20-03ABA28A8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E87D894-1F39-2FE5-1165-93533B421D0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the [9 in 2].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685189-51CA-0C55-550A-C8DA1447DF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0BAF63C-07EB-75FF-E2BE-1AB329C9C7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0430BFB-4B27-93AE-8B3A-0DFCB9CD47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0646C13-34F1-478D-05AE-138AA478E4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CE48BD-62C6-758A-1B39-7E6EEBFC7D3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7C3A27-33C9-8BBB-709E-DF0075C517B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7C000A-E63D-F631-E6C1-571A59D9D45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7B518D-5B3E-0AE8-F1D7-8B321AC4F32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103AD9-D469-FB96-910C-12CCA63B618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24D804C-20CB-DEE7-1226-C0FBE704F96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EC6743-CC86-D811-55D8-376EA813696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E4B59D-8FE0-DC69-C9CC-FD437BDD58A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5A2706-2197-33A3-B4C8-0E4D94A9D3E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74943EE-50BC-3CC2-FF30-3E51C9B0190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40E837F-8910-2B89-027D-F0EE053C2FE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450B5D7-2E3A-CD83-32C3-2F07FE1DAB2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A471B91-AB03-90D9-865F-1B26DE991A3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C60F02A-2B14-9D2A-CF6B-8A015DCE2C7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6621F8-CE38-363A-81A2-EDCA7B8C435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774055-ADEC-2E90-ED35-A16B7F88059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DE2E04-BD85-DCC7-6494-4411B1271DC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ABBE1A-A807-5262-876E-063E5B8EA51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CEC602-815E-8B30-C7BB-F38F81B94BE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589B69-C1B6-E6CE-BFCA-457132A03BE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B0E4C7-A788-3708-9650-37CCA515B36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7D27778-507D-4988-5DB5-59AB938B7DF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388302-1AAF-EFD6-4838-E38490B37E1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3B271DD-A13D-6143-5020-460BB1D5E57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BC98EB0-6B45-559E-3646-E141C1020E2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CBF2E64-C3C1-9603-7540-86147219AC6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46B899-2487-73C9-B0D0-3FC6749C7C6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3B1F0D3-615C-7356-DD1D-1400F456497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8AAD942-398D-A704-EBB3-0167F0F5C12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FACE922-A98B-9353-69B8-DE5A4A78186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4F1144A-3933-C696-A1E2-FC72C009495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27DC0BF-BF80-C939-0C03-41F33E0B7C0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324F5A6-5F7F-E5CF-534D-E2708968018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F37CC05-D91B-8430-7461-BBD9D51D35E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1659F1A-BFCE-06A2-683D-D41C080DACB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E0A7B9F-5354-8DB1-FB62-D0AE362F26F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2ED8AB7-B891-7160-A6F1-676FC916DF0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2C9A6AD-1370-FA2C-AE46-6ACF5CA535B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97D53F4-EF4C-B38D-851F-529707B5AD9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9D46F27-2B01-80CC-CB77-5B25AD6E7B8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50A27B8-1A3D-4A1E-B294-D66826F2890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9F238DB-4908-5FFF-2F06-2AE1251869A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20509AF-2EE5-24D8-5EB4-BD102392741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94C8121-21CA-3DE5-F2B7-6ABA38218F7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2B85CA0-7C08-D5CD-0CCE-8A2DF69B7E0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8FEED9D-AEA4-6F5C-5A86-D7BE2F325E2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77C6403-AFB0-F7C3-62D4-9BC60905614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A2CA4BE-DADA-F9A8-34C9-8AB7DCF078F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8B29A19-BC96-4713-B04F-3CE62AA0503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F15641B-C81D-8ED2-CAF6-FDA9A779C7A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6968D4-B807-072F-7305-9DB95209DA5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9D45981-6960-7494-9E9C-16D353D51C7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0F51EA8-1BDE-94AD-8619-03DBAA66768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0C1F39A-EF11-823B-31A3-C4C70D1F028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0415DB8-BC94-CBEE-82C1-9E8A4E0E3DC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79F418A-1913-1B2E-B25F-087E1087AA7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39642D6-44E7-3296-F7F7-8D26BC27671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1FDA8FC-217C-F025-1410-9845EBE27D4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9E0800F-8AA7-77B0-2AA8-52B7412F309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99D71B2-E885-D9DC-7323-97BF3545673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2096453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0D3BD-A1DC-FD28-957A-E82F28679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9F3BE8-D870-E0AE-BFB7-2506705AFC0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1170CD9-576C-596D-8CE6-91FFBA31D8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B39719C-B735-5F27-3943-4DD15C1171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8882B96-BE9C-AB6E-09E6-A82E83D875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900E349-FC1C-F7AE-BCF4-74BBF863D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66CFBBD-5C83-64B4-691E-1EEA5D8B752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91A59B-8667-CAAE-D2A5-6912CDE21E1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011CBF-6BEA-D61C-DEFD-D34BC46D424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D2E9CB-8D49-5974-935B-02F9ABCC93D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D299CB-BDD3-8FFE-2079-9545E42A5E2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44674D-5088-BBF1-CE0F-7991B8D15E3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0F781A8-BE33-EDB7-4D8A-912E44FA23A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F41618-2554-2105-08B9-2E328A204799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F78B58-FA8A-9E21-7C28-C03278CDC52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E60C5BC-A791-7842-0216-B40FA49138F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63D22D-A49B-0FC8-AC81-488F57B4505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B7AE30-6373-CD3B-F01B-2AB7D8C24AC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116C2A-890C-E776-65CF-6B26194604F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3FC26F-9B7D-FCDD-3841-FEE84EF7629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C88A7C-4D6D-059F-B27A-44C84BE8E8F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72BFBF-A27D-931F-B469-1796F2154CA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62030C-B1AB-A1D3-6BA8-66AAD556691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A81A8E4-5146-B5F8-904A-F22A7E76646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618D54-AA30-1E01-9F82-71F29D32C15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EE64A4-107B-BC13-F6F9-F58C0F048BD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D3C118-2E73-9CBF-BFE9-3A5D00AE67D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17119C-FD67-632F-E36C-0BBC33E7BA7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CDB69EC-0738-B75B-C488-4FEF75879EA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DFF7BB-7933-DEF6-5E41-A97983E8B4A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A56D096-85D2-324F-C593-A759F755528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1E0DE35-006A-C9E7-2513-8297734E593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53B70F2-61C5-D5A1-89FB-5FF80F6F57D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9C1E88-0957-B804-CDB7-9B700E9738A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92F89A8-4BAB-7887-E2EF-FCBBA4911D0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9B85030-AB13-BEDE-B85C-6A5ADEEADAA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FB90474-2DE4-961E-FBEC-20DBE6ADF54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6EBEB20-AF33-1911-8178-70CB27BA122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D13158-3A29-BC9C-BC97-FF4F8F92A8B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DC638B5-74A4-CC9A-AA97-BF7FE384A0E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73FB351-33A4-186A-4285-3C961B493A9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1B90E70-9ACA-F508-08A2-38537F44A8A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1214861-A001-AC53-1E74-640C5F77D29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666D6C2-B5E2-CF4A-84B2-149E09B8EF1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AF266DB-4C19-524E-7E73-C32C8FA2F5C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5512FB-2624-5CD1-6B71-64599369D27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D197AC9-4714-1B9C-8F15-872C97D3222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22EDC7-85F2-795E-D54F-904209C2A88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5AC03E1-3161-07A3-515E-55C4C6603F6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1D9450B-24C2-119C-9516-9023F607FFE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F9C0B22-B699-E5EE-58E2-10C36F0415A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F45365-B041-1BF3-0C82-877C6469240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5E3019B-C49A-BFCA-8AA4-BB6BC3CFEAD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6E38243-52EA-ADA1-3078-9D4730E1FE8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C7AB57A-0A88-8973-6103-983BB1F616C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62C3188-B89E-95B5-1441-C356D455607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369A183-346C-7752-E8F2-354961D135F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7FE9BE6-642F-37CF-A537-370C44E325A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B58F382-3AF4-7D7A-5CAC-5C631CA8499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2B64A29-7269-9546-393E-70EEDFA4D03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EB45753-CF36-4506-964E-619449A981E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2E38966-9B16-62B9-6BBF-6003565B2B5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581D3BB-A765-1E1E-6EC4-640A4F43E60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2705BD-1376-07C1-2AEA-6F6ED075FC6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6FB6ECE-225E-C87D-FFAD-12451EC2C71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7FC5C84-0B79-88C7-E62B-DC6AB6B4D40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0313552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DF7A5-3F2D-FAB3-AEDC-76A42B589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D09FD21-A71B-AE6E-C994-5A8A7198441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3587780-8DBC-A588-51E4-0ADEDFABBD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889BD01-D208-F655-A018-189DF3595E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4C5C289-324E-4D01-5A40-D1A33C8465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108511C-C65E-3F56-64A3-C3C1CE9527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3F270C-1268-1FEE-894E-74544E11390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D83C37-AB0F-926C-8294-20895529F8F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ED66A8-5EFE-7795-E883-FA70AC63925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AD841E6-0AC6-951B-6FAC-DCB7B97E268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1DED66-C2A9-4A65-67D8-40D611072F4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6329823-DA00-28CC-ED7E-E96C0EC698B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D2CC6D-B5ED-4DFC-861A-7F3CA87C76B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277204B-B951-F49E-2648-9445311BFAF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E42896-E4B4-3B75-5C42-A2ADF22CE89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0130C9E-2506-B94F-B3E3-88E9A444068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A48E78C-B8D9-44B0-AD27-7E30E764D20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3E96E3-CB9A-B3F3-1C16-1704F581448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5C9421-5BB4-81B2-7F5E-185F7A81896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4E75BD0-29A4-3102-E6DA-35141A728B8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9F10E4-A484-5387-70FE-41FCA810928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34E138-EE7C-5D28-B8C0-546D84D73C4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75DA2E9-4306-C8D2-93CC-F64AA5E7D74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F838B1-123D-5ABD-A0AD-C500EF8592C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94EFAB0-A9AB-B6C0-C9C3-127849CA5F7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1E867F-6B71-9D62-4387-BB66D803998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E6F3BA-29DE-EC08-3C54-1F8A5FA868B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56E2C1D-68A2-AC76-A80C-A9119CD6321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8F52369-7F18-72D9-F812-78CE790BAAF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693B943-DC39-6AF9-24B8-27F5C66C11D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ECF1877-E396-6F04-42B7-B21503A5B4D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A8E256F-AACC-A0A3-3D21-B2496A5A96A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9F23C8B-9500-6C4B-D4CE-20D981B216C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0BBE5F6-6239-8AF5-E2E7-EDC067E2AC9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B5752F3-C636-1ACA-825E-3C9DCFFE40A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EFD1B39-871F-87A3-FD02-6A2881AFF31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0762A67-4EA0-F98D-F6C0-40C0B3F0D74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669D819-2D01-398C-35F1-931B929D549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26B69D1-BF93-73DD-3599-792219F91FD2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5D3A24C-6688-18A5-582E-F892967D311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39C0ECB-A2C4-4BB2-B8B9-2E32947BF6D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E77161D-46BC-29C8-6D39-8F39CF9E451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238875C-36D9-8473-FB73-A8BEE9AA2D4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8479163-22EC-3CC7-D3ED-117E0F64E6A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52A2EA6-803D-0092-D4FE-5495C103294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E28E8B4-A420-F88F-5EB5-8786C38D6D5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F7377DF-3FD8-694B-3F9E-66C6E8529A3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EAA2F77-9028-4DC2-858A-F4D7C710118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1E10070-224E-D562-D087-FB056C63B80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A7D6A43-DE39-B0CB-8316-FCA1B198FC0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1FEEF73-3809-6D4D-AC73-3D88264C02E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B81FE0-492D-51AC-C427-C0E8E31F159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9906981-1F62-621A-948A-71D692690D7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242D21C-25FE-E0F0-4A6E-371261B8C06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3CA541B-05D2-5AD4-01E9-981BEFCC881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D77B599-A5DB-6119-CC10-3C581D86F0B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227F4D-570A-DA4C-6C4F-6CE0ABACDDC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0795B5D-05AB-7386-BA8A-ACC7776F87D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47812A2-28DD-B356-585F-11D5FBB35A6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5E99D6D-0F0A-7BFA-0C03-2181981CB06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0BB7EE0-00E7-BC2D-DCC8-EFBBAF172F0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ACC015F-87A0-F25C-2DC4-8C782E75B02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EDF7551-E23F-3077-BBF3-14034C162A3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4B9053D-DF42-B7E3-ABD0-60CE6FD3E7B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4A7D30F-D4E6-0FC2-A338-2B8E58B2EA4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6F54AE1-DBCC-F291-FFEB-66B4BAAC04E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419018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EEE7B-6559-AC58-DFF6-5FC9C0B6A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EC8A32E-A14D-C172-E3E4-E183FD2A126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A1F8FBD-F878-A1DC-E04A-8F860D8077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F43D255-CA56-A0CB-2EDA-920CE0C066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DFA4B02-C8D3-D624-C1E7-D217329C4F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52F09D0-3850-C9AF-E546-F032104308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FB3289D-18F0-5A19-D8B5-9D2EC501907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527DB8-01A8-91E3-1C3A-CC037917A97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1FF529-D20C-E20E-EAF7-29844F40145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A7AD04-230D-E788-A49C-2D9EB0BEB5F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075E8C-980A-F12B-9BEF-8AC3062C746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D07456-0D49-68EE-0518-0B54E50FAC4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9F54B0E-2230-73B1-6C53-5F94DFBD7A0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21869E7-9A73-41AC-6F3D-DA941A1B844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F0D0BB-DB97-7763-5B7A-E791BD5D129F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5179E4-51C3-D631-1BEA-C19FD318216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55A1FE-BDEB-1CAC-AE85-67A06F1AEE3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7D0EB9A-D106-7E59-72BF-E777736081D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D362149-9773-7EF4-EF3A-8F90A9AA9C8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ABC85C8-6DB1-0EEE-8488-F2A1E7D1CB2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0A83D4-A5BD-4AA6-A54E-C642EBC175F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CF4654-9478-38B2-79FB-82307FC3990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F8C5855-913B-B310-E87B-0B8574E5053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44147A-C882-7799-4E8A-0E627140D9E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B18DB0-3898-E782-716D-AA0FAC71C52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1205E1-534F-40E2-08BB-060D05C6226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B3EFF2-B3CA-7475-C192-6F5C0F4A2CD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295A2D-2D0A-CD93-E654-C338C02F2F0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7094B0-9312-E16D-471F-2CBB8FED6DD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7C4F12-5878-5B48-3FCE-E821F06ED4A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ADBDB6D-A12B-E69C-35B0-9D267DFD4B9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DFFE8AA-C8C4-0552-485A-064061F4B2E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84B6E83-6349-914B-8BEE-6E470E6C5E3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6F90DFF-DD94-3622-DC33-A3EC5E211E6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74AB359-CC34-3A60-639E-03DE4B29BE6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AAE3E12-F45D-48C2-2C61-F8650B67D96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BFB4A8D-0773-504D-6274-D4086258BE9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F42CFD-2EE6-EA49-4B01-28DA88D5917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D11F0C7-3558-DEC6-C874-B71C53849E5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CC62FE8-5C21-2C85-B43F-56F3D827916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980BC91-34A7-E928-46D1-9C7B3913E50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763CFCA-7E94-3C8D-2F5F-B4A108E1F8E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AD8E003-F44B-4D4A-7BB3-C54EF75D690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B56FA5D-03BB-C300-5A80-6FD2F849280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84B78FB-59A3-E89E-F3A1-285E1124451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41DFADF-B544-FB8B-CDC2-3F40BFF19C5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CBA88EB-E71B-9F9B-7374-F771728CB54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101B3E8-15B9-7213-ADC6-FAA8B04DABB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3F7973C-4D33-4654-EBBB-279BA76B9BC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8EAE0C2-4D7B-BF15-F4C1-77EE424E4F7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1F3975C-6D98-1A24-2730-39F9BECD693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516CF82-F938-D7EB-F843-FAA126A7C82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32362D8-B889-0810-C855-4D8BB575104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020DA53-9581-246E-4DD4-8F1A7AA86B5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9165DBC-619E-7EB2-B7CB-49D449DEB9B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ABDBA37-D71A-8632-1D6B-6FE1D8870E3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6A6261B-632A-93DE-94F2-5E05959A25F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DD9B71A-249B-EB12-CEB5-D89D5370C0F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37ED21D-4CE5-4C27-6AD0-3EF3CEDD1CC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D25FC9D-4077-77D4-E16A-CCADFBCA750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7762737-53D2-FA10-C0F8-B3D78D9C751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0FB591F-536E-C0AF-C7BD-C101728CDEA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B899263-3D4F-C1AC-E76C-8F9DBE69E85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FF29A0C-E8A9-9F16-9BC8-FC2D4059B0B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DA7DF76-5459-A097-F8FA-1B76D9E050D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DD9E716-30EC-1149-41D5-73721283221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7975337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2393A-1171-A7AB-EB9A-7E983D1A5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71DE6C2-4B95-397B-88AA-5B40F70AA14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C9A1BA1-A624-1BED-2459-A05677D4DB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918A924-E5D4-C74E-75DB-3EC0FB8D68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A9465CB-22F8-1FC7-4049-90700AFF51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50A9F66-CE5B-B636-8E70-DD2CB7BB92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0BFFEA8-0ACB-ACD5-423B-27BF460C8F2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8D2FD0-1839-1B39-D553-E04A6130BF6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E17655-44F8-AD1B-98E1-F07403EBC7F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D49EBE-9BD5-E832-904B-4A7C72B69A4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862560-4D77-949C-69C4-E16F2563948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EA3350-ACD0-4C8C-5241-F687708F06E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65BE70-F138-7759-69F0-6506472EC58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B5CFDB5-D2EC-FD4A-84D5-83BBCCFC0CD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C19F81-1188-2DDC-09F9-BD352F42751F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F9F1A4-FF7D-CECB-859F-7C310D3FB16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ACFAEEE-8C99-0248-391C-6276B3F012E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11DB63E-4A91-3316-B3D9-62170D1FE25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F00DA20-EE0E-A50E-AE0D-FAAE38096C5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B15B593-1AC2-36EF-D896-8057BB65E60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8B0B4C-E27A-D1FC-AF7E-EABC990A142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E9EE66-BF6F-7A68-1681-03CF23BD381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B3267DD-3A13-1D8E-98A0-8677B305DAE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3A6C061-068E-9EEF-C0A9-F384A08F2E6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180D43-B685-F18C-5DB8-15B3EDD8350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3909730-458D-436E-9C59-29284A468D3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399A618-CBB8-7857-9837-B9E40D23ED8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EA1EFC-5C34-4C97-C51D-5956D38B444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84D03E-80C2-301F-1F53-DEA8A268141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BC03B7-B861-031D-3C73-506004368CE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30A9F75-106A-B37D-5B72-E2369049955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421E387-7F8E-FC72-8620-69D59BA8F71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2559353-A7E7-2846-6641-CDC6749E215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03A71E1-1554-A8DA-21A1-EF32CD37F6E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AD1BE5-28DB-BD27-3069-34968515F83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3DD4D0A-C81E-F9E0-F771-7B20390C73D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9C39C1B-34D3-ACBE-34A3-F9A3B970E42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E9EED37-D79C-33D9-310C-852336E0C68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037E86C-48C2-1DC2-FE8C-93A010F8CEE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121AB64-EA6F-52A2-0BA2-380CC2EB578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ED19DE3-93EF-4184-218D-3A1EFC6F54B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4A7E123-5A10-A6ED-424C-4A4ABCAA7AB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0E7431B-A57F-48A3-DD48-52DAF5B33FD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2135D88-517E-5AD8-2735-F412E19F400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AC24A30-B1A6-D46D-EAD4-81B9EECE4C1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3F71900-F1CF-659D-1855-D530BF78381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FED78AF-0C45-70FE-CCF3-624BF9C58DC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8DCBA81-9164-17DA-35DF-1C97DAAF4C3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3BBF31B-7101-BF0B-E268-F5005701E01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EA3AFE4-6F93-3E81-143A-C219214C825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AF8B2BF-EB15-0099-13A7-D6B425DCB69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151F4E3-9006-5B4D-F72E-03B2EF19F0C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F837A2C-120B-8562-31FD-32C4CA4088B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1751CAE-051B-6FB6-BF7C-4D724541382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C690FAE-A656-BC42-10BC-EA139CE9314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3FD2157-CE0F-C36C-06FE-BEDED75CEB7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D59BDF0-22BD-BED1-9079-DEB0A76CC67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6DFF7D-4CF1-1A77-D713-6AA73070E29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BA12AC7-CA76-197E-C14C-CF4BB9A0298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7C8A39D-5351-1599-0235-3F6CFE28836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01502CE-316E-9A84-0EDA-1A55F4F0070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4416ABE-E7C0-3C7C-E7E9-F6512ACFE38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A083590-006C-30F9-FA9A-E01A2413FCE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4CD537C-87EA-B84F-E8F2-DB199248CD6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FAEE973-49B5-1669-423B-F809DF9F372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1BF2979-3319-7DD2-5E86-05C310712A5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771692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1DA7B-31B2-BCB5-70A9-9D1F19509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D96B7F-2596-60BC-B8BF-58335ABFA5D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[18 in 3].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602E0AA-D530-3EB7-61D5-830B681009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5D0F528-EECB-59EF-B911-FEC01E0838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8A62E09-794D-2694-3667-B3285455D8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7F1ECD3-2A87-6C42-4EC7-CED715B54F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A50806-1752-1B13-F522-1D8792DC043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32429C-BB49-871D-476D-C0BC87E77E4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707009-BF14-D5AC-CEF2-C84CD1D4243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BCA7DA-3732-95EE-19D4-100E75B228F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84B23DF-7AC6-4224-9736-BD4F6184D70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CD69097-4287-4334-5A5C-B63A6046815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E4835E3-2BD5-D6C6-081E-E1B8680B9F9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1D0C757-8D09-DBDF-62DB-4BD80096266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55349E-CA43-5F99-2A77-646116A3516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8C68E9-7AFF-0013-CE59-B07EF9FE21B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8C996D-9A1C-AD22-8A7E-22BE9194C56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991236-0F6C-AE5D-0835-C166C032004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6374DCF-7935-FB06-EB75-C06D7B9CF7D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6494C1F-84E6-D73F-1474-09B678E9893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05D598-46A8-810E-213F-89CCE15BBCB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E5C7E2-D134-D443-9658-144B4C95AC9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CC9FD5-39C7-510A-C125-D081F37B776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734EFA-8EE2-35E6-DD5F-3C4F4FAD8AA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80117A-B1DA-C5FD-60EF-3AD1A17FA83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0DA1CA8-6535-3539-C8F5-A21BC0033AB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BA59B37-3A2A-4A91-6795-3584077223B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3FECFB-63C0-1E5B-5CFE-6031256CB268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B6B7418-E473-5AAB-A4DE-4D48B52B91C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25D4BA-5181-97F7-8435-F22BFE4E4E6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BA60393-9C50-B9B3-AEB8-6E0C9D63C00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509378-8A07-15DE-F158-CED5C30BF7B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102B13B-2418-1709-FA45-116EF9BEB05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6D8150-0E21-C59B-0090-54E90D7B172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C70CC7-659D-1667-C995-1A8C497C89B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E6646E1-2960-7B37-8F6E-E78B7C3D0E6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42CE85-D328-353B-6CB8-1C3FF3792E0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5522F1A-1E46-33B6-BD19-47B1C1C4DD1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8C1870-FF09-EE86-440F-3C29A269284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662CD6E-5F4C-211D-AC65-99D5C941D55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07256C-D4D3-780C-57C8-2D4F5AA1919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81BD2CF-DD23-17D0-DF6E-C3897CE2841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A83EC59-35BB-3ECD-EA67-F6872F33A7B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ABE0D8F-28B5-DD43-8D30-F25676B1B28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885C807-44ED-1D5A-426F-DE471AA481C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2C59322-D0AF-E5E1-6565-9675394DE1A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E8C934A-251A-FC0B-C5FF-7A22F0902C1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4532574-894F-39B1-2E33-7CD3BBB10BC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8736B51-09F6-3A11-4FC0-FB6038960FA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305580A-21E9-C473-B3A0-2372A498E43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9018BD9-4532-E75C-BA00-F53A4619B21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6544967-61F5-04A6-E111-3B4FBD454DA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3AC8F70-09A3-C769-6962-3E48AE92129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2DF0183-C513-AD2C-D351-7AEE32D7082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5FE991A-6196-7226-A45E-1CCBFAF303D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3765F8D-07D9-9B8A-1FC3-9392FAC36C8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61525C0-B681-5EFC-C0CA-41DE8732374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9B359E4-8136-2C87-4B51-17EE019D472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7C27A55-B39F-4A6A-EF43-8DAB6777C27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AC0E38D-B909-5833-43AB-60A825C4546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9915D0C-62D5-A8B5-D6B0-9A49003CE08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6CEE691-DF00-2471-7221-E1E2079B841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B49EE43-22A3-0139-E9F4-9CE9BAA7FB5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3BED3BD-4F76-C35B-244F-91DCFEE3075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383BA2A-A8BD-849F-9FE5-D75EFE112F3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36F4AB1-8BC1-6BAA-F67A-88440215DAC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086AB0-8ACB-1063-3B56-DB42582F8AC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3E43AB8-B73B-892B-9F7C-BD5C6EE3952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41E5D16-48B2-EE34-9A56-CADF4865E2E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</p:spTree>
    <p:extLst>
      <p:ext uri="{BB962C8B-B14F-4D97-AF65-F5344CB8AC3E}">
        <p14:creationId xmlns:p14="http://schemas.microsoft.com/office/powerpoint/2010/main" val="2398344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88D6E-132F-E487-002F-DFC480788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66F67ED-C9D4-CB64-B45F-7BA3BB68560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2 in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CF08C3F-7DBC-61C2-4661-DFE0E029ED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139512B-4032-8E9D-CB79-2FFB9B54E8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E6F021D-5962-B8A5-D23E-42182DB9AF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E89F9CB-2710-51D3-FFD4-9B63D554A4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A14CFF7-6078-823F-DD37-B7A00054460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9EBC84-91F0-EE1E-8965-23830113C51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C24292-CCC2-51F9-1B55-060E9812580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DA7FB6-69D6-7663-40B7-E0A88C44F3C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A3DDB4-ED7F-7BBE-72B3-91C0E386B5A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9E1CA3-1765-2919-6DCB-5A110E17B1F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4503760-C2BA-8291-6F74-BCA4C7D211D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FA98BAE-46C6-748D-9823-CD127C5DC04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9D5675-AC5D-2334-0E1E-A0A0AA7C62A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E79FAC-8A4B-7F36-A44B-E86B41C776F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33CA93C-8225-53A2-2125-1B757B479F4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4B4763-54B9-A7D8-DE7F-188748746CBB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05212AD-A260-0E72-FA3A-F39B6715F32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5B08F5-792C-B5D9-5150-C7ECEE052C5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91F935-9354-1EAF-0040-BF3874BBB3F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9F936E-DD0F-ED6A-EB44-69BF443D139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645C86-2C39-771B-94B4-F0E7BAB6978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E1DAA7F-D526-D9F7-F94F-52135C12231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7FD5A06-3F77-A6CF-7B76-290B32F0CEB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36C6B9-595E-04B4-53F6-CC7F5606340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821857-26ED-FC34-7C2E-F5CF01C3A0F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95D4A2C-FD7C-2F43-CA81-80C7C41E51D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F3DD22B-FA41-9ED8-A811-42F8D9D856F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B45205-0AD7-B5BD-D43D-4AC57A2EE6E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E81CC6A-1E69-8423-054A-95EBB8E163D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0E335DA-AB29-5846-B809-3C62165D78B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5C7A59-F7BB-6BC7-3EFF-BE5EF6607F2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5A3B960-5465-4AB2-9AAE-59BFA879EC4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41D942F-2BCB-6953-F3AD-C26D7D668B7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7D73FA3-D36F-0D3B-FE68-D3DF60F22F0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09BA918-3C0C-3D2D-84D7-3B064117CE5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9D4E36D-32D0-C2D0-8C3E-AC2879C2F06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DF89FAD-2408-8039-DC7E-99560D5F287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442B94A-F02C-509B-B37E-BB4D2272CF2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FFB81EC-89B1-5FD0-DF53-AB84542838B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14BF8D8-BE0E-71E1-BF6E-FE4BA17524A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A67C36C-2D18-A767-F91E-32019A265D3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CC73CD4-0B69-E1FF-350E-C3BD9D6DABE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13B908-2E51-F652-5DC4-CBACB3091CA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41EE2EA-2383-7EE2-0475-D043C93FB3A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BC0DE46-F158-AE21-D199-27844CC6B82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9DD34D-6736-41D1-ACDE-06CADA6F962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965400E-FBDE-F15F-7E60-B1826EC7296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B8EFFED-8242-4F36-823F-FEB768B944A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45D72A0-9FD5-B3AD-B5D0-6099F4D3912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A5EF8EC-3B68-977E-5976-3F4F63C5E1D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39F6EFC-9F86-DBB1-9D10-46A4F278E31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327E63D-8800-2EC7-31BA-4801C77CB02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8925642-2589-F2E5-010D-4A65D67D6AB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8F9FECE-4285-BB5F-484D-84DB2DF56FE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5EACFE0-A353-1B83-AB6A-243EC99C430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CC954E0-EF6E-559D-4B30-270FCEE824E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11748F-E03B-D277-9AC1-C6CAFBA34841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6F6BE75-A516-FEEE-93DE-DF2DEF103D1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3F40754-DC8B-C153-2035-C34EFB2B302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FC27139-0CF5-A79F-B9CA-3A4C40D83E4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CFCCB95-E9AD-36BD-076F-2A1B276FA6E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F7CF260-E1C2-5F0B-23A1-C636D20AC06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682BC79-4E43-EF89-01D2-12BC21A9D29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3CEBB53-4E75-987D-A1C8-13D78CB4EC4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72C12BA-0A08-34D5-68EF-056702442A6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CBA608B-30EC-76E3-F600-60451C8063F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F53347F-6505-46D7-422B-610A6B88917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5539788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0DD41-EDCE-A362-71F0-9A4EF6FEA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988D6A-6C76-5B4C-18AA-2BFEFECDB4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2 in Row 3, because [14 in 2] cannot contain a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05E070A-77CC-AFA5-1F7D-81805ED2E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1C1768D-E4C3-1504-E34C-2A941E9130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1EF9A6E-8E43-D38C-1B13-34F45B4354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4BC7C90-7E52-B763-C76F-52A3CA1FF9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83FED7C-3B44-0733-BF0F-E1786A0E65A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203B03-9D32-9889-C7F9-00EF4B964C0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CEA34C-9A2D-19CA-E466-D1419107D7D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92AFAC-28F7-B20B-F566-D5D0740705D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147FCC-2340-4A55-25C9-22F479E7873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E53B91-3C97-03BC-4D3C-EC97258A56A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5C7D41C-6B63-134A-92B9-B8F509F110E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B6A885-68D8-B69C-28F2-092D3F595A96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2A5B18-320B-C6CA-9F11-740A1DB6968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6FD65C2-5BBD-24ED-253C-255A5CC1A81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BB95188-BC17-B411-BA91-C2A3724D7AD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81C3522-9C11-D233-83B8-8BE1807C53C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9DBAE58-6166-491A-0EA9-0DC73524247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72486C2-3D66-6562-77DB-A9AF034B8A0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9AE557-68E3-2107-0824-EEF99EC6F69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91AD0C-DCD0-3B55-0D66-7B025F4950E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7052B5-1E07-454E-FCB3-5B915510C2E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0E8A67-6999-BFFE-44A1-E9206776F8D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7A7A2E-6CBA-2665-6345-10CE9A36B83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119217-5593-9B23-0E39-AD08FE8C720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01DB06-DC85-43BB-2D40-CD444342C988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CECB4B4-FBAF-B478-CD9C-5080FA05EAF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CA8AAF9-C5AB-0A95-73C7-DA2B44E05E8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E93994A-90B9-79DE-B5A5-9DCF2B4B0F7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53A5A9-D031-647F-F6D9-35B0883289E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572CFD3-5963-1507-DCEF-C0095BDED08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656CA74-4229-6F68-8BF4-191D9B6C4C8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21E849B-2C13-2273-FCF2-3511CC1A517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76B08CF-2211-30B9-D6AD-EAB60023BCB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B644872-8192-1D66-144E-AF034FA7472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E89B7BF-EDE1-6481-03E2-D476D1EE073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7F9A41C-1136-E516-05B3-3407A48AF8A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99F3F4D-33C7-AAE5-00F1-0DA30E0EFCC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BCBF11A-EC8D-7C0B-2F0A-B39A69790B5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4C9F720-EBE1-7D07-5E3B-AA3D90E23CB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9A001A9-ABA6-73F5-9624-B4BB35F0910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79D1590-9AB4-E3EC-43B9-DD4F0BAEE6D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A1D3837-54E1-E8C1-69FA-1ED4688D26D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CD25AE5-4B28-A628-DC7D-0607D2BDF62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BDD0B2-D014-BB14-93BC-9DBA885D997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119FE15-B17B-EFB8-5821-A4629B75B8C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F82DF36-EB8A-12A8-E32E-8DD75CC0A67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6D31A34-24AA-4B4F-B4FF-F470D42E27B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1DD9437-2969-3E9E-9F16-6D28577E9E9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7973BA-3EFB-98C2-5E0B-E2C79F63874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3DDB9B8-9B82-9B8C-CDD2-6F57DF6F568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9185E36-8EBC-94FE-84FD-010B65DEE3D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D911398-B14D-47A5-70D0-94F85F3FA31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4FD8B8B-4F88-D275-1A8D-30386C9A90A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526E294-D93C-2E38-7D89-98409EA689B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21D134A-AB0D-EDBB-2DC2-CFC0A010FBC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F639E41-B865-3320-1D95-D8F8AAFCC9B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1BCE8EB-A396-DC27-A8DF-5964CBB4634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BF680A9-63BA-3386-292A-AE0166BD314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5082663-3C2F-858E-01AA-4EFC89A82B8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E0C13B9-4CB0-F819-8CCE-DFCFD7321F6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A41935F-950F-7C87-D3DE-A6E445A8685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82B9BE1-8EE2-D563-B203-495E3FA24E0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A29978C-A2D2-EB3B-5DFF-11070EE05F7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8B72649-F69F-5DF9-7AA1-2F242101C9E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EFAE6C2-626C-6A40-7F8D-66BB5DDFF25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4F722A5-F797-B006-3CFA-FB063E1C08D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C78BEA0-DB0D-BD20-2D78-FACF3809205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8882380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F6B8C-CE5B-F735-31FD-6290C8625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A56A4C7-5F80-AB81-E465-74F6354CC23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D4AA4AE-E66A-CFF4-3298-E1F37C7550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55E9EB8-C80E-5417-2782-C73AFE9DCD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4A0F84E-D191-65BB-8CEE-601AC3545B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C99AAFA-C2A6-2020-74B0-1F45F76AB3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E7261FE-595D-C499-6131-CD8BCD9F1A4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9B3B69-C028-5684-9262-BC3A895950C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449D70-692B-F79E-7B83-2AAB022E430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94CCDD-1985-7D47-C339-2CA87ADE40D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7F36E0-DBB6-A737-33EA-1D379BA8ED5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98ACBB-3361-1D24-A381-00D93045394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03BC317-1193-9396-8E84-20193523C80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288D42E-B460-CF5A-C0D5-ADC57EE255F9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708278-977C-34B1-88A2-94D8B094468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AA4F79-2304-8005-CF19-40EAE0479B6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032280-9121-BC42-6E8C-DC0018F31EA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957DD3B-9F46-7E26-ADCD-02D355B6E53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FD03B0-6987-D728-9CFD-B839AB7C049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E8BA9BD-050B-A720-896E-B3207A5B57D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B6D051-A354-0091-0E3D-35BD96E4A9E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0F2E4C-26C1-54E3-FA44-745AB800438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73D7C5-EA3C-CDC2-B8ED-7263DDDEEA2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F8E32F4-337A-1E0E-4BAF-0C1ACC7E7C1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4F438A-56E2-8B2A-9A6D-3F7BE2F2636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C4CEFE2-6D38-AD1F-A2AC-28034BCFD77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22AE168-3828-D4F2-224F-EFB07CB6AB5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8FF82A-60E1-D44E-A53E-6715516346C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FF9A7C-5579-6305-7FC9-9918517EB4A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05E86FE-2D85-8BA8-226A-6BE3782F85B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1FE1894-36F5-E9BC-A2F5-D1C7DBBDA63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B16C2C4-5A4C-8AAB-A746-6894A57DFD4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31797AC-8EB3-670E-F2B4-A2CA19B4894C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F92437D-FC20-4B3C-3A84-BFB40299A9A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FC179B7-3660-31AF-0936-38E006F052D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45021EB-FB04-BA41-08EB-822C0061304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CFBCD5A-E574-88A6-CB44-AC0D2CDF803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D0C123A-EE3D-E950-D013-840799097DC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2E93A2B-4917-A641-535F-3073A3D5FBD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8890CD-F539-1701-B8C0-753C7A356A3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CD842B3-E209-D6CE-321B-9D2B412FFFE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74A13A6-EE6D-A3BA-0DD1-39D91CF52E0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83D12CA-BBD6-3A1C-D7A9-76C954D059F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87B9D01-2578-05F2-C768-DE4C06A44AE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D5FA2A9-CAB2-49E3-3D62-10831F4CAD0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B4880C4-C277-5731-13C5-899C3B94FDA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03BA2DD-D78D-32AA-5DA7-F2991F0F284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7E9BECC-5903-9741-B355-15A2455B735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00BE67F-90A3-D38F-11DB-50CA3FE6459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7C5BE70-8275-DD11-7169-50C4CCA6FEB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1A51396-1BC5-2BA8-F473-FF57C474A5A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BE89EA2-9BA4-F96F-5D0D-F63E2081C8D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E8EE166-D85B-9BEC-14AE-7E21916E7D7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6749762-A9B0-CE05-6145-10F38CD074C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ED46876-E485-8BAE-45D0-7BECE4C240E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700629D-90EC-7165-4935-921EF75AE7D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99A1FF4-477B-B73B-B625-DA83B176043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CA6580F-3B3B-5655-CAE1-390AC510031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15043B0-98AB-6B04-9F5C-92CE908B62E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A1F4E6B-58F1-AF09-2340-0F093C6122F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6A46E8B-EDC3-86FE-162A-772A364CD19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73920D7-D3C7-E8A1-A6CF-6FFF9F78449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5C23301-BEE2-3AE5-24CE-FA5EA10481D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ED4B698-52C6-C167-DF1F-C52D6958876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1659A73-68B7-DC0E-0562-7C4D8E68EBC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FEE673-68F8-5A25-676C-45C02075AB6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033B552-B86B-AA4A-9076-C070FB59A2D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17A23DE-3A44-ABCF-9785-21FB6F69564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08CA239-4D60-B762-B6F4-2AEAEBB4284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1582668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72E9E-1706-EEBC-C65D-FEF7581C9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E976ED-9CB5-0C58-B038-EF11D485D4F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Note 137 triplet in lower left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277DCC4-D640-E662-4063-5BDDB5CF85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B36C2FA-6F52-4A39-62F6-2CA9311107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1CAF5B7-0D20-D403-7E64-7BC4075F85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EC229EA-37F1-51E4-1273-4027CEF75C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0591FB-341E-4F5B-40A6-032805A38DB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3B4756-C057-AEBE-123C-F2A475A9989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C69F55-1E7F-01B1-D862-DF948BB2536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A16478-8E6A-0626-DBAF-5803DD5754D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4B9CFA-1643-1623-0EAB-3D9B0F02B9B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C61E44B-7DD9-A92B-3EFC-CE0B13A57EE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0FACEB-3026-CBBA-B3B3-53764236B51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8A207F-37B4-54C1-7707-9C5564CFADA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8A010D-6C0F-825F-355E-A83DBD2788C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B0C148-5487-75F0-B1D4-16685FDE3D2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3D0A52-D7ED-98B6-4DCD-BF2C1F31EFA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E3082C-D2BC-3F47-2305-4A492749141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C94CDA2-89A9-271B-C283-CE06E10D020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0F9CEFE-D31E-C963-9C19-9BC5F289CE2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76DE73-FE54-B476-DB4A-CF3CAF0ACD0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1450E1-26F8-4F24-8F96-E49B03221EC1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20E125-4437-725E-CBAB-C2418A40BB4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122D004-2831-A542-149A-0A9E7ACA810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4E289B-A314-B038-C11F-09EC0098B72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83A31F-F6B1-1AAF-069C-2872254A88D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0AB9B0D-5180-77C1-3368-32076EC3337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050A45-EE40-E66A-AE91-DE78ADCD044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F4BEB01-04E4-C383-99C0-7B1104B11D2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EAAB8D-65E0-0B7E-6505-91A20703BCB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94DAC3E-26D6-CD8B-5EC2-1B8C7D7A9A2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268152E-8D1D-5606-9684-C6626162521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E5D2440-173D-87BE-1249-234EC431202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F8DDAE-2B32-01BB-44E8-FB57F4D1AE1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FA0E371-4075-F32A-DD9F-D27A5C1F264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E3C93A2-7090-E85E-0A3A-4B1545C20BD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4D91F14-EA17-A117-2669-7D7EF4A236D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41B97D6-1B45-4B9A-4CDB-0C1A36F208F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C16CFFB-3C70-C317-E831-89F34D17DE8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BC2605D-953A-CE57-5C7E-57BDE76B52F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5719071-B6E3-06AA-CD6D-8E9F9EB3FC7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EE70885-67C3-2500-75C8-B66AACFC49F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9BD07C7-98CD-0077-A958-0B6B0AA3D62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78E5450-51AC-BAD1-674B-9D9DFD42C5B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6866D15-29A9-6474-86D5-C6A60E1FF83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741B1A-1416-C4B6-BFA9-CC5B5871712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2058CB7-CE99-9E83-749D-0AAA8AC383D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324F5F1-75EC-801A-5E57-4FE9C5C72A2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6519760-51E6-CDB6-71AE-7F9243FDA98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D5A83E9-2123-B9EE-074F-98421EE70C6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F817E49-CF8D-D596-B0CA-06D00ED6121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0A8F5A7-55E7-1F42-E6CE-C61222BB860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855E0D7-9AF1-10C3-1AB3-07F9EB3C4A4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96BC9E0-3CDE-DCFC-8D08-FFB8707488B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35BBED8-2232-4077-A126-98AB6E6EAC0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967851E-14AF-438C-F103-B8A8D24F05E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7E0D607-69BA-9E57-0BC5-39FE627DD3C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3E08EDE-548A-4143-9937-FEA692609C5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74C5D6F-1597-05AC-BB68-27F7D40501E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9EA7AB3-BE38-DD2D-9383-AA3288CBE39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90BB405-CF64-E06F-9DFA-DA1DF3EAB58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EDE4DED-6573-C71B-C4E6-DD3232C44CD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FB944DB-43BC-77FB-A4BD-9DC5ED2A3DC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D9B2A75-FE2A-D335-7EC7-C364280232D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91F0551-37D8-51E6-3F1B-C47D15AAB28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DAEC227-A620-A178-7926-9971A094920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BF88436-FC47-99FB-1AAE-353744FAD2B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C40AEA7-2EE3-ACB8-956B-613410A21F9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82E52CB-BD57-E68E-5E5C-F07DDDF104E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9709324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15BF3-150F-5A3D-61A8-A3EB442FE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C50563-476B-2DF3-F291-C153AC528AA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[14 in 2] in Row 3.</a:t>
            </a:r>
          </a:p>
          <a:p>
            <a:r>
              <a:rPr lang="en-US" dirty="0"/>
              <a:t>Initialize [11 in 2] in Row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A7B79EC-E10A-B607-1036-83820F327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028FB9E-C9D1-4777-CD96-A31C0D2A30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61B95C7-FC63-99CA-EA5D-EE393FB630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A4DD897-5D8D-32C0-C9D2-655932A14C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1417C6D-6FB4-946C-E582-1ACC294E99F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CF615E-59E0-EB26-76F6-F2DA859F94B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0B3C07-833B-D895-EED6-F653AE8614E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D97FB2-FBF8-8BB0-AD6F-28E1BACA699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BDFC5A-5EC7-FB05-BB5A-34015A0F3DD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A02E2D-8AE3-8785-4185-CCB91E45ABF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49A8321-8E36-99CD-72E5-189486D4EAA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3AB2FE-C5F4-B888-5967-643C956B97D9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3F4515-8D85-CF39-DF8D-CCD89CDC13A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66CEB6-30AD-9F3B-B609-F51BADACCC4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7F1C1FE-671A-8916-F3B8-3A8D378A770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A0BAC97-AAF5-A610-CE71-51E5879667F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BC2E10C-9DC9-DB8E-3FA1-4A641A7509D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0C870B-EC0D-E885-9F02-559B32D480D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F06707-28F6-8A5D-ADB8-2AFC7C8E868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F646EB-C8AF-8C8D-3989-9620407BB0E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850152-7192-D83B-24F6-0279783AC6A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953861-9992-A4B4-EE10-5E2A0206C48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6CF2DF-97CA-3F65-F14F-7DB4DA43C7B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154EBD-441C-4945-AB31-B224AFD3F1D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60C3F2F-EAFC-09BA-8A58-BE375615BCD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36256AC-56A3-B08C-1EB3-D77849E3EE8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F7F0AF8-0237-2271-AAF2-59E176C34BC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8E81F7F-1D90-CFBD-C4A5-17566422F1A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4CE5942-B217-EF96-E38F-851A0973692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F888692-91C1-703C-F093-44A64E98346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7132C68-29AC-A5A9-91BB-353C8133483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1B86A9F-3D5E-C77B-CDFF-1527DA1DD7D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B7040A0-5D0E-24C3-760B-37AD6E93FF4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867C115-D303-EB73-6E17-48EBCE6D88E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755A0C5-1BEB-3958-9721-79340832617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7FE3BE3-E95B-4DED-42A9-5C519B67163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2307431-165E-8853-8049-4BC6EA8D4D0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C285DE6-38AE-2D45-7163-CCE2CA90E77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3026B90-DDB4-AD08-EEBD-C3902E05224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6530784-FD2C-15E4-66F8-C1CBBDB99EB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57BFD8-A6E4-5B25-7B54-AB9ED686555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D75BCDA-106B-895C-0FAC-E6C3E4C9C38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3B66433-3EF8-EA0E-C024-B27658A5C8E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2638F8D-4C5B-27FB-C322-C6244AF1BF9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362B59A-93E2-E869-09F3-26606F5DBE8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4522CE4-F89D-8F77-0712-99381E6A574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33776DE-9741-5375-5052-CCEC46E9FAD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D9E7C15-CF90-941E-A44F-83D5248130C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2CE60C3-526C-DBA5-3FAC-ADF5FD8B874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A59A606-263A-7A69-893B-58C25A6E46B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993CFBD-ED42-6A83-DFF3-EA3BC95B766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F8F05A2-D9AE-D959-4845-577738A67EC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485BC0F-9B43-0BE6-C2C8-AF05049EB4C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54C2EFF-9A30-D8D3-8430-3D86941B675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F7EE825-0CD2-6F66-CB10-09792FACEF6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5F34DB7-09D3-D675-5382-F3FEBA585F6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FB3BD42-6B49-EBE5-32A4-981DE739DE9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1F4684B-3F39-8509-F4A7-A5831520E73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0DF935F-1FFB-59A2-2388-94B8C0A30FB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C4311F6-E209-6793-9263-BAC1E7580CC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1DB6123-6846-BE4B-21F6-5F09F901D58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0D5F31F-D039-FFB6-F8F0-167A6C1DB44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8A8B-A3D4-A43C-3947-BA928F59197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4EB1564-A8A7-C5E9-D6C7-8819013D126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6BA2635-2B55-C408-733D-A88B6168B4C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AA0407D-ED2D-BE09-EC54-8D1DB6D0C79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1DC2B7-C3EA-665B-0DB0-F90CE7EB8F1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9B04AB6-8C3C-3295-3902-70028D67CCF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0A7DE9E-9F58-9FF8-231C-F7A3EA1087B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1873442-8CBF-D20A-4301-7F7A64C039C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8EEB81C-2D49-AAEE-01DC-80029C2B974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8743</a:t>
            </a:r>
          </a:p>
        </p:txBody>
      </p:sp>
    </p:spTree>
    <p:extLst>
      <p:ext uri="{BB962C8B-B14F-4D97-AF65-F5344CB8AC3E}">
        <p14:creationId xmlns:p14="http://schemas.microsoft.com/office/powerpoint/2010/main" val="328020167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64C32-94B3-6A82-B2BE-0AC5621A1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E91F70C-BE28-85B4-2C14-D742BFDC640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That [14 in 2] must contain a 5 or 8. Combined with the 58 cell in Row 3, no other cell in Row 3 can contain a 5 or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CC0C4D3-74AC-CC1F-60DB-136205EED7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DAEDA46-9512-0B58-6F60-F9A43B7E29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9649C67-35CA-4FCE-0228-28BEF4FDA8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4866426-58F0-F116-5642-4786613C09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03B96B-FB56-1683-AA58-F46C78FD941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E6EDC4-5AD4-A398-8C89-B8747CA5877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70FD75-CB84-D44A-8D9F-38F15A18E31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AB4F80-8B89-2AB4-97AD-9C560A4103C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F4D709-BA18-C6BA-D3BF-CAD71DDA460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5E0C41-6696-5E99-3A29-F6F5BF970F8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BB1651E-C439-DFFC-698D-C108869D44A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8EE60B-075A-46E2-E9AE-88D85CCEA91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B9DC61-5348-2F57-F37A-58261E9524F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E7DF48E-958A-147C-409F-80A17DD9B5F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BD54B9-4974-C166-F41B-A101A16423C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52EFB04-A529-4A23-F789-96355FCC789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6154855-5848-C759-AE25-D7DBED80674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16E18AD-0C89-0492-86BC-B6958530F45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9BF232-B3DC-91C9-1469-C282E093961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D7FAC4-5941-1F2F-FE52-B372CA7CA17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520CBF-3C6E-D6AA-F3AF-22753D98E5C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AE1282-3CF0-C86F-F661-F9B33C33DE6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0427355-765B-C531-4A9F-F43F263FBC3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F8A514-FF1B-C27B-8EA6-A48156142B4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7355C04-D41B-FF70-A59F-E737A2B2223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A79327D-A98B-C4BA-EF94-B7A68C68A01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B3FAE6-67D9-5111-A3D6-5870A907607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B169D32-B0F2-2793-D386-B445C05FC3E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A40120-4F6A-90E8-B7FD-48FE37F144F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3437384-9A5A-F4BB-CF97-D0312748783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2A75DD-043C-EEB3-75CA-B63A797DB54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600A1D5-7C50-D3CB-D278-93B6205AA4B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94FFD6F-3BF8-F0BE-F91C-ED62405D5C0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A4AF32A-5930-0864-FBD6-79DFB8E7C0C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5165648-80E9-EB51-7211-3B6B06D0A8A2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2FC8259-663B-4883-E23B-7B77AB479C5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C7EA28B-1845-2162-6214-6B79B9169E6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FB1B9EB-67EA-231E-95E5-14C43884801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2504B46-CB19-95BA-1A2D-DD05F9B48B7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6B23BC8-55F5-3583-EF7D-8D2B0C32C75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682ECE-9A71-B5F7-0EA0-2F085075708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D7A8F98-C311-8A88-2F5F-7CC14976CE4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10C0AF5-5EED-97A6-7931-9B95E0AB431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1BC773A-E273-C8DC-89B4-207E109B455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D4F6194-D10F-D2F4-2074-C4E2E70414D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39B7F9D-8E73-534B-5CD0-991D3873456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A3B9B2D-9BA6-FF05-B088-DD45A08D21C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8901758-22E9-2CDF-4F9E-C85BAD01955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C56FCE8-E0B4-9E84-F19F-15299454290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887F398-0454-59A7-8EB3-8BC6B298B9D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6AD7A2F-C233-329A-9B75-0A06957500C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E0E7F30-A998-8D28-A5B2-4AA7F63DC87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0E65024-50E2-CF85-D334-720EC62D704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06DB8C3-E9A9-45F8-62B5-E8690EF687B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5A6C359-172B-B03F-032C-7FA3FA90681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8936329-BC02-929E-B513-89425FDCCC8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3460EB3-EB87-1455-9B17-1769C3F8B9E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BD9D8F5-DFE8-7C8A-CA0A-00AD5517C86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1F52A58-98B0-AE76-7BA3-502EEA75565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BEF8D2F-2400-FD41-F4F9-9A00088B410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0A60F81-1CCF-BA1C-5512-0A7A5CFCD8D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2CD7C39-3202-9C14-831C-0DE7AA0DDB3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A8F1739-2BDB-A80F-3BBB-B0B43516047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2757F4E-9ACE-5309-4C37-8FED69D6315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76367B6-644C-2041-7899-D4C26BC7C7D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9AF77BE-0E66-8478-7934-7C8B8A9C0EF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688463C-EB52-7DFC-FF5A-3218EBF12C6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E05EB1D-D399-7216-29FA-03DD65C2C97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C9A0BD-E94F-CFFC-4860-81B6DC52DE6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024A179-AD85-D5F5-8937-67A4B00E019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5051EFC-796D-41C3-5779-748A192EDAE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8743</a:t>
            </a:r>
          </a:p>
        </p:txBody>
      </p:sp>
    </p:spTree>
    <p:extLst>
      <p:ext uri="{BB962C8B-B14F-4D97-AF65-F5344CB8AC3E}">
        <p14:creationId xmlns:p14="http://schemas.microsoft.com/office/powerpoint/2010/main" val="7214765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A7578-8F90-D7FD-B1DD-6C7C5CC2C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A4F71C-D64B-A27A-2D89-EC06C5AE501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9CC25DF-A122-00B5-9569-9AF1F0428C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E81766F-59E1-5251-DFA3-7208A5191B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75ED673-97E0-AA88-9D08-94F675A99D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2B297F8-8160-33F4-E497-1F3082E025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0ACDF99-4B37-B2F0-F760-0986FE709DF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4E8B6F-0BAD-B9AF-D73A-EF14234463D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35870E-A123-9D17-3082-AE9B84E3744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A0F52A-3017-C33E-4647-163CEA7882D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9228176-2F55-4F43-56A6-E1645A0A589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7A818FC-228F-0458-5A6B-0636E8C962D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CFF71BB-A267-1ED6-D130-548AAD3CECC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BCAD3E-EABD-5EC7-C354-FA77B815908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F5498E-94C5-3F8F-7CF4-3D721B4B83A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6725646-C40B-0F2D-EDCC-C31E7DA13D7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2D22EA-4A68-3FE9-992F-369E88B8ADE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DE24C1A-5A88-74B0-A6C6-E3E35B5B7B2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877105-D8A6-473C-2197-5FC328482AB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401504A-3FA8-ABEF-AC3C-8007EE7E04D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7CE8D3-6E56-1741-15A0-C7E5D4C2D83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1FBDB6-169D-4F37-8C30-0022080AF34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5A1055-BA21-9EBE-0971-32827DFBD5A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50E59A-30D1-3E4B-0518-49CFBDE4E63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65CCE9-DEB3-90CA-DAE3-8CE0520CB59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113F4A-0328-B30E-90F7-97A4B3D210A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AB12962-26BD-A88E-0696-A11821CE0E71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0F08B5-F777-AF15-583D-2775D43897F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63DC76-A4AC-C38C-F2CB-AA191B52D54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702E13-BAAA-7195-668B-5AA47623C09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A3C14F1-94E4-D929-76CB-6C1357A9C68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402A522-4E14-FAD3-FE55-92DE4F77216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CF01CFB-6065-23D0-D6F5-F4F9C5B0AEB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0E1182B-1F6C-5DF2-3379-603826E0B6E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F63A00B-80F2-3F2F-15F3-89E96BC8901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2C70A30-CDDA-2D38-21A0-9FBB05A5BC2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F975668-6795-C8A7-FF09-D24D6D985CF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05059BC-AF12-3BEE-B6CE-6060E017C86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46ABEDD-77B1-2C66-00A5-21114344D1E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5D609A-2D24-CA22-3F42-54DA2DAF50E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A1937B-34E7-966D-D1EB-300773F808B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5B6E5B9-C3A3-E5FC-1D78-ECECFD6ABEA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D67B87B-4232-B5D7-BE71-E9A065697EF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6714B2A-83F3-81A4-97F8-4B4B8A75EF5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B98C987-EF12-3D7F-9C84-0E80C835240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D8D8375-5A8E-201F-BDCE-8CD66773D3D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1A91612-77A2-B638-8BC3-8982F3A8987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4FDBD4D-8363-F3B8-28F3-0AC1DC5E008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85B3D9D-29DB-EF3D-0AF2-F4E733E096B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D8C8C36-6846-674A-1425-B74C96174C5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0F93FD2-5933-7113-F90B-1A415C3B68E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31CBE23-268E-7A8D-36D5-33409AFF724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3022650-B064-8DFC-80BD-6B55BFD80F3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67BDD4C-58FA-AE97-7FA6-8D91E36A1BC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A2954A3-B987-9E80-4A0D-B03946D81B6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BAD6579-406A-9F72-EAD5-6823BF657EF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4E58840-29DE-493D-77D0-45FD337B41A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3322629-EA33-8463-EE8B-9FB3F00E8B42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569483C-BE6A-F4DA-460E-23065B1F71F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3056DC1-D212-DE10-61BB-7DD5FD8F41C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3F33AB6-A653-A8AB-3E39-D9292792672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6DE6FAE-F182-27FE-7866-88D5DD9CD43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1680CE6-27ED-3167-A1A4-01F5F9E74E1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8D3B711-9488-A744-015B-ECF6E6B8692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981A646-72A9-D52C-E9F4-C2D0831BDB6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A68345D-0410-7133-DB3F-EBA87DD6712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B1953BB-640E-9A9D-05C5-A7AC69ACF4E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FA028A2-B88A-7494-0571-826D36AA579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09BFFD9-D319-0AA5-C19A-6413CFCD455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80D99AA-89B7-A24B-4E9C-F0545928DEA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8F86A8B-97F2-ACEF-2878-AD8286F4607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AA869EA-BA84-FA2D-AAD2-760AB247AB4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D9DE22D-FA6B-87BE-6E32-959906010DB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8743</a:t>
            </a:r>
          </a:p>
        </p:txBody>
      </p:sp>
    </p:spTree>
    <p:extLst>
      <p:ext uri="{BB962C8B-B14F-4D97-AF65-F5344CB8AC3E}">
        <p14:creationId xmlns:p14="http://schemas.microsoft.com/office/powerpoint/2010/main" val="1888954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65818-FCE4-7CA9-525E-16ECDE60B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297D4F1-2993-E52E-CFE3-9A0FEFEADA8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E078774-9C9E-82FA-2A47-795EF52F9B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431F52A-548B-B054-D1B3-16E9CEB04A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0B4844A-6CBC-041D-9617-18DDD40016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FDA1D27-E14C-62FC-7373-062684785B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B19C620-0087-C544-DE96-D63CA9411FE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FCD275-A85D-BE82-924A-B9B47B516A7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DA613D-F85D-814C-405E-BB569582448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A0C50E-6A4C-FE33-0403-A6119FD8889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AAF8EA-6ADA-B014-04B3-2D73701A451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6BE17B-95CB-0F1C-ECE1-FFF7CE2B6A4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36B273B-7199-EE10-2ADB-B5F6B1B74EC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9A3C69-CEEC-F686-C4FD-1F111CC7CD6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CC021E-9509-7FF2-205C-C87401AEDD5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CF1C2EB-35FE-392F-1125-CDE699D2B73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62A2D18-ACED-4710-77D1-84FE9D2E332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B8442BF-B481-D8A1-896F-B9A6FB17D14D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50A687-B02F-84A0-4E34-660996E0591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E5023CD-DB4A-DCA7-E0BF-ED91A741761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6ED013-2815-3B31-0B8E-C03F5EF2B12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5587ED-4048-F4D4-0C01-13410FE324D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6C26CBA-83D8-50C1-1C10-3B5EF3B8689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1925A6-D99A-2023-C280-7A9759F13E4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59140C-B5EF-43AF-EE25-D8595D366FB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4B228F-7B97-01EF-6D20-A198623F72C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F74E94-0C20-EEBE-AE75-1A22DD9E60F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8A3DD4B-FDC7-3492-4EE5-FED6B2E391B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77E563-C311-3A1F-A940-F1D95D4A6E9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4B6C989-9A94-0AC6-99A6-834858301ED6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5090019-41F5-125C-94BF-F82649BA5E1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39A6DBF-1A50-FC14-0551-CF7C6C0428B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0EE02F0-4698-5819-8696-FD3771E756B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AC7E2D5-240E-570E-8D43-22DDD60C913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0DDEE1D-95A6-1154-7D48-46EB860493F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8FF84A4-DEE2-C2AC-7637-F1074C2FD2E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24ADB6C-1DC8-7F0C-8512-499171EFBEE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B8B18EE-EA10-A296-ACD9-4958949AFFC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5D298B1-F01B-9025-9591-9C698ED8596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C4BC0A-BA91-BA7A-836F-5D7E44F38AC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92B1DF0-735F-3463-C80B-F9EB22EFE3C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3D20D4A-CFBF-5E7B-E7CD-A1829A51304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DC9B57F-F9F7-A562-7F06-4B6BA7F8414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F87CFA9-ADBE-2862-D9B3-9EE1557E0E7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087FCFD-E445-BB83-EC91-D89213A9B1B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1E60941-143B-C450-19CD-1FB1C4DCD99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F306A84-A328-8AA9-1FFB-B10D7C325E5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024E5E3-1D61-4EB2-D2B3-C89A3972755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EB371F9-E07A-5FBB-4DD6-665D33973FE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F6AFB8A-266B-3BB0-DF91-4ECFAA0257D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0010636-FDD8-F733-4D4D-1F1138B8662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A9780C9-FFA6-27F8-B0D6-16F009F1327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4F0D064-2128-A617-2B2C-CF72FE3CAEF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B3C1FB5-E087-941A-5B52-2CBDC9A1642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4143829-5B34-2A94-5323-42414E20FAF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04425CA-D086-A5AC-1374-3C9A0F98119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FA5BF51-C6D0-5DDA-865C-6FF2621D420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0FC3654-7381-19B4-1A98-B3066D83704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EA0DEA0-A35A-85EF-C3B7-C76C1D7CED4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B7E487A-E772-452C-0300-209F6A389DD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21A167D-AFC8-BDD3-66BB-034F7508B06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5B6EA31-539C-5ED4-93C8-9557D02783E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4BC8B93-8C5F-CC51-5E3F-934726424B6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1FFA076-FC79-26F5-E4D5-DE748FC483E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E5ED07D-10E2-987D-4B43-C6215CD51AB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2A91CB0-5338-88F3-95D3-C83D421FF5E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C22A107-3351-9C9B-A7A2-1C539CBEE50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064990-0748-85B8-BE25-E3AAAA799AD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16B1608-35F4-C655-79C6-D83C261A770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CC95F79-B76A-2A88-1F19-53CE0E56EE2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22F3E56-E23C-8F06-556A-AFAB6210603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94D1AF5-179C-2CC9-8070-9CCB3154453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15A5AC7-D44C-FC1A-6525-F6DF6016B8F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8042037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C30EC-D3EB-CCB9-A1E7-0FB4D4AE2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35E77F-9F2E-B813-0149-9C574C3DC6D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160D4E6-7BCC-CA5E-66F3-708C8797B9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800900B-3F33-33AB-4900-8A700F2D58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A43D747-6E36-5BD0-F36D-16DEF9F2ED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646393E-A21A-AF60-DB9D-327292A624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124B5B-54EB-5F1F-535D-6917E34AD0E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A7B4D0-394A-A618-C86D-347734E657F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591217-C017-01CD-0015-F9F651885AD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479B07-6A5E-EB24-102C-A53FA571F43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75E981-FF62-C227-F5C8-6278E4653FE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CE4B43-E760-2422-802A-50DBD27AD64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C5726B2-9062-2F91-DD4A-FEA3BA7E259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3400BAA-0FC9-6317-1FA2-006D8AE49E2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9A1869-C232-3D68-A570-85CEF9CB5B5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38DDBB4-CD4B-7705-C5CF-EB78C681091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BEBCB6-0A6E-8FE8-4D30-6B73DEB2918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3E198A4-BB80-2ACC-CBB7-3E0D78F9F00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76F9163-68B7-A381-5349-07278727FE0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D73B20-6B6D-77A1-27C1-D5B2B0111F3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94DD5A-6818-060E-D295-43123FDF1E5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88169-CD8B-81E6-A089-6CCF49E54EA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7D8399-A29D-74E1-A0C6-FA2386D78D4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525B1CE-F614-3C44-46ED-DD64BAA76FB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BBC257-6B5A-40A1-08F3-650007101CE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E16933-7378-BED0-0DDB-C0577AF8286D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5CD6EA6-8E09-CFCC-1450-73FA75DE2E5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FFCD943-282F-2C1F-D860-4945193C23B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225921-2D83-4ED8-C41C-C104AC3ACB2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623A4F9-5AD0-BA6D-5F7C-F3AD17B5396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EAB4BD7-2282-B8B7-6673-43F540191D7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D292214-AD5C-CC83-8137-5595D17E7F8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AD2AC25-8357-5DFF-4C2F-8489CC0EDC6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384C4C4-085E-63A6-BF35-2A455AE9CA0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5AD24BB-8695-2D9D-0BB5-8C79F79BF33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208FFD-355F-3DA5-A3DF-7B0E0357726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6F99E12-12DA-BAEC-EEF2-C38797FEE92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71E05F3-0A69-BBB3-D188-26A5B1A6EA0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82E936C-7945-2B7F-2F62-621EE7C5108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D65983B-50B7-96A9-A3BF-9E5705BDA61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C765F7B-6FE7-1835-DB28-A596039776A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0E43F99-72ED-0AE1-61E4-6715A1162DA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2371102-3682-DCB9-0F57-925172CA9EE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FE2D20E-F55A-F3F5-14C9-244A68A4449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37EF259-9501-DA3B-6A34-8E0F1CC7731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ABCCBD-9FF6-2AFF-856D-26B7EC9B11F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9DBCD1A-EB02-8E74-6DB5-CD92D79C185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748C665-587A-21F9-C718-B72076AA2CA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73A5A21-0BE8-23AB-C132-39B37CFEE01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CE99175-08C7-E249-09B4-AB92B76EBAE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EF1F8B0-A341-31F7-99F3-70C5E16094C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4BD1017-3CC8-F64C-9B93-EF488FF0C85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173346D-7CF4-3F2B-919A-FE0BC949C5F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7E611D6-1A5E-03F2-E310-7A7F72656E5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45BE29A-0BE4-D1AD-55B6-D821B35507B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ACECD09-4579-1E99-D4D3-26D209097AB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603B9D3-85B9-C0D7-6628-E93E50621F1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96F8F2D-393F-4259-2ADD-BB860A19164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C49E0AE-0FA5-0269-D50D-B1E7C2D42E1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DB2F064-3314-2122-F5A0-2027387AE72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5DC070A-0C44-FE36-F236-5FF08317496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9B7CB3E-CDF1-5A4B-9257-527DFFF9F98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5B9FDAF-BF67-A303-2DFA-506978084D7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736A080-D554-8FCC-224F-FFFD4090EF0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E0968F-F8E5-6A5D-2EFF-7F36DB1F378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9843E68-51A5-8305-41A8-7BA7A1E31A9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2C0A336-FA54-9CDF-45F2-E30161DE8A5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A581803-57A5-7F58-8189-A9F06E1B488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1BE7BA5-B7D7-A3B0-0FD2-C962FBEFC6C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4031E11-C698-A6BF-0658-E905EA18633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D656CF-D57D-85C1-806E-2790821777A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21A4B72-7E02-5FCC-92E4-2AF3DC6DA28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55B8F0A-4875-10D6-0A5F-677318BB1F0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78089049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514AA-AFB0-91A7-56B0-D8E1FAB97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7430742-2DF8-C40A-8A3A-93C71DAFE34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20F33E4-488A-0528-9026-C42EC4FD9D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72960B1-69EB-7E3D-1ABD-E497ACAF18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9E7B77E-0C48-C8B9-E46D-71F2E17315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E06CE37-1C14-A434-9566-61383BB041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F53E3D-3D18-9EBA-8AE2-2FC49D9B7FD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B08180-D3AF-60A8-CC33-24DF30CFA36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831C49-3A67-05A8-1A8E-166E3B30CFB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6F08F7-A8E6-281B-E207-E16E15269DD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6A5C0E-D151-BCD4-3C80-DA0C6A23521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0EFF45-BD64-295A-6895-049AB92D5C0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DDB4B77-D534-0FF4-2D2A-5038FAE13E5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FC55F1-4275-1C42-D9F0-8448508CB33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8720D0-9BDF-C1B6-CB2D-C1E9BEE324E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5FD0DAB-8A12-323B-CB43-08FE90F22FA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46FE6AF-9BF4-6D2C-4D83-8102C557D77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9F810F1-2793-3F45-EAAB-238A25C2BAB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7643CC8-1EED-0E7E-0F6E-FDE9DE8F004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C3CCC41-4915-D50C-DCB9-882CD9DAE06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C43F89-F5DD-DB06-43FE-43D002D7279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F37DA9-8E9D-5FDE-F594-8BB5D4F4D6B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089F9A-AD20-8A49-61CE-9412550D300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6F8E95-5F78-8D1A-E670-C5EE6C6C2C9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6FB85C-19DD-A552-95A7-33CFBBDE6FD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8BFCF93-F766-5EE5-6CCB-9CD401F71971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904154-3190-35B0-C1FF-154A4479E90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E51D59-3253-EF0C-470D-2A14ACE6C54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A1C77F-A88F-5E2B-C45A-717943DA757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32482FE-4C1F-7629-222C-89F2051D522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C3E72B-C933-58ED-1DC1-E8854566496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788581-D2B1-6DF5-4AF2-153766BDFDC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2402A17-2D44-69AA-19A2-1BEFB681397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7F5420D-3252-421B-072F-284C772D863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DE406AE-E21D-A3B2-59D5-EB6FBC156D4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14BDE46-861F-D8D6-67E1-3439E3CC43B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7305EBF-B566-D145-970A-2BC76D6720D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763C8F3-AD28-B5CB-DC89-3F224C70D6D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997695C-DC27-94FB-4669-99CC2DCA022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ABA6E5F-B9A5-BFA0-4455-9F862C46267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59CAF88-35DB-02F8-39DD-C0A6720C420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CE2BE01-DE60-E5F2-08AE-68F8CC612B2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E795ED4-1439-C1C6-4A4A-F03C7A2BF65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329D52E-D539-FB2D-5AE7-48B75F6A77F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72381C4-A034-65B9-7201-24A9CBE9B28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06BCE3E-573E-EE27-2FAA-8C984FD68A4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1E662FC-3BF4-3E52-ABB9-C9996C99311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EAB205C-632E-D58E-5325-270A70264D8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2165A60-C67C-0B29-14E6-32F02B53957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20D52F-3D88-3BA1-30F8-D99E6BC6327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8CAE5B2-A5F0-1D18-4DE5-DB8F46A0D7C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9EA3332-B5FA-0E96-53AF-719531626B1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DF4F0B1-8441-758F-FFEE-BAEC81D0A32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142F010-F54E-8497-F0DF-0C8E5F23DB3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E0D2FA6-8B4B-F5C5-F2D5-E41CB013D36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A1E0EFA-6575-0F74-2D20-A3AC8B741CD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A519613-42B3-86C6-9E2C-FC4436D0E32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425902A-B276-4C5C-EB00-C6B252C81A1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7BA0669-71A8-9BDC-8F20-D19FC04BDC4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C5E26D6-A309-4D72-0F35-9EB8C646D43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DECF33B-5767-3411-B7C4-921946965A0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89C312-9BF9-F67B-FF25-A5EBB17F7E2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ABB11EF-D320-BA2F-F02C-791D6730431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FD3657E-23E6-F0A6-923F-937237C7D76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3F164CE-3D57-7E7D-B81E-334F5CF6DDE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F2C13EF-2787-E3E2-DB9A-DFF678C9CBB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1F8E42A-41AE-2851-C932-8338BCC10DE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EF5A04-DAB9-1566-446D-89F51B61DAB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2C67DF5-52C3-1CE1-0EA4-2FC0E519B76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7BF6175-4767-CED7-B573-4B70BCE042A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2C18AD4-0C41-FDC9-7D41-3142BADFB05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8F97E5B-19BE-7F43-4193-B109FCCEECC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47640DB-2F7A-87F7-7C34-D3A4B8DCA2F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8717722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AD034-D5E2-DDEF-2373-DCF98E302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295A6C-EE84-5C06-22EC-35145144D4D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9D95C14-3B03-8C1B-4D7D-167AC61F0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445EFFF-D0E6-A9CF-67F2-DDE00AB0D9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A27DE79-267E-76FB-5A63-48C237EFC8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ADE6203-4C42-C0B2-18AB-3D1CBEE6E5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FD18CE1-A698-0065-1916-682C12DDF02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9A1C88-F11F-B666-DE2E-2D24F0EB9A8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95DEBA-2A7F-82F5-E641-214584ACF4A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C997B2-0CEC-F54A-258A-DD08FCC3CD0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56F1FF-8E96-5536-29AC-50F9F51603A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F10A13-A5EA-B500-233A-10CBAF76251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E6FDDAC-18AC-B0FA-7F5C-998F492A7AA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CFC064A-A019-6A53-32F9-288BF2FE18CF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4B6E8B-AB86-A8F7-3CA0-213F2999D32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BABCF1-EE11-7FD8-B8D1-0F1932586DD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EEE497-7D94-4DB1-802C-1C4DEE10DAC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21B75A-5F96-291D-6779-B497796022A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EA515C5-DCCF-25A7-0166-10490840839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0E46940-EFCA-8FAF-6D38-859887AA0B8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867378-52A2-C759-FC41-C5E9421A8EC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E31F8E-05DA-BCD6-F91A-EC16CF843E7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B946AE4-A28F-366D-DD8E-DFA3494E8FD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86F0BB-74DF-C012-320D-70113DEDD17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76421E1-F98E-BA2E-47FF-F98E3E5D4BF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DC809F8-4136-3C02-94DB-D02AB0B3B26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C85BAB-3B74-082B-B615-92B0FD7E53B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2D50E5F-3B77-98A9-7A56-EA45A2ECA23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812B1F0-B7D6-70AE-FB27-FAF9D0055F6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564CD0-0263-99DE-F7CD-9BEE5CE1BA0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07E2EC-4F93-2770-BF88-805D7C123042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0F26F1B-8781-E3C2-C90B-CAF0AD7C02E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A1655A1-FF26-B37F-4FAA-1505B0EDC13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225461F-0436-73F4-006D-3DE27C5E44B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5FC478A-DE5F-C0B0-B487-FE5FEDB64F4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5295504-6B18-A4CC-2EEF-EB458B78828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3CDD921-BF52-99E8-E48C-E7AD14B8B29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E8320EE-2531-3C1E-BC77-B9FFAB8BC18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B2D653D-4E01-2B91-AB3A-EBFA56A5AA8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9441776-26B9-65EF-E0BA-37F4E54E7F4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1F24ABE-71B1-D210-2158-21B3E4AFC0E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A3CB4B-1803-C2BD-700D-10AC6FC29D3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0686356-5A83-C48C-97AC-4CF4E7A3E84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E7912A7-41F0-15DD-7D4C-69D3A6E2645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3EA36D9-AC6D-2786-32B4-E545AB99D7E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292F2D4-CFBA-0C37-C73F-1A6F3330BD6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99A9112-4D11-FF25-A8B7-CFB9D4B99FE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2921003-C1B2-844F-D9E0-6CF7B3C9D6B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98E35AD-E0B9-6B8E-18E2-178060BE233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D0FB268-F01B-1643-B618-52353300784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118C480-3053-00F5-CB8C-849B483DC80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AA5EB6E-E043-C545-6541-52774901A07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BA5C490-0BC9-EB86-7EE8-2928C66E2BC6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E4109E2-8093-A24F-9C9A-598A44D553E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975F1DF-9FAE-093B-71BC-A39A606E4E7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A2F63AA-5BE2-600B-5A92-DFE25ADF1F0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8B7F406-8A70-183B-0BB3-81C0BEBEC80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2D407A2-0E95-D70C-847D-E9207A516D4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C7BC68B-300F-2B97-C9BE-756548BBD14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FE9C8B0-E368-EA22-8445-5764961DDE5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FB859D8-FCE2-C058-7323-081A30FCD7D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911289E-A51B-ABDF-439E-C6E2FA84F40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7E0FCA9-A9A1-42EB-0CA0-2D5D3FA0E6F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2CB8E92-4C9A-35BC-11B5-47DF490DA97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B93EABA-48B7-53B3-1FF5-353CADACD16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14591FB-D762-BA2E-1AA2-FB5A642894B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2058372-D1C9-ABB8-F298-25A85011FA6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F295F5-B72F-4B5D-500A-51394E7527B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915BBF8-8031-D160-8BC9-E97FFE86C19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8A72B26-A7DB-015B-0760-FB70D225822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C8161C9-F4E8-FC89-641E-B2FA029EC71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F3CC1B1-9A71-0FC7-9ED7-38F06194FE2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8D490BE-E855-0330-2DDD-32D319F9A88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85364200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3D089-B6EB-737C-BC79-07764077A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629BE53-DFAA-4A59-AFB5-530E4CA98AC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1 in Row 7.</a:t>
            </a:r>
          </a:p>
          <a:p>
            <a:r>
              <a:rPr lang="en-US" dirty="0"/>
              <a:t>Last possible 2 in Row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B39BB60-8B91-9049-5B0C-41B8FE2A46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AC5DB2C-A57C-4E8F-520A-437565A1BC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BA08D03-B353-4FE5-D9CF-FDA4281814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28522BA-F931-49C7-C8F5-C9797B3B1B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0F0F672-A807-7E91-D415-07647AF502B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B37C05-2153-AE44-2861-B1A32B119E8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4444ED-0AA6-AA93-66A8-34D31168606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37E36D-D140-7A39-E549-932FB5443DD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A2C2F6-4671-90BD-7677-FE6DCAD41F4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4DB22B-EA51-5CFC-AE0A-07D212E7BC7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DF4FF9B-8512-AC95-581A-F58C855E60F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6EFE2CE-506C-FC33-B57A-B99245593739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368745-C291-749E-CD18-7E0C4EC44B4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B1B1F4-9BAC-F75F-494A-3EF3FA56BB1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3C18050-51EE-A855-8DBE-D7EE5523C19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09BF63F-A099-5F0A-E789-BCDC9A9B350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B04676B-4CE5-EC01-EEAB-75671B9B431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6739559-BE84-BCF9-7037-C4A92E17ED7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1883C2-8D4D-65C3-5FA3-65BB6572ABE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6E14FE-E9D9-3B6F-080C-C444C76D636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3EBEB2-6BAC-FB69-81BF-A17F31AEA5B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0421009-B4CD-1F7D-C2C2-E64E21977A2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393E44-9607-1FFC-418A-6420C6AC06C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335C3BF-863F-98AA-7E7E-608226C0F11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F5ED87-3B34-FD47-21BE-0A15999C7BA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5C8886B-0EA8-D41E-E9E2-CF34C592FA0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CEBF373-B447-FDA4-23A7-7EC193AD542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3507DB-CFA7-AB46-A27F-0CB53B67F14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462C87E-2202-BF3D-2AD0-6DA729A1402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A209BF7-2855-669F-91A7-96F497874E4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C8C1BC3-8FE1-B667-159C-2B2B35CC5AD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8EB72D-1611-7494-950E-245E55342C5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834FE6-A2EF-B79E-5AA3-904C3CBD27C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5D0BA53-4D67-934B-5F10-9A99AE7F8F5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532B08B-7E5A-0396-5650-729EBE83511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97244C0-6711-5F70-E6EC-E2225423FC4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2FC530E-C04A-403B-500E-5428A99D51E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5D28622-4124-6D74-D55B-B1CA67B9081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BA4B764-05DD-DA47-20BB-71447B9580C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DE4D740-D24E-1D6E-5217-2258D9CA7EE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A3E2FE3-A86C-ABFD-0AC1-9A750D7F48D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E4BC15D-5DD6-D6C8-10C4-77F5BD8E78B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8DCE45B-46CD-F5A0-E5BA-FB6B07446E3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3EFE14D-27E0-56DD-C215-2229816105E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E1EF5D0-C6F4-54C3-7F71-47D1F9411B5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C95B2A-3485-067A-4A35-40001CD5EC0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5F60C49-4FEE-8DF8-053A-05C0BEFD810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5D94F29-4745-C727-6775-99C2F5BD2E6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001F69B-80D0-FFC9-A038-9796D2388A5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CA95AA5-9AB7-B1F6-F44C-5739EF1D865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5E803CC-1427-4897-2FD0-F60738CD13F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1748D32-0C65-952A-D25A-69D7128FB83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414B81C-A970-7E42-756A-ADB4666011C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994CA6F-BEB3-A543-097B-F3AD4173C57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230560F-356E-C903-A393-773D7FCC6E0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D5C8802-0584-29F0-A6A3-2DF49A9778E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D0EB074-F33F-C9CA-8E29-6534FF1FF0D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4E28E7E-47FE-82B4-ACCF-DF7EBA0A4BC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BB55611-A01E-F904-3595-FEE468B4698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98DBD88-5D1B-7BD8-9530-2B8B903A2E0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780E214-22D2-2CE9-7969-BFE99FEE9D6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BD3C11D-BDB7-81F7-C528-F2AE9BF4045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82F6CA5-5417-D8AF-2ACB-AD4B8E482BC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2D089F-E016-2ED1-779E-9E321EF5533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15994EA-D9FD-5CD9-BAE3-8E7D75EDDBC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E17B03E-31DF-3C24-126D-FEEAB528E50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16F193A-2C8F-3A19-B1AA-95D8CDEA1CB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190A0D3-324A-6FE7-1C72-6A6DF12A9F9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12C167F-F1AB-0EE7-7AAE-C6A656A4F48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D94C618-FAEA-DBE3-E698-07E9817FE0E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CC5BF10-E2EF-69D4-9F5F-2BC689EB8CD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85055156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22098-EA91-4343-E30B-35FD659D4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BDFE32B-5AD0-97AB-48B7-4857E7DED3D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7643696-E41F-EEAB-8600-35CCADFE37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C95E6EE-7EDB-DD9F-1488-65FDBA2F30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2320F15-20C0-C605-5360-B898A3E1CA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ABBE9BC-16B6-5DF6-99D5-C46DDBBBFE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519FC3-4779-264C-3DF4-32049326F03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59F957-7481-69AF-805B-3100726A1D9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5EA225-E334-8D41-11D7-9EEDE8F548E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48E91B-12BE-8E81-FF33-05C72BA971D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622331-B0D1-77C4-82BC-25C6E2E84CE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BD71E0-D1CF-1C1C-EC2A-05DFA5BE377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B14D40C-7614-62C2-5F50-B99604519A2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6309DDA-5E4F-9414-C2EC-7B4AE95A2079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137CC5-91F6-EB65-E469-A94C8FF9683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EF9CEA7-007D-B036-9ABA-9740503AD7E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F0F823-09FF-A9CA-3554-1DAF8D09993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293B28B-EA5E-268E-2F0F-1CA06D72B5D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49825B-CE10-8DD5-8787-8185AED062B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DE83371-E8FE-8882-C7B1-808B56A4D39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8AB785-ED51-D480-EC73-015E10DAA0E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D9490F-49B1-ED6D-8968-3FEAD2C87A9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8B24F6-E642-57FB-E3B3-0F4CC30C054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200D30-FC4E-4BD8-AA39-7109C81AE14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6DDD90C-F535-A498-D5A4-9F4F2313BD5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6585DA-4B8B-6A11-F45B-D6256862BB2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6CC2DB9-E4E5-272A-FC85-0A4F23AA131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B6512DF-090D-42A0-04DA-6A1CB0C5622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40EF90F-18C3-9CB7-DB22-68DCAFACEF6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7FB05D5-6823-F75B-9DC6-D076C92D27F5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60E0FFF-CD60-95CF-4C73-B2A81339B7A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1638037-EABD-5B43-D829-DDC0B74A5ED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26DC8F3-0E8B-71CF-6643-DFBCEB707DA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921E96A-13B4-E756-08C2-EAA2676E92F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C835037-8C99-86A6-0DCD-E65C1BB8BBF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74BE32F-3256-B642-10A6-4258859B0BA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CFBC0A3-E88C-8D27-2E14-1D06A9E7BA7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987A28E-CF8F-0631-3D12-4824C09E188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489E234-EE8B-DEA4-950F-E9662572D89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6148492-B990-10F7-0FAC-125AD699ADC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EFEB2B2-6D76-CAEC-747C-C03A5D0654B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F52B075-85EC-2028-9E91-F6C06C3C8FB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CC4805F-888F-AC16-F974-54744791642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16DA0B9-875F-79C0-14A4-E1881F6C669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70D2F5B-9B29-74BC-2960-01633240A92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E85C54A-060C-141E-7FCB-5607D169A6B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2482AB6-A4C0-2982-1682-A9BB466F8F6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9723A00-1BCB-D3D3-F00C-0CCFCF7AED5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E59DC5B-83E7-D9E3-7DAA-8B630F88D02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490266F-80DB-C9A2-9046-6A7C423F309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CCE4BC9-CD5B-6523-E7C2-2A5F794BC39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1EA5D91-5AF9-C3CC-4E76-F630225FF2D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1DB6C58-4A84-D6A9-8D1A-24FFB2E9633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57B6368-2EA0-D902-79F0-163D9F6DC32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D4FC7D-AB37-056D-F042-EF42EA839BA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34B0935-A017-D410-39DC-2CD40331F4A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77F5F29-4F66-19A7-CD76-9A66D816C00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5225460-F71F-30FE-E507-D4CBDCC07B8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2259F3-19BB-B8EC-054B-29CD2577F7A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8C2B07F-E186-44D1-D0BD-4BC8C48F7D7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24A1037-2125-1EEC-1A96-8F39564C38E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0BC82FF-53B9-FF99-45E1-AF900862BA1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0996A4C-5B2E-D29E-82BD-2B68852C7A4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BEF2F3E-2245-2193-4A08-68144EAAF685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2B2F76F-0B47-7C42-AEC2-FE01F6DAAEB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B8222F0-E00B-ED04-DF12-58A11F979E7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68A32A9-4032-4FD6-A2A0-096C4586932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30EE36F-9875-A8DB-835C-8412461E64F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7CA9F4D-4533-5BFE-B3CD-DDF5097D3D7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A3B524B-C202-95E4-D797-4F6647D8E70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43ACF58-C12E-ED65-3300-6C1BB469C27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2953A73-C7C3-87BF-B70D-C579755747D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C34002D-57C4-F5B2-D5E8-CC7E45D0166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421458234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C3A60-DBA0-AFD8-832A-1CD677278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088508-5DED-FB16-05F4-75EC3BC7D9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4814F83-3AD2-1D8E-D2E1-6B38D741C0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698D04F-BF57-07B9-42CB-5413481225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9E03A1D-1F00-0237-39A7-08F0869B87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BA8D2B6-5B4F-243F-9CAB-0037F1D291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FFF0ECC-2E03-B1C3-47A0-45D72FB0EF8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C7AD92-4D39-1639-E515-1AAF3ED561C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4F2F99-E3C6-04C3-4A34-03F424C65FE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9CF344-23DD-F1D7-3942-10F1EB97F4A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D7A624-B883-9C0E-0DEC-618F9DCDF38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F7CD51-CA61-7FF5-5422-5B64AF712FB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699F160-0D00-E70C-1896-FE796D74494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4A1670-85B3-D352-019F-B5F864558DD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B52287-1AE8-45B8-4496-E0D68033E88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7D884F-B3AC-5DF4-9D9D-3A93E937885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7AC363-047D-D858-5692-372C1FCB5D9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0DAD64B-07ED-A67C-08D4-FD95EBDBCDC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04A668C-CB45-BEDD-E48E-CD15A86F672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DB5E67-4E8C-87CD-87EC-77F529F5D93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9CEAD3-7648-52DA-7F00-4B59928FB2A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9F9479-F77D-B4AA-E560-A22A9E0600D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6E2C83-0D8B-2D8E-D209-72C8A141847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6F2B00-52AE-9D1B-7400-9525CBA52D0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BEB6FD9-EF06-820A-A213-B935A2375B3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48C50C9-66B9-51E8-78AE-3602290B8FF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B6DE284-7E52-9F8E-EC76-46AEC3E0516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0D071F6-EC20-415E-02E1-3DB4D454B45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A436984-B0E7-897A-EFE6-E22ACA662115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6E30FF5-B05F-68C7-2253-8D84769E654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1FFB7A0-7665-0631-7B7C-91AA5C8B358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3FC86CE-3F5A-5A5E-49C1-862ED405643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FFC9ECC-1215-3771-DBF7-86DA0DBA045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1454D78-4C71-C386-D738-CD0B616709C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D79A9C2-75E7-C51A-C969-FFD195F8D3F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ABD046-0002-50DA-DE3A-F37F2E58129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722F84F-6A20-6AB9-79DD-2AFB7C02202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6A099CB-86A8-9777-3DF9-E1A9EC443D26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FE4CB1E-FC8B-CDFC-00E4-AB36D4D527C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8361496-BBDC-8FA2-9CBC-5FDD02149CD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5B0B678-411F-8CF8-AA1A-0C7098A6E5B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C780EA9-92D5-DF0D-9F47-8A19B6764DC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AC76F7B-76E4-FD31-2AB0-E74D9DAAFD7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FDE8C4D-AD1C-3A49-B45B-98115AAAF54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92E539E-F7E9-09E7-6B41-0235521707E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20B0A75-EDAB-EAA7-FA49-5924CCA1693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F449AFA-2130-151C-3944-D8730D1E1C4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EE6C90E-DF28-7B11-C4C1-0CC26AC5996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110F54C-43C3-C396-DCF9-3B8621F14DB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479F8BB-A1FE-AB3C-A3F3-2C191147210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E5DF93-29BC-C670-5550-277C819CA0A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CDC7D3C-A51B-F9CE-7A8C-46BDF1049EE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C6692FA-A20F-7095-0A39-7E8C1B81D40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4BC6950-3727-0D05-2088-584098D29D2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50E2069-6F25-5B86-6DE0-F70251B5637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5BBE5AE-1E9F-CC5A-F6D9-6539DFD373D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E112F4-B3F9-8424-3528-7BD976EC297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404CB6B-CB4E-8C48-1905-13B73317078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1B9559A-36C9-C2EB-3762-7C69E0DA3AF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FA32ED9-03B2-D49F-7FAD-3D1F1215EF1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7BF88DA-F6B5-37E7-4186-A14B9E3B147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B0DA278-809C-0133-8250-B61CF8160E0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FB00AB7-DD3F-F8D1-0485-689371565EC7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3DFBD4C-AA41-F705-ABDC-8F2DAF105B2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5C93552-F6FE-1903-EC97-234064EACA8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6F2298A-F980-59E6-EC48-BB705E69891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87A89B5-D8E3-FD71-3E41-B2E28006F82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03DDDE1-52CB-CBED-7300-934C3B8D14BB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688861A-88EA-2483-3DB2-C7B41F78C13F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CBC59DE-8354-D3DA-DD83-F89F281F17B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5DC3CE0-4572-663F-F6CE-15346E3B9C9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86E6B10-A7F4-13E2-F965-B936711DBA5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3AC5F4B-74EE-0049-98F2-BAEAEA68054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812138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E3FF-CDC2-48F6-8025-49A578405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E8A2367-B279-045B-0E54-FD7E7C34D56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EAF0A1C-AA1C-1C82-7B6A-CBF1C2478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923F5FA-648B-1AD7-3F5E-407DA6FC7E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5730A7C-EB94-F163-65D4-95B5EB0465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D9D21F8-8FCA-0E58-9846-B77D86DFD8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198F26A-EDC4-3BCD-E0D2-C045B0FF4E0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7A66E4-25C3-F28E-A01D-AEE467B835B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9A7014-7D00-C9BA-3BAA-6527CC7293F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60FC4F-C2D1-82CC-34EA-7680A9CD8F2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64D3ED-F73C-84E7-1A33-9F16FE174AB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436B8A-C0E1-4B99-5ED3-00B04C65D6A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0FE87FA-DBF8-A683-FA34-563E6F5F2B20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C7D128-17D1-B297-E440-B35386799C6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69F3E16-99FE-9BA4-BF8D-66D86190BA5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0688B61-3870-9475-A3D8-2F5E3A5752B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1E0668-28F5-F906-2599-C72EF2F2326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DA57AA-8DB9-574D-6032-E937F62CD45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70E5B99-E7F9-22DB-EB51-0470432F6EC4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3A0B37-294A-0F0B-17F1-67395995EF2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FD2FE3-818A-5F92-732A-05B983013503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3AA6F9-C20D-5072-1102-317EDB6BB99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D4758F-66B3-7528-CCCC-EF86A84A636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67FE7E-1633-9E5C-4A73-65FD948937B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11C3426-917D-8006-54A1-7EEC243FD73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F5C7CA6-3A93-8AFC-A461-64058D87B0D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8E33D3E-C8A1-BB41-3848-5390D70C76E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A6FBED7-3A3D-A43E-EEA1-F20A48167A7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CA3EA1-F382-A57D-3A36-2540785947A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2BACD3F-2822-7956-5E94-5428065F927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D1132A2-63B7-BAD4-88D9-D2889310A40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0FC5A96-D570-EF14-96DB-CE853CBF410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74ECA59-6E35-F886-0C8C-4895965A2F8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014CFAB-4D54-1809-8725-51105089084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0BCEEB0-A2D2-53E8-019B-B68F5565022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A50E4DF-C530-ADC8-5583-ECDF4C83075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1A2486F-5975-AB52-566E-D710889C17C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9FFA238-6854-2D0E-FA9E-7CF2BCFF6B2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115CD5C-8871-3509-810E-9B810559FD0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893289-174A-EC83-D9BA-28BDE9C4AAB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C47E6B0-E8CB-4EB6-98FD-FB9B73169FD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A14A425-F29F-D143-6099-254D2931EFF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63CCC11-8A6E-D899-EC4F-C17BFFC4E48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AA04578-6E5B-3E72-63A3-D3A216B0860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809C2AB-E1E5-0C1B-8DA2-BECD2ABC13B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691494-35BA-30F7-B38A-9A34523CAFA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A8FEF2F-684B-C27F-7000-D501F88F944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AB41CB-820D-9B31-4D16-5A8E4013589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4303291-847A-AC0E-B3BC-CD04835B2D6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08AD073-7259-39B3-011C-4306D440CC4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CE6549-7E0D-441C-F268-425D27D516F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808513F-74D9-C199-210C-544E78D378D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7553469-6A84-613D-05A5-204E678ACC1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64C0E0-E2DC-5C06-342E-D20F5EE889A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8AEB900-44D9-D56A-0968-B0C60C47448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9B779C-F2C8-21D0-5AF1-EB7ED6EFDA7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9D848B3-AB63-A26A-DE20-0721E715ABC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56144B9-2607-2875-D2F7-2E788F18073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3FD5804-8D6A-2FD9-A8FF-EE4C5B9645E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6573B64-A521-2CDD-7364-06AE0D8347A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AAC186C-1308-16D0-2B29-0856EDEE470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90499A2-DE00-8924-BEE4-D4C5397BF72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AEB8269-D9BD-8A18-B2CC-CBCC9FB76B51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FE80324-FA82-6DF1-EE5C-9EB0531BC91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51D1990-A375-0301-AA3F-DF15BD2ABC1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259B272-769D-3F5C-EDF5-EBBC1063F3F5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7EC607A-5296-C2F8-0CB6-6707EE032015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BE9D0BC-B941-D9B3-B085-1656BC236DA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42F7B9-D7EA-18D0-E8DB-B37CC1C4E3D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5C7DE59-4C92-5BBC-BB87-E713FC6D429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EAB922E-8D69-BA23-1FBD-CBFA7733384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689865-3190-4315-8BB6-451FD514F3F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EE3AAA4-FCCA-AB0E-E2F1-1BDDF8634602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85845586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34ABC-C4EB-0674-517D-A49192E224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457626-BC08-9889-84DE-41F0D0767C4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C36EBF0-C67A-9DF2-DA74-B4725D9E74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9E6D8C0-03A1-3F09-1A81-EEC982251C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1CD770E-AD72-70B3-36B4-5FE1FCA59D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E161575-FFBC-D2A5-6E2A-406D695F47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9D120D5-4F4B-C063-CDC5-523006B6C4D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AF318A-3305-C1BF-38B5-7BC3D78D41B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1CA7B7-7AC1-42E1-BC8D-2184D9CFE90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86E8B8-81A8-1ED2-44F7-DB35E3FF361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175CC8-820A-CC6A-D2A4-7795984F630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E76F59-3EC5-A1DE-AAD9-70661428A8D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F0EEC54-1408-8575-23C7-961DBB51BA4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988865-7D6B-DCA3-6458-521CA3118E0F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0FC3423-26BD-77F8-C49B-EEBF3AA9F48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BB25F8-2FC6-9EDB-3543-E97B91417C7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4E4438E-A070-8182-3EAB-46049E1A785B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E7189C1-4F37-15F2-F456-2727F4028A4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EE096F2-44C2-9815-7D53-E5BFB17B2BE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02A8BD-C5F5-BB5C-8D91-7806B273A4B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547B49-7C5A-9034-D560-C7A94B51129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D829D3-26FF-4837-069A-D621FD4D4DC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BEEC5CC-E73B-36CB-946C-201874F0138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2231DC-3D15-5E19-47F3-056373DBFAD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47B85F-AEB2-870D-1B8B-3DD1D393606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1641E3-74BD-9ABE-7E74-F578FA7E07E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5BBADB6-230B-CA01-D9E3-F7D10D3CED8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4F35AF8-4145-C629-FC4F-A4D445064A7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58AE2F8-7BA7-9929-B68E-7AF16DAC2D4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052AC8-AC00-83E1-2C0F-F095BB33546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A173321-3908-2029-2C11-1FEA44D6D99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D00B3E1-3BA2-88D3-4075-D6F727231E9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921DEA-31BE-7F4A-DE94-50525C52691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09F6D0-0BC5-FD42-D427-C2EA77ADB7E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7E8EB8B-95FF-789A-4F9C-23571C4364A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CA963B1-A06E-69A4-3624-0BCED369D8C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DFEED8A-9FBF-0F09-4129-A1F0CF751B9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BE339A4-01F4-E178-F189-444F8C43107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6E4421B-F9F3-C81F-8BE2-35CCC050166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9EE0FFA-8B43-F61E-47BC-99E4C586D5E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BABC5C-BF5A-930D-559D-8216E4B8D2E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9D9FAA2-AF18-6C7D-EA69-84DA255325C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AD6F841-982A-70A5-EED1-8571A13DA7C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93BF765-6BEC-5F9F-E5E0-16452CC782D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AEC0B1A-82EC-B878-0762-9AEF403C42C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2F71165-5154-5D6D-3870-57EFF80FC075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3E672C4-B1A7-A21B-3DFD-EDDB5E68E11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079F2A5-CB35-444E-D059-EAB9EEE3820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9F412C2-98D2-9AED-1122-B22AA326F8E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7398731-8463-ACFF-1A36-51CEFB7E849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A4E30FC-9671-FDE7-8C06-86EDB78890C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8896641-09B6-8546-46C7-5728C4639EC4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DB7F45-1020-7212-4D29-8C040CE7725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13A59B6-C495-474A-174D-33471A77F6D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C1161EF-4F18-EB2E-E33A-08763F6BF6D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C2C0769-0B7E-1251-C7FB-C126172E32B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5BF7F06-A4C7-2763-2EF1-0D5347A899E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753CB61-B995-95CD-D0EF-B78C5F261A3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D6FCE5C-243F-8AD9-4A19-FC16B1EF778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B5301BB-5088-31E9-97F2-72E27276587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31774D4-13D1-7A9E-BA93-05F5C00B57C5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5200136-A10D-971F-6C37-C4FBD35C78D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809ED1B-B373-9AB4-15B5-8143702F166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FBB650A-9079-75A3-E2B9-080719A9DBDB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CDC445B-E6CC-89A1-0756-1931F40BA46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BD9778D-7B33-4ECE-0994-9E32EF918AC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513F07A-F7DD-9B68-975F-14F11B3C4BA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BD6750-058E-D8C0-F280-033DA97405F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AD0C473-E8C8-B691-71CB-EBBD5E2A468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5C7058B-0BD6-87C5-EE02-E3759C65439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24ED897-93EA-C7F7-C93E-6921CDB22DA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3D50F70-AD6A-B485-18F9-17C4B650AE2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60FD276-BAC8-2513-C6FA-946656A3098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7603805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3863D-4705-443B-4105-DFD5CE4A8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AEA01A9-F6C8-5E16-CD90-0A1D7D8A981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[12 in 3].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4603A0C-627E-5B31-B5CE-59BF30601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E6EE168-D5F1-739A-02D7-120D85C8FA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A3AAB46-CCBC-399B-046F-E0F5452B16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6636B45-8950-051D-0A73-C997EF65A1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2805D58-0EA8-1481-C98C-28F2D226482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EDEBFC-ED46-A7F4-E765-6D4EB6F5D65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5990A4-063F-A35B-BBBE-F9248210560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4E3C07-4DB1-E045-DBA5-41C52908F32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C83796-97C6-D457-58FD-FBD341A8C0D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F73948-5935-0E77-1FD7-AF13471122B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1AA63F5-95AC-1C08-55BD-9AB8BBA0040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886301-2B92-9AF9-7208-39B7BC64CB0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338C5D1-6BC1-CAF2-8980-D69140CDD05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D86378-F789-452F-66F1-A44A2560473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F77B77-D4F7-0E55-D141-46A843F3A4D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5D3A718-04C6-B9D2-D398-2F42C370DDC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A5AEC74-B859-6208-BF24-D30DD3A6E94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48C8BB-A8AB-A091-B74C-387A0A1168F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76DB25-7A09-43B4-6512-EFC3C298366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5995A4-2610-6EFF-1869-03FA34CB50B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379FC9-90D4-4A1D-8497-0FF2B4DAFFB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3F3CF8-501B-64FD-ED5F-550F8D23C57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587CD7-096F-FF94-2B63-7ACA1B0FCAE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8058F36-925B-02FD-5548-9002445AA53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5616C31-BF05-3823-CE51-C075BA3F45F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519D2B9-F025-8E48-7265-E31268C878B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0C9AC3-6D5A-9BBA-943E-2F75B793936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9C6D873-B33C-9383-CD60-92E4FDC86EA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F25692B-1DFA-E858-8867-56A1DA1C4D4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2566D17-6355-5E0F-3D0D-65E65DB38C3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093539A-05EF-6C4D-9FAE-226CC461D02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0522F1C-B626-DA66-D39D-762F10B23DD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9162575-4FCD-3C09-57FE-796D728B988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84260E3-1CD2-732D-DAF2-C87870B471D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0142CD8-6A8D-3543-84BF-11DEB8EA237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0F68EF9-F5AE-79CF-876C-7DE0C6E65F7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0ABD512-2DAC-2AB8-2659-56CEE8AF38F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6FB35F0-BF9F-3AF8-1FB3-BDDD91B7AEE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551F756-C505-31A3-E5D3-67EF97DA980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CB9405B-5682-BC1E-8B63-C3A8B166A48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A8CA8E6-C73E-BE1D-542B-2206AAE7934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6E484EE-4ECC-4BBA-9A66-578150BF443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3AF530A-F369-6EB2-70A0-2FC3D3519C6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D1E28F-09A5-A98E-F4F4-9B70DD70EEB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4F0D23-5B75-D75A-CE72-B10FE6EB16B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C291D43-698C-B255-ED86-6E9797CCCDB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37C2747-0E16-31C6-6FCB-696CF76D8DA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16B28B3-F08D-61DB-B8DC-6A22DF9287E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0F09758-BE2B-1788-B803-5529B584DBB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4D7105D-836A-6D9A-B31D-D5AA447F2F94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259760-5BC6-CD7E-058B-5CD2AFE2D51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EBBCCA0-CE10-6345-2917-6DDFD72DB5E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58CC314-41B5-E00A-A6AD-15E1FD560E5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D818106-B46F-2EBF-8680-EFC49A664BA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0850258-A93D-4B7E-36F5-8D0BF3FA7D9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575677C-6FBC-86FA-ACB2-393C6640D06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43354DA-5750-AA53-DF3F-57FD13AC705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8ECAB7E-C51B-C530-C791-089C2475867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C92D1E9-BC81-A059-B5FC-C066B9F30CC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63D00B7-D1C6-7FB0-5E84-59541B8DC86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C510474-B5D5-0666-63EC-823B962D2DD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A8C55C9-2980-DAA6-5678-60E59DD1BCE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1810C6D-D4B4-B007-99EA-426ABF0229C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2F3B30D-F743-7D74-0715-A4D55067DC3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AC65A2A-E2F9-D00E-C379-CB7831F3C43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456337-19FD-2C5C-E70B-F7C1EA41AD3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94A1F4C-E176-0158-AD8A-B21C353BDAB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03299F3-1A35-E7F7-B5C5-0668155D877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B05BC8C-4CD1-FEB3-DA20-FBF3581776D6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B9F9232-B502-E21F-00B1-5675B4D709BB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DE90557-9F3E-5CD2-226B-2007FFAA237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58B9322-B0B8-ACCC-3F9C-D24C75A5A81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C4751FF-833D-8E34-6011-2E6F04FD434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AABBBB2-8586-3A11-D0B7-4E8474479EC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81066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1685C-9CD9-2D89-BB38-34B0F5792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E0B766D-1DFD-F507-7C94-ABC585BAD78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Line 1, [12 in 3] consists of three of 1368, which sums to 18. We need to drop the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BA7D1DE-9C37-5926-D7C4-39A992CFD1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C3AC4A7-2A8A-1466-1878-FB62CBA3CA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D29FB9C-5F9E-BA90-1898-CA6350BB0C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13869C1-1C9B-1D67-D3AB-2563EBFECC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CE87D26-F514-7F87-9409-23B1574A808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A39C20-9206-05E5-F677-6E5406E7CDB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6B8402-C940-FA3A-A548-6F375D5574D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6C7842-B1F6-DCD2-8085-E80D7BDB56B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063E2F-0A51-DD17-D807-F3ACE48620A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1041D1-596A-33E2-A1BF-3F0A394367E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C2E410E-DF1C-9D5C-F61C-5B7032C007E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F11E50-EF49-3130-D386-7F42EA09297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04D9CE-E187-E2BC-71BE-C1E55C1070A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84D65A-FE4C-149E-68C3-1420ED0ACCC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1007E41-3AC7-BD71-8105-AE383E443DD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2571B8-4676-D316-0C4E-0242FA0D6581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4C311C0-1047-EF05-CAEC-461B951BF83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65A636-A70B-C227-4DD9-07659CC74EA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A9D764-3775-1073-F907-C590A527D99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8293743-3BF9-05E3-7147-4722CC48843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33AB1F-932E-C945-634D-86F49EB3023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1A81422-425F-7408-8003-0534DC3C7C7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C57597-834F-8E50-52C0-D88A1B5E6DB4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F3A6337-6169-5363-00B2-01E703B2809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D3D2A5-526F-4812-7D51-AA07CD99054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5AFFCEE-C6B5-4F23-ABD7-A0048F11EF7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568631D-065F-3DE9-97F7-F5E34C6F657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D0CF1E6-CB80-D0D0-CA07-1FAD27C4CBC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2EB9979-2BE8-67E9-0DED-464F545FD3E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20D3784-534E-358C-77D7-081816E7B33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725B896-84A0-96EA-4840-53CBF7F8105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D326692-3228-AAC3-A518-D2A74480002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AAD3DFF-7B20-E367-B487-B46B00861B4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3154819-A8A1-00DB-5AD5-224E98268E4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6D7A01C-CF5B-063A-2F76-86C1F82ECEA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614516E-FA71-55F4-E2D0-BA00D89B415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0D8DDCD-8EC7-65CD-742F-38B80941B14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479E84C-E546-44F5-F21D-C82BD6F265A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AC507E2-B029-F7FE-5193-733CEE92192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0191CA0-A3CA-F67F-AA03-8EEFA80FF19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01AF3A7-DCD9-2F3F-1A24-0C22E354FEC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B831FE-6A95-4738-6046-B7A6F1CBE80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8FEC234-0DD7-AF64-04B9-C8144E2CA83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C7FE361-C019-0D79-5C65-1195C4427D6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2AD36F-1AE1-9756-0885-1FEF4B1ED35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B67F88C-1353-1867-5F47-3F165176AB3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CBD9C9B-7EE8-9C14-C9B1-C31A2330299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567BB9C-D2B8-753A-C4FE-21441D34CB1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F1D2CBB-CF25-5204-807C-7F80BBB6020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C3FB89A-98CD-4A5C-47A0-8C51587D509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F65967-D3E2-8DD5-4CF6-5E07D7BE7AE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B46150C-CEAD-9E07-8339-1E1B482D08E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80ACB74-08CE-3D95-D79C-AD576A3781B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8A9AC50-77CC-7734-02E6-6299579ADC7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E9356A2-24CF-EB5E-8D2A-B5716495245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DA1FA32-A365-792D-65E0-B97DBD8D648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9E5B040-4174-FA2F-A512-4AE5CB06C01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63A1AF7-001C-7FBD-9BDC-2CAB7C661CD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F645D34-6145-4F1D-4545-3280B89D497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BCAD5D8-0494-96AB-02DC-404C2498A49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8C1B34C-3061-4ACA-F027-92D439EE4DC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317139C-53F1-058E-A143-1F0A2506F97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94A3293-BB1F-CF1E-6F74-5B956216F612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87F4246-1819-DBEE-ABDC-D9FDBF629A0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4E7F5E3-FA4E-A2DE-E7AE-87EFF6A4EB3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0C199B-0370-C63E-1257-A3A90D04433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33833E5-6DB9-12AE-CF7F-494B83326F2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C32DCF8-37DE-E557-4801-BEDD40B77D1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E32E41B-5BAE-9E3E-A414-F42FE2A06EDE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9C693F9-81CD-5910-36C8-4E9973718731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4911DFD-1AC6-8D5E-CCB7-277AFE021F0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02D6222-ADE2-12AB-0535-EA9C2122626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25921FE-C492-8DF3-069F-50C6691B548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97641F5-CB9E-B240-E5AC-CE668F8228B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F6109EE-F5D6-AB96-1DB2-1BBACFF8B15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CC8907C-93ED-E0C1-2C6D-ED5A6BC0FBC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2280A5F-AE8A-0E2C-2155-83D5A45B0F6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</p:spTree>
    <p:extLst>
      <p:ext uri="{BB962C8B-B14F-4D97-AF65-F5344CB8AC3E}">
        <p14:creationId xmlns:p14="http://schemas.microsoft.com/office/powerpoint/2010/main" val="170674507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F4891-7EEB-62EA-E275-C7221226B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6CA1DC-762A-35C1-0FD7-081C03BBD46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5431D8F-5012-CB5B-5BD5-474791A1B8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265D2A1-1A90-1CBA-6544-F3EEAF2B86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8E23CFA-9744-DC0C-7FBE-EA765329B6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228EFD0-3C45-D16B-0696-26B1978636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A7C75FE-B3C5-AA3F-2548-25F33911336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AD821A-0A56-7587-1B6F-8D0FCFC7B11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89BC3D-AB0C-81FD-622E-623625A4697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AD982D-C4AD-9A24-8E9E-8A6B4224412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051A8BA-5A86-FD7D-6E04-2E4B5EBCF07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E01339A-4E85-87E2-F509-48A623A787D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D040A4-9C00-2819-DAC7-A073B016CB2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70925C6-8957-337E-82C7-6C2CBD72C76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47D22ED-96E3-9E01-0E4B-084FC205571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22A399-8F6B-8E5A-1C98-A6C6BE922C9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0719502-92BA-18CA-B405-169A2628201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63E6365-98C2-2CB7-10ED-B508F7084BA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33ABA9-AC7C-37D5-2807-B1A2B73A82F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1AAE4E-2BEB-660B-FED1-618BCCB75E0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754DF9-CBE6-1DD3-7890-84720BF8383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7D2DDD-9294-F518-F620-E3C1E0C422D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A43C78-7C48-FFE4-6ADA-CF22CE91B20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E17E266-5C51-AC67-B26F-AC4DD7635D1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3E7289-BE1E-0FD2-234D-88BE8F7A0A5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5E86F4-5C9F-C9E4-3A09-A73CEA7E562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B46372B-A8B0-89D0-AA44-09348F4202C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5E42A3B-30F0-7D8A-FAC3-CED4524BDB4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AADC4D-85EA-1BD1-C2B5-B4F55D1B994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9382E6D-AB94-4E17-F7C6-D1E4501CCC1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7B939FE-A664-A887-1D4B-4B4B1EA2DA5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51B3105-9062-DF4A-BBBF-C3439A2DE71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246A664-BB71-DBB3-D3D0-70CCEB6B82E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47E1B58-122A-55E8-DF32-E714D564641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FDD5D79-28CF-2DDF-57FE-8034235FDC4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072E024-7DCD-4101-FA3F-F0A9CCEE1BD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9924737-BF2F-21AD-A8D0-8F71E7D79CA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3FDD3B5-A08C-95F7-736B-70091EC146C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50D42B7-895F-D1A8-608F-16DA56F6D7C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2BDA01E-1F96-74C3-2F6C-78D8ACB5436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46F512C-4BD1-9D0E-01DF-65BB1343D20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3B3EC4E-A1F6-F036-8D62-2D782010D65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1E90A7E-65E3-124F-AAE3-FF5B89F9153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1608294-DF87-783F-EAE8-79E3C1CE7E95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D5976B-496F-9957-FEE6-A32485A1B75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2BE4411-164F-EEC6-C2FE-644ACFE7E73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ABB3FAF-72D3-E773-443D-CF9B1C0C250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700BC16-30B2-E525-6158-4F451F4CE93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ECBE875-9502-71C6-1D9B-D7DAB1B9BDF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1436343-118B-7903-9E03-0B075ADBA5A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7A89F8-9DBC-ED21-C16F-663EB1A898A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2A64693-E655-D50D-B433-57DF7CF21E9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BB53DDF-AE8B-8028-9B03-FF584F6C4DC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BDEE2C-4D31-CC1D-8538-C77FF7253B3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12C69D4-B90B-35D6-4F4C-4F09526A735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14259C7-3E01-EE97-8004-4DFCC9EA8E7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1B478AE-DF70-46DC-6B46-D867AE16897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A96A316-C835-80EA-673C-10B5E599128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AB7DA48-26E1-B0B5-1794-ACEB5DB338C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77EF2AD-32C4-D975-A5E4-3A1A81AB0C6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5279C29-482B-6833-08AE-0D2BB563E83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DBBD671-4B06-6E63-799E-24C48B7FD43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FA34671-823A-1BE5-6EE3-425C42437F3D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7EC92B7-FFD1-4BB6-148D-6EFD8FAE607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E7E1FEA-B252-A0F9-83AE-DEABDCB8B30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C08BD7-16A8-12B2-E47A-4B6468C2CA4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0BE4463-FC61-3AAC-FA4B-E8205A4B58F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60EE753-4EF9-1525-8698-BF086B00F1C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4F9BE3-360B-EF45-D093-8103D51C78C0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775BE5-EA78-68BD-4AFB-B660A6A0D77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3AF6F43-5109-3E2E-3B6E-4072489FEAD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194E036-62F3-A736-3DFA-E8016AE1AA5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7EF0ADB-4AC9-CB43-7525-82E6DC0E812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EB449E3-C470-6060-71AF-791014F0585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CEA901B-0716-BD06-AD96-28155222EA8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46CF1E5-EE4E-9A74-9ECA-1ACCA78ED14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CF68AA3-FD1D-9AC2-0E42-44187002C7A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32BC5D4-8B00-E648-4D16-6FF7E6B2B6D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3B57EB6-18A2-DC3E-B32D-DED4AB17E67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44292564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6601F-5B53-404B-43A1-C2A72D969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19F5C34-87A8-0BD6-B247-A919E3816F7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the 2-cages in the center block, excluding the 2-7 pairings in the [9 in 2]’s.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5941164-6C34-C185-EDAE-BAE2ABF899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F4A1349-8007-E8D5-A9BE-1050E7FBCD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6836024-658B-A00D-7017-3DBD5667F2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0BB6CD8-F58E-8B14-E2EA-7FE0CF3C4B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9DAE943-48EC-C046-D242-6FB319448D8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91902A-1A31-1DEA-7391-42B727F4E72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8A8237-DFDA-497A-3A4D-BF32CA2175E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BF4151-064B-4654-1AA5-9D2AEA8523C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BFF3D4E-A3CF-470C-9EF0-70A18512AE2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3F5CA2-FEDC-AC0F-CFDE-DF937F863A1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8D43BA-D200-48EB-BB8D-8F5D09A7A61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8C56DB2-7F7E-A9A8-4EA8-4E94CFF4224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3025BA-9380-B884-AB0C-3958A6755EB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7DD8AC6-282B-0CA2-6BB3-F2FDB71A97B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3B2F3B1-455D-9DFB-C5C6-34B4043C7D3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90FDB39-6ABF-7C90-7DD6-A19A6D9A2BF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D18C64-07E9-CA9C-F6C0-22084463190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3079D6-8F5A-EF40-5F1D-F008C0D3241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B28BEC4-778F-D639-8F07-E6DF2CEFACF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B655C80-6DFE-B65A-894C-ED644BE3075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9CF979-48E4-C603-2860-E09B7ECEB5A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86E656-09E7-BC6B-50A2-39BBBCA30CF8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A4A207F-E0B1-A1FE-8261-E27AE0C1D3F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1BF2D8-5320-C954-86C0-D3577524CBE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D92297-4FC0-1EC6-6D04-CC53FAE69EB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E6C1777-DD14-CB2D-A5D1-436329286E4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C67A1A6-D84D-23FB-B9E2-ACC46F1CBAB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96F50DD-52FD-487F-5C53-CACE594E3AB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CFC3BE5-7135-CD0B-8558-EB8C1016D3F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698403B-EC18-26D6-739B-681EBF03DE4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9929341-F872-4CEC-5852-D76949F4B9F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6D16C7B-8369-6E90-1E82-D20444CFDB2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C707D09-E061-C841-9CA1-D37EC74836E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EE211EA-6D7F-C41E-A441-B2B68FC7FBF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5A02C89-041D-8FEF-1083-1850651220E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DE5C19B-B302-D02C-E619-A9CA683FAFC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34C9126-CDB5-AD17-C8BC-F1C56C634E0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716C69-BFB2-0643-FFF4-2973AFD55CE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5D931C3-BDA3-69C3-B610-7B1358F9130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5A1083A-D5B7-FD7A-0DF5-476426378A0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AF867A7-03CB-4966-3E80-C5BA0FE14F2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8859FC6-E551-395A-6703-9279F464A76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D5EF909-E8AA-0B50-04CF-CBE702BC9C3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91D72CF-38B7-244B-C910-2ADC910D7BA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58AFF8D-94B4-F42B-5FC7-CCA28DBE42D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62BC589-895D-EADC-A8D6-E0B4C1D1F71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4F357CC-5032-072A-59FE-A000E476C21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59C1F56-F150-5CEC-22D9-5092EA8CC29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22550E1-A3D6-65E0-E24F-1BADFB72024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4CB2B63-FA20-0228-C194-618A70B7E1C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8D1237A-3697-4C37-4A78-D4C1B15B188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3DEF595-B222-4F78-84C0-BF43B100768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BE17FA1-E4E7-28C0-7E35-0516471D35B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0B05FC3-4DC7-6FE3-A91D-20124DA7463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9CB0519-FC16-D3D9-0B44-1EAFE73957E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52E4475-8120-4AB7-A138-CBBFBF39D3F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28900D4-9F1D-9004-FEB4-FC9BB98084B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21CFBDA-238B-1E9B-348E-05289D90B2B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3D03E1B-D2E4-5A10-8C51-E216BCFFEB8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3EB7B11-BC1E-2A75-5552-FD839242AA6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8AED784-BBA6-0A09-4278-88CB278BBD3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391C416-21DE-A33C-3A17-14DC73BE1AC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AB51168-2711-FAA9-65C5-9D6E147E655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C838EB-A542-983B-5F54-7E871F5A2E6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BE58898-AED3-4B00-C9D5-97561FE100E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F44BEA6-883E-E006-201B-63EEC0E341F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30AEC77-565E-A37B-7B2D-71DD9F1D97B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4338B40-3F9C-F00F-9E21-F600E2A7504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8B47790-07B7-4876-0B82-004F0027DE4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C8ECB64-0F38-431F-DD37-7A4C12D0F31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B869980-264F-27E9-BA11-3EF8DBD6E7D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83A9A2D-0DBF-9BAA-C5DD-8D0D257B657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3437C8-7F7D-39E7-364C-23C1F9C09CE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2E417E-FD17-1FA4-3A3A-0E1AA64E6BF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0C11830-9FF2-B2A8-E147-E9C2255B3B2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CCFE755-54BF-26D3-2885-100D993B650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AF146D7-355F-C8BE-461F-B230F22D54F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4B53E2-972B-1AC0-B2A4-77932FC31C9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E33B9C3-02A8-BCF2-B030-784EC2387E1E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C933587-3AE2-DFE6-2864-BCF8C3EE067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CEBDA21-E007-5F60-3E37-EF6F29EC211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7FFA2EA-6D14-68A3-C86D-2A92E9FDBD7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865431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F9D5FDE-5D41-BDD7-E85A-0487527ED78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BD30EF4-E2FE-5B51-D037-E0ACA399F3F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134568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6FEB052-A1DC-4ABB-CA8A-C8A16BF91AB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865431</a:t>
            </a:r>
          </a:p>
        </p:txBody>
      </p:sp>
    </p:spTree>
    <p:extLst>
      <p:ext uri="{BB962C8B-B14F-4D97-AF65-F5344CB8AC3E}">
        <p14:creationId xmlns:p14="http://schemas.microsoft.com/office/powerpoint/2010/main" val="73734709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306E0-F081-35C0-25EB-BB4D7B467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D2518C-9B82-1B29-5ACE-05BDE93AE35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DDF353B-F20B-CCE5-DB45-6143B70FB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A91AA11-85BB-38BE-DC64-98864135CA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147099A-8546-C3D7-60A2-77388475A1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83009CF-7C1A-5912-CF98-CF49C92C9C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42227F8-6F4B-EDC5-D525-F8EF1AC3D75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DBBEBE-E99A-0D2A-7476-4F63FC3DDDB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D56A65-D60B-DB69-2088-FE6B2D52F6B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BA6665-47C4-5FAE-B879-A94B0E5C7AD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23422AE-8B03-32CC-ECA7-DDAC1F1A870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858468B-9F53-6489-14F7-889099AB966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F7C26A-509D-E214-32B5-71E44257562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685D87-9CA3-B67A-FC75-567E887BE60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03DD3B-191D-025D-4810-78C12934C6D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0ABD03-F6D3-B3BA-4832-B396CA9E8DE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431C6DB-40F5-4B5B-DB91-31C89BE4C98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B993095-BF68-4662-FC4B-9A6DC4C562C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69D195-6B53-B2F5-813F-5CD6568A802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1E031A-7738-900F-21A1-50FD80908AD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2E3A6C-5F7A-CF28-7D40-C1F21810F55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04A040-8423-9C0F-34D3-DD274EB5DBC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F95F70-6599-62C6-783A-B810E93C253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633A81-7FE5-60E5-D1F2-6D86455F27ED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47C7F6-E171-8046-EF13-9C34786D8BD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BC1600-05F5-89E7-0810-2D1853A8B85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6D07B3-D3AA-DB02-51B0-B09B9CBF3B6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734DA21-6DC0-7239-EB50-7A90D7C0F51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76BF0A0-9115-9F66-7CBF-A14C5B2FADE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0E0D685-C55C-84F6-0E66-BA162ECA9F5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A9234C2-EDEE-D7EA-42A2-A788FB98312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95331F1-020D-B900-809F-1DA2CDA28C7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A1DFA30-3417-2238-7873-1FB842E8575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95B4822-B2CD-F249-3D35-CAAED34F832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5EDAE72-7BE0-6699-64F7-32CABAE227F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3A6F028-2370-8E4B-2B8C-2E7D820ECDF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56829F2-AF58-D01F-9C8E-61652AFED7E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3F7524F-300C-94B8-824C-DB7D95E287E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0444801-D6C2-0F81-2C9B-6230AB40B0F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A812112-AF5B-9841-DB19-F6564B4551E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F840655-F6CE-AE5C-69A4-F09867D3B2C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E9AF44A-7BAE-8EAB-F4B4-6E0075D2BBB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9B57B7E-521A-00F9-788E-C8B411AC9AF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2201981-6540-3326-5EDF-F80D991EEB0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7A7441-9618-6DBA-9A7B-C32F9A91B98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D76F2AD-0DEA-80AC-A0F0-23F8CE246E9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7B6FC4-9600-B39D-114F-5829A9CF01D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8B493FD-E98B-44CA-AFC1-AC40FE2EEDE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F626A56-0C1D-7DAF-E287-45AECFCEC56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97E0052-D7F9-5E83-6C78-C128750A7F0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6BB315-1BE4-A52A-231D-50FF4E798CA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F788E21-2894-FC7F-EC9A-54D0A00519C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D257D43-AF4C-7A09-A192-7B9E1873C7A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48DB1B-50AB-3620-47E2-7B8763EA0D5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C1616E0-1EBF-4344-64B5-575B71FA756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AA2D57B-4460-722A-42C4-CB3FD092044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AC4107-A8DC-7CEC-301B-18EA1D9166D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58153AE-ECC5-D75E-44B1-36729777E67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B60B1FE-3D14-C907-E3FE-E60C0837867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AC7289A-6F53-D7BB-0D3E-BC33C8732ED3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89D4284-26EE-B30B-EA46-B4DB628E3CD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270F5C4-F11C-7BA8-B793-51EB483BA1B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CA5C29C-A3CE-3CFB-3E44-2637108E49DF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498ECEB-1F6C-0EDA-2EFE-B0197ADC6CE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7A22C7A-3F78-C09B-1D1F-1ADC61189F6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0B8FAD-D06B-57CC-0958-5D9C80C4539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8F1E00-E9FF-AB49-D71B-4F8476B13EF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CCB019D-1FFD-E0A4-B9EE-45FC02F640E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914DC32-8254-4163-DCBA-8B9E864BEAD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4F704EB-F990-A35A-6170-43FBB48DC926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B46EAD4-EBA8-B6CF-ED33-5604C6510B5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3B7C8E1-0407-1D5E-A519-B1390E4DD6A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B3290F1-7C59-DAF9-0845-3C844C9CBFF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ED89FEF-DF0D-C9A0-BF88-33F1DFCCDC3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349E22C-9583-0B1B-086B-4E6FF5FCE462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FFE7B77-0514-3B94-4174-756488BD992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175FD9E-88F6-71A2-7098-4550A20B382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9DD66F6-9890-7703-E8CE-B7BE0E5B4BE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EDA06E1-043F-DC1A-06CE-91383BC7864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5DAA6F-469D-6AC5-0081-CA55F8D3EED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EB555B8-A70F-9536-0C8B-8B05A30914F5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2D27091-4D3E-BF83-EAD9-D78EC97AE0F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89A440C-C43F-D7F4-7831-86520115B7F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35DDFCC-44A1-F573-A312-7345C6275EB2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015AA54-BE0D-EDFF-DA88-D02ADB06071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9843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CE4FB98-48D5-BD8A-7340-383AA9F66444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134568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037558D-7392-05D4-23C7-631773C81EB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865431</a:t>
            </a:r>
          </a:p>
        </p:txBody>
      </p:sp>
    </p:spTree>
    <p:extLst>
      <p:ext uri="{BB962C8B-B14F-4D97-AF65-F5344CB8AC3E}">
        <p14:creationId xmlns:p14="http://schemas.microsoft.com/office/powerpoint/2010/main" val="245222113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004FD-4229-8703-DDEE-6FC4CAB7C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B62D62B-BDD1-7761-ED86-0B5859332FB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6, 5 is in the [9 in 2].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CC864F0-BCCF-6299-F294-C9F186EFB7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E81EB55-1653-011E-A28D-B249679946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26EAE05-44EA-AE31-12F8-8366D8B7D2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265820C-C838-4274-C7FC-4429E4282C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6E74878-D317-F992-19E3-0AB82C604B9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92BC45-35C7-39A4-BB0C-5F7DA887F3D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A2299E-F352-CF89-D482-9955720AADE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012C71-15DC-6FFD-60D3-7D587D5288C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76B775B-C7A4-608F-53F2-C29F868ED74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E0D0251-986E-6DBA-1E96-AE4FD850FB7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0D4313-065D-99DA-6976-9C471357E6A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6325DA-3C29-9B79-A0CF-E7DE06DAF56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F0344B-C0B7-7B2B-E44A-6F4D5F31E61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764D2F-5834-2830-F961-487A50BE06E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D14C5AF-CF17-4E4E-7898-339CBF4A5551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1B1BA5-FF5B-5F69-FA37-46D8A3E2DAC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4259A5-459C-9B53-BA95-8F142502FE5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2977D4-DBB3-B473-482E-ECF81D609B5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65E879-91A6-2B6F-DBC6-1DBF46BE99F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523520-A069-7DB8-40B0-D670EFE3EBE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BD9344-14E1-29AF-B017-69768B8B260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0CC897F-CD4A-2143-AC13-465B252C4FC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0CEA2BA-FBA5-AF4B-CDA9-4C3C9B64D21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0E91AF-5796-D901-509F-F723B305018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1156253-51DE-4E9E-3796-E67E8E75AA8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FEB7CB2-B4A1-AA8E-7B2F-8B33EFDA4F66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33C19D4-8466-3AAB-E5F0-377297A80FC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1841535-A14B-53CA-EF83-2BBCAC792A0F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F7693A-99F9-17B8-9814-27679DD2546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1380D0-F945-EF19-E02C-A7DDA8B6A9D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620ABB2-4B86-4C51-16BF-76F152B208D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C953B21-E5AB-37A7-1C1D-8FEB31286F9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9ED5F26-680A-27CF-54B8-83D53237DAA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0101398-1267-FBA3-02B2-F6E80FBAF0D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A223FAE-3E2F-D57D-DE5D-8548AD9CCA1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E8B1891-7FB7-CB16-48F1-0DFBFAB079E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AC37072-CE3B-89FC-D7F3-136CA0FA4AF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B0DCF6-6289-FB6C-0674-6FC3F28F2CF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0613300-404D-5371-A789-7B641F56B76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F9B65BD-004F-4FE9-D347-FF3F886028E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AECA515-9638-92C6-ECF8-D5F9D1459E8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D6D16DA-A555-7378-C3C2-108FA5017B7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5F80218-7852-F0A6-80C0-210F1C30B11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22E2C35-9ECE-84C8-4543-0446A56824D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F54838D-BBC9-D007-27E2-43B09B63881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79B946D-79EB-C56A-A610-C41C001149E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1992500-CE60-CCDB-1864-30EB21E01BD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FA22FF1-3C78-1D5F-337F-D01E8B402AD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B9B686-ACCD-707C-0E4F-E77B05C170F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8F59E79-3BB9-00DB-8F1B-45A9C7478B0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40028E7-61DE-4047-7C85-A38416761AB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D785C9D-0262-7085-D68B-F83913A96AF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1A9F68A-6194-752B-C782-43F30D0CDB2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3EB9FE5-7B9F-A5BF-3080-A4F44DBD45B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BD7968B-3759-40D9-1983-3CB413A45E4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F16732D-B534-9040-0858-9A3AECC79E9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B4AA1C-322D-B29E-6B12-0C9BFC0078A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B62FB75-07FA-CD70-CA14-1D68D540C53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3106423-E212-2610-6181-C3DC2C5E7E7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2632E01-78FC-58C5-0B9F-C4F29DA9297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73450D9-071F-E844-62B8-458BC34D3E3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EC2E515-9C85-49CF-98C2-249C10C651F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E8A2CA4-EACE-C399-9E6E-D6D0805A4FE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BB7F20-013B-7454-4821-116C3A7D1A0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F2C2BA0-F001-C3C3-7B71-8FEBD0FB4CF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C2E77F5-86E5-FF00-B90D-A6AACC293D5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9233822-F404-42AB-6939-9AEC66B10D5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90C1202-E3B4-1D8E-2F15-3C506F82DF9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67D0787-1447-D312-103C-6F51D6ACC24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FB86862-81D0-4DC6-628E-E65BD7E1833C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776AB42-8FA4-7027-8BE1-81553F66E01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E1586B0-2D1D-1B29-80B7-E79901ED0C5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B140B74-1771-321A-F46E-4460FDF17C1A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084AEE3-3485-57A9-5D3A-19A0232B420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962E2D0-2F7E-0D93-B494-A0E0A7AB559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1957904-042B-F204-4FF8-5C8826B8208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E547B32-4986-4493-23F4-2F3CE3CAA69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0E530E7-857F-9FDB-06EC-CD03ACAF1C05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D45EF60-0106-E2B5-1D62-9DEC7110B04E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C9549E-5617-8714-7830-139FDA407B3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D9C15C6-0298-B795-BECF-6574BFC0051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89D9071-3AA5-0F2C-A262-6F12747A7C5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F22BD3F-2B5D-8353-BAAD-DE10936545B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9843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EA75321-AA84-1D2D-BC95-7B6D72933986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7BAF366-669C-E09D-F802-ADDCC488D5D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</p:spTree>
    <p:extLst>
      <p:ext uri="{BB962C8B-B14F-4D97-AF65-F5344CB8AC3E}">
        <p14:creationId xmlns:p14="http://schemas.microsoft.com/office/powerpoint/2010/main" val="204714281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E9C35-3992-B86E-1BE5-7D002E49D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2604761-86DD-FE24-D337-F3E83A0732C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89284AA-B9EB-F230-1D4E-2EFFB8B665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93847C1-DBC9-EE08-FCC1-49CB975355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7CE7D14-2A4C-6807-FE75-481A49EF1F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D63D109-FAE2-D9DB-4CB2-3C9E9F973A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8038F0F-C69A-56B2-7DBD-3150106E9BF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B9ED49-3901-D449-8B69-BAD03FEF10E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D8FB21-9BCA-8DA6-78C2-5AC52B16EDB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C571AA-3DA6-50DB-4BC2-69037080A0B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D1FB7BA-E3D3-C9CA-2598-C2024EF357B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009E4E8-846C-1B7C-DC07-81D574176B6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59D680-9FE1-84FE-6109-234D68D5582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71EABD0-17AC-20A2-D000-61E25EF30C0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65A3410-7BF2-5CFF-6619-0EBA88A823C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FB5BFA-5469-06C1-7594-6D76E331596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2248203-66E0-F074-E122-5749592933B1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B83C4B1-97F8-0B2F-6505-879BF54DD58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9FAF-3AD5-6AC8-A696-EFF3B894848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36FFB6-1AF6-4702-9A9C-6F5FF19BA6C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F156D2-A7ED-4B85-A5A9-3AC93B24566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DE9C6FC-0AD7-DEC2-09A7-44F127CB817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DF668E-266F-7A0B-7C8A-0A739F4492F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814B9DF-2ABB-1AB4-48EA-66EA03382E5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2867D7-0EAA-E29E-E9C2-A3BE1A7D743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1D1D793-0FC9-6C2F-7266-FE8E24AC8AB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865FF70-4FF5-5931-8069-2BA6D98A305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FD48F5A-4B10-2D3A-1334-783539B687D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450672B-0D86-4FA3-DC80-27B4467FD7E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B484AE8-2F7F-AE02-CE57-8C24CA6CDEA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F84C33-172B-1613-BCED-573673D4407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2E585F6-95D4-F270-4141-CAFB411FBAA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4D90E1A-A212-5F14-5E1D-87CEC52A72B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033CA72-EC25-0A1B-F356-F271C63A66A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7F59901-262D-C60B-BA34-2736F5E3BEF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16FF4F7-EC3C-2782-0546-823C1766F0A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051E996-F51E-001B-C7FC-DFA4DE97C25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DFF564F-9015-3D01-99E4-0971C357309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3688AFD-7025-E3F6-F030-6F32A2E751C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2DDC3B8-18E4-6DDE-DF48-DA8BF3443DF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8F95510-1E15-5FD2-C0BE-ED781B5CCCF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1CA713B-3FF8-512F-E65E-58D3F553EF5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92EA8A0-BC1F-3AFD-50EB-CB5D6473FC8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FBA8533-D523-5C32-D741-7EE15401042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FBAFC6-CF3C-223E-6B28-C70108A12F1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6E6A721-52D3-40A7-537E-AA3B1849DFA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00D544E-DA84-73ED-8DA8-77F80548502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22E95D7-D81C-EE18-13B2-D5CE431FBED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020DE65-8671-165A-9A5F-6D9709BF764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CB24508-295A-05B1-169F-10DF036CBE0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357B97-D126-2A04-E587-6B2CA8F5340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3C25DBB-6489-4A8A-42FA-38AF56F4BD0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EE9CBE7-5D2D-F928-25B7-800F369D387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543F36B-E24C-E199-1580-F45B30EA63E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E76AC03-50F9-3CB1-7CB0-DDE9B2A1B1F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B5F781A-F10D-BC53-A9BA-5C2B30084E3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DBD4D34-3B6D-F618-3A2A-23BECC1F99D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37F575B-F466-F0A0-F2F8-72F0A56A0FC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B820299-C438-E8F6-5DE0-A1C0D8D59E49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CCDD215-C320-6127-3219-B77D1B81141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2BD27F7-9CDD-FD91-7ED4-38005E49171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0B0E7DF-0F8B-871B-ADDA-F7116A83E75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BB865D2-CE28-EDD3-74A4-5D3AC6F4FFFE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DBF377C-E357-CB15-3563-36C52B429F4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37ECF0F-CA9A-C747-E25A-DDE56D375AD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84E891-EAF1-5E97-221A-C1CF78EC9E2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8BC7CE0-AB4E-EE46-D814-13F5FA65047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37646C5-C1E7-DD28-1035-F7B9045A836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FE84135-87ED-CE31-A982-9465A9E9C70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1AB3C9-57B9-8592-C6F2-8D66AB02B03F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0FB4FB9-AEFB-DB30-6E7C-27280567370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CC44FE6-BB7E-0BE9-06FE-A22D12E3C75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AA1A24F-A31A-B4C4-7A97-303E929B222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68FC764-98F4-D55A-46F5-9DC9F1C7C86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4DCF67C-A885-3F39-F5F3-172E3AFFABC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79B7616-19BD-D50C-6C65-5F52D5C8DE5D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8D52BDD-4EE5-03E4-ED0C-2D6EFF22675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46ACD3-87F6-10A8-D687-078BF46576F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2F03F6E-BEFC-7080-B3A6-1A40E04987B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652ADEB-3841-D37B-E082-0A51B2923C7D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95ABF78-21BD-1FA5-9B13-C0F77F3C64F8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C512B63-FC78-FF01-F1A8-2FF535D90FD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09BFC99-01E2-0C79-855A-8B53A177EFEF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2279259-F56D-AAD8-0623-36784823C684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0E91B0B-938E-004D-1744-9AD4CC330CE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BADFEF-75CE-0C65-EE5E-56177E7DD49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6B030EA-5395-6B30-4D68-D5580CB0BC5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1318725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AC8D8-8B3F-E82F-7EC3-CD77165C4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5FE8AFF-AFBB-EDCB-127C-C5E9917D06F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64481BA-5773-3015-C8A1-4F36366AB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4A556BE-3BD0-CFF7-6A41-E20C62F3B4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3608042-5698-2FCE-FE16-636660E748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8C3D8C8-F8DB-F655-7D6F-45056625DC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201C68-30BE-8FEF-37B5-1EC87C35985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5BA9D7-2375-2108-DDA3-69AA9A43974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E9FDF4-F5B5-F643-FEFD-7E141DD947A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B2C2CC-FE98-10F4-93FA-04AC3230441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37B5D0D-8BD7-E006-69C2-6E549C28E72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EB3FA2-3B77-98FF-6E8A-0B3CD4C773A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A788B3-11BF-56F5-D969-05786BFFB92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8B224A-B931-A7C8-CCDC-E3FB99B5DD0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F3AF423-FD17-F86D-F09D-3306077B724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E4877C1-ED71-C7F1-9334-5A505200771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AA0F42-4E46-F74B-6ED7-4DD0BFB9BD0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CE66BF-D1DE-EC84-78A9-398ED003B7B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983F32-02E6-4667-F4DE-12E0D19A7CF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DBC49D-25D7-3072-3F0F-7C4226FC783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3EBBBBB-3241-DF2C-32D0-88428DB71E6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08B5B1-5415-21EB-2701-F82110445E2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7DD942-5D9B-9A49-40FC-8D29AAC61C0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AC4766A-B4E0-8AB7-BA74-BED58C25EB81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B95F5B-F66B-A58B-5119-0F606D88A8E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12392A-7C6C-486F-26E6-C5080F1A1E7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AE3C970-438D-DADA-8BFD-9B731B7D343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45C59AC-BDF3-6E71-E380-1017B0AFE94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11ACCA-A9BA-7263-413E-CF6B927F3EF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79090DF-5BB5-AE12-19AB-92077949880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EC86CCC-C344-8BEF-EC79-836CF3C18D4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87F1F9-0C6E-7FB4-993B-BF2BC39D8AD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9F23628-1B48-C669-600F-B5D1098EB50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DBDA003-DA45-0025-F642-4C09EE9D1DA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2DA863A-4B56-C412-D5F2-FBA2888DABA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002FA66-3AFC-1DEB-83CA-89522FD86E1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E1AC8C2-17F0-724C-2080-442C39C9827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981D1F1-B5FF-E3CA-6037-75692701328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11728AE-8855-DB46-F910-F66015CF638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7C428BF-F311-2D31-DCEA-A3F14E77602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0E3966D-773D-0B9C-D73D-EB1A5AD3203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09C0C3D-8F51-C306-8FA7-0FE706448C6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55ADD00-E318-C455-32F0-5688BA4BB9D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2AB74BB-7CA5-BAC0-6EE1-96B46D0E1DD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8ECDF7-1C66-6A5B-753C-36A8E61D611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13B9CE2-1047-2C06-B934-60B647E8100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1D2E876-23D3-401A-08DD-DF07D1E50EC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6840644-AB25-1F27-C676-B408EA5BFA7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7C324D-AF6D-E96E-38F3-5E7A682579B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287A419-F1B3-2BC5-5A1F-D15BFA84C12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9E9E1B5-AAE2-9651-06EC-954EC2E144C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78F70F4-5105-5BE6-0CE5-8E3A4AE96B4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B9E56BC-1DA6-7CA1-9571-46A07EFFCD9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BFC193F-BE16-0D42-38F9-86AD0233EC4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7B6C137-429C-2D0E-08CD-410E2ABCF3D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473BF49-AF08-B982-DF9A-BA92209026C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C41D1E1-CCAA-0BC2-1699-4AFDD8DE112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C725FD9-25F1-C14B-05D9-AABF267FE4A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9FD9240-3DBA-2A24-BFE5-F4C5F8EA76C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BF3CE87-8BE8-2AF0-73A5-324B3E25A75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82D5E00-5081-6E00-01BB-1EC7C247AD6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9845FEB-42C1-E453-34B0-B20E0C5EAC6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3E61522-88FC-4E70-06B4-3E4F659EBBE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682B49-F04B-6FE5-C415-D64C5545121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13B32ED-413B-A628-29DB-6BD7D50EB74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B78203C-D5F7-CE85-5C87-BFD2E2454C9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27E67F8-B64D-ABA0-A065-2390773BAF4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3428ED5-82B4-D1F4-170F-E53BCAB5D4F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D85BE2C-4561-B4F5-0F56-C6378175A30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BF124C9-185A-40EE-C077-6341F9E28DA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189B937-7AE4-3AE4-20C6-E71B2E48D2C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5911BCF-1081-1071-D519-612B04BA750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E6D972C-320F-0AAF-F4B5-D8181E3C497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726EBE4-525C-9EE3-3208-AF24CE0C15B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36F9F38-7452-D78F-888F-5D750294DFF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67E71B5-68FD-E842-84FB-ADB6F32BA45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17B05D2-8919-2B70-B9AD-C62A1FB25CF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6B85C67-4C5A-3E9D-877F-A9E92C5C691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18D54AE-0E97-D22B-1EB4-46B3B449F51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958FAB6-8D86-EE3F-5128-0D4E28F8870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E39296-A284-3800-4C34-D501ECD3E19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9C5A2A6-4F93-765E-EDAF-0D79F5BDF36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8C122E8-E683-F28D-1578-99D1739CE8D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D24F084-5195-606C-E3F2-4989D3C6793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0E38012-A1EF-7590-20EF-F3F5326DC2F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F870297-A68B-4700-DB2E-006419839BE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984CCEA-0980-B086-1C1F-EC27B9CEAD2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</p:spTree>
    <p:extLst>
      <p:ext uri="{BB962C8B-B14F-4D97-AF65-F5344CB8AC3E}">
        <p14:creationId xmlns:p14="http://schemas.microsoft.com/office/powerpoint/2010/main" val="283942831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4BD37-F4BF-92AC-41C2-6A08075FF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A0C0FB-3A1E-E54E-6FE2-EE054345451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DBD284F-9313-FBD1-9E4D-4819B04DE6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57619AD-3092-ADA3-50A5-550BFAC27C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420CA3F-1730-3628-0106-3F22F3BE84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6A319F7-4BDC-60EB-EF32-45C2E4D41C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678174F-E8BF-5AF5-76EA-504DCD6EFCD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AA27B0-E735-544F-6477-DEF0ED99A68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90DEB7-A919-7456-AD95-A526B030B2A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DB6877-7303-EEE8-D63B-2351B94B9C7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C62645A-1F51-5642-255C-59AE798395E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48BA12-CD07-85B1-D0F6-0CCE8E74B9E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7802436-CDFD-9D81-B6A0-76FC0D96FA8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0BEF383-3432-AA60-6823-70AF1B76CBE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AB5D0E-C9CC-151A-4BB7-BBF575C8393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3BBB352-F735-D44A-F8ED-991E9351517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FCC248-9C04-6E41-0BFE-992294D2D2F4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393D9D-6AC6-E243-A837-8E745DACB17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9ACCB7-85A1-3EC0-7C81-AA2F5FE3267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89FF1B-F65E-FDBB-D533-65DB79FA360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521B46-4B02-46B8-AAFF-DC287AA7998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8A49F0-1E4E-F043-629B-1EA0E9F4EE7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53E1978-90FC-13B0-9219-D163801E00AB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42210A0-5F79-6658-FE05-AE49AE0067E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75AC7F-F055-7D64-E1A2-F1C5F68690E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9E01F04-F1C8-297E-7B89-C9BF7A9F614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1D1DD90-C610-AFC7-DE02-B5DD2889467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520FC31-D447-E62A-FB69-A740A98DB3C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9BEF808-1FBA-6DBD-00E3-56E239C90B8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580B9D-2A67-DBA6-2E67-DD4D6EBF65F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8C10538-38AB-6494-7369-B9D9B11D2B6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B28E94D-7D3A-58A1-41E4-034F86A7D04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031F5A5-1735-A162-7494-362BE9EA13D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AA4C421-D5BA-DCBD-3746-D0841912756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17EAE5D-0821-609F-B20D-01BA7A51B2F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3DE9659-DFC3-BF83-9F0E-30F50F93C71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3913E09-0AE5-97FF-AB41-D19BB721A96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3D14475-8FB1-54FE-7B88-63D4D137CEB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C7986F8-242E-7C41-E9BE-4D14D4EB6A4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353820C-2DED-045E-429A-C0717D4C763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9A27C33-2FA6-F1BA-A9A5-0EDD8A31E55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BD51748-80F6-BE7E-BEDB-CE8629F0B9D5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94A8D1-915F-FFCC-62ED-59D141B3941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3431EFC-0133-3E08-5749-B6D38CBF740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642D367-29F1-4749-BECB-BC263B66B4D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DCD2BC3-85A6-8E2E-1640-717B91533F5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96E265-BC00-5A92-56E7-2096D980D0D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110E741-976E-7D42-52DD-AC81CD2EAE8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1538632-99ED-9B22-EE06-AB7187C9B48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CD5C67-0150-5EC4-4307-18D8DFD7208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FC309F4-9BE9-4633-2051-7548901C6E6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0EB17C7-5D53-3F80-1B00-3197904F267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64B5BBC-15C7-5D65-E38A-FB34C86CFE1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7731E55-9A87-158B-03C8-35FC23E4B49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C8D164E-CCE7-92FF-2715-9BBDAAE8A74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7FBADF6-11F9-EB8B-8BA5-2DF3AE561D2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77200B3-B193-56F1-69FB-6F282259BC6B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2FEABAB-352C-A6F7-7167-009EBFFD823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1B6E80C-985D-6E15-79E2-9ADE91EF5077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F27AB05-67A2-6FFF-45F3-DB9FD37F7C6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12593A-F56F-4CE7-F47F-5F979DBF813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3AFBC2-70B2-B950-39A5-2D51C374B29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C00362A-4699-9B3F-FC74-CE0B497F045E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4A0C29B-A03D-CA31-938B-8BE5920A815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B5286E6-182A-7290-945C-5482E3F36C4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64E59F6-E153-C9BC-461D-EB6ADE77AC2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992E854-1E01-18E2-01BA-A73A9B4AA02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53575B0-BA1C-8F11-B33C-35DB7D7F33EC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715196B-8FB3-EE4C-AFD6-58E8D1D45B9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ACF9115-61B0-1981-59E1-D4AB6A0305F2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9E98403-8B91-62BD-3D63-9D331CDCEEE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9C8ECFE-93A6-6225-93FE-49866C78213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EA91135-8542-AAE8-8662-2380544C71C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7F187FD-CA11-48A7-F8F7-6C2B36BE956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BFC24D9-7869-2BD2-C685-D7E724C6604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9530B2B-0577-D22C-7028-B2770A6FBE9C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3F1AE62-825B-499B-9F5A-6857E53F888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E757C46-8C8D-B273-DE8E-C20B9E86ADA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C295B1D-4469-6AFD-E8B3-41EABE2B073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DC605C-F2F3-438F-8353-51ED94B88D5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6E420AD-BB4E-35BC-2A31-6099F549CE2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F517115-C7E6-8A9C-F8B2-BE93622D41F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EB96151-ED40-F19E-EC5C-AC9C5C13FD4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15C01BB-0375-DC37-10CB-2E26654580C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1F8A3FC-6702-7F17-643E-8B49B6D4AF89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856DECC-0299-6F13-6B51-8174A59D59B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235CA4E-E7BD-8AD7-11D7-EE59C65E139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120923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02463-0963-739F-4DD6-521343BDA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41C16E-6648-2C64-3BFF-5E27457DA27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646F8D2-7994-23A8-B686-C1F3632F92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9580713-1B53-01B3-C0B4-2834B6FF8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05872DA-A309-C83F-7E61-EA28C90CFD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BED293E-E50B-4876-D904-40C76ABB60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5F4472-04EC-2EFD-DA85-67396DB187E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9025A1-78D4-C5D2-D513-70EF93F6BE5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05BD8F-5AE3-382F-B552-35931C6EBFB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FAC0E45-5D19-502D-5016-11D869EAD33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8FDD38B-DCB3-E080-40BA-D03A3D8CF4B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C764AB-FF6D-279F-FB94-4071CB8E7D7F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0D7CC0D-621E-A877-4A46-13FA82AFB69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BD4E616-4C2E-06EB-F718-5D3472BA222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8CE16B8-2E74-407D-6A78-0B69E8BC10A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D42FA1-2E86-48E2-12D1-8A049E577D9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51F97B8-A01A-C28E-722C-F390F7604CD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B2540D-A704-DA0A-71DD-1E225C8E927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910258-9DB5-1E93-D3A6-77ABF9ED27C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C00783E-B26B-4456-0ABF-6AB656039E3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0C11301-05DC-1424-68C9-8D7F64852F6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76842EB-B2E0-73C3-F2A3-AE37964E248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298A9AC-0E6A-B04C-6F6D-BE0A3BEE939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A72D1E-1DA6-C21B-908E-92839552CBC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84816A-0B4D-614A-D2C8-9E41582090B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D08C516-738F-E7DA-5E81-639AD00A8E9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AB3BF60-3C6F-290A-65F9-8C65ED027EF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6B372F7-F1A9-B22C-1A8D-3F151213761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36BE70-5655-599D-0AED-D9217B188A8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C77F849-90B6-C693-6DA8-16E8439918B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8E8B610-A174-1B60-162F-C6908403768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F009A28-6EEF-3619-3AF6-AB14E3DA0D9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A96E922-D610-9D9A-3E31-40E463F30D4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6612BE2-4D24-CF68-6837-65002C5368A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7A5A95F-D5E2-D136-878A-36F496FBADD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46C303F-834E-6EC4-F1AF-5C8263E78CE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6AF7EA0-533A-8843-D618-2F843DE04CB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859E919-C32A-D01B-3AF6-DDD3003393D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1C7149D-3003-FDDD-AE07-B88915D6E98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1DCF44-3F99-5D15-70C7-B16A29E5FCA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00E6E84-77DE-5C7C-DDED-F1FC6CFE0715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2A3368A-DA93-C7B2-23DA-E685A571C97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8EB7CB8-1893-F485-9FCC-619EACCAB61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AB3FF64-97C8-CC62-862F-857426E604B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E7FA86D-DE22-2CB6-9A2C-B8C22236F1C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727AE8-8547-1023-F7BD-4059A6169A1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D7719A0-F33D-5871-4969-B9A38606459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1AFAF86-24E2-F107-B56F-6F89DAE8FA2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242226E-D806-D6C7-AD47-CFD3B58DB6C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8AE9ADB-F651-FB3C-9CA9-B924BE47A23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9787A3E-DB2D-A4AC-10C2-F43D41F6080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4877021-A080-779B-8EE4-F30E754BCC6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F042252-5F69-AB59-39AB-7A546B04954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2D68903-8CB7-ECF3-AF09-8D2729F563A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3EBA2E2-94BE-586F-F02C-A07B0A82BAF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EA497F5-F023-C67F-C5D4-440DBB15960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91DD656-7FA0-0C9C-029E-10C5C99AD56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61CDFBB-06F6-B7B1-F97F-52A41358F77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05DFADF-4F5E-E71D-EF67-D764EBA925C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A6502C4-7A37-64F5-A216-7C29CFA00F2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CBFAE1-05B2-6F95-22F9-31F82A12506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9711B8-F543-AC70-7071-ED474F5A8ED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BEB6DE7-43D4-A975-AEE9-F3290036A74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2DA2DAA-2509-ED62-83F0-1BDFF61793C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48F1610-9FE4-65CB-9C04-C25D6636C67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9789E0E-619F-6049-E330-9931257087A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5B5D180-AB43-6BD9-68A1-328806E4C7C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8ED587-4EAF-E742-7162-ABE54436E91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A5ACE76-24DF-BCDC-EB21-EA167A18ECE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E838EDD-2FC0-73B6-B4F0-D4D2FAB7AD6D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14A7ADC-F7B8-8EBA-A7F7-2A4E4F55B02D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9DECFC9-0706-4485-5BB8-8AB975AA77C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2B8E89C-8338-3F1D-4A42-83DFA44D944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66131D8-86D8-06FB-8BE7-1FF64EBC741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653D08-0757-9EF3-C18C-FF529123192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7F94C75-EED3-F656-5653-BE5D622FBFD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C02045D-6D59-EC56-DDE6-0B93BAA38CD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0C40154-8BCF-4C64-CF89-D7F879822A8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84176EC-E776-3EEB-41CF-364F4FE4B1C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6948D14-3287-A4D5-E2B3-B253C1CE894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9EA991D-E27F-20ED-468E-661FFB6E80F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BD412FB-60D2-C9C5-1711-F8EC458288C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050ECF1-66F5-C749-C5DA-95189D71C8A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2379563-E7DF-C653-5A27-5CC79032C7E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46907D2D-B5EF-1FD4-49DB-F64A654F897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6B50EF6-2024-089C-95DE-2681446A5BB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2A80E694-988C-5BBA-41C3-21B592B802E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3371280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B8F34-CE67-0345-C489-B9D5E0FE5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C6AC36E-F3A7-BA38-E664-A85DC154A82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C7E03D2-C13F-E45B-4D2C-8E9272846B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EED3426-1AEF-D2DE-ACEB-D4AF16F314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D07A51C-92B5-9A6E-23B7-9531DF1A1A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EA1E300-D91C-A0CF-040B-DCA667A2F2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AC33424-D4A1-BB19-8E4E-94BF50E06DF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1A9BE2-5505-C902-66F8-22B2A741A3B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BE42C1C-CB24-5C56-7B07-C35FBC6064C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AAEE3F-35D4-811A-60B6-21231C2FC57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146FDD2-480D-EBCF-DED3-C2B57C19B91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0139BA-C19C-1DD0-E045-24810AE503F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AC697E8-8E44-479E-5EED-8629C91C113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9E8B00-956B-25AB-83AF-116067D07B51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B2D8B2-D3C5-1709-0828-8FF82751D6F4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5D4034-1830-ABE2-7925-46617516FA0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07CDBB-EA81-261C-846E-3CB22FA1B51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B51021-C686-766A-7313-C7366046209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B5DE89-5883-C80F-D728-94B4335FDA4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E2A08E-BAFF-D4C8-DFF7-B7C96A1AE8F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5DFEBE-2F68-65DE-E502-DB874A9A91F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822702B-69DC-1E8D-045F-E435E899CF2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A81FAB7-0EBB-352F-EBB8-D4AE8299447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C6C7AA2-AFD7-E8AB-2840-EB648562906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C7BB630-E766-8C6D-F889-F4B14944BD5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E71BFA1-3FCA-0DAA-006E-FFADB4D667E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27611D6-D19D-83DA-B7F5-08906E4C923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7421424-C3E2-67EE-24FB-794149F9A05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C7ABFC3-F423-2846-68EB-B7FF9EA568E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ABC8630-B939-0529-397D-6529683C19E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46BD215-9CC0-08D7-37D9-D013A780043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FA445CA-AA44-975D-C8F4-C617AAA4CC0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EAEE924-2B77-8E74-6244-BDA05FD848A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A7744E0-8FF4-E41D-0CF7-EA96CFEB9E7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A9F351F-2DCC-374A-A4D4-B26A2EE0617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032D623-3823-C255-0638-7049161DE4A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B21F36B-44A2-7829-DEE2-15CC86F5D1F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4E0ED3A-09AA-2CCF-BAF8-99C26B332A0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08ACB34-20B3-662F-0049-857485AF61E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EC8E36-752B-97FF-0043-A47A1D70062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086D462-40DF-3D10-FD04-3A438CB8D46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7520D7-4A49-137C-85FA-95FE4FFD349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01CC2BF-A3A5-CA17-8326-7C9B06D080A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EB29B78-2449-60D6-883E-C21FE0D83F9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D3C5E58-0FCD-10BE-CEE4-40038F73D798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C0BAAAC-537B-9CB2-F915-53AD09A3BCF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623FAFA-20C6-25E7-62F5-557A27D2D23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D900063-91F7-1B75-8321-F3435F8A463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2DD2B44-8ECE-DE4A-ABD2-4FE06C8CBA6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4075861-27DA-038E-5B7C-BC27E3DC7B79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37F6B3C-9479-3210-5A92-CABE96E12511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179895F-7126-D957-D70F-74B391E03AE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8E456C4-BA05-1966-1CB7-04F8C339287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E109A83-AF2F-6E26-8C8C-B226D88E0E3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E19F332-38C1-8FA0-8674-A3DC5E4A7C7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7B67127-54D9-A5A7-6C0A-63DC76518D6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1D3E2A-0485-27E8-A88B-D5640127D2D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1D1A1CA-5BF1-E15F-A926-450737F05C3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3982CF4-7BE5-8FBB-15B4-E665FF5FB7A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9E8AA96-0370-ADDA-BB84-8B977A6B4FA6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CB1F05F-065B-5938-E44D-1BAB713E18E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7DC48F2-8530-F15C-853D-E890EFDE706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EA4CE7E-EE46-209C-4BD5-0BFC8AB77CF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9A53031-7F7A-5D6D-DC73-698D34E3E53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FB40BD3-0928-4B25-408D-0B165935CC01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0A451BF-C8A6-A037-A8D0-89C883CAF08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F804D01-ED22-94C9-0F57-1EBB18162D7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65AA83A-0817-FF0E-7F72-A358F341FB4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D79D9A8-344C-C809-1BCE-44775F48A10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D9EEEFD-A4BE-D3E7-C5B3-CC796EBB7E4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1516084-5FF8-38A4-5CF4-C8951D05C65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A832ABD-EC22-A038-CD06-DFFD4E7A93B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3EC12C5-3F26-4AC4-4034-C24C2B02B37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70478AF-76F6-98AE-D025-410D09C45B2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ABB415F-1F94-8B13-0CD6-35D22E01F94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A0E8642-EFAD-F98C-0BB6-EAC4D77F6C0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2139DB7-1BE6-A84D-81BF-608323F5110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50B722C-CAA7-2858-D14B-A56F8F469D5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DA0BFB-277A-85E6-1343-4F7659E2CFB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7BDBD84-966C-C663-4EC4-C3AA49A1EE8B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70985AD-0434-275E-C390-C03146A63DF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2D7105-D534-DC75-AB86-1288F889F12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F9D330A-15A7-02D4-3595-89D287A8153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9CF5E61-0A82-9579-C2ED-B1C879DF4C1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87F7809-9D18-DC92-E3CE-E9A3176BA94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EABBC4C-4734-3498-1EEA-38FFE401CF8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58464C3-8005-4CAA-B314-51FA3DCEEF9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06048808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5A46B-5C4C-CC15-892C-64C01E64D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12785F1-3DF9-B555-89F2-4A4B7EFDD96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5F5BBB8-485E-BF01-894D-D3A192E07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D95B6C0-E84F-05A1-5CEF-C7A758979F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7292342-B8FA-5818-9537-2E31B20673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8AA7188-FF8F-125C-A59C-A5BDE4A7AE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FE7CE1C-FA13-CCA8-2680-0B95957906B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3F91D6-67B1-92C7-D5E2-F34B8260DC0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B5F86EC-D680-9FF3-9831-4E0D4C57212F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691C80-4DA6-AD81-7CA9-3254A37B13A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7F02CBF-42FC-045A-A3A9-2CE79802B55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AF8D9F8-6A3D-1AC8-25CF-71D9DA9847B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0DEBFDE-8624-A016-A468-7C5E72B8403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0AEDD1A-C6DC-AC35-0CF0-5DACA924D6C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30C927-EFBD-FAD1-14A1-C2012195AC3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49C674-2B0B-5BF0-8A67-8CCB0B88148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B391E9-7E0B-8602-A5BF-7182DF753CC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C3B503-CB05-2F89-F468-985077057A2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A67CB58-E9BA-5DA9-0092-645AFF321C8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46D4BAA-62F2-6148-DE3B-03CDF2D0678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F8A2FA-1614-9E6E-142B-AA6F919FB9F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6C46D0-1AFF-B3B4-C1E3-4EF41A0E461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416B03B-E8C0-B272-CC0E-6098AC2841C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BA244E3-0F0A-2BD0-7B4F-1D392813D94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747778A-D718-91B0-406E-72E7B57D1E3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3780D50-98BB-03DB-596A-F8D0E00AB87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EF7FC1D-7F31-B46C-6F31-0036020AAD8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651DAC1-7AA5-6BC3-F283-10198DBDF04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0FA3C74-E537-6C4A-C817-FF70ECB072B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0AE936D-868D-59A5-FDF0-BBE78F8A111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E9AA0BF-E821-1438-AD73-9410477B32D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1E9EDC6-E5AE-1C86-DB23-7C49032ED3D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597E0F-3323-A200-E03B-8160F8AEEFC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3AB0602-E17C-8538-44ED-0B05ACA1538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A1C5853-FA01-85C1-189C-3B2223C3463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7BF32FF-8D41-F3CF-D306-023DCE58DC2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360116-61AE-FFEB-DE32-B4FE5E6738E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54F2F9-41FA-D62A-7EC0-6118EC890EF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62C7B83-88FA-1E2A-E705-8AEA7208A36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D3DFE1-1AA4-FFDA-564F-D2AE9CA137C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4124E14-7F3D-8BEE-439E-9D6D8E82D34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B4175B3-5F77-E816-807A-C7F3CBAF5C6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2861A83-FCA8-E196-7414-38FB211F5DA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EA1F86B-DC89-C6CD-9AC3-DDCC3A66393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1526416-0BFF-AC8D-2708-B46A99CF864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D8093FD-D74C-A1B6-B85F-108C57A8D537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7068C72-4FA4-2465-9824-4188502F431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245AF1C-9586-B0BA-C1EE-70D9AE43323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53A4A9-4DBD-4A8C-7D49-B23EB0789AD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991ABA6-B9D3-F2ED-5BC8-B621DFD2FAA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D38E57F-A2E8-051F-5EE9-36F0D71ADB5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EA292D0-1F98-7679-7064-58F22C743F1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F5DCB37-BC90-04DC-8C98-DBC29A14D64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59E103F-7639-179E-A87F-8F76FF26ECF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BFD166-2348-5298-363A-32D016BE0FB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D8763AA-9C84-6FE9-A9A4-6CF0D840311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A34E345-03FD-A154-0220-EF4DE05D8AB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B04FCD4-F50C-BABF-D04C-C3BC8A851B1C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D1FEB66-620A-C21F-FECC-888244EAD52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728EE3F-340F-2688-05D3-C4C5AB10762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4176868-FF1B-27E3-5B0E-E4A65847A03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DB76ECC-78E6-26C2-39DA-386B8252595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C427084-DCB6-DE7A-3233-465929B1689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898D237-95CB-2CE1-DB7C-196AA46A1D2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44490B9-77C2-DE4F-062E-3E11075E132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AD72603-6261-7F7D-6ADB-71A5B49A967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CB931E-4314-37C2-C00A-76EA69089C3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780E1E8-486E-EC95-75E0-D985341497B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0E73A5E-CDDC-D51E-19B5-49578F54E11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2A797D4-8451-09A4-3087-81F774E1770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BF3B52A-823F-67D3-FEE7-2485435E1A2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C3C1205-DDBF-C504-D21E-70CA95004CF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35F6591-D0F5-A7FC-4CE4-F4CF0908C16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7984B34-E350-D23F-5845-902C12016F2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A41EA7-D09A-5F55-DD2C-943F1C32AF4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989365C-CECC-8943-6F77-2F743A9F1B7A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23BD40-8D83-803D-3368-5D464088A286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896ACA-D7B5-F5B7-8977-023418EEE85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80E0D52-ECBC-033E-C414-089EF7571A1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B08CB3A-018A-C224-034F-C288DD046A3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80B99E0-49BC-BAB5-2508-821067E25D42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16A4B53-817D-5CE6-5437-90DDCFCCA72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F3B57F7-BFB9-C374-33DB-A5187AF4F07D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CDF3B2D-0D60-9FAF-56C1-9DACB2FF4BF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3E066A0-F797-DC65-6FD8-5F957640B2E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45DB22D-A7F9-083A-007D-5104AA2702B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8A473F02-9392-B393-01A0-7ABAA7CCD09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1529791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2A1706-76AF-ECF6-4672-DFEE1D1D7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A08DEE3-1DEA-18E7-EDC7-C664B7AC69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Correct cage sum.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FE1EC29-FFA6-431D-87F8-94387EC8E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D65CA76-DB7C-F6EA-959B-6925708FDE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C29675D-7152-CE88-2246-C25446F64F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F80A5FF-197E-4510-BE0F-30968317E6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7677B5A-A3A4-4A41-B8BF-3E1E542C76C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87D36F-E54A-4315-031B-1333508FC5E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FD9103-A3EC-B927-739D-81001F70EDE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C23A7C-9504-F5FD-7B1D-723C1209551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92D4A5D-B0CF-C218-92F6-796B172AE80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F011CA3-6906-0C51-44E0-F33321D4E55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F6E45C8-FF3B-7CD9-C906-CE3B22F31FE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DE05F2F-17ED-7EDA-5A8A-39D0E530A441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83EDEAE-B8B1-0A48-BAC8-65F0D9D07DD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6F3904-E160-0CA1-9224-608B6E119C2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6EFDAE-0E87-32A1-A155-401F821B109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233B38-0438-8B21-CCC2-72B0FC80612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9D1C621-CDBB-C740-8D2D-30BC6B05296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7FB8393-37EB-426D-7152-892A294E313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34F3F0-06D7-D199-B82D-8BE26552201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41329F-D37B-89D2-4626-C15A8C87569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A4270DC-663E-CDDF-DAE5-6CA2BA04450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43FCE23-9D52-F0FF-5499-53EA8B228B0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7F40784-D62F-CF92-AB3B-B568C962236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2A1-44A3-A826-1D14-7F1DDA7A78B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8E52536-A636-E78D-59B0-AA7D048BB23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2C5233B-273C-283C-7151-81C5382FEC2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3709ADF-9192-628E-B284-D0E9A79063C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B1285C5-0B34-BE00-D6B4-92ED5F3AD56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A6F7D3B-B9C1-5A5C-6775-E95B36F8FE1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4282460-F1F2-2AAE-9CA3-51F2ACE508D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0A6C6F6-5E17-8201-1EC8-F8308937D1F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563CF8B-F562-C303-F46F-0C62E465E0E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EEE102B-A99B-973A-EFDB-5AECC54408A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D5072DA-27E9-9FB1-1749-68931D1EF57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8EE8756-8F2A-E39E-1B30-037B6CEC94C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6AE958A-6051-FDFD-3E3A-6C5502A8891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8C4891-9F54-5541-E5B1-FF3023553EB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6C14540-0CB2-B30C-042D-8E2A2303607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AA41927-CD50-194E-2448-12EBD1F6340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30C3ED1-B3E6-F080-E939-60A41E3DD61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48DD6CF-A05E-A35D-B783-8890A1BCF35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14A98E0-3283-213C-E7D5-A19EC818B32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B70ACF4-190F-6611-0850-474BDC5C627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513D811-05D6-7B78-3973-42FA0BDA794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0808F8C-0981-ADB2-CE72-4826887B364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4BE0EF2-4941-E7D5-68CC-BC94474E1523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B4DD657-3B25-10AC-E917-E6FCB9E9CE8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41D7622-5DF1-F2F6-9437-8858160D82C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716667D-4565-6823-B6B4-8CDD4BD8990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1804F11-DA0B-5256-563E-B7A7A2622305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4300109-C3F6-9C87-E73F-20C657AF64C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CF23FE-12AA-B6D8-FE7F-6C6B7AB31F7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85DE0D4-F851-EBF4-EC78-C10FE45E0E86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E7D8506-E831-FF38-8991-119335943DE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9F3A813-5C1C-523B-6B30-A1B6E167689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BCBD30A-C954-0E62-1310-4613472C55F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6336999-B78F-B834-873E-F4D1C468C1F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26F2BC8-51FE-533A-F99D-D003217CDC0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94E16DE-04B1-2F70-F93B-0C824D51813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72B027E-4C1D-F3CF-BEC2-7688C258EB7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48FFA82-CFEB-B403-4D02-C068E913E21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164324F-2F4E-3D3F-FFD8-DC16A45719D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82B597F-B809-21D2-E060-80C18C61012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84BEB78-838F-7029-0180-1A960869A70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BF20538-0632-1185-E30C-6297DB1728D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11ADE00-B408-2F03-A1A3-4C2B6821F9BF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F0EFB37-E117-C8C4-7CFB-3B0AD4AC8DDB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A4BFF92-D730-BF1B-5055-6FDB050036EB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D0D3FFC-752D-FF51-F834-273F6934385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7363AE20-8A32-F231-06F2-FEF17814EC9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208B166-C2CD-055F-E4E1-E697FBD9A1D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EF6005-B084-8BAF-7375-556D2BE4415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557E946-8D79-AF5B-35B0-BF59E8F4C738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736750-AD1B-25C6-76ED-BB15964B851E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BDEAFB-035B-1277-1B2A-DCEE2B6291B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DDF938D-E069-0F1E-8AE4-B23D082403F9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9ADBFD-7FBF-A345-7EF2-B8AD89FB1D7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6051901-1D34-104E-C7EF-EE6E49297762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900050D-17EB-5FF0-59C5-8B0663D5F68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0E7EB69-F744-D886-B46A-585487F2A92D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C5358FA-8B8E-A16C-EEED-EFB835113D4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7533DB5-3B1E-C391-4065-5420DF6785C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8775253-1578-9C04-77F7-251A38B5C83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1DD1625-C8D6-850B-445A-2BFCB7759CC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76206F9-1064-46DE-E70F-77892714CE7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6707649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BABE8-E31D-0D6B-7A91-AA7AD7D79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AD70C5-0AFC-2F7D-C0EB-32379A16AE8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56B1F4F-DACA-AF14-CA13-50D873AF95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EB1FC05-0C20-ED5B-6B0F-22F40A1D95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DB9D373-BAAC-7965-5237-D9142897A5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5D4C60A-389F-D0EF-CD37-61F969C19D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BB0E90D-41CD-C692-D040-DBC9B0D24A1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064359-E4DC-1E98-3871-537ADBDE436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C891EA7-4DDA-A9E5-EBC4-0EDE23031ED1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989C05-8720-0CF4-3277-744E4890BD9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7921A38-41BA-8687-548D-F876A3161C3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EC6F2F3-5602-D540-F49C-F52E796A4AF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DD94B4-03ED-D9CC-F031-F74413B5083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EA245F6-BC62-F932-891A-0BA50498925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A3A3CB0-8499-4037-6F1D-DFFAB6AA4C34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D62B26-9E66-8D62-221A-ED65A2FC232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6B35FC-439A-FF8E-CC13-7D619A1FA5B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012F30-9F91-24D4-765F-1313668B1C8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B4733A-9EA3-7B67-F363-AC64DE42750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48DC72-492E-A55E-8220-B7EB6A537F2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C1CD33-D1FD-1939-88FD-0ABC237595C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F59A35-B827-C1C2-3CCB-B9104F064D1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B07CF82-E623-D72B-5A79-F5C010034FA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383D9B8-881D-BD69-EC08-9F823BA5223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1E650D-A500-60DD-C463-ED88EFBEE6C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0317AF9-B8A8-BC04-66E3-7DADD706C80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B0CD130-31FD-AE60-449C-F78A7C8691A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7549102-FC5B-09FB-9377-034FE8E1548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F78DA70-A701-1390-52F5-8AAE7B72E56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035CAED-922B-8969-C131-8E4DEABDCC6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DCD6A3D-0FCA-974B-E7BA-1DADF5BF087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1194E21-58F8-B992-6C14-A0486B825F5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0578B74-7BEA-DE54-6B3F-09326ADB925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F26B47-3145-4D31-D525-3E204D66775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E8C151A-598B-AF57-6310-378BA527245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A6252B-F695-C34A-ACDA-B72F890BFE3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A1A2947-C8FC-5B19-3FEE-1CC6C229EA1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8D76015-665F-E15C-AD25-109EE4F96A8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53144E0-9A26-B654-2DA2-6DB7967E255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6C922FE-AC23-6991-B8A3-51F6D0893C8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4891E3-27D5-2E01-7F17-18F3D872505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99ADA7C-8457-1F8D-C5DB-066D9B02EC5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267B752-695B-C7AA-7079-0E90D0BEE7A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63750F-2BF0-B6BD-EFE9-5827FEC0CA6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32206B-2D8B-F920-B782-54DA483E8C9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952A461-DD64-C2F2-8682-5EFF1ACECE8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50BB729-0E20-F21D-94CD-FFF63C74E3A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0865374-DAF1-BA27-6885-11CCA5D1951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D014FD1-E53C-CACB-97F2-628FD2A0334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7EFCBA6-6E8A-E3AE-003E-F570A8BC0DA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3D84BD-E16D-2AA2-D5D5-A5CDDBEAA48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5830BDA-E013-6C8D-3AD7-BF9994C4567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71CB764-2879-ACA9-98BC-728914C2FA6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C204761-BD79-A680-9863-22A0A229AD8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E6237CE-85EB-288F-1A28-03C75F92ED8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97FF32D-A4AC-3BB0-0D0D-DA38D78FD1D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87BCF24-F34B-6517-1BA0-850FE923AD7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49F2ECD-D200-5A6D-F32B-988A0D412F2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930E0EE-4D4B-9F0C-AAA0-576C7E19219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27AFDDE-E94A-859E-941E-51C8AAC76499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C23435F-8021-3AA2-1821-0ED041DD1A6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882B58D-5EAB-7148-1878-40CC8639F07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A712F5-463E-05A3-7FFC-05283C85D7F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BB2158A-CC09-B2CD-A1BA-FDAF073718B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D33D4FF-0E5B-22C4-81DF-9BB11A19101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F0F9B9C-F86F-2CFC-E6AC-DB31058D6CE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11602F4-D0B5-AC1C-9A19-BC28C30F1A7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4DA5C0-163D-D9A7-7D57-B22A662760A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BA6637A-2EBD-0D90-49D0-14174050332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C2ADBF0-C5F8-946D-A9EF-6A7FD1A679C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ED05C6-3EF1-4EC2-EE35-B35F98480D1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2A2F695-31EF-616E-CF38-0DDAE89FBD2F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8CAF76-FBBE-847C-5092-7AA23329A02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1B83AA-8638-ED38-FF4F-0368897F0D6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14A9A19-0596-3332-334E-A214493797FC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06FC28D-F7A8-D2DA-B364-D98A55D2707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490F944-698D-7ED8-5176-AD74F3A090E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37741CF-7722-7EC6-3DE4-571952CF433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D38B51D-51EE-8C36-AD36-93125C2F33E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98B5ABA-8267-3859-AD35-D9FCC77AE0B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434C009-4726-CB79-F1FD-C1515DB8810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40B91F4-56C4-5054-3701-45FC760B92A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6D660EE4-0403-A04B-B881-DEDA011ADEF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33F965-CFA9-6623-B31C-E38EB1FD77F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ACF6CFB-8A21-7830-1456-90B918B7B4C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45EDB21-5A8B-B6B5-7F32-1535AAD4986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B8FEE6D-44CA-5346-B77E-10692F2418A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98597594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B9779A-4FC7-8EE8-3E63-9F74BF2EA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F14E9EA-D2C8-938F-43DF-FB83629E2E2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1599810-740B-31C0-C1EB-90C5B7DAB2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D4D99A6-E9D3-7478-A2E8-BED74FC67A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040FD31-70CA-BBFD-9537-1B2834DB63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FF8F8E6-9482-E19F-4807-585DFF0B4A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5C77454-B838-1A3B-76B8-FBA7A64CF4C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FDEBF99-0F9F-1095-5ED0-D155924DD7A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FD3002E-19A8-FBA9-5C10-884704EFD6E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A59881-608A-D31A-8753-9ADD850A4C4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59B82B9-CEF1-918B-073E-3598361F83B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CD2E29-7400-CA05-F4F9-29C3FA0A0FF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C2A2B87-5047-D495-9135-56AD1A828B9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AE886E9-C747-B24F-1B8B-FC22ACEE93A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C5BEF24-36F7-94F3-BDCE-9A411A1594B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9A5C06-8EC2-3BC6-DD8F-37CF5C1832F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5C70F4-F178-713C-A4DA-7DAF897DFD8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075E17-4386-2591-586F-9BFAC02B402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7D17DD-84E4-7BC1-02D7-F67F2C6A571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DD63F61-2460-CFD6-5AB0-55329C82376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DCBE44F-3515-1616-2657-6287D41BA45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CDEBA1C-B520-F837-9BAA-DE1256B11F7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A295C88-DCF5-270E-FD60-4F31BFBFB8D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4BFF579-4F8C-49A2-2BEB-CED7A128B70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84FD0F5-F2C0-ACDF-8E22-32F03CBFA3A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86A2173-A0BF-A9AE-D730-14BA8FD6762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0179FFD-CC67-396C-A73C-5EC8148B2F4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9A1BE9D-48BC-FFB1-2495-8A53F0D6428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E3B780-3E55-68EF-68AF-4D335AACE82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54D8B74-8829-0213-C10C-3317E929EF7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D53B29-99A7-5DA2-A207-C105C6FA863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6A124EF-D0A0-108E-7BCC-01718A6DC93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B00456E-D28D-52CB-4820-794DF79C1E1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26C8650-F614-C18C-728A-2D8C5949D77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0016006-EC3A-2944-C54E-27526572F58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557825B-3EF8-BD04-5643-B55B3841B90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D88C59A-37B1-ED8B-BC28-B4D71A31B73D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68BE1E2-300E-4FB4-8ADF-D20D3894A0F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A97AAC6-4CB8-D50F-2455-FE86B55F585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3FE37BC-DFE7-EA6D-C3E3-71BAFDCDBFE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EF36A22-044E-4019-BE2B-06C6EB4D077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BA37D10-7D37-465E-6BAB-49D73B324FC7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6849294-1A78-EE5C-63ED-71DCDAFB5149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BAB5810-3EE4-1C85-E134-59E9AFD2654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82293D1-3E99-DD74-1A1E-3C9CDDABE26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882B9B-95AD-CE2A-8BE2-AB31A6FDABC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FBA9CA2-1BC0-B5E8-A917-1E0C0C446CC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740D141-0918-8DD0-BAA6-03EA8625E6E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60AB3CE-49DB-B8CF-943F-B26CA36D73D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CFDA870-FC60-659D-D2B7-1D51280D2E4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F2CACBD-66DD-E837-88E9-7F165DD65F4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756B5B1-FCFD-35EC-31AE-F1372F94C51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01C0463-9641-DEA0-3B4B-6D753719885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4446B3A-193A-48CF-1360-091F91ED0DA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036320A-BDC1-5E19-6338-00BF2D0D9ECD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EF2C0F8-B605-8028-0528-3236D14CFFA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2968A58-3E0F-FF30-1BAB-620D95509D1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C1765D-BBC1-0B17-F1EA-12DA5A08979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6C8FB97-17FC-2CA5-F1AE-68203797127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A951DDF-81BE-33E4-52A1-93DD2890EDF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05EDEFA-5132-437A-C35A-775C7AA66CB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5D899DB-5255-A179-E68E-DDA32593A90A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1F93606-7456-101E-C928-9FAEBDF6EA9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1B51B93-42E9-39A6-102D-B715AD109D6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6789589-60B5-5A2A-A574-89E1B25A6B1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5002DC-8764-EAB9-D486-941FB090BE6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2B2B37E-2B07-56DF-E180-81812286D9FF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E99FAC-B93E-E921-B950-FC67FDDBC3AF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49FACA-3104-C92F-49E6-0F7B6EF78F95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33DD0E3-1699-A20C-EA7E-01ECEE73BF4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041685D-F512-90DE-58A9-57F858A1F12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D4E61BF-F57A-D99F-BC65-A92A331C679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C32C7F6-59E9-80DD-EAC6-CA888384D4A5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15BBB57-35FC-9DA7-7BCC-AE2FBF406CB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DD2834F-A5F3-9150-9C86-1B25A9E00A4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E65DA5B-5A0E-8CEA-9CBC-8FA60F36A9B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BCD8C48-0B8A-1693-134F-54A8B425436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3253ACF-AD40-0C8B-9039-D069DC9CB53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7FF2152-B533-25E9-45C4-0A5F13CE1E0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6FBB758-456B-5483-0581-81411B85D30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E057812-D761-E65F-E81F-B53ECC408B3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021077B-D8A4-E3A9-5E2A-C08606BBFF5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C75B77-D0A2-A16D-7EBC-9C9B338AB17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05FB8F-D74B-857E-90C4-E1CD59247AB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D0FA91D-67AC-6678-6055-F8E25165250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70DF75-D03C-38C0-30BC-1F3E81C7A07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B460897-3510-3198-87E0-6FCC7D794DF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74867109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E4A9D0-F3D9-8BAD-6383-F1C72A404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49858FD-B5EF-B499-40C4-15201CF3B81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3249CBE-3CD5-B81E-8439-B1C83507D4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E243029-E2ED-6220-D0D9-769F33ED67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74A8EE4-E525-0946-D97B-F17A51ACAD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D7F1FDF-E958-D5F4-1C7B-3C12697B1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2595CBB-34E9-EC1E-C434-CC23A5D21A8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4CF3CE7-07EA-322F-60E7-08197B45825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DABD24-B7EA-43AD-2C7A-B7AE93F8834E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45536B-CB16-C20B-A62A-B4FFC2AE0D3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5CE4BDD-F72D-3DF1-EFA9-5CAE7A42A3D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E430A26-01D3-D2EC-9084-EC587D36496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90663F-DA9A-4495-6288-FB4BB7118AD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3813C6B-A575-42B4-E217-EC331C231F8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0020793-1EE9-F6F8-6678-D4159C3FDF4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169147-59C9-A3A7-4DBE-0ADF7B51074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5993D0-2250-0C9A-DE49-CC0F7A5902E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FC9D16-3275-973D-7A8D-013B54B579D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F31854D-5220-199F-7ABE-FE82C6ABAC7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D94258E-3BD5-DE4F-A89D-3E83F4C1F4B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AB222C3-BED4-8EC3-962C-D1C57891925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3C8CFF7-804F-8A9A-3CBB-E5EAC0E4171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3D6EA05-CB27-B2F7-753D-5B898C1C1CC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20D4FE1-AA73-5061-8C60-72A53130F3F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A8BDADF-7E98-9FC4-20A5-0C5A51CDBA7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48B4B3A-F856-FA16-6B96-75AC83F6FD0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1BEF5F8-ADB6-C8E2-14AD-076490828F9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5BA277-BC57-D6D4-0C82-F5279483921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69CFB6D-975A-2358-5E63-DF0FB225DA6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5C3B87B-85A6-E7F6-8012-11C290D1700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6BCFD87-E136-D558-195D-D595CF9BD93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A193A4A-AADD-4E59-CA10-24F10CE8494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CC1B1F8-2311-A5C5-9D2F-97F565E8FE6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8239CC0-73C8-B90C-B790-9B33BAAC3AB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F8A6EE3-D6CC-CA72-1F30-857EFDF19B5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905EAED-38BF-6465-D899-272F33CD1149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B9A1956-E543-E7F8-BE64-D4BC41C8D71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CAC73A1-124A-2042-98D4-4F0E7B447B7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F7D65D2-0BAB-0EAD-6799-AAA0A6FDFB3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9258653-E293-FB51-37FC-7B004A245D38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8C962A2-78DF-83E1-F0B8-08AFA816249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E54F0C9-F2A9-B8B2-1349-DD10CEA79BA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507A7F-8E88-F328-9C7D-AA0644F70E3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C5688A6-202D-0105-DFF6-AA2EFEC457B6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C341D65-1819-F44C-E2F1-94730BAA31A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AC4BFA1-3D24-54E4-C3EA-A52342F6259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EBF5438-DBCA-B070-59F6-C5AE9B4758F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F248FED-4F0E-25BD-8217-91F59A35249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2E81D37-1A69-7552-6CF5-23E77620F84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35DE39C-EEF8-C1CD-519A-7DAF60ABC22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3E6139B-CA3F-705B-AB87-86C64DD1C1A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D873486-6AF5-9121-4EB3-A8475D4551D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A2010E-085A-6F87-5D89-12C5B96E611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497FFD1-49AC-6A2F-B629-F6350B40D38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F566E58-8D5E-DBDA-3961-C6923BBC073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87DAB45-6E04-1764-CCD8-57D81887AC3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471AE28-CFEC-4342-BF0D-9E0A3A052C8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F76A6EF-013E-9A23-E10E-0AD3F281866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51915D70-0336-2B35-8883-A690D33BE05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3D02545-A310-F207-8900-565A5E7EDE7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E2FBD0-90BC-6D5C-37F1-890E8C8FD99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D654089-17A1-21CB-174C-E624840FFA2A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559413-1402-D5FB-473D-52D24D8D2835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057337-5985-567B-E3E4-3A161A573E1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AEDA77D-5A08-7D70-261A-DB018FB0DC04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C6417F-12AF-1596-F724-4B284ACABAC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C7D57BF-9563-5B59-C09B-72D73631DBC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E97C5E1-2DE9-1AF7-34EA-D6925AA3513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0BD6BB1-1FBA-7191-9AF4-1820E8FC9F3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4C31C3F-977F-2E70-6EC6-B25213D136D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1DB9730-7FB3-CE11-6CDF-C467205E0DA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E0D48A6-D956-2624-C7C1-8BA0543539D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116569C-B910-F218-71F1-512B3819C33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56C17FA-AC75-66AA-6FBF-FD74A8CA947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556FF37-0AA5-7CEC-10B0-C9051F227E1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7BD18E3-B76A-81B2-6C07-C8D57B43460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769537B-05AC-A6EF-C96D-5642B14BFEB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752129-A365-3003-B31D-951BFA3EE5C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A95A0F3-34C0-334B-C3A2-B934954638C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978B40D-EB0A-8D1F-AD6B-900E537CE52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289C4D7-7A32-437B-8B37-FE3B9B844C5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1E8B94-ABCE-A5DB-B30F-0F077DF1BCD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6A57012-115A-A1D7-DB4B-F3F2CEECCBC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513E566-7582-1AE9-104E-C0F9659812E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34E8A42-BA8C-0541-D8A8-F172D39917C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5D0013-B95E-5802-06F0-3E377D084FC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DA4E92A-2CF6-F1D1-5E05-9AD75D742B6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549989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10065</TotalTime>
  <Words>4222</Words>
  <Application>Microsoft Macintosh PowerPoint</Application>
  <PresentationFormat>Widescreen</PresentationFormat>
  <Paragraphs>3526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396</cp:revision>
  <cp:lastPrinted>2025-12-02T00:08:17Z</cp:lastPrinted>
  <dcterms:created xsi:type="dcterms:W3CDTF">2024-03-19T02:13:08Z</dcterms:created>
  <dcterms:modified xsi:type="dcterms:W3CDTF">2026-10-02T04:28:12Z</dcterms:modified>
</cp:coreProperties>
</file>