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457" r:id="rId2"/>
    <p:sldId id="531" r:id="rId3"/>
    <p:sldId id="532" r:id="rId4"/>
    <p:sldId id="533" r:id="rId5"/>
    <p:sldId id="534" r:id="rId6"/>
    <p:sldId id="535" r:id="rId7"/>
    <p:sldId id="548" r:id="rId8"/>
    <p:sldId id="536" r:id="rId9"/>
    <p:sldId id="537" r:id="rId10"/>
    <p:sldId id="538" r:id="rId11"/>
    <p:sldId id="539" r:id="rId12"/>
    <p:sldId id="540" r:id="rId13"/>
    <p:sldId id="541" r:id="rId14"/>
    <p:sldId id="542" r:id="rId15"/>
    <p:sldId id="560" r:id="rId16"/>
    <p:sldId id="543" r:id="rId17"/>
    <p:sldId id="561" r:id="rId18"/>
    <p:sldId id="552" r:id="rId19"/>
    <p:sldId id="556" r:id="rId20"/>
    <p:sldId id="553" r:id="rId21"/>
    <p:sldId id="554" r:id="rId22"/>
    <p:sldId id="557" r:id="rId23"/>
    <p:sldId id="562" r:id="rId24"/>
    <p:sldId id="559" r:id="rId25"/>
    <p:sldId id="567" r:id="rId26"/>
    <p:sldId id="568" r:id="rId27"/>
    <p:sldId id="578" r:id="rId28"/>
    <p:sldId id="563" r:id="rId29"/>
    <p:sldId id="564" r:id="rId30"/>
    <p:sldId id="573" r:id="rId31"/>
    <p:sldId id="579" r:id="rId32"/>
    <p:sldId id="565" r:id="rId33"/>
    <p:sldId id="566" r:id="rId34"/>
    <p:sldId id="580" r:id="rId35"/>
    <p:sldId id="581" r:id="rId36"/>
    <p:sldId id="582" r:id="rId37"/>
    <p:sldId id="569" r:id="rId38"/>
    <p:sldId id="570" r:id="rId39"/>
    <p:sldId id="571" r:id="rId40"/>
    <p:sldId id="572" r:id="rId41"/>
    <p:sldId id="576" r:id="rId42"/>
    <p:sldId id="583" r:id="rId43"/>
    <p:sldId id="584" r:id="rId44"/>
    <p:sldId id="585" r:id="rId45"/>
    <p:sldId id="586" r:id="rId46"/>
    <p:sldId id="587" r:id="rId47"/>
    <p:sldId id="588" r:id="rId48"/>
    <p:sldId id="589" r:id="rId49"/>
    <p:sldId id="590" r:id="rId50"/>
    <p:sldId id="591" r:id="rId51"/>
    <p:sldId id="592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03AB8-63CC-A1BA-DBFB-58A61F794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EED29-04EB-145D-5AD2-CC4FA4EA8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72285-4215-06B0-8CE0-0AADC575E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98558-2EDA-F312-0E37-7E90BE8C3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8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EC2B2-DFC4-D4C5-B60C-B23549079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57E57-2748-42F7-8E51-545739742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9F857-8410-806D-B3BD-451FD23ED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22CA0-6BEF-0D51-F542-75634D557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40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DC604-D3EA-6016-75D8-F606C22E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23286-8615-F510-84AE-3D01020D3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3FAAF-3C12-B43E-5F3E-33AEA6B08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F1F25-9FAB-5F73-4EB5-9202379FB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61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27DBE-FD67-6CFD-3023-91B5139F1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1FD6D-BB3C-EADB-AEB9-8641FD6CA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3A004-B4E4-7DE9-9A39-4983E597A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85E3B-6EA7-E7F8-092F-57F23436E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85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DC5C4-6BB3-73EC-9316-94DD7A3C8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77F4F-9156-4770-4986-D73BC6B3E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7C4784-4075-7569-0522-4937F49A1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5FE4-3DB9-7B48-98FA-A37FD17A2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63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58CE3-5F18-F45C-E5B1-7EFE8AA76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AA1B6-94D4-0F02-3AE3-B84BC8574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778F9-F1D2-49B3-8FFF-93675483B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A6B90-E03C-1F6B-94B5-FDEAA5340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15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2EDC-D4C3-B8B6-FE8E-FCC09F035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B3DAA-0421-4616-4EC1-DC9F0104D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70135-0819-6842-A47E-F5E0CB734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2C427-91C1-ED0E-0F75-B82E921E9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3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039FD-74F7-09BA-5298-34BFA256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42C18-3D1F-14AD-E563-05DAB833C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358E8-A7BE-D728-F93E-AC5F39E6F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FF55B-7239-A393-65B7-7415BA5B2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25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C86D-77AF-BA44-014A-A89D00189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53FD7-D34C-B9CB-BD88-1DAD903B5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93EDE-EA4E-7D69-C540-E73F08978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04606-EB30-9B3E-0266-973D01AC8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8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E9BD-7D1D-B1F9-EAB1-7073C485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7DCD3-EE77-7CE3-6755-975E8EB3B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27F8B-B81A-C83D-DD38-07495FF8A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A45CE-CA4E-9025-8264-C5033BC6F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02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4889-10E4-2FFA-B2A2-96ADAF10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5D963-DFC4-3517-1B79-CB0DC5E79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6D9BB-6A6B-ADDD-0EEC-F92FC41B9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959B6-259D-887C-6D8F-A8E743EF9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76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9D850-2604-F968-5DFA-F848B90D5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FEA5F-E9BE-DEAD-B81B-7DFA7AD72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56771-806E-6E26-F244-9CE59BF18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C4F80-8C9E-FEE3-0D2D-BA37527EF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19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C4DD-BA40-BB40-B66B-170A6482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8001A-F0A8-F5A9-7438-CDA1FF25C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B7C1E-2B56-BDE7-4C92-B850363E5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FDB69-6CF7-D59A-2F5D-59D2BC040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27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534F8-03DA-728A-A561-6F4B7B84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41567-BC8E-3319-C6F0-538CF61C3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E1213-8C2F-A595-48DE-7AE10A8E2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AE6FC-217A-534C-5EBA-44945CC9F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3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41805-CA16-C891-EA48-1F9BB2F5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DA830-A1E3-7B2C-02E9-C4F390312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E0A6E-A70B-1D7E-48B0-EE7112128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A522C-915B-13FC-14D9-710E3FD59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85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0D62A-64FF-0EB3-AC76-7DC6C53C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D70DB-F040-8A98-6D34-CCC512FC2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95F5C-9EFB-59F7-166C-A02E9C19A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85013-26EE-81F4-CED8-3C61AC9C3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25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95E11-927C-F2F4-729D-BB16D8D5F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BA908-FC54-A6AE-A299-4EE2EA48B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4C67C-2E81-4FE7-49E5-B8E1E7123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9E938-D3C0-FED4-78C8-7A713FA0E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100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57418-A97E-B933-4619-BE6687C24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18371E-04F6-03E5-58CA-0D4C0D9B2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CAE4B4-67E2-E155-95BE-C0FB34D0A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3C659-96E9-4D4E-1E74-9576327DE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111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038FE-CEE7-0A13-2589-B3588BC7D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098B5-CB1B-C4CD-80DC-ADFDAFAFC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29AD5-F281-1D14-782E-1DC8E911A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D9937-7EA2-D9D2-378D-04F23CBBC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830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24748-6AD2-7A61-440E-8F196DEF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1780E-B6B7-4E36-1B35-32B84DC60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29537-976C-1143-07EE-D55704F73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B7842-5D55-CFC6-738F-1C95A6788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775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3B725-F114-8C07-7517-607327C3C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AF88D-1F84-57E3-1DA4-050945A0C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2888F-07A6-B232-585D-133CD2C6E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D6340-6546-909D-D876-541F86A28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069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1035-A956-6B76-9DD1-48AFC2D5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FAA14-50C1-A387-DEE1-0569CEE23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70F54-6433-64BE-7AC5-ED56AD1FF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C446F-B337-7C43-485B-97B238AF6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921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9BEF6-F3DA-E9DA-FC81-F6C50651C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F153E-A141-CB22-9F0C-E6CB399E2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C175D-6DD1-E258-E5A1-25065C9D3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99052-A233-7BF5-EFB1-13FB9C74D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841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A229-1297-0F47-D234-D910C0894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F34B7-004D-850A-E29A-24B8F24E0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EF142-BF93-F752-DF53-CF858A5E8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0D3E8-D11F-67D3-0C2A-C3654974B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470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E2EF6-D102-4C9B-7D42-C61CABEE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35201-312B-96FB-877F-B29E38D9F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79686-F46C-FFED-1D63-12485679B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F1877-8046-B48A-4D14-0BFF19CA5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746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0C509-73B0-AD25-C52A-883459FF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15DDA-D454-E9B5-498A-5B4DB49FF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64976-7587-A7F7-E3DC-D4960707F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71382-76C7-4B29-5AB5-48DEBCBCA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234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FAC81-E7B5-6694-4CC1-5A512A323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AFA21-25DB-04D5-E0B8-1E1CAD07B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502DC-655F-3886-18C9-C9845761C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BC6B-02E0-5B6E-1364-F68302895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2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B0410-4B69-22B8-F7EF-A484343A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6FD50-FE1B-E980-103C-0A0B28E13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C3AFC-B75C-1D40-CF13-61C74D9F0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A5563-FE22-6159-0B9E-2AEF48E64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158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6562B-FD61-683E-726D-4B80860C5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6897B-A9AF-E79E-6DA1-AEAFCB799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C8ADF-C2FB-A1E5-E9BC-0D1DE5EB6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645B9-EB24-E482-EAAB-41D8A2961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826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FAFF-4D65-5783-B85E-28A2E536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2E133-5A25-8B9F-4444-DF2E2ADA2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FA5C7-5613-1FE9-BD94-37E4312D0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DBE40-9449-502F-17A9-6D9239824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239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E4E29-91CF-FE79-A3F5-37082827D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0AA2A-BF44-6C64-5DFF-FDA093B24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A9560-39A8-765A-C3E7-BF7DBA839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BA2CB-0225-93DB-1383-740655F4F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473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96A3A-3FA1-BF60-FB88-A99CBBB6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095A2-2E71-4E40-8FCE-EABF49DA1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9BFAB-19E9-C996-B538-2BF09F62B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A0591-0248-6FD5-5D3C-4C2B3D994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838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9D9F8-E269-76F2-DE9A-49FC0624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BAC1F-362B-0363-32BC-88AD778A8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C6A41-7DAA-E986-954C-FF8827473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EF9C8-CDF7-EC60-8BEE-4442EF049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263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133C3-83EB-1839-FDA7-25D8CA35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C4ABE3-37BC-9F79-39C8-69EA5281A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981FD-EA8C-8AD5-3BE5-39AF8B976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2DCF4-CEC7-F819-FE7F-619B94FA9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381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BB2B-4EAA-467E-EC7C-E7598295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6FF3C-55A0-83D3-E817-5E6CE0F08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0998F-779F-1488-EC84-AAEBD2B66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5525-3B5D-2646-CE18-4FE888862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191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311AA-ED86-E66B-81E4-09330D5D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CA632-31F9-5E60-1774-6902119A4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2FFF9-F571-B55F-B0CC-BF426C1AD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58194-47AF-DD19-DCCA-B9E1CCCDA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131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A2D9-C604-381D-8909-0FF81C722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183D0-3908-4831-CD8F-21A290867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91C63-842B-1978-D5CF-7D7FF957F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A3B73-EC24-7F36-3775-16747F524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871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7ACA-C1D8-44D6-6B0D-9F7A4F05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75B71-80F9-7538-ADCC-836E5F07C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D1BB3-10AA-E1CE-A459-7067DA059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B50BF-2999-32BA-1A9F-84004B169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601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C6CB3-DF48-1C14-AC2A-8A93612D8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FDBC5-DCCF-4792-D87E-F8FECE95C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00B85-E077-1333-C82D-F5733C3F5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573B3-A52B-2356-CE77-7B13ECE23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51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C35AB-8BC4-B991-A7FA-BCCC7A080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99257-DBB9-079E-9096-1F9D722E9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C75C0-51F6-27D2-E570-477FB960C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8FE28-8D44-029C-A69C-174953209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03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DAFC0-F4AC-8334-F21E-567CD32B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EC726-E766-E242-FD84-D8BCF2839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2FE0A-09D5-B4D0-FF3F-93D3A70D0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CD71F-1DFA-8363-F524-3F4FD8E57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270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8A40C-7AA2-F961-D235-597535CA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75789-7029-D1FE-4899-F05AB9050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3C0F1-610E-9688-CDA0-DAAB616C4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62C82-3FBB-BDA3-84A7-253817687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817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C6612-0C83-0DC6-933A-D0D3E889D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90B7E-DC3C-68E3-3BA9-FC8BC294A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76F2E-6997-3D3A-FA6B-28E5610E1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91064-11F9-64A1-8DDE-DE462EAD8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34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11F53-588B-8260-65A3-8AECBD42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9E29D-1BD0-FD5D-BD5F-F38186F83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8B92B3-0E19-5D82-03F2-F7F76B31A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01E6A-8D80-2A55-A1B7-4F802E6C3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052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F510A-7893-3942-CB48-4D652F61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D35E0-4F68-C273-50BB-D71560C2D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FBA4F-1316-C6F0-9DBF-E9A377B99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56D5B-F418-D129-5C80-53EAE36FA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725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154F0-6393-9D32-AE32-9EFF5409F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69A97-1966-E869-AFCA-CC06EA6A4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0975A-BFE4-BF2A-7F8E-A757246BE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46D72-332D-E930-F53D-CBB47B3A6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770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A3B5B-5E8E-0817-D5BC-53753B09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84AF8-49E0-82EE-CB2C-0B6ADF28C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A7F92-E9A3-09B5-789F-A32F6CB78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4C7A3-18A4-9367-CF08-2D68E49E0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378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A6015-28DF-B411-B784-AFEAAA49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95D640-7E0C-B59D-B9AE-96EFE0C94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69094-2249-B697-47CD-B587F36CA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A83AE-E15E-969D-F1B3-A3D876D3B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314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395EB-B075-1C55-DD4E-E425ECCF5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07994-E9B2-4019-5D33-3D8BD1403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D7903-48A6-E2F8-5934-F86FB1FA6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AF99C-3414-37FF-E642-A669E211E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5348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E9EB8-FD8E-6903-FA2F-85FC48D19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8DC46-5A08-F234-9D87-A618BE4D5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698E6-20E9-5134-1EBA-F40859070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15799-D820-AD20-1C74-C6AD58632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04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udoku puzzle with numbers and symbols&#10;&#10;AI-generated content may be incorrect.">
            <a:extLst>
              <a:ext uri="{FF2B5EF4-FFF2-40B4-BE49-F238E27FC236}">
                <a16:creationId xmlns:a16="http://schemas.microsoft.com/office/drawing/2014/main" id="{37FE96EB-7A41-BB23-A643-B095136EA7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01194"/>
            <a:ext cx="4543224" cy="509681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E7633-02CD-D8B8-C2A8-3740E4FEE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F6A491-8E96-D5D4-E8EC-4476586ECC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 can get all four corners by noting that Row and Column 1 and 9 must sum to 45, each.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43DE23-F56B-8AE5-E1C9-9EC9DEB52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2C4B97-6F5E-2EC9-2FD3-AD98D769A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7BBD33-1B1E-3531-581C-EE77868A8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2728E7-E114-7B23-F163-F7D17F2DDE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A40605-EF8A-E7E1-860D-AA307ED8715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653436-2E65-BBFA-FBD7-DC79A053DA0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2B91A-6EBC-6040-2F47-654A886F1E0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5F0008-F704-64FC-2718-D1EBE02996E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59188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6AC3-438B-AC3D-A7E7-DDE4F362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070702-5936-B0BF-63A6-9BD1FCC634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those 2-squares.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D3BF49-4949-7536-AD9E-BDCA3E83D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71A9DA-475F-F972-D310-C9E67B495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FEB629-D765-BE51-0D3A-A75045F38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DFD631-2C40-3BD3-F399-52B6CBAF22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2136C9-EA92-F871-E37E-D0403056FF1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25165-6775-B083-EA59-DF82FFA3D2B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C791F9-818D-A104-2E25-D7CB96EDE67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C7599-8039-F40F-3260-8E2415C4D71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6A3B8-B4D9-1B29-11D4-5372181261C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0EE26B-B5BE-4456-A30A-B72EE8BCCA9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84A22C-3F25-88AB-2D3A-23C61989DF3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ED9D56-FAD1-4C65-8FFD-B23900C5E56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90958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E4CC3-D74B-049F-68EC-451832A59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3F80F5-76DD-1FDE-EDFF-46CA8CCED9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the rest of the perimeter 2-squares.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217168-8FE9-8761-24BD-96AB346C2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AC7D48-4CDD-51A6-1649-DF047C0C5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7592BE2-2121-F8DF-14B1-26DB58456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A54A20-5CF3-075F-2DEE-99344B34A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ECAB6F-3849-C098-89EB-9D3D5FEE389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99134-1E80-3662-A862-D6E3DD02E1E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8BB919-7636-F81B-8541-D446E13E482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223BB1-E561-8612-BB55-6E7DBAA9975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B33D2C-2F57-2BF8-C726-92CC47CAF4C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33D69C-68A6-C950-48C3-538E2863482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3915E0-4401-344C-3685-A6072CA5E1D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815A91-2393-1186-4845-1C86FAA87CC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21281B-373D-1833-307B-5F1531C2E94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C8D28D-F7BB-9732-4928-2831047C501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63581A-9912-DF77-1659-A70D23C1D43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63892D-BA86-6793-394F-FB05F73650D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E09BC5-AA72-DEBA-528B-B1AA9BEC91C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DE6F70-85DE-55DF-177C-A5318DB0944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520D1C-5271-9669-BB6C-97A54009BE1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D5785E-EE6D-4B1F-0564-35C9C4E381B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43D2A2-19B3-3106-0DE0-69ECF0B7714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9C319E-557D-3AFB-55D6-507E2131C5A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3FA0F0-B1FD-258C-DDEB-5F9C7263BC2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3E0154-9302-53D3-4366-180AC7163B3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CB48F2-D367-85BD-C026-158A7F70583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A8E159-1180-DB4A-F641-9F712716350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2950CD-06C3-A96F-4ADF-01DC7CBFD6C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5A777E-13C5-BC41-0001-5E14F683880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4D7E67-81BC-AC5F-08A2-17389355F59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9C039E-3389-D6B7-D028-5C559D7978F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511B31-755D-5AD5-B832-CEB3F1D9968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D25D1F-C1A4-042E-B869-C06B3B3D9C3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42ADE5-B676-7F4A-642A-BD1BBEFB47A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4F09D0-DEBB-6BAF-ED4A-00B29D0AEA6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95AC06-3A42-94D9-F625-D007506736A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A832D8-368F-69A8-C21E-A2F5D4BBE59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</a:t>
            </a:r>
          </a:p>
        </p:txBody>
      </p:sp>
    </p:spTree>
    <p:extLst>
      <p:ext uri="{BB962C8B-B14F-4D97-AF65-F5344CB8AC3E}">
        <p14:creationId xmlns:p14="http://schemas.microsoft.com/office/powerpoint/2010/main" val="354576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CD447-41B0-2A2B-9B6A-452E86ABC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AE40F4-92A0-296B-9112-AFBB9202D8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C1A77C-09AF-5F0F-E061-1A9812D95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8DE5EB-0408-775B-8CBF-99B55F58B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4CEA78-1B4D-E301-CCF5-483CC4FD5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E5F7AD-B10B-765E-7F7C-9EA52CB5A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FEC989-D5DC-6DA4-21B2-44F0C526A4B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71667-F188-AFBC-B2CA-D3E2E90271F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1BFF02-5A61-0F48-16A5-3D79AB5B1DE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CAAE21-D492-FC64-714C-6E2788AFB32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BA702-B0BB-6BEC-62BD-4A91B5434D8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3B5B5D-A479-A0CF-A0E0-2A003949540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E447CA-1552-2F4B-7CEA-3C532AAD3E4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CFA9F8-6AB2-1762-D5D5-340C8ABF505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DA0F0F-10C2-006A-59AA-DB26259F75B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BA7EB-94E9-1817-5426-BD3DE58BD84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C26FA6-60AB-DC06-DAD4-93D27865951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51F7AC-9400-39B6-4E9A-3EB16A89C4E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F4C59-951F-0D0F-798F-7D5BB87A257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8DBE70-144E-06CF-4EFD-AA1C416506D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D9236D-38BD-515E-67F2-347D4DEDD0D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98ADF1-BF0D-03D0-FF5D-4D512E0044B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7AEAC5-0487-18CC-AA90-BC24CCC865D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4584D7-C6C5-BA0D-6B09-265B027F3D6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650CB7-4327-CF95-5D02-453E943DEC7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3EEA7F-B95C-3543-3105-FB7B2CA4875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A01D98-4BFD-1E3B-B0BE-4BF1B67DA94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28653D-1276-244F-03C2-BCA83B24017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B7F0C8-95F8-D25F-9D18-2ED6FC25397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56279C-DACD-CF98-D13C-A056E5E2229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0DA9E4-C819-3D9A-5056-92759A5B478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9A3393-B2A9-9041-611F-D5551047BCC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84FBA2-8746-EA57-F634-00AEA2C9FAA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14C88D-D42B-6EE7-B5B9-782B9A15A5D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6D5BB1-35D2-128A-A9F2-A6B4EC9E0E6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341537-58F7-D1C6-2392-14236D94141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7A7B35-6833-9FC6-BB3F-E504B021826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490141-3E65-B51E-991B-1FD270BCF08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21395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B8A66-B979-77EA-A76C-2094A7934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EB3581-61C1-3C1C-C772-D11C1C22E2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C148AB5-2A15-E395-EDCF-536CFBA3C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50C04F4-6AD9-4F16-A914-449F972C6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A0166A-0FE4-6843-507A-6D6CC16B8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129300-E203-9ABD-DA50-4A94F65F97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699A3D-B935-0B21-6B81-D8055BE390B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850672-339E-29A8-DFF2-DC697F17499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8E13D-AF18-4F51-BBA1-983BD9F0E21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4C502-F3B0-933A-BEFD-334FA7F2553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F662B0-3AED-4503-8FD8-96874A312D0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6C6952-7154-71E6-5447-8A5B01B5B68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EB9AA6-E108-CD34-7D35-F3AA88DA043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580B76-3EDD-288E-2473-A1F4324A652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E98F2-1ABD-01F2-9E33-8F3300C3439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726384-473F-7937-3B64-19238B3EC34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772189-1631-E611-8889-33B6E753F29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DCA516-05CC-4629-F245-E5F5715A083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E1194B-69E0-E1E6-9257-FC1A3A98E78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7D2919-37BC-F18B-1EA4-CD8E7AF5A4F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C4EE64-7692-BD42-D3A7-2789EA218EC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06C575-0BBC-4655-AC81-6805E91F58A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6F1D51-4655-9E03-DDB4-C9CEBA1063C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DFB206-7555-3D2D-14AD-885B3E62FC8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202270-1E2A-6526-9810-ECF0CE8E443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77CC0D-31C1-CA56-273E-C7F4C77AA7E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28B20D-240C-81B5-A012-BABD348910F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DB03A3-B2C8-F8D2-1BE7-6DAC40CB159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4B214A-DD8F-38B2-3C06-8D8DDBABA3F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19985E-E552-F97A-119E-3B1A5C41CCC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D368A6-4E7F-D744-CF49-CC39D1382B1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05CC7E-32AE-8A08-0DE0-319B68BA2F2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4A2AEA-5633-6B93-F16F-D900C3F79EE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8FF2EB-3F5E-F20A-31F3-9D36E90A507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E53DC0-C91B-E6D7-C907-D77EAA2EC28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018ECD-64CC-C02B-547C-FFFAE456913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A4DE22-C294-CFE2-DF21-375808953AD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958EA5-9DBC-06D8-1E59-C28325FC31F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33931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3AFB4-4800-C9BF-B8C8-D4EC32D4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5E32CB-33C6-9591-532F-05BE51139B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[13 in 2] must contain a 5 or 6. A 56 in [11 in 2] would leave [13 in 2] and [9 in 2] with no options.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9587697-86BE-728F-0CDC-8C91BBA98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F96ACA0-E5E6-5E8D-8E9A-8A3D6375C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6C83EFE-1D0E-B5DE-3A96-A95CB2B49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5A715D-0015-431E-53F4-88487CB4C8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9A412F-2554-0C2A-E193-09155839ABC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A21AE-5CD1-A302-090F-36525AF1132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3690A2-9306-4C36-6BF2-F73C94BF47F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7B7F4-861A-ED16-3F1C-4E6495D02F8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D564A-F24C-CAA3-AEC3-A2344B85BD9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D878A5-9720-516C-E2D9-905A55EFFE9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8DA327-BBDA-7CD6-7F35-570BD0DE381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094C9D-EA6C-27FF-B61A-2FDF5432E34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91B630-FDD7-732C-43D9-1DBEA25B5AD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702309-AE64-FE36-973B-F42382B21AB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2DB30-0E21-870F-1942-ECE6E46CDC2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A83D1D-7367-09E5-695D-F77C084E707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A58ABA-114D-5B99-9E37-A8FF13FA144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19CA24-9ACA-38DA-6C99-14A60AD5C23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F2CA11-F96C-ABCA-97B2-375D9E124F8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5F38BA-3246-A99F-9F31-D9C43432857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AAA81A-942F-9AC8-A541-9D1A018DC51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1F7AAB-819F-3561-4DEC-311C4B9AD56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D0C0F8-A9C6-2832-F3E9-49574B937E8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538BDB-2570-6881-8CC3-C5E8492E0FD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18BC48-8D76-9F48-906F-8382604EF26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2E82C3-000A-981C-5341-976FD6F8BF7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E7CE7A-D380-29AF-4882-57333D426B9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484AB7-507E-2B39-C9ED-F9B60FD9217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B02863-14B3-2272-5040-09EDF5F09F9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408D05-9E86-5A48-AE5F-49FDB553648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97BBF8-84D1-D7A8-E1A0-04C2E187C51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6AADE6-E45C-5059-8ED2-7770268D562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3E3B26-68F7-5E41-D5F7-DB91D4E4921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F887DF-D3CF-10AE-15D1-895A88D156E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473C34-F2F0-5481-F97B-C1469050273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D836F3-4984-6FB4-47DE-3EC117B3A08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17063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AFCA9-FE95-AC84-BB44-A0BE1CE9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BC7FF9-C3AA-EE6C-F24F-EE248E6AFC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Rows 2–4, 135–(10+45+10+45+2+10) = 13, in 2.</a:t>
            </a:r>
          </a:p>
          <a:p>
            <a:r>
              <a:rPr lang="en-US" dirty="0"/>
              <a:t>Initialize reduced [10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F34EC9-A59A-CADF-4F9A-80056D146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8E4189A-EB04-DD00-A231-11CCA97C2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2BCBF8-0CC5-1C68-DC98-BD0ACC94F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65020C-36C6-F3BC-B417-CFF514D108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E509FC-C474-17DD-BB0D-1E1E9A94A50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3940D9-C195-B0C6-7EA3-FC32C7298EB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2841F3-9BCD-8167-CBCB-D4774407ADB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0662B-F904-A8C1-B371-1ED37CC1484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CC832-B1D5-E686-B4DD-BD5771E188C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CA589C-CF3C-F9B1-27E3-9CD70A1CFEE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CC2860-D2B9-838A-136B-88EFC3B51E2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F8F7DC-D7B1-A9F3-BAF6-8838BDCB3A6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22BE44-32F4-1A31-3176-3A5CBD4AE2D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75AF11-A35E-B805-46CF-62E2D80B12A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AF8D7F-B66A-6098-1BD4-6AA9A89FF0E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709E97-069E-0D6A-820F-EA2D4312D8E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BFE7BF-3D5F-8F74-AB79-5C7FD863696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41EB5C-8721-A728-F08C-889BF989DF1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F98A2-08EC-E18F-F014-F3D04ABCA11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ADE7B0-B490-E101-B952-B024848EB39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16FB7D-8B75-3E8D-0C91-B61951BFA67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A2737A-EB6B-0337-1194-C58A339229B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EC2AAF-30F0-D20A-92DB-654A1EDA86B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6BB6A0-4FE6-0999-DC51-D912292604D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6EA40A-A902-B3E6-8F12-F8B30EB44F2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67FEE5-237A-0C03-2DA3-CFD30E306EF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587B6F-B60A-EECD-7F7B-C46E7166F36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D2A141-56A5-B137-84B6-489338C3C6D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40DC5C-6BA3-0221-B004-DAC147D181B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304507-956D-A394-DEC0-47B083089D6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E51FBB-6963-B153-5491-B8AE06B7EF3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979996-49B9-7040-B1D2-A25D357889D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838148-CD64-4541-8831-8BFDE7BEF85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E44E91-3B9C-2EE8-A907-775F9D6F8B7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054B8-AE80-5D6B-1C60-9D8EF7A417C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C08F7F-B2D7-3D45-2110-EB0557AFA37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2E9679-CBB3-0E5F-8CEF-D5EE0D9B46E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FD56BB-60A6-52A3-5AFB-6B4F12905F2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82350A-A242-432C-5BA2-BA596DC43CB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987321</a:t>
            </a:r>
          </a:p>
        </p:txBody>
      </p:sp>
    </p:spTree>
    <p:extLst>
      <p:ext uri="{BB962C8B-B14F-4D97-AF65-F5344CB8AC3E}">
        <p14:creationId xmlns:p14="http://schemas.microsoft.com/office/powerpoint/2010/main" val="2875720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5AB67-FAAC-0BB7-DBFF-9D753D84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2C527C-CE67-3BD8-333C-6688998CB2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57CAF4-4808-230A-3EE7-EBE1AC5BC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05575A-A785-D332-23E2-7F57AD59E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DCCD23-9535-D49C-DD02-D6B50EBDC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7E8BD2-6F95-4E42-CCF2-A8D1A33A64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EB7161-6CC9-6571-6A16-BBAAE64506D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003AF-7CC7-2755-7D10-13A3738D0BF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DA142C-BF5F-26DB-B399-52C7BEA75A6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C8D756-C2DA-D26D-34A0-6B387F356FB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A60733-9A9D-4174-449C-BB3A8257242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65C0FD-CA0F-511D-2F82-EC72A2A28D9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E92566-1E61-81F7-056C-683BF870B46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7E0F1E-D40B-56C7-DFEC-89FCEDB9DF3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C06C3D-48D8-9AC0-5C17-71F0AFDC8C9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01411A-A6D4-D2B5-9D9C-50CC85A9E15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C60211-647E-7D28-F781-C5BEE5685B3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BAF661-23A3-822C-E6AE-B056AF845DB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1ACB00-1E92-F152-E810-A524DF60E4A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D3E385-61F5-16AF-9FB3-78EA2802390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FD54A8-AA5B-A2B4-28DE-9908C17190E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815403-CC88-0B12-2EB7-C7866521603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66995E-6593-4FF9-9C5B-F51A0379C7D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C8B225-6BAF-6AD4-8E55-6DF7F6EA26A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DEB971-CF17-A679-49EA-AB3B0CD4B97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53A2FD-AC92-C896-0D26-BF74C88D1E6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E4922B-BABF-D77E-195C-EB2FDC71937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8AAA3F-8D66-FB61-BAD2-1E699D2ECBD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70C614-D6F5-306F-54BA-585CBEA7C1D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011715-A390-89AC-AE75-BBF2B985934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C38F07-122F-3E13-A2C6-7F3EB357EF5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3C0C7A-C551-19CE-BFB0-A4E0EE8C41E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3F9714-B494-670E-D8D7-E9347B3A8A5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A997E0-5D94-C131-792C-707EDDFBDEB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FD7B3A-9DD6-8D13-3ED6-097B563169F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98449C-A73E-171E-8C64-89FB2599B8F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175236-51AA-8611-AA97-33042E740E0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F32BA0-234D-AA8D-68CA-546D8E87629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4FADE9-9EAF-B9EF-5CF5-3F2F1498C58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A28E09-DEE1-C630-C7B1-944E4452240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5B9797-AC00-9CB3-259A-77EF6917F43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97321</a:t>
            </a:r>
          </a:p>
        </p:txBody>
      </p:sp>
    </p:spTree>
    <p:extLst>
      <p:ext uri="{BB962C8B-B14F-4D97-AF65-F5344CB8AC3E}">
        <p14:creationId xmlns:p14="http://schemas.microsoft.com/office/powerpoint/2010/main" val="2742645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BFC25-CF35-4563-0483-C5E3B097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233F0D-1D26-50C6-4E3B-C2F9A5C043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Rows 6–8, 135–(10+9+45+5+45+13) = 8, in 2.</a:t>
            </a:r>
          </a:p>
          <a:p>
            <a:r>
              <a:rPr lang="en-US" dirty="0"/>
              <a:t>Initialize [5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4F7387-89B1-874D-A0CD-A39B75AF5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EA5DEE6-C01C-6356-DFAD-8DE92CCEC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74C5CA-1DFD-09C4-94B6-DDE90064C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161C47-302B-3F79-EDD6-D863C6829C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8709C9-D18B-6B09-29F7-A7099A31990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932D4B-A404-B4F3-87C4-4CC4599DC5E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AB480-C43B-E0CA-DC0E-BFBFB117B2D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D8DEA7-823C-5EFF-8345-38666915A12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2A659B-5FF2-31B9-621D-3A20974346D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82C999-CC25-6868-D958-E77DB4D51CA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F6FF5B-610A-D205-6579-49A059BA616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A99AF-83A1-8D33-3556-9E0EB7AC279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7891A6-5972-5378-448B-47B5815B73A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C93E96-3E9B-7823-BA55-978DA934CBB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4A499F-814C-F0EE-6BBE-1134F8C10FC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6B3D92-103F-99EB-01B0-1D8A4362DA3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8BE0DD-C281-8480-5FA8-AD6E8768A71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E06E0F-CF07-2849-148A-5E146EAEF39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EF72A7-4A9B-44A0-DA1A-8ABED773AE4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3A484-1715-3E62-57A4-CAE35708B0A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6D379E-F406-CB21-1E7F-19422B0DD02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DC5BDC-A088-1FFE-337F-BA1709A2E0B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4AAA7C-9B22-D97C-7767-AA841665599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D5F761-52BF-2931-0A84-9373209DD8E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8A1A74-4C92-96AA-2F92-4D0FC0C45FB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380F86-B246-E04A-ED33-40B2AB30947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1F6846-222D-7006-30D2-6027F60CB51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091E00-B9FC-8FC9-9E3E-CF3FAFFE7A6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6E894E-6866-7DF1-D44D-4B6F4D86E45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DFBB07-1440-9DC7-D0FB-B40AF347CDB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10FE40-3CB3-8DA1-F533-796AE1D5340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6EF072-AF51-24F1-DE2B-3064ABE7180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1A867A-FEDD-DC65-5AD3-AB353B470AC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A99D57-D98A-897D-1B98-A0FF243DE65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30FB73-A7B9-67FC-540B-F5DE310B6BC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76F4CA-9EAE-D348-8644-E9E2D963ED9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7843B6-4123-8389-E45D-58A6807A14C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6DB568-02AC-1A58-0106-91B2655B2F9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3EF2B3-65E9-1D3C-37ED-561FC69063E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6AA886-F076-EB2F-45C6-38AB69F0D3D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B9A02D-2589-AA36-EF3C-D41E487D7BC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85C2C-CB4E-E1BD-D637-C78086CB7DF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83891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FA0B9-BA31-5669-0015-E800289A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E7341D-1A3B-5C92-8B64-7518B1FAC6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351429-4EA7-B283-D7FB-7C6CE90D5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FE882F-B093-25D0-6C2A-B467298E6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8D5069B-156E-3158-B003-422D481CB7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20CCFA-F7BA-3181-648A-D3E81045E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7DE7D9-A52D-926A-2601-1626689BBB6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7AA78-2440-B696-E63A-2745A061D5F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D558FB-FEAD-DEB7-562D-5A9F261421C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1EC860-F510-A06F-5BF2-32A7783D0CE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E834E-A2BA-B78E-21D3-4D3CEF9ED04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10AA20-64AE-AAAA-EF63-F95F8F40396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823FD4-34C3-960C-5106-205F246AC00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4E74B-38A8-0987-AFC1-0FD1BAEFBE9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0AE450-5BB9-2A87-3047-B998A45104A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6ECD7-76C0-E2D1-9EE2-977FC67C103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59B601-A5FA-7145-4806-FBACB46B803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33183D-A90D-1662-1564-EBBC234E33B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B6D4FD-544E-2A3E-9527-E38A2D2B837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0942CF-3025-ED60-6C45-40F0E3D35A7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4C3E8C-39F7-3762-1256-677A296BC8C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99DC92-3AEC-9965-953A-5053E173787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8802CF-C100-D057-6B3C-F6F78628E0E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FE255B-8653-FA4D-7E55-B7188E9CD0E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74A06E-BE40-259A-C92E-06FB1DDCE8A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343B93-A5CB-4DCD-2651-3940223AF03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5FFC79-6593-AB73-5ED9-02ED7AFE600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4AA819-3D89-4363-6C20-28BE3762942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62DFCD-49E5-2DD6-4D0E-E2DF5A105C8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C62803-C439-3EBE-A697-D82CB530630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03271D-03E0-C43A-226B-58FB9B5E198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3BF66E-5C3B-88AB-4AE6-FBD6BA9EDBF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1329A9-1162-12C1-9794-D2E8A6E7098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B62F4D-9700-152D-46B1-8FA98E09192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AD96BB-0F77-F715-45D3-3B61BB51174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F2D209-1E38-CAD8-8951-CC4E69DCF98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3E17DA-E18C-978B-D2AF-1D8160D80C1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879061-5F56-8CD5-88EB-761542553F9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110B12-2097-465E-44C4-5210A110923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129850-E8E5-2DA2-D653-6D6B4644205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AD0E43-5B51-90F4-B4AA-F8BF5C2379C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6D5D30-393B-ED21-ABC0-DE98F78458D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0EA766-111A-CD35-BC4A-E96FB19127A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DD02C-5F59-03FA-318B-43A94E20FE5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144711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DD718-D078-BB02-98F9-D8C6AB02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F59180-CD60-4314-8107-BD1883BE19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Columns 2–4, 135–(2+8+45+10+45+11) = 14, in 2.</a:t>
            </a:r>
          </a:p>
          <a:p>
            <a:r>
              <a:rPr lang="en-US" dirty="0"/>
              <a:t>(Note that 7-7 is not precluded.)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F75EC5E-6F65-3D89-EC56-0044AD0A6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45265F-745A-9D49-65A7-327CF77F8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1D4EDDB-A53C-4BFD-3479-547D89202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C2A0E11-1806-0ABE-A0B3-11A0B456D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CFADBD-DDB2-DD17-7643-8C9CB5544D7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6C10D-01A5-88B7-A02E-0E394B9EB75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EF182-992A-43E0-F4DA-B34A58B0521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E264F-00DF-A43D-09B1-4C91DCB2898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62DCE9-8451-C278-4628-C546359F5C8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E357E9-947C-40B8-6F0B-72095DB8DA8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A9E971-E08C-428A-3332-A166F76F782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0BB907-89DB-81A9-3813-23F8C435513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864647-75F8-7F1F-6127-F7D9C63F3D4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0E9837-CCBB-8D0B-7514-86F97E00CA1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5550CD-F8D3-F27C-3291-F7A8DD66C2A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1E09AD-A8EE-3240-2386-9503E2D13D9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9019DB-B035-01E3-CD3C-63C809E750C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28B812-3066-DAD4-E11D-A4B962D3448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16F085-0C69-9CA8-D91A-6E5283918F8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4A6E23-0951-9162-20E1-2A0D45F2ADD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37CF90-6BC5-53CF-942D-4515B534D2C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EDEACF-9C81-8C40-F601-665E30848EC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86789A-C8C4-65E0-1A63-99025DA27D3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7C7C36-36AE-CD89-900A-42EE9ED1390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821187-9809-C0B5-D471-99264CC3ED8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9C4A4D-D226-5B74-7A8F-25AA198A72C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83E3B7-4B53-862A-098C-96664F00A1D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14860B-68F8-C134-EDEA-1B4A8C355F8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0D18D0-A70E-A2DA-6DA6-029625CE764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25B4E3-E784-D6B5-7417-D75F22E752A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AB4C34-425F-928B-4FAE-2A24456A036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B5243B-DA75-8929-BFD0-EB0C7DC71E3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680D99-A4B5-924A-4EB7-3C0F5F7441D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03D68C-640A-F304-0DF8-3FEF36BE5AC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2E42BD-9F76-0C63-ABBF-80774CA0F2E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D7F0E4-F4FA-CF51-432F-08B3D0FBB67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9DF7D4-4BFB-5ECE-DC14-02BBA8ABA11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1E6E37-6C76-0919-6B58-02FF484510E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960E13-9933-AAAC-9207-3FF4AB7597E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42176B-8C79-7FCA-2880-46B9AA478F4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5E5DCC-1BD5-410C-6B99-56371928374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316258-CE16-5BDE-251E-5B3C73AB4ED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F6ECE1-105C-09E9-8C9C-F1983EA256A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</p:spTree>
    <p:extLst>
      <p:ext uri="{BB962C8B-B14F-4D97-AF65-F5344CB8AC3E}">
        <p14:creationId xmlns:p14="http://schemas.microsoft.com/office/powerpoint/2010/main" val="1228712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2D89E-0CB5-6FC2-29B6-AE499D64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52877B-0653-D426-FBBB-94191D154F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Columns 6–8, 135–(12+45+9+45+9+1) = 14,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F7DA309-D257-2C81-5319-09AC84C94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698CD4-B7FB-8FC6-041A-B2A57EC69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0DC904-801A-A2AC-2346-978B79DF4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AD5E93A-304C-2EEC-06ED-D60F14A914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7EB604-CD2E-E79F-6A31-240AF24FC4B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608CB8-F892-14E9-B5FB-6E3E7508AEB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85B954-AD83-3E47-35DD-40270B0780F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2CEA3-F33B-F630-1442-4312E2E45B7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5B743-AA60-49F5-BA0E-20A52348DDA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2070D-1104-3D56-2986-0B1AAC43EBE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B7E37-E966-723F-C4B6-4FB4D90D335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A03E5A-BBE0-FD60-5ADC-DD616673B46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8C9BDD-5FEA-7C1E-62CF-61DECE2414E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D1DB1F-8BF7-F14B-03B2-5DD7CD1E84E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F95433-9CFF-5317-4B71-3B3DEED247C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01E608-F2B3-3211-7691-C18722D68CE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EC02CE-3CFC-57C4-47DA-36DD9E303F4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5FDE4A-2F65-5009-945D-62442350D61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1F4F9B-740D-CD87-DFFE-78BCEF9A248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80AD68-13E6-161D-4A01-E805760B7A4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08B923-E55D-C357-903F-E67D759CBEC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B2BBF4-FE68-43FF-0E00-FF3671A52BC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842418-2217-709F-E7D3-F197349F9D7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8D547C-AE59-5C41-2558-0C995C71537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7D8BE6-4B22-CED9-D69B-3510FD7805C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A25372-68DC-4CD0-7BD5-F3DC4975166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946777-D5A7-5391-9BF9-5D8938E8EA6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4991B1-A04C-A1D8-0BA9-A61D195DBFA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18D416-5E8B-7FE9-55AE-1AAACB687D0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FDDA73-964C-B5E0-CBF4-BB0D3DBC975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7DCD51-60E7-85D6-015A-3733560961E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7BC9EF-0E50-4B53-17C4-8E981A35FF6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E00F92-C36F-9A27-E308-414244D2AFE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8300F4-2763-B262-B15D-1AC4542519D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D8CE6F-B57F-4DE1-7701-0DFBE71F936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B8E36F-0A9F-8187-B0E3-240B865A547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2A08F0-C857-E5EF-C7F6-B9323A7960F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AE9FF4-94ED-2857-436C-9D26CEC5C17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592372-38F3-2475-0E80-BE32D6AD6FC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94F4C5-FCE0-8453-4F7F-4646C49F346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479191-F6C2-E3DD-B957-965AB647DDE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32C0DA-677D-5C26-BC25-BE1D4224C49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40E68D-E190-614C-8CF1-E94E6380970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DA328E-D57F-3FAE-26C3-6FFC3942470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37045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E4540-B2DF-632B-7FB5-68451A999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69E587-FD09-A4CF-FD2A-1DE5A0D429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85/58 in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6677340-0FF5-7EF8-5D6F-E9745E40A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589EA7-66A1-CB27-69CF-EFC096D5B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832CF30-87CF-78C0-FBD6-50DD41DFA4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4334A2D-5B7E-B7B8-BFA8-8FFA202D2F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A318E0-9B04-5102-7D50-E51B73BD672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F55150-AC6C-616F-7E8F-7C10C3A8B15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1855C-BC38-E54F-D12D-5085232FF6B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45167-28B2-D0F1-D3F6-2D406668BC4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DC0C69-6319-C15F-7BC2-F395E1F7C65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5FFD02-5191-F9D3-4867-0E7E48D3E97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548CC8-B0FA-A818-B32D-964416A2A40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E150D7-FBF1-3A59-949D-163CB709307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04A373-AC15-CF32-24BE-02AD68BE2F2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DA61FC-46E6-A062-4086-A3DD4B88AAB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B389D3-5063-8A94-8637-5CCD2AC6351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536761-1A60-C134-63E0-A88D58132D1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09329F-6B63-5FDE-3BCB-E3CC2D8226C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35DB05-8054-9636-9C35-7DE98D66AA4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A4A6B4-BA1B-9ED3-DD95-D02EA18807E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161116-140A-3811-2D17-E29FA462C0A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58ED34-B171-5B92-37FE-D39088CEA7C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34BE7B-5779-14AB-7270-979D5DE6647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0AA404-EA00-2A5D-BF85-D69C5A3173B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411764-8A49-3BAC-691A-C05DA8507FC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CF9DF8-3BB5-73BA-1396-5644B6DAC4F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BE62B4-46FC-F5B1-4396-7FBB17C96D9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854461-5BB7-7FDF-8BDD-7DDE1EDA8BF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AD02AE-5F3F-E5C9-9F72-A309B264B8E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F81ECA-8A80-699F-40DE-4031621B297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6FF4A2-9FC0-F4B2-ADDB-D7DD4E8CC6F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A7C747-BDCE-9F97-C5D0-E66532B1F5B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D3E18B-2F68-F2AB-36C7-D5643017C16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1E414C-D965-141D-691D-E0A99B58749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E8C8C1-8C95-9072-0C0A-92B9B03843B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6574D6-6244-5F26-DF6D-0532FE397F2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6E1091-A0AE-3ED9-BCE8-D180FCBE524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9F3478-519C-FC89-8544-9D9342ADB7B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C4C333-B2CF-2FC4-F57B-F434F6D6A22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09C0E4-6644-31F3-CADD-4F3C90594D0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26B4B5-9100-AC29-FDF0-A7E905FD2BC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FF35A3-7399-AB9E-EF0E-469B06F3362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8E7B60-3BF3-99B5-922F-202AC1C2499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1A6C65-38CF-EC9A-21AA-203AC4A44F5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EAF6DC-B93F-ECD4-6F04-6E1B848CA4B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3707665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3DDC-DB0B-FBF9-8C15-C4DEA679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CAE4B6-A6C1-1190-B3F3-39B3110AD1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reduced [10 in 2] and reduced [9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1E8EB0-3024-1C12-84CD-129EBD88E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5274407-70EA-5921-BD3B-34E28572D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D5DC99-9ECF-12C6-2BDA-4C70FB581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8EFFFCD-D654-52B0-B900-F9C2C879C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F5F52B-BE84-334D-32F6-2146E859400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C8ADAB-6C6E-EB83-4105-A211CBFA328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D8BF6-C52F-4CCF-C5D2-28DDB1AF3D2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C0B3C-E1D3-03EA-93A2-FF53BDEEC42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4401A-C9C7-97B2-A026-6AA5ED1F4C4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ABCA7A-17D2-EAD3-3379-6B13678F739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0BE157-6E01-917C-D014-7EE9C4F7384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F3FB3D-7F2B-1E2F-F49C-64A0DA39278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C416FC-4352-6AFD-794C-DD9332EA5DD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61B8F-D394-7A3E-EAF6-5CE7AA26F70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BB384E-652C-CA15-E6E8-FC7F97FD503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308CFC-466D-8E58-2A81-5BE3A5E6A93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B37B5B-CFD5-AC3A-930A-0516054533D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DAADE4-C87E-66D1-C814-28D941CD34C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73A175-617E-6B31-5B16-4411CE71D55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CEC856-E31C-1743-BCC1-92BBEFD2ADB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20F168-69B6-2387-CA25-9114F12D3BF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130700-81D7-C67F-01DE-DD4F3E233CC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624069-FC0B-FC01-6004-A2633E8D3F2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0ED77F-43C2-E23E-D8EA-9A3885C3029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0D6DBC-7E7A-1845-99AF-0FBCBDF43DC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B18FBC-1AF3-8319-1688-DB890BFA3BF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ABA588-9921-C44F-8A56-2FC63D88734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47F5C6-1C1E-FE1F-3378-24820868ABA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3E3366-B69A-3393-E04D-BD9903AE1E6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E8702F-0A9C-099A-F406-BEE70A0EBCF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91F430-DEE4-2817-FEF8-F9BECCC7A21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61644A-E22E-A64C-433D-5E51C43188B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6C59F4-945E-0854-9AF7-7FCC64D40DE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D6C220-DAC4-430A-E1B4-D44EFEAFAF2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870A9C-AF4C-CF1C-5CD0-1B9F9E447FE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661364-F6CB-1F5D-EA5C-73FFAB90030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2F1D90-02B0-7539-537F-F306E283015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2D63D3-BCDD-F1E8-08E0-503BC252182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39C456-9B5C-A995-8D7C-AC46B2831B8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4D9FE2-1A86-1BD2-76C5-72AFAAD2ACC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970818-D329-D3AA-377A-97128F302FE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A49655-CA6D-8B04-E52B-CDEFF2F8775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D825E3-5014-A200-EA3D-50A982C417C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283E49-2A13-EF25-EAEE-74824DC067A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56E441-4612-5C82-43CF-B52B12CC133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779FE3-F5E3-33DB-DA57-E260404632E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976431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CD6E9B-28E0-CE19-AED2-7F24DBB7BE7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5D73BC-2032-AB70-3473-8A6ED80588D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7632</a:t>
            </a:r>
          </a:p>
        </p:txBody>
      </p:sp>
    </p:spTree>
    <p:extLst>
      <p:ext uri="{BB962C8B-B14F-4D97-AF65-F5344CB8AC3E}">
        <p14:creationId xmlns:p14="http://schemas.microsoft.com/office/powerpoint/2010/main" val="1419469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CA22-3CC0-48BC-5322-642F5A57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B16C33-FE20-AB5A-D66C-A2FB726FA5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that [10 in 2] can’t be 37 because [9 in 2] must contain a 3 or a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1833B1C-0C70-B903-7AB3-493FFDFCC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431DBA2-B486-8056-AAD7-E863840FD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0B44040-1F73-42EC-8BCF-7D9A5C601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B37EB0-5982-0512-B2C5-98610EF9BE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41772C-446A-9654-CA1E-8014B2E22E8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05ABE1-B2BF-F535-AC8D-72F909D3C37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FBD99-9B04-90D5-6A34-1382E293FD9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1E30B9-40CB-9CAC-5212-DCBEA789952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F99BDE-9FBF-2285-1B41-A2A0BC68578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6D46EA-F930-5789-8A6F-17048B88D3D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683DB8-DA28-6325-EEA0-851982CA820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AAB5DD-9482-0545-AD2B-3B2227B8B10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1717A1-60B2-F146-2F25-2E1A9B30E12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932C6E-D912-66C5-CEBD-7C2B42FF036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2BC8AF-CB6C-8FDD-8B83-1BA61078BFD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FE464B-816B-5F70-783C-C2D9C180271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36557B-48D8-85BC-A605-44E598A18EB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9188D0-9926-2758-10B0-89C12F8F7C8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4573B9-0F6E-A4AD-A2D9-A9AF854655B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ABEEF1-882B-59FF-3129-D811698806A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5A32CA-446A-98E3-2E26-BD4548A955D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73D883-102E-6872-E93A-633182F2702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33B850-7163-4D88-83AD-39E940694F8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11045E-8C6A-35B0-BA76-151D24DDF1B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C19E49-4CD4-35AD-94C1-4AD70CE4E7A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024219-0046-7B60-291E-DCCF41D3525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A6705C-1A36-4B9D-B1B4-0DD7041EBA4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BE8A93-84F9-AE4E-7F7F-26E28D5228C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042675-033E-D98D-336B-BB31DBB8A38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2A602E-6F3E-8A7A-25B9-57DF83076AE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C3B815-B964-D797-6B09-DA26D424598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0E42EC-1243-FAA1-35AA-0CA86BD9AA9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2965D-CD13-26F8-F574-9CDBF56957C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EBF4BC-5E0B-D5AB-717A-F1E67933405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D9B4B1-BF84-A66C-9599-7D02461664D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7ADB26-B2B2-0D19-691F-84AF8CB9D6A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1D88CB-442B-0816-AE65-88E4122575E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E8D24F-7E80-96D7-E095-F85D3A4AE09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457AE4-DFD7-E65D-0B4C-88B7F09E72E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F6A165-C54D-2B85-44B5-022903B4192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50B449-E23E-2933-6376-2A12F081328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9E0314-908E-3F7F-A86E-F35A086EDD3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EC7B72-CAF3-B8AA-3721-D71A70524D1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D0BC08-0A00-0193-BF72-4B40D274C93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0052AF-2AA2-168C-83DE-CDDEF6F590D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03F81F-5BB3-E90C-610F-7700288B6E8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B1CDE6-B165-A0EF-9A7A-2A895DF5904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3ECA74-2B51-F48C-E29E-05E2CA3EB76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7632</a:t>
            </a:r>
          </a:p>
        </p:txBody>
      </p:sp>
    </p:spTree>
    <p:extLst>
      <p:ext uri="{BB962C8B-B14F-4D97-AF65-F5344CB8AC3E}">
        <p14:creationId xmlns:p14="http://schemas.microsoft.com/office/powerpoint/2010/main" val="2974568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51C6D-1FE1-55B5-08D1-E35F7CFE9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2ADAF2-B802-3F86-F3E9-F2C7EE4065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4E1AF2-9D57-8270-E680-4559A210B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77F211-3C7B-0FD2-472F-461A4255C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78BFF2A-D7B4-28F9-1C43-3A9B32EBA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5BC7507-3A91-3CD8-94B7-78F5C2A849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65E8CF-CEB5-DEA9-4262-63CABB2DE5A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6FDF1-90A0-868E-5F8E-7BE81E3C157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E6BFA-00CE-D92E-F534-7AFD2B94467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F137A0-9D3C-1AC7-606D-E3CE58AD48A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60DB1E-2F59-5378-62D1-E58904B3525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3E72C6-6548-1BC0-10AE-5FE1DAF3B10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A47977-D55B-3A2D-B568-47136C2EC94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BFD9EC-9D91-415E-4DB1-90E536B3A5E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C4415E-A101-85E1-1580-8CEE116B971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FA2446-5BDE-4AB4-7BBC-3549D6FD369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2994BF-4600-25AE-973E-13776D5CDBD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4A2321-28CF-1D02-A73A-DCFF34C149B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61F47B-75D7-FC11-C77E-09CF866B392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DD229F-2901-DAAE-E078-DB8FD6266AC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33F9D6-3CAF-DC23-5B94-9227CB95A2A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389B01-66A1-0A9A-A8FC-7F05614BFAF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8F5748-5989-424E-5420-DB04FE25892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D01E4E-A8E5-E2BE-7384-A600B5CD12A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DC2E45-09C3-4BDF-FC0F-FB3E1251C48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8DF39D-4164-A626-6399-9037F24B468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3B5A58-9DBF-4D8C-555E-46BE91B05EF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35EFB7-C8CC-EE8F-910A-21FCE227A71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E1B885-0009-9DD0-8ACC-CC138B4A066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7D94EF-9B43-ECF6-59B6-5CB815E8E83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ECD76E-71FA-2D76-2F47-06E222A7073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DFB0DC-5DE2-E720-A093-2477ED463F4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D73EE9-0A7F-1B8B-0F1D-BF8AA0B0193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813F0-5859-0075-AEBD-8A42670ACC4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9C96EC-E7DF-26E4-6A17-17F11737D2B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84648F-87CB-722C-87B9-268D5868B3C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941AA5-2346-ECB3-DFBF-EE1A42B18D5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8D6B22-D3AF-9C4D-9955-0762B9D3806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083AAF-F2C3-BD9F-0496-841A443B0E3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810EFB-3110-8B1F-AE50-02B5246F534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93F3B7-D1F4-8DDA-BEBE-F88C82E2058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0D82C0-BE44-86F6-323C-52F1F7B08F5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C19475-6485-EE63-E98D-550206BD738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EC9E68-D0C3-FB5A-1DBF-8038C79EC95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AEBD4B-7604-6716-6AEC-7255E6811F1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78A0A1-8F07-9E2B-3015-93A24E90484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2751AC-B1DD-DC78-A7F4-87DDEDF18C6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DA8882-E12B-9151-15EA-31AC8A68143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424924-E762-6AAA-B943-1AC3928A217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B6104A-E960-8706-6948-7ADE7F469F6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1891409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F835D-C831-0FCA-D78D-E49F7C9B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9C6D5F-B79B-248B-2523-26BA8E516F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5CD82C-100E-9E6D-D6DB-5D66335C3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DBD512-B3F2-16B8-D6DB-D8A578C7E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8B45D63-5290-9BB3-81ED-3BE9FADAC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A45BE5-8AC8-D270-0D66-CBC21EF1A4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89D67C-37CF-519B-02AC-66D3525059D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A07AA-12F9-D4DC-2BCB-9184EA7EE02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23F3C-8D48-0CD8-EBE9-214DD65ED8F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6D37A5-BF7E-8DC9-878B-F5C96F2C2F4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9B7C9D-0393-CAA5-3877-5B59FD2BF20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31FE2-E544-4808-607F-E6009A33A5B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B56B64-AB0C-AE1A-3922-6A215E1D278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6FB727-A85B-6AF9-4F49-FB811685AF0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1B8384-99AA-DBCC-25D1-A0FE6A6AB77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405234-7B73-F2C5-BA96-B6221750FCE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EDE220-F718-D3E5-EF4B-D7742FDF66F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7D7A44-6FD0-E53E-A6A8-A896C65FDFE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23E5F4-5B1E-B672-5B0D-C16C4EE9926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C6657-742A-8009-F893-C19F34D26C7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2ECD44-87D1-0104-362C-EE872FD674E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A03D56-1EC4-EE7B-A01B-E3992CB3B71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D714AF-F3FA-E364-802A-FDD948C5352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494D01-C02D-7B7B-8C11-5D2AF019065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E106C8-62CC-4859-316F-C8FB6831027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523427-512B-33D9-794F-C501245D191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1E380B-A132-7091-78E0-71103908B4D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386276-CFBF-4165-8EC4-F8DE393EAA6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E0978A-C9C1-B60D-01BA-EEB7A6D6794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9298-D90C-2A91-729E-5F2390497A3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88FA16-D34D-819E-535F-9AC53768BD1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5A670C-FABF-4792-33B4-E719D288EA2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02F043-3878-FBD9-E956-FAF136E2DF7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AE9DDA-22B6-C987-FD2A-45AAD0C8C0D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D808FD-B6F8-B5C2-9604-28D9FE6878E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DB0D9D-7F57-D961-6BB2-E1C179BFA35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1BBE24-7FCD-4DF9-4B9E-1893C33D82D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EAE0DC-605B-77D8-BD8B-FF57C3FF3A1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834BA1-9B48-0564-32C5-8BAF41867B4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FBA9A8-6007-816F-2D78-362B596648B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3866ED-CB50-75AF-E9BD-82E9B44DB98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488645-7D79-5BAB-3048-0C2C22CB7C6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F040C7-5E99-F6CF-3348-C9D85F7860D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B26936-C6CD-EAE6-E84F-0725F10F04D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BE9F36-F617-6F75-0247-2E5D96B1221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EE9F0C-1DB3-AB77-3A7E-FFA8D175982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73684D-7E50-CEBE-0755-71F51C68B78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1EDEA1-14F9-1D95-70F4-BC8B1D3545E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26E6D1-A1FD-3DDD-8FE3-8FBC022263D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429CD2-C569-9DF0-4F6A-688DA4E92F4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4249923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FCB6D-7B66-5785-B970-6C3966F1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DEA8FF-C89F-E0AB-107D-F12D70D657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85/58 in Column 5. Merge green and blue. Reduce within Column 5, solving red.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5B3C796-2249-229B-949D-5347C9623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D86DE0-DDBA-9F3F-7B81-92CD576B5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E5B2F2-577D-0AE1-A073-6C43DCB97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D9D23C9-6AF4-4E31-F3E8-4A5C72EF3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A5397E-C688-A1C7-4B43-1C9781C1B83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23381-48A5-BFCA-A5D1-32BF3EAAAA6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795F8-7F76-09D0-D999-C74DC01272C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1218AE-9D72-C96B-E34C-113F88E82BE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A6A2A6-120C-65C9-1575-7CCBB44D854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2B4190-41AA-1231-E587-9576B266273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7D693A-6D86-64D9-20CA-8D99CB92EEB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F8DBEC-326D-D632-A376-35FA7270F53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3F7F5B-ED90-3EC1-55AA-7F2AB3C3198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E64DFA-45B6-7B8D-AEC2-ACB0DA9E551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2A0EBD-A4EE-F013-E444-779EAC85EC7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7C1E04-A70A-E910-5E39-5B9058B7C0F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4586EF-C8CA-8030-3E78-BEED05DE4BB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354B0F-6966-BE80-BA54-E28D0D87E1C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77A666-76E4-F063-9E29-318F5FB2370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C6EDF1-5F15-0481-CFA9-8F2D9547F3E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26F560-B330-4956-9296-042C0A07A84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CE2097-7BED-3AF8-738F-7EC1F7F6839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BE2F31-D335-6977-EA8A-12CE4448366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17134F-3DF0-A6DC-635E-66F4A6C1B79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F01D1B-511E-178E-2895-528426E48B2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6B6B05-B2DC-F326-95F3-604995DC80C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0E18C7-78B9-AD61-6335-E7259BCCEFD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FA0BC9-8305-F8A6-E774-11636668BB3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555AEE-0037-D698-3015-97C154CEAA4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BDC8C6-89D7-DE18-D6BA-F539F8B6804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4E010B-FFBE-5D01-97D0-86EB03978C9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4DCDA8-034F-8927-1E31-14AC59DB544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30B841-F4A2-9718-572A-241D55844AD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FCF329-AC66-07A3-8D81-6B62441B784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169176-2AA6-4186-01DF-1EDC34F0E9B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EE8973-1776-D50D-3BB3-209C5B237F1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2E6A66-46B6-31FD-3DBE-B37B395E0D5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0D8C5B-7377-93ED-69A6-3A4398B2854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FD1A84-2330-AE76-50E4-97EEA17EF9A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7E02F6-2884-ABB8-83C1-95840D32E46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F9C6AB-7D72-3363-6EBB-B799CF4791B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1F8D08-4109-2A31-2B63-E34C203857F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E3A2F8-3051-5E45-62FF-59D702A222E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ABB8A9-C239-0346-C0E1-5E2EFD31738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5927CA-7089-DE4D-27B0-487E7F6201A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F181D1-D9C7-4DB3-7070-42E4CA0798A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3688DB-1E74-9F6D-6A44-1FC22DCF91E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D94FD0-BC77-9F3D-2898-FD52823FD50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65437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A483-91F3-94D7-AC9E-F96047461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79090E-E08C-5DCF-7CEB-E9029214C2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ED2E81-A0B1-0093-0F08-782827B32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1612A01-7D3F-8664-BBB6-F5D19CA15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B0ED1E-A012-5B45-0C61-E19982617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4B3F4B-2DD9-FBF8-FD90-91E915999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A5488E-F9CA-3C0A-0ECC-10D908655CE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722C4E-C866-0511-60C2-7BB82A4F8A9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4C35C-8BB1-5394-BC25-B0185FDA35C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0358D-410A-E1BF-0D23-4F359A89B3D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CFAE4-E9AC-24F7-385F-986978B4639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A7E5AB-18A8-7C2E-1AE3-AF6863247EC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49FE68-403F-0105-F61C-FFD4AECE4E6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1240AF-1869-6CA8-84AD-DC6B4BF45B1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7D2C14-9052-19D5-86A7-F8F61D0ADB4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7FCD98-1DE8-67C6-CE55-7AB2F112CAE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49468C-EFD6-561B-1C9C-5F363DBF136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72FD10-6D0C-62C6-8C47-B5662EE1774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E00517-5ACC-C917-30F0-9057F8C2887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66D453-40F5-D492-D05D-DF2484F6BF7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AC04A1-39B6-5BCE-B237-78596935356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9A9906-109A-70A2-D6E0-A33EC9E90A8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5A421F-96B3-1B1B-4859-69EA3D9C40E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CAB7FE-E7B3-DF67-DB0A-FFC29EA782A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849F9C-8BA7-88EA-02C4-728689C2F1A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352066-972B-5AF4-A9C1-47F668C5F4C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0D4896-9BA1-2FF4-81B8-4764702695F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422FFB-FFCB-C877-C19F-A03C5512D19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F262E0-9EF3-AE7F-D077-1531E2A0854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4AB4DD-BF74-C142-B010-C55E96EAC3B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9330E8-CFC7-5285-1BAF-29326CEC13A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722077-0D52-3A77-4805-E94BFC530BB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D2B8EE-C903-DE7D-56BA-EEBCB2EE489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627D18-07D8-3CAC-C43A-FE9E2C49365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FF4BBF-4E0F-D86B-2704-0AE350474D6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41A418-AE93-10F7-1346-84965CD6CEE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051234-A095-EB9E-D398-3485CD042EF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B7F4EF-C4CA-B4E0-8AF6-8434243C1E4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8A90B1-BB38-0A01-F032-DA2354E463F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2475B7-1475-E3D4-E2AB-7609CE37233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E3E3D8-E0D5-B583-2FF9-033F2D38F46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B9FF75-CDB7-E9B8-3179-A81790F4B67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E4A25F-39AB-C94A-B68A-C03BC16544E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5078D3-B184-2BD2-6FB5-E58C9B0011D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D22E6C-0D50-290B-58C7-3712D2B0D3D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745AE0-7196-1F7B-E864-E9B31D10703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93B01E-A67A-1630-E045-A8523A367F1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A9F490-1B68-B17F-5997-9459AAEF2BC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60CC35-CB07-9A6C-F676-2C073CAA25E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4ACED4-4863-232B-2BA5-90598518932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56592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D27AE-04B9-9096-9B09-85F287EDB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A16A9F-0AA0-20C2-012F-B4BD1B5499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Reduce, including solving green.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66123B8-AC3C-F0AF-26C3-85E22D815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11B308-8730-1BE9-8453-789F14854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FC6AB35-DEC9-1888-26B7-1C70F00B9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CCCD7E-CA15-21F9-2298-63ED7461DB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69B5CA-81AB-A279-7990-6AB3C21EB91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1519A4-F4F3-618A-7AE9-C05E1C27348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C46A6B-3E41-6163-3B7E-6812D62B8BB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5157A-CBFC-DE7E-96E0-7399901C056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8F6A53-9B40-07DE-D402-6C15A81CECA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B35D9E-DCFC-5AE2-D09B-CDA06801E76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C962D3-8337-3CEE-CA06-F4EDD6DE99C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071C78-BFC0-DD4B-F69E-FECA86DA239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5C89D-E4A6-02F6-BED3-6F6951C0B74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3879CF-DF3B-B528-30C5-95B6A81F348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A77832-6339-0DA2-38C8-C71EB5B5843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798C29-806D-1EC8-5060-86CD43B4CA2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EBE46-0532-00CB-30F1-605251AA7D6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5CF283-1C99-D9E7-0FB6-91AFCE18C6B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92E3F7-8D4C-B06F-9E72-BC1FE9C1558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DDF144-AE86-622C-6EF8-EBC4A367840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B61F24-1B78-4239-6A3C-1A074BE8F8E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CD44BB-9CEE-979F-97A4-5A1C8DCCC69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E0BF14-E6B6-EE5B-2744-F024C487282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3EDBD8-A7FC-766D-8AEA-B9118352AA7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5D5140-B71C-9B51-A048-F0FA3169296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9B033D-79E8-8112-AA81-17E7318D31A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3B9697-09F7-B7AE-CE77-C61D6F24E34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D0D0A2-C879-253C-4E28-03527A2E4BB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041F23-7FC1-46E1-38A7-99E7F9AB068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C20357-3D1C-7BA2-390E-DF5495D79DE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AE6668-2C46-5271-E503-A60C89FD3B1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E7E7D3-C96E-A445-D10F-96DD9223B47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C0BA13-A0D7-1D2F-CAB2-0F15124C695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28C190-F15B-05AE-14A4-3FCF8F42C41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FBBEDB-EBE4-9FD3-B648-8CB1F86C6D7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5456BE-0A29-8D04-055A-2D4728C48AC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DAE3D2-1170-78ED-CFCC-6F939E8278F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247A19-135D-68B2-8668-C214DD14017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A3914B-A54D-CE04-EF1A-0ED4AE09788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E8D6D3-7C13-E86A-803D-40D3BBC5AEF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4423CB-7B83-C820-DABE-5F73E8BF1D3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45993F-57DC-9DE4-7F56-07FCE4449FC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E7D80F-675A-CCE6-DAE9-517A60F5A29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54AA0B-61A3-50D8-B189-D236CDEE1D4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F60256-763A-ED34-8745-4EBDBCD1286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65AB51-2999-03A4-AB93-D6236F3B02E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DFFBAB-E363-380C-0003-77492DADFA5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B29993-A358-0D1B-223E-B044CF7342B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23145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0707D-E051-D960-819E-3675EBD0D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E6678D-AE10-27C9-82E8-C793C5358E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7FA911-C77E-AAE8-935E-BB4802664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AD11603-C803-F7A3-7470-1F9073ED1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80A6DA-9A90-3AAE-DD6E-445EA3F88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61BDCB-6AC5-CD6E-39F1-34AC5A52F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C006CA-7011-1289-CB19-70EA9587D36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77901-88F2-746E-DD3A-CEE4243575E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4344AF-768D-4CF4-E12E-2C7702E6EB6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6E631C-C4F0-C51C-96E4-711C6BC3DE1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765C8D-2CEC-2278-D58E-5BDD56CDB0F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FA5A92-74E7-68A1-C6DD-2D9EB5432B8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9AECF1-42A1-3368-32C4-5DB54405769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2D744-8283-4E22-691C-5695BC57A9C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403A6C-E137-2F8F-8F15-1340CB4FDE3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FBE3C3-1A7D-3511-2FD9-3092BC3167A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722F12-D66A-D926-CAFF-9A44B0D34FB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95D5F5-2B50-12F2-C39D-286D00882B5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D07EC-C74E-31C3-AB59-9CB9ED69EB0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D17C2D-594E-9978-147E-F2FF4EDB2F9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47299A-BB70-8B21-4443-8E9E55FC5EF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0E49BC-9D33-794D-BA1F-6CB7FB57597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95147F-BA6F-E387-3B1C-8B3DCC44D93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AC0038-FF79-4626-623E-A40CEB750D8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F18F46-C0BB-8079-E3E1-8855F38FAEC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5101D5-2EA6-403F-20BA-F73DA4E0315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D8261B-CBB3-4F5B-2E7E-3EBD8D8CF5E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CDF468-4D38-F04F-F4D1-06A21357F0A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61D8EF-588A-B9F7-4272-76D6101C9EA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AD923B-B36E-D63C-5257-0B16A15192A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C1456F-400D-4B81-FA27-B1DE14486A3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EB838F-9D24-1F6D-670F-224D936F79D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460BB8-51E1-4018-65AF-4FE08BB02B5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3D4D6D-C812-694D-8095-2CAAB1B66F4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7BB050-6E2C-719D-4450-6DCD9144A5A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9708D0-AD4A-B83D-DCEC-51CD7969DB9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234DFA-D62C-00FA-1EB6-88A77F43D4A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2624C9-D2CF-8ACD-CA08-E4DCCF5AF96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D43752-49EF-2534-1055-7255CA7C900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D2814F-0AFF-D027-9A17-FB06679F0FB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199292-E1BD-896F-9CDD-87FBF5E1FAA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3BCA5C-C5B0-BBDB-C5E4-FD122B528A9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E93A1F-C904-21D7-8698-3D18B20A240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A22778-9308-29C3-04D5-18F50CED791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B3CB1C-0668-27F5-6F1A-E4D93BA84D5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214F77-1089-97B6-25D3-DB3975B1217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05BBAC-1E33-C9B3-8682-A9882783667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4E24A4-5630-4129-EA3A-0C90E2F7645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24B8E1-64C5-871D-FE7C-1BF5A2DCAC7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812EDD-764E-8D7F-EE1A-75D4FD20AE1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67601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18DC6-D1DB-90C2-0119-A8ADA3C9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E264EF-1B7F-A513-735C-0FFDE0DDBF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9BD165A-5CF1-0D80-2E22-D9056E381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F4758F8-2C65-0588-D766-85C105764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7D2D86-4800-0396-00B1-95EC9246B6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C8CA12-68FB-AE9A-59DF-C061A9043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E6ABEA-ECE8-F156-59B1-AEF4DAFEADC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DA5B9-BD9A-85F8-9F33-1B185D3DD39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DD2EA8-BAE6-C495-D670-48049D2F8A5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640456-2496-AB6E-9AC9-694AC867648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5F4A84-924C-562C-6297-3C26FA7FEAE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4CDF83-C07D-4547-0F66-B4EA4A21546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6CC80C-0966-6DD3-40CA-9E379B9F4C1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A12EA2-E1BE-263A-9968-6978305BEB2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612C32-CDE1-4C03-600C-6E6938D8F0D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6E0E8A-0E62-12BE-2E29-FD0F68F9837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8E5D92-C5D5-3F4A-26C5-025EC245D0C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1C71A2-1894-461D-8038-F8F13F17C0D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C11CDF-83B8-5444-EB17-AF3BECE1740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BED0C4-EB72-A5ED-D264-6D23E7D5B50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6EDB8D-CFF8-3A94-1E52-83C7A2A593C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5DBF66-D575-40D0-136C-E2277052F6F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B3F9EF-2A13-9A1A-12D6-65A0F4606F5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59384F-2C14-2286-8548-0BD9998DA62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233CCD-74F6-A148-2CA8-2198B68E5D5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E73BC9-011C-81F2-8905-8AE34E900D7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EB99D5-73BB-9672-E9DA-67886D600DF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00808F-2242-CCA8-0FAA-3E57989CC9B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639FD1-9843-68D9-C4E8-4AC85EAD1DE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0B678E-AFC1-E84A-0786-BA3B2B984C7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FE6503-7312-EF53-4892-96E20AAD7BF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7CDAA4-59DD-721F-CD2E-49188E945D0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2FBBA6-41C2-A548-5A19-6E31579AAA9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B23030-D1A4-43D0-357E-9EE2BC15D23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3C7E8B-5050-ED27-1FBE-58EF0FE142D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F3D269-45FE-642C-8A08-5EC5AB27CCF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388CAE-B570-8958-FCB8-849AC848752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C41D5F-A7F3-0B4E-15C0-57DCA4F2FE9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8097D0-DB4D-2DE3-16A8-A2C654260DC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0C49AB-DE64-8988-11B1-76DC9B9203C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0D4283-16CF-DDEC-1D15-D1AF7ACFE57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BB2C66-DF71-1A2E-19D6-6B526D6F8F7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64DE9A-B90B-F096-2C57-1641743AA94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390E41-7193-D099-D2EE-5564E3F3413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4CD719-1798-7C4E-1259-1429139D136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13F46A-939A-4E81-AC02-2CDB0359384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3788C1-3306-AB16-C2C6-7840478241A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06D0AF-EA69-D4C1-92E2-C4479F0D24C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39F23-496F-23D7-3150-5D6E1DF7E5D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9DB31E-3240-F8D8-4BC8-AA00507C877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01371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53656-76C7-093A-03A4-C244EA485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BD4A35-2CB0-F7A5-1E35-794FDFA1CF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Solve central cell.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253525-DE20-66CC-96E2-6E28E233B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51E5C3-90B4-A42A-9337-6E29EA0F8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7433B3-23A1-1D47-836E-20678985D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920655-82BC-FE64-1BD6-83BEFDD088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33113A-3C82-2896-AE44-EC6B2A08A07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774C09-B547-94BB-8259-57C4A2DB66D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9BABA8-545A-D669-0F4E-30ECD0706DF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19F8AF-40C4-FA5D-0A3C-036C506DC46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F20AEF-308F-312A-2EEB-FEB5662F722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6E36D5-8133-53AD-BFB7-475409D2053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13C148-14EE-D8A7-B584-2F38FF1540B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996798-C410-DD2A-3CE2-A22F9CF7702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635B0C-EF69-D5D2-C46A-19D8533CB38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276191-939E-CA4C-FBAE-ECD09ED2E15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669E95-6F8B-7F97-A58A-EB28D603FF4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70D3D-44C9-7119-7CDC-D00AC2FD973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EDC74D-71A6-9070-9B90-7240202C5A7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07BEF7-0CE0-BCBE-654D-11BC97CC850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A2571C-1A08-BA5A-86CE-2CA57931832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B88352-61DF-73C1-59C4-11904E53A10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9D2A64-DCF4-4199-719C-541F9CCB024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DE3E28-5C23-DFB3-7DE2-49B3742255D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2E84D7-2BBD-8280-4C69-1F9440F3046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27EE62-856B-0D08-5039-3A7EA45743D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4CF28A-2983-D75E-34F2-17A16FCC99D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9D3021-AD56-8950-7621-EC347DF058B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898708-F595-F410-8933-8105E0E76CA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FEC3F9-6F3B-037C-DCFD-AABD3292F15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138BCD-2170-DD1A-19D8-0A18ED01584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2592E0-2951-5F56-D234-7F31568C57A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1A62FB-74E6-BCBA-FA0C-CBE90F33DDD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98C1D5-58DA-BDFA-AD85-0A7F349574F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ED9E9C-8E5F-C9D4-B47D-C85EA953DED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45638B-8D35-A5DD-EE93-543920873CB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DC40B9-DEBD-8837-9DA5-5B811B34D1C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0F5C82-EE28-DA8A-B547-A47558D605D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A33AC9-784E-FE8B-78AC-A40C2013171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8FE918-735A-5C1B-DCE2-9CC14104BA2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2E5923-F8A2-EC1D-7E4D-D63E57DBDF6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DD1833-8D06-4BB4-08CB-19E16E0342A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091AC2-4982-49BB-C12A-588AA60CE29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8320C8-0DD6-AE21-5E77-3717521B006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1BBD0E-F21C-2243-E295-D6D568FDFEB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BED084-D33F-531B-9DE0-2570825A16F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3004B-7C27-6D6A-4622-E2EBF1027F7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FC3179-938A-516A-4EC2-9F8ECB952CF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4998C4-2E1B-DF7C-D8FA-47D6A1E2E59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095610-06AC-F91E-CA27-456792040FE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BCACF4-B80C-73AF-1C14-D41C37CAC03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63340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DEC5B-F067-F33A-9A49-3A598A512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7D4A48-D786-B517-2CCF-26A7B6574B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1’s in upper right block, lower center block, and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07ED58-3E4D-95E5-D026-66BF2FA01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99D8E4-23EE-E4C3-C77C-3247C8816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746BEB-2D08-0C61-1763-335B6B918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985B088-6EE8-3BB9-8A7A-EB800ED0F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8F277B-6AD5-D90B-648A-CD11F0D5C89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01B49A-C7EE-E335-B1FE-24B82700050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DAFE5-5A00-C844-E493-92E90A1185A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632CB4-1067-01A0-0DB2-AAD4D515A61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F7D743-D90B-4372-96B1-A827F8D9932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35FD6-501E-D4A2-1DCE-3EAE47F3938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C5744-21B2-2E71-012C-2FDF21F45D3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3E993-FF33-72CD-67AB-6BAB2681B1C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CFD22A-F1D8-EDB0-BE2C-845CE51EC46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E8C5EC-3F4B-4D01-9024-E7F76D550D1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B73B60-88FF-A8CB-1EA7-BA8795F0B9F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F6E842-8521-7325-AEF3-EB40F0268B3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83A0C4-52C9-7A6E-0AB3-ACB930D4109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65AACD-E9E0-2297-393B-7ADA2EF20D5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7FE2D8-5753-2D37-2C89-5EF139FAC4D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E1D539-5881-B9AE-00E2-8BD34AB0587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458F8C-16D5-D0D5-65DA-162FFDC1D79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AB2297-7975-74D8-E959-6C9A2F7F72B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1E4E69-9828-8F0D-9D38-32D7FDF0F30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2F6471-F9BA-38A6-334A-495E7F633A3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F50DA8-2CB2-5831-CE72-9649501BE38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1F902D-C6C7-EC27-A33D-4E7B9D0F66B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6261F9-57D5-F39D-D162-C8CF4B6EC53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117080-03D2-282E-6A65-A8E7BFA77DD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813859-C8D4-680D-7026-1271F36607C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868006-A28D-3475-DD30-DC04592CFED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B05B96-A5C7-F6AD-2BE6-214D8CD4347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A3A544-548E-F27F-25F1-0B824264AFB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26F0C6-D535-7DB4-44D6-B0E52E6DC3C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0195A1-76E6-252F-BED1-E3DDD009985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CDE55D-39B5-AF0C-20A6-9D257CE9BAB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C576C6-5986-3C56-C2ED-7BDA08D6533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79BFD6-7658-C26A-7A36-72DB988FC4B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405D29-F8EC-16EB-9783-FA94F36F6B8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7F1170-4E8F-DADC-DE3A-50F4DC65CFC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E65B44-2E30-751E-6F38-5683DFBDB23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60E4CB-2ED5-A502-0F77-79205040DA5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0DD2274-F08E-2F65-1F57-BA81AC58A28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517B90-5057-F70C-06D4-0177F200B41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474F14-1063-FD39-D3AA-02398F3DEB1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292C93-5ADE-2E85-1A83-53DD566D3F3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7FB4B4-FF2A-9248-19A2-06816657EA0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0B3C2B-A7E4-EE30-B404-F6CBEABB0FD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94CA11-DBBF-7E34-D740-9D6BF9EBDDD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F1AB01-7CB6-2F04-2F8D-ACC21AFA9E4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93FA49-CEE7-38BB-C560-1D3CF0EA432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C50637-763B-1E76-8730-B4A500C3122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ACFA2D-C9EC-26AB-BEB3-3C635461066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20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031D-473E-4751-2948-A7E1ADD5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A28E5E-7C1E-B5DF-0543-369545B9DB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6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D0EDAF-DFAA-B036-4C16-2C19C0121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E02ADA-891B-881A-C6A5-03CC48156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98E489-66AB-4C4C-FEA0-C51595AFB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DA2A67-C40D-4DB6-3631-2F44538C16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E9A3CA-9C43-D101-3C6C-78131B6198D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2CBC75-114B-9D34-3276-BDC168F8AC9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E3795-01DD-2953-777B-C8D393895FE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D04D46-ADAA-EDF8-440E-4330A4F26ED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82CFB7-7E6D-F5DE-DD56-37E71B5A275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339296-4ACD-45B5-CD98-6988CC5A3EB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41E1C6-0330-840D-1665-5A92F3F3DDF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1B008D-9C70-546D-2B5B-7F114750AFE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99C016-B285-714F-2914-2486221D5BA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9BD3B3-F622-C0C3-4E97-AFA544F7319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490C5C-4CE6-858D-95F7-2FD8CA2527D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1A05D0-DF7E-CA5D-C4CF-60DBA741350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4070F2-101B-3715-F7A4-14DD3142578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54512F-E033-4F37-0BC4-5D90461888C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58620C-9CAA-EDC0-8D09-A9C67E39DA6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C2B6AA-B10C-B586-0E83-236A950B2B6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13B5C5-973B-398D-9BE9-D937E412DE6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90B867-540E-426E-12E8-6ED3571E3B8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F250DE-B26A-911F-F6C6-A34CA5F7454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396C8F-B230-78F6-CA88-748172C3C7E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3844B3-F6FC-4E17-32C6-0F16D16270E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0A00F2-5142-BC8A-6F96-1132F284933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5D2E21-0F92-201F-C7F9-4117FFB19EE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1E0DB7-769A-C1AC-EED2-4D0C53D0FE4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A9C4FA-088C-248D-9844-0312CECA037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74B481-8FBC-174C-8ACC-A4ED8B6ADB7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1BAA73-4D9F-7FF2-D3AE-1A7D45DA998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164A36-FB20-9A8A-45E2-C8F83AD8534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80C693-5CEE-A4DD-3FB3-929B1DC05D5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9FCA06-7E10-E758-FF5C-B3D4E6F5E9A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8881D3-8633-86F7-3F87-06C676CFB88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0B3961-CAE8-B617-BC40-E1D72B9CF51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8D9306-CEB5-FB9F-C7D5-C3C4A60DD68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D96587-C49D-55E6-CE0B-93AAD4D9695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8500BD-3C3A-74E6-A58C-479AF1D21D6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DD4B99-B512-1BAC-3CAC-F562346EF43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AE7EE9-3B83-68A2-0528-09E013C2ACE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DA7AEF-82F9-62EE-4902-3465B62E716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94E92F-4176-A280-40FE-5C918C0A071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066520-34D5-DF61-9943-970931B76A6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E8350C-42D8-E8DA-2EA3-AA700EF520F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328746-DB3C-71F5-29B2-368101C693E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B88408-7944-12A7-0D2A-9E6083FEC48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7D427C-D4AE-0009-C14F-D1299063D72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A4024C-2A46-F913-94F2-108B722098C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0DA75B-89D3-57A7-D4A8-675224D3045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BDA3F3-5A5C-CC88-38B1-470455731CB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695E9E-B6EC-1CBB-C88F-3D19C90FBFF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BEA5A0-86EB-4047-DE45-A3F880A27FE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76954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E478F-0CC7-F946-3775-80B7A4F5C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8D3F3C-BDD1-CCC9-7763-4C2FF40A06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5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81D5F0-B26B-0E10-EADA-D40B50BDA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C8510C-9A1B-1578-56A8-AF50F502C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956641-A98A-90B2-3A19-457BED70F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78C108-A082-AAEB-6311-09DD00250A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B6FC24-9059-479D-1B07-2F718BE8329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9E88AC-F156-30EE-B9BB-1DFAA54696E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A9FBDF-FB60-8698-2F00-BD852737490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F71F2-58D7-ABA4-9122-2DA5157FF7B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C8AB65-F8D4-53DA-CB27-E1438A100FD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479DCD-9185-FCA6-78C4-80193B1EDEE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E05840-6617-74B6-0AEA-13263546CDF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B0949C-A6C0-369E-277D-423765EE857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18EB6C-C5E0-32BB-007F-8614523F442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FF38C3-7564-B7D6-12F3-4ED84AC4816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E385F6-835E-7AC4-02DC-E1D67174C4B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4E0E1E-E4BA-8A0D-68C7-5D73649F108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EAE4C1-C9F0-B655-25A7-2C31CDBE61C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B54F52-C587-E557-607A-F00940F8515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AD3CB6-CBE4-3907-20D7-BA2E599CA8B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891A2D-4374-3BED-57D5-8ED69CA5694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F22B9B-A4B1-D50D-564F-4FEF2177930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85D8CA-C2F8-EEF6-E358-6065BE55C22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12F036-ABD3-595A-2EEE-60447542075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98D1FD-2A9E-74DB-F90F-D3BAE30B5D1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A7C30A-A441-61DF-ED8A-723EF0B1921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F4C97E-C888-4869-05A0-FEFCCD840F4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642DF6-1A4F-6561-3268-E47D531EC0E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CFCB40-876A-72D6-DD22-27981A753C5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A12768-0271-79D9-045D-E85B1E0FAF9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BC08C6-E3F0-25F7-6591-FCB3F59C9D6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6F0D6B-CE56-376F-B949-5EE6D8BFC89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63DA4A-5398-F63C-867B-8C5C84A73D8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8BB27-4DC2-EB42-5A10-A8B270A3F1D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3B4B83-0DB2-AC04-B76B-DC983C05F30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310813-6788-AAAB-2B33-3882F5A20C6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624DD1-6A58-5AB5-9672-E85D05A8F47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FB5605-B655-7986-A193-29714DFACB5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0CA027-253B-4585-FD72-FB211A8C505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DC7852-A496-4D27-9DAA-6603B06E0F9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066F95-1831-C576-2BA7-EA228E295D2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CA1AF6-4C41-868B-F5E9-3F498977CE9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DD1364-C4D5-0337-3732-A394794E94A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FD7987-D1E6-05AC-D4FE-AA3E8224E39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E36E775-8696-82C7-6254-08832A26EA4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186EC2-FE20-DB31-51B0-8AA53D20535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B09D86-5726-202C-2E0C-69E9E7D702E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BB2A99-61CF-B8BA-71B5-E2BC3D06977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F2ED24-9676-F345-2C8D-FB6D7E74FF0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284F46-B79F-6DCD-3A6E-2ED284C8872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9B10EF-F298-77BB-B3B4-6AC372FFD23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CCB0B0-2CCC-14AB-70DF-F320999D7CD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01721F-8662-A7DD-1614-04E6F9DC4D5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E5E7E3-8964-AB93-C536-DA088D327D1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984426-390B-2139-A5F9-0B643D3E4EA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11369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B7D85-8072-30AE-EAE3-6839A402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8CD912-40F5-CCCF-FDF5-8B3CEFA211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upper right 45 cage.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1DEA99-7F38-CCBD-1422-9A223C290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B57484-D808-A120-6A25-A50C37C31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3D0AF8-190F-1B0C-DC35-DE96E885D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B1B647-F1E3-8D94-6482-631580DE1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BC5EEF-D46E-E355-D1CC-2AB2BF66CD1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CDDD72-719B-070E-98FC-DB10867276D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70466-1F0C-FB09-4CB3-DA0F5739CC7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3521A-0E97-E87A-5758-FDAD9C2CA13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62B2B4-6C79-BF91-08F6-B43E2D6DDD8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D27EE-7DFA-4FC5-E863-8B2D3CC7215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07F7F4-FB54-F831-5C39-DF8369DA55A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03F928-2A5F-A1C7-B7E1-0F48310F39D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6FA87-D38C-3D99-9354-0444B105C20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71B41B-C183-D212-EA7C-B8A9839E4B4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8E6531-BF3C-2CB9-BEFE-AF2C8AC823F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E21994-5E29-DE92-B6EE-AD2702A0240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721086-467B-E982-D798-694616387C0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5E87BF-FA40-AACB-33AB-4A8540943E2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B6B850-D1A8-D816-C77A-FF41ECE4C7F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6C58D8-1B18-33B5-9455-66CF5B7D7B4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D6AE92-3DD0-F74D-76A3-98677034778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5043EC-A06F-A0B5-16F6-01FCF789A6C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EF969C-BF8A-00AA-E1C0-2A799BF27BE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097AA3-ADE9-EA4B-8FE9-DEC05BF3925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E1B491-6BE0-C738-A06B-22D0F0E9D4A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C3784E-60BF-DCED-98C2-51004EC3B77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24E964-5346-5719-D779-EDA33819BB2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41262E-7616-CF15-D86D-F92652C357E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3D4B19-06CC-F8FA-5E94-B7D5735FE24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F43689-D9C1-F72A-9233-CD5F0A5A6CC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EC214F-0781-6078-4784-F96B46D6DA5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0D8694-C4AF-4F36-3D09-59764464671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06361F-C485-1F5C-B94A-DEF83632C43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77B8DE-6676-EC5C-B53A-357183F58BE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9359AF-97CD-F907-2C0F-0669E47B9D4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BA41FC-41C8-9434-D5D8-45321A923EE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AF175E-42C6-4E8F-601A-4726EF4A8A7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E0A831-0120-8D8A-887B-9DC1DE4CEFE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AC77BB-A46B-0A62-AB99-0EAFD3FA272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250EDF-750D-656E-ED83-D2948023FDC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A742CC-9006-A617-DC27-7280C8FC78B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CE5300-CC26-9794-4915-315AE56D002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A33DE5-FED2-B104-4429-056B6975D2B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A95858-B8A5-D16A-1F55-2CED7FD7C36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28EBD7-3B92-AB69-F3FE-0A9051DB4E4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9D4C4C-C7A4-7FEC-9A12-B725FF3CC04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E15D7B-9D9F-0977-E7AB-D2B5BF01EBA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A5F7A1-70F2-A500-1B16-6693FC5593C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12E8EB-5E32-6438-C699-1CACB623346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E119B8-5C7B-EC19-B927-83C1FFA803A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BE7A99-AA44-8702-B737-C053D2EC825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922292-A961-CD62-8EEF-D38593216B6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6BD7BC-B628-5D2D-905F-528FA92C30E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87FA6F-F62F-AF89-8A9F-7178A00EB5A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1BAACF-CA6E-4075-3DC9-5F072002496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C0DE38-CD7E-3F96-B71D-0E2F33175F3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6594D3-21EC-D3F4-FA22-C98E3F73B05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F50E3A-20C1-5D74-43F9-8F0A337BDB5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B48616-C679-9A6C-97DE-83766C190FB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C55BAD-2680-C004-0E1A-822098341F9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62B81A-D29A-4694-E6D6-429CB613E61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88103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6C77-A2E6-8FFC-F359-2F163CD2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2ADDE2-DF87-8E61-1B6D-83F395D209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A5A361-D1D4-07E3-119D-FCA98B099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52C40C-642F-28D0-F09B-7AE16A4C3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BBC5B4-C218-F614-80D9-0581A6F0E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AFB0892-D498-1633-A85D-80413DDF4B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DA8DC4-1996-FA31-6339-CBCDA08139B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FFA5C-00FC-41F5-A7BA-D6BB257FF61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AFC0A5-BE18-B67F-370E-9984BB6802E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22701-2DB5-4B70-F518-D2E46AD9773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F15CC9-1123-F2F8-3E56-DD4C169B7FB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3DD4EE-65C3-09EA-58F0-4C73200051D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A360F7-04FB-107B-D61F-B03122415C0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8D7278-6EEA-ED7F-4326-97430951B9D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B1CD9F-3D6D-DB6D-9338-AFF46423634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2B9DA1-5F5D-3A82-8D06-A1FB20C2D6A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155A63-2911-67EE-C623-744E54FF43A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6360C2-2A4A-22B9-0FD2-25B19F96386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4ED15-5229-BE23-8238-BA4DC956D87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C38D59-924E-9ACA-5CAC-4471D638842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781BE6-8E03-F89B-4021-26992D5F103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DBD02A-93AB-DCCD-A071-4B34E30DAB0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C96EF5-C0DF-E230-159A-731F311B33E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0E8912-3454-B290-22BC-C4597A52598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50FBEA-8EC0-0CC2-6483-ADF50E55528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7CE4C7-A889-EBDD-9641-B49B240DDBF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83878C-327C-C1FE-0E4F-ACEC3FF3204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F53E91-7CEB-CC3A-C1F9-349FF937F8C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52E451-70C0-0045-BB18-F9B3AEB2F5B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A50CF4-9EBA-F077-7E45-2AE5FDD3911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0051E1-BA97-17EE-4BEF-20B1AB83642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A4219C-4DBC-DE7A-68C8-0769684E833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3FBCBC-078A-CEED-29C8-4F1D07F4576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61B33D-2F21-3984-9E24-EB538BC668D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5D8115-691D-BFD7-B69C-D6E60ABC936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BF176C-950D-ED42-7BC0-06AF6469D05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E03E4D-9821-0787-2AF6-20AD78C459A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67D3BE-3AB4-6392-06D9-69DFD6A6906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8450BD-4040-9B1B-39F7-700AD56F30E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16F292-09E2-E9D3-B91C-9AD76CB0F76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3BEC84-7069-241A-718C-48AD7AB25D8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1BD008-7A93-03EA-3155-3D1503BD1B5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33825D-E974-62E2-B15A-06F135848F1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08CDD8-3039-A6F0-8282-A1C9FD51D5C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096975-D351-6488-C6F5-FB6E099DA1D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D8E85D-A9AD-858C-4BB2-C683C5359C8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D665D-94BE-414D-A60D-C558EF3A0FB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CC2BBD-DF6D-FF07-41B4-8477B4A3E16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D1272B-32C3-9414-0DD3-2DEC263183F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D19B97-7192-6A60-8487-1A864BBBFF9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DB9A94-536C-6D37-3D5F-AF76D110DA9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D7C026-72E6-F3F1-5F76-D47DCE215B3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CA0C82-935A-053A-9428-72980E0BE30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CB3579-2328-03BC-3BB6-7B45759FC8C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75154B-6744-A29A-5854-C0CF227DBF7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18A0F1-ACEF-1F23-98A4-E39E82090B2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1E31CD-077C-D02F-B88A-F7C5FD0AC84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C78E23-E88C-8CDB-BC80-4E4E49FE1FA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170CB5-E74B-3D32-C83E-639AE66EA5E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FB230C-7077-8539-AAF9-6AB0811BC56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2A7E03-2B21-410F-A870-AC5D310A4CB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DC11F00-299F-ACA2-F170-2C25E87CD23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1524EF-A8C2-0A39-BA2E-E187E394A09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88194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8919B-47A5-C101-EEE9-83993230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08E493-B6C6-3301-094B-7C553428B1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Note 74/247/27 in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C11E1F-E312-056E-3CFC-11729F703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9B6EF4-CA37-F836-315B-FAB4F1091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2B5340F-81BD-050F-A86C-38352C82F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ECE1308-ACE2-61D9-D59B-0817AEC7E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CF1901-9E80-76EB-871C-238628F6123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58D07-37F5-E430-14A2-02D703B5906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7AA68-01F1-95D4-8502-196E52F40EC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231843-AAAF-1AB8-BF91-AB6C8BC328A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89505-32A6-4782-6609-67560E97709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99F228-A737-F40E-6855-9E54FE1716C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36012B-730B-A4D5-220F-BF65137284C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808850-A1F5-3C08-FBEF-468176528FD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77688E-CFB8-BB2D-B6BE-ED29BE3FFBB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CE204-9055-60BC-DBCE-046C62F3DB9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10370C-DABA-855F-BE58-2DA20C7F7E3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8AD396-0ADF-083A-D1D5-34A4756208F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A2D590-7991-279F-45DE-CDE99598EAA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4A7638-DA9A-55B5-05BB-39848B73580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CC8961-648C-5D23-4A7D-6D38216487E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B0F60D-5CD1-4880-F81F-7CAA5EB679D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B909AB-5568-946A-9263-2F18AA99BAE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DD5E2F-0722-5BFA-0BAC-8412F577119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7D1383-9689-4D70-7DB7-5AE835E42C9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341BCF-7694-F881-6553-20BB3AB8773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669724-B1E2-119B-202F-15334767AB1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C15B84-81BD-A2AC-08BC-F0103BFBCAF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D25D24-4814-F7EB-B60F-92B2E66C6B6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6B8842-C6F7-449A-84AB-7AA73C4D771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8829F-8743-F75B-923F-182B10C9D75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930BDB-3BAB-53BF-4604-8A735AF9958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69AFB8-7E2C-1E75-6344-0FA463517FA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43125C-009C-C139-C8AD-63B7B4AAF4D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8B3F0D-23A5-813C-45C9-FC3BA800567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D51362-8E2D-0504-871A-EC34E7E075F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2B6574-C7E0-7C0E-222F-F32477EF630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F4605B-ACB7-5C23-15D6-CC0B7322B00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5ED1D7-50CC-6DC4-39B1-1289CE3F925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2EC9B5-B8A6-76F4-D93E-96B7181C345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61E352-2747-C612-F3DA-B7C03928C4A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50CBC6-F5EA-0EF4-2AEE-C504DDEACDA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50D089-5863-B268-8044-2B08266CE2B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A5BAFC-0716-464C-35C7-2B4E3332C23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D328E08-136C-D0A9-D71B-E41AF9D0F1B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AF25740-B1AE-8382-430A-D320EE8FFEA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50E5E-BDF7-A2A6-C7DD-9D2DFD5F4E7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18F63-6BA1-299C-8643-B0B7E48111C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816ED5-52D0-958B-8E91-7C6E4611B6F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4AA54D-1BA5-54A0-33F9-E4EF90DA5A5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5E23F7-B012-359E-854A-04418DB2422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E6F21A-5FC4-9639-D5B6-322AEE0805B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C75AA5-AEFF-7DDA-4716-4E1F9CD7229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5AED3F-AC27-95DE-78CF-4AD55972078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E71A5E-1B99-BDE0-56F1-F419CC20279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2A196D-4CF3-59B8-573B-600455EDCC1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14CA13-BD99-5AE6-6368-7C9695A58E2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DCB4CD-A8E3-F34D-44B8-0F4B0CF4356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CDFC60-5C58-A0F2-141F-0D8C5D23617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905710-D606-BBE2-D16C-120D7D0DA9E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23F993-BEB1-E71E-539D-AB5690B20CB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A30581-9EC8-7491-0CEC-B65B46B5C06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EDF3A6E-0133-11E8-5FB7-0B9CC71D6DB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84248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ADDDE-B089-ED14-2866-69173224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1E9C6B-F3F8-4E53-0155-1E065CB3E0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EAE28EA-584F-834E-419F-9DC092E1B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9176AA-B571-EB39-ED45-86EB2F943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DF10DF-2249-3330-06B6-595CA2F979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CF4B64-F099-3C49-E7E7-1509D0C0E3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6B489C-F167-E8E5-5620-3037949775D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DFD4D-D7CA-E505-005F-327BE9D8B27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267E8-0071-BCAD-B706-BE790352E3A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2EC686-A4D1-1288-E392-B81D59E5695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C7934-0C0C-BDC0-A6DC-CB36E429B22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CB6C96-0F18-7CE4-0E96-F94B9D1734B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857835-9544-161F-F15B-FDD74AA0103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282298-C023-E8C2-3A7F-EC3D38F5DDF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7617F7-9B60-D481-952F-869E31AA6C0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0E8B63-EF7B-E473-5C56-B884EF65C85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758DB4-0A8E-B929-C31F-2BCC955567F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769121-5A10-F385-4A60-C9A447F0D77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B46FD7-18BF-5D65-987F-8FF3D12818F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CC44EA-BFA5-3624-4B49-6FA4E68BD89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7E4866-B91E-572D-4C15-1F7CEC16E02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E2F44F-17D4-77D1-A823-EEDFC215899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6891AA-CF61-8597-E616-55EA17500E9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333682-066E-C9CD-51CA-27EDAEACBE6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0B6824-9D43-7768-331E-94FD2C35E11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4CF5CF-ACF1-96DD-887C-12375ADB565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CE055B-9EDB-8E9A-5EE4-ED50ACAF0BF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FE2C0C-3866-5083-488A-ABA6461D509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3BBECE-F734-91EA-37C0-D13DD87C434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8DD9FE-EDDE-483F-B917-B9CE0714723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C62C5D-5EBE-8155-36EE-DE8AA4507FE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EC97D2-01D1-B08D-16E8-A636225FB59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2B9F50-2CEB-3E89-28E3-24CB12FE52C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94A4A3-7F5A-C2C7-4590-5CE14DCD4A5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7B4483-27E0-03F7-5377-0C31FD55419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279D49-E316-1671-BDF7-E4C826380A0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C915C9-5456-A2E2-CCAC-86FB17DADB4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BC6428-F247-38D8-A04D-B4F31DEFF5E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DCB990-C978-9238-9BF8-87EBCAB064D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EAE7E7-5149-15B6-2169-7B7107D494D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84A20F3-3A33-B8DD-9A15-9C3089F83DB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3D2EB5-E452-6094-AFF0-88859EA9BF9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CE08E6-F960-558C-4A64-F8B18C3312B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7D4B0C-6C46-F8FD-9B5F-C3B0BC6D707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3C6BC1-6BC1-7761-FE34-91311048225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9EC32C-EDD2-87C3-5BE0-6C1A519E939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3C1D92-F624-098B-710A-DC7EAF39B18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4A55A6-49F7-6C7F-0872-58C4F59E119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5EB26E-F4B5-DEAC-EC8A-5301F1A4331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90D177-4AA8-970A-1CDB-1BF05EDE21A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78AD62-39AD-E4EE-C60D-77706A736B1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4116DC-E019-85B7-F602-2099021D70E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5DE3A0-D10E-95C5-D5B1-4DE4344A4F4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2AE6F3-0C72-2505-DBBF-515F5A8FC90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A376C5-CA23-CC50-F2B4-5D91CDEB25E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B650BD-1540-6F9F-D087-54962A220EF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345489-3B78-E457-6167-6363B57A87C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E6ADD8-6F9A-C916-E2D9-F99A4DEEEF9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67C34B-4C91-313D-2431-C13AB7D7AAE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688034-A84B-42D7-5809-5176D39F5B9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3EE4D7-01B4-30DC-2902-DC0BB045AD1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B08B62-D802-4F4D-6899-A77D06593D1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B96E2F-8E50-DCA3-8704-64BDBBD0469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41815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11FD4-3216-16DE-A1C3-1F832381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AF6498-1DD5-FB9F-5B2F-D98FE2B226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3 in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7D2AD7-88BE-1E15-958B-9344D5FB1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1F4FE6-CF0A-D479-5827-74DAADF84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2B6A663-B4B9-3E58-3CF5-339FC777C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8D6BE5B-0A5F-DEC8-5651-FC2A0A7A2F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B47B84-89BA-C5B3-676B-71C77602C1A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B67B85-0658-9B67-C9DA-F5D632CB8F4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B4A57-F23C-8205-F7F7-7949390AB4B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10E26-C39D-BD55-9EAB-482F38099CF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D72187-21CA-2B80-C62B-63A70BB824F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A09277-064C-4C75-93CD-E221417942F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9A55E1-C9F1-FD38-3D6C-CB8DEE42856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BE9CCC-72B6-B85B-9394-9A43EEC75C4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82383C-0B40-B2AA-8532-16DF21B75E2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703616-93D0-4CD6-1DF4-16F86D518B4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2357CF-AD37-01A5-B3F8-C7165C5BD64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6F4579-BA41-D40F-44BD-1435B61E896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CE6264-FF19-D3D0-DE3F-766B12B9C65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AAF42E-C291-E71E-D609-F5408C99ECD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4D3AE8-1D8A-F4C7-53AC-AE89445C80B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77E0D3-48E3-343D-4716-FE6FFDC3C1F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53ED42-F658-AB9C-8AEB-C264B24C34E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8A7C8A-ABE8-A9F5-DFCE-41BB4F02263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2B1ACC-CE07-7B66-E5EA-C465861B2E3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D2E2F8-72FB-1E2F-E156-6F82361368E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B7891B-F019-BA93-5A03-86DA5B3BA88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EDBD8A-7EDC-469C-14E2-0DCDC9B71C8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49A473-719D-1148-A08D-0EA800C1CFB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A4139C-CA77-317E-9D37-B3FB276FB62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6E8BAF-44AD-6F5A-11A5-B0A857A6578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228F60-A7B2-B3F0-2FF2-B853EDFFC8D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6BAA00-8983-CD33-3146-833D053386B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10A514-D5F7-E871-6C57-F3D982A916E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675367-3DFE-6640-01A3-535176453B6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B3B4F2-158E-C441-F79C-A9B30C04AE8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0382CB-9D6E-7B93-E15B-73F748B2BEA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C2A0A9-DF75-77EB-40AF-21048F801D3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09F1F1-0289-585F-87D2-040FB7374C2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4EEB30-224B-F9E7-78DA-E1BC100CFAF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B99C2C-8673-D4CB-BFF8-23428651DD7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29082A-424D-1ED0-20E7-2C4B0130702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62924C-8E89-CF8E-7B24-0C9B4AD3AE6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BDDA59-2126-1EDE-7F80-FD5799DB548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403581-C2CF-E138-B024-6FDBAFBF3A5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CA22C8-425E-3926-51E6-9685F74166D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52B1D9-8B40-3788-15A9-A38CAA2DB37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92B973-CD0D-5A46-716D-2E68B3D767D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58C343-1E95-28AC-8743-903F034F615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3A6053-0D2F-D47A-4B66-B3CB4A43EB2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BF5813-C304-A69A-D7C2-CFBEE84F097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F3A587-F753-A32B-8E5F-14CC95D4EBA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1B4211-DA61-D261-B71E-988BFF93F52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55188C-8DE2-12A5-8EC9-AD890FF0D38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E1F4A9-16BD-2C76-36DE-26A3C4CDDE2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9D5686-E75A-C83D-E578-1FEDA212B2B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5BCFDE-6137-A0A2-015C-92E525BE469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4393EE-A7A9-F1FD-8E5C-769D4A9F6FA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66B508-4B99-87D4-537C-2B095B39AFC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2C0CE8-8BE0-748A-50ED-FE023608970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D218E66-C121-F443-BB85-3E39703F644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CF6D94-CD9C-FBA5-4D58-909A77B8E73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2D6AA0-ED68-B34B-E739-818BD9EAD1F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AE2B3D-99B5-391B-9E80-B46E2734DAC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13167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84A8C-6A9C-43CF-E197-47949BD82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5A3DAB-72D0-7BF4-4768-1A87AB7EC5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CF55DF-0DB7-72F3-4EC2-8AC8EB7FE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926C076-481C-CA27-E6A6-69AAFDD7B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0E1DEFB-F6A6-4382-6A98-28BBAA194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8545C1-6749-4106-DEE4-F4E9C8AB9C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B310A0-1726-C6D4-9E19-B3884E593CE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63410-0159-3B61-34B3-66373EA8CC1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050D5-1224-8E2E-CE42-637B1C3A17F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C6F002-7B38-0BEA-65DC-015E68FF2F6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7D16F2-A828-6016-59CA-14CEE82FC0A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E4EE0D-5C3A-9021-5A4A-F8CE1FBF8E3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CDBC8A-1698-20BB-9882-32F60F99052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11FD52-7973-1ADD-C63F-AEA66B1C53E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4050EE-B66F-26B5-FEA6-6378B86E26C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EF0051-C243-1A99-C923-54321A0BF9F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7DABF0-1F7C-AC5E-BDDB-E4A3F866407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84EBD1-5CBF-E63B-9851-13C9EF0EB27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60F559-56FA-44E9-9143-E285F189C05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481A7D-0A36-C70E-A307-5374DFB80C1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76819A-436D-2253-8178-72F693A2AF8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42265F-FA41-3B3E-4354-D5219B4691E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46FBBB-25A4-E2D4-6FEF-312CDAF3245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1AC2C5-6C44-C102-D048-CB7E2996A26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E122E8-B352-A9B6-7495-5D620848C36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EA170C-0C47-55FC-ED27-6F7E21774CD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24C358-2118-4092-81B7-FD6EAABDC26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302D30-2384-B4F7-3261-F7701692B4F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541CFC-5310-E65B-610F-3ABC1CF853E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26DDC2-B2D9-9E74-A090-A71D80CAFF6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1EEA6C-C694-A693-F468-BA13E70CA4B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919BC4-18C0-4C8B-1BCB-E8111194086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235511-5173-D7A3-6762-914FAE1E430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2C9C09-C9C4-BCBC-4FF9-937219A346F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14BF8E-8E76-1611-2B83-93529ACD6B8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407A34-B6A5-EE7F-98B1-782B626DDC6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8C90EC-5FF8-1CB1-87BE-80DA9EBDABE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9029FC-31F4-BD86-1611-B874572919C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33A395-32DB-B400-B272-4153AAA1013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253E4D-DE4F-2402-B8A3-44557BE73D9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767164-25F5-68A6-6074-998364173CE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82CB89F-24E2-ED7A-894B-A60A077CD7B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E2D735-8C4B-5E57-4D6D-A469B2160DE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1A61AB-5F5A-F5BE-E7F2-C69898F6F85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3637DC-9E64-E2CF-75D2-BB464B30DE9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5A5313-E03A-FABC-61F8-EABB17F1C27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C55337-C2C6-3F6D-7643-EF5F0627509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7496BA-FCDA-3B51-C277-6F2EEDB4E9F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D992DC-BB97-EAF2-2574-00CADEF9065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43F956-6571-6D79-1B18-C54E62B0ABA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93889D-827F-1369-BBBD-F66C2F9A9AF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EBDB8B-FC51-F461-A010-13130C10847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1774EA-AA6A-9C10-A83C-31F8BFF36EA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603CC1-3FAD-43C9-A395-D221E9D3B0B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4740C0-E517-6DBA-538B-D39E7C3A033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6EF219-6840-16DC-F3F6-5B60B29CAEB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2BAE68-CD08-5554-0CE8-3EBB6361A7C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F517B2-7034-7C61-F2B3-DCB03F00D0F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C8DCCB1-4D66-8733-D7B1-AC393218AC6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1A8C26-81D5-9953-7DA9-0526A507C28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1D08BB-D723-413A-A3E8-C4DB90D805A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4A7038-891E-6A71-B677-B1409FEDCCD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E7AD47-82CE-4EAD-8FD3-281571CC1BE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15C0F9-6984-5E8F-0BFA-5B84026485B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368928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0FCC6-7763-2541-2498-4941E7B8E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E757DB-2D1E-AC44-DBA9-D2239BAA7F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7B000D-ED3D-96DA-B16C-1CCA300F9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C2633CE-A677-1633-3686-F0E21B9D1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CC738F2-CB56-0795-0CA6-1DF37C354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CB6104-E398-8ED6-D8F9-0CE64383F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221799-8EB7-37FF-1578-ECAA2D1EC15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683904-67EA-B683-FCC9-AAC0E53C6C9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01216-270A-E047-7945-0C9F4188FF0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00176D-885C-3D54-E860-0BDEC9DD1B7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3B36D9-9EBA-09FB-060B-C5CE3D5B8B3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9E4DFC-BE56-EDF0-3391-55B4AF02B81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AD2EC0-6BBD-40DD-9A6B-5991A93F399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85445D-D4D2-F569-CB64-D635E61203C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074A4D-4221-FC5E-7242-CDCC3F62B10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A71C26-CB0B-D71F-BA42-2D77006C3AC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53C7F0-5969-AED0-D425-4E24F6A3653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EFC223-5602-F6E9-7AAA-62D02F6E367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623845-AA3F-76DD-3CBF-04108499CEE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46878B-6AC5-11FA-6B10-582E2729BA1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1A8572-58F7-4F0D-536C-DC7D31E9738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F8C323-57C0-C169-E456-27137ED493D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7B4941-DF38-D991-4BAB-BD4CBDB2DD9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BCDF5A-4542-08A8-40FB-154D5A250C6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FD2984-F6B5-CEE7-7BCF-2E20783FFCC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3F5356-D5E6-75D7-18A7-180B307757B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97CBE2-D707-9340-CB22-CC03C5BCE63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2A0683-26F1-70CD-F076-DC83E244743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430B0A-8058-F872-F1FB-2335530B1A8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5B2495-7177-FB3C-BDC0-1FC3BD1736F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14638E-F49E-1CCB-D299-695C73131BD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27D50D-65B1-22A2-7BFC-58BBC1A094F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3B2AC2-A884-E3B6-7152-24A9E526479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36E4A1-D04F-BE1D-82A1-2838D77335F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2BAC9C-4425-E5BB-39B9-83FF3C8A744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50A83D-390E-76E2-099B-D831CA7DF42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4D7415-789F-D6BE-7A5D-303FE22046D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A2FF9A8-C81F-BCB2-5046-4EE1E5DEDA3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FB7A0A-47F7-383C-27B7-26F3C26A319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5DF98A-9566-0138-AB3A-439446B9CAB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D55172C-7095-EA63-CA2D-B384231035B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76D3A7-9A55-9D0A-D36F-8B459D4A456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EC8999-8BFD-04F2-DDC9-5DBB20DE056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2C2F1D-80D4-954E-3A1D-3E15BCA0D94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9C62C4-C196-42B0-F93F-42A4497DA13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6CDCBB-45C8-165D-890B-A0D70F08279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D1E495-CE9C-6271-9FEC-F27EE7C3114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29EF77-8B91-F4BE-EEED-B05928C0A5B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2D94F3-AB49-6E5B-F1F0-ED7B5A9C3E9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FACC78-2088-CDBC-8054-C52A4D23E18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874C6A-1E04-944B-9BEC-8BB400D584C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9962C6-1828-E607-0824-74EFBA6F9DF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CA281C-E333-7F8C-451F-A3A817E5A12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1ED74F-1EB3-AB63-370C-0C19934E776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FD0AFC-7886-2B29-3F3F-605CF26D695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0E229C-3984-C4CD-414E-D4CF93AB340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84C92C-E538-8324-BC22-078C62EA0EE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F90F469-06A3-F6CE-2656-18E5281A3B5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C3A838-7B12-3A88-D151-D5261CC6D75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20F2FF-7465-58A0-70A6-57F88A1E21E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720E14-313C-921F-AA7D-5D15D7847B6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9EFECC-C971-87AB-2FAC-1B424269B16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38B80E5-24A2-2832-F252-90650EE03CD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414068-7DA1-03EC-3F86-293F5ED5A0B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897450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001F2-DEAB-116A-1825-BE7549D3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5E1009-D15D-4D81-0DC1-BB96DF97FE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723E223-92CB-B644-DA42-65BB9124B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2ABE64-99A7-E7F8-138A-D37B6B53C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7254371-8B15-C3AF-666A-3CD893391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A8B2BB-CC4C-8D32-520E-C925A3DF0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8E6B1D-3305-75C1-7784-E2739B3A640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FF579-367D-B753-9376-62212A2B25D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E0B27-829B-DF20-F1E9-800550E8DFB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078C0-4027-3B00-9A16-8E633679EBC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E9DC09-C991-FA5F-F2EA-FD1D476F11C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EB79BA-5FD0-7BAA-E6E1-031A620964F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CD503B-AA96-38FD-D246-8AF2BAFE8FF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800F1-9462-B017-D221-00D63981D7F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BDEEFB-FE2E-A824-8B0E-EAA3CEDA4DE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0F7784-3E2C-D7FA-3498-280D7A78032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AEDCFE-65A3-9B32-D036-5912AD831B5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523C2B-6860-E9F1-7B2B-7BA12D76D54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6F0DE7-BB82-F513-60E3-648A1712A51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EE7C4D-DCBA-F84B-F188-BEB32EC8D76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8C6C67-98FE-64FE-2C21-F9F47197333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22A5F1-DD59-A2A6-4355-0286B7491F2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1343E0-AD3C-EBC3-AD46-28883066A62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103785-4752-2BC2-6C81-1F61E600B5F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42A6AA-8292-D56B-8F37-DDF6FA9FD24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1DDA7D-4E86-156C-687F-6FBBE812FA7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DF63BC-05D6-53B5-066D-2BCE9D1C02D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CF0F35-54ED-A2D5-DBB2-4AA76FE7120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D15A72-902C-9CF1-E666-2F477B7CB27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24CD20-2182-DBAF-2A46-7316C56EC36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4EFEA4-1D3F-C71C-90E1-2FCE04560B9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3DDA4A-C0BA-A068-105F-A3AB82FCD91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77AFFC7-2BE5-7ADD-FBE2-2617CB6C300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0D399D-923E-29A3-2824-B846E0001C6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113267-8A3D-E8FC-9397-7F39C734632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C13697-1DCE-BA26-08CD-4078D0E8F17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530617-EAE9-B08A-149B-D6F0514B3BC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47AF7F-C000-19E4-1C5A-DDEFACA3E9D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C46C0D-919F-A9FE-ECBE-775101BAD7F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1754E6-2291-CB2F-DDE1-9CEC7C984E3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E190B3-71B9-CE09-B4D6-0F7B8FEB323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FBFD37-82F0-3BEC-00C8-1F449C27141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7F937D-C6A5-71F2-9E07-132906DA2D3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4D0C9D-F743-50E5-102F-BBA7AB4AAB1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51245B-D34A-6C4E-41A1-D91942058A1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81BEAA-8406-D9A0-62B6-5EA3747D3D7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E21B1E-33FD-DF3A-A2F5-CAEDD910522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66C7B3-1EDF-BB0D-F09D-D6C6D5A5AF7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0719FC-E931-696F-9AD7-1F57707FF27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387AB4-229A-5236-A20E-3CE740580CB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F52A65-0157-66BE-062C-D54CB8C1193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483223-5B96-72F1-5CD0-E2A07C43F07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8A9A4F-1C11-B26D-A0FB-4F6021446BD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E8D9ED-6CBE-C86A-DB29-08AEED4D1C8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0061EE-533D-59C2-02D6-C00BF862D61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8EB221-EDA5-E00B-492D-9E73195C1AA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451545-6FF8-F177-94B7-BF0106B811F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5D40E45-96E5-1DFC-1148-1696A4C53B6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1E6380-A0B5-7E88-89D3-6E16E36C234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547C3F-92CA-080D-4DD8-23A4AC7C6DA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AA85EE1-33CD-1C64-857D-3EB1EC794CF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9222F2-C3BB-ECB0-51F9-A6B847897C4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313D06-74DC-18CC-7FF5-CF5DF653C99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AB6651-E674-0B68-AE09-387B00343B6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612985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4487B-BB9B-AB58-6C29-5BED75D71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BEA351-0B95-5E39-74C8-57B349D774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6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77814C8-3389-CB05-3AD5-132E03037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487E10-6AC1-F420-7524-B4FFFF61A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0C5E9A-1A83-CA86-4DCE-84F2A3C72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D37952-FF5B-D0E8-A98A-CCBDF02DA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FEF561-E529-C0DC-2D58-7E95D62FACF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A4775-B28F-AE11-B046-70B28451962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427739-F165-128B-8F20-6E112F9EAAF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EAFF5B-460B-B3DA-512F-10A6C450AC5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979F95-6DFA-FC3C-60F4-FFFD5806662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3CF3EB-4967-D3FB-91FD-5D4788EFC74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4462F4-D984-422E-73EA-64591957FDE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DFC74D-33DE-E8BD-BA4F-91A023FAF30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29EEDB-E9C9-4630-F876-A4C20831615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0ABA7C-FFEF-4B12-9117-2E971E2E4A7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8CAF85-0C93-D07D-D96B-67125A22A70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551F3E-66A5-7D8C-8E18-75217571BAC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017927-91D2-EA02-E536-2482F3990E9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5ABDAE-BA2F-EF27-ECD0-92F09BAE910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96F092-7A22-8EDA-3FAC-4809F54D56D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84D30F-8E7C-C4D7-963F-02955317C4E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653329-719F-0E0F-FB62-4B55A2264AF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056822-78D4-EB74-22FA-64AE6C2B814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A95AD5-1E28-E809-F6E5-4624CD79152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CA1E6B-A033-C1B9-B77E-7A159C42E0A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E73898-D9D1-1E0B-2699-FAD3B98B0AD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ABC63A-133F-04AD-7D87-7BA5884C035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E87A19-EB3F-9C8D-EC7E-2488BB07A5B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A28AFD-E9EE-52F2-115F-61C016D8DFD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428280-9EAD-2A10-9F58-FD6ADD3570F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F633CE7-9375-C7CF-D787-FC33B3211B2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4F5C0B-3517-896D-7F42-1F8B2604D39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D8B52E-1FCF-9598-2708-0156B984F0C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8BDA7C-8D94-B206-6EF2-1A5D08148D8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9D8E75-70D3-9A92-5019-7574352F7F5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443641-22EC-91A5-4F5F-FFE47B40153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F623E9-AD4C-BA94-C68A-53A9FF60FBE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D98873-A4C3-B913-7C1F-23ABD41ACE5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962072-59A9-45C2-CB37-FD657C80640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2524E6-1A84-6FBC-33FD-54C7D3F2CE8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0FD80C-FDFA-8B26-065B-BD9BAF14912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2A7328-8550-E049-AB5F-49976CBE6A7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45FA42-94EA-7E7D-2FA0-E5690E17BA8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3C8881-9A6D-077B-2D71-BFB8B4BA0F1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8C41B0-6A47-3CC3-E3C8-3CEA659DDAD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8C0023-662C-65B2-5AC4-4F1C10BF91E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A1B40A-B73D-E336-69D1-1E4190FDE17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5855DF-34F7-801D-C938-98A649FC1BF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7E834A-9BE1-ADD3-E3EE-C0986F821F4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79364E-69F0-E3E0-F3BA-4F1A39A2D76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4912C6-CF08-A5F3-9D8A-4B97998E578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DAAAA4-526F-9D60-6780-7BA8AF9172F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43F38D-B650-EFEF-EF26-FDC486DF199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BB005C-534B-28B1-1C2A-795D0AEBB68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A9B8DA-5D4F-711F-8DB1-8E6B4D6DD40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B3C0C8-9817-7E6A-8036-7D5686AC4F3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0C2F9D-1E99-19C9-5CAB-060BE281DCA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F983A3-0263-F6FE-FEB7-F87FC8D4163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8AC528-88AB-B20C-5B90-49B6DCDA0AF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AA39D4-2A3A-6D00-D54D-8DF5AD7A50B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1DC270-7E83-9456-626B-BACD72E720D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54EDC8-91E1-2607-50F3-9CB8A10FEE7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5FEAC6-E287-FBD3-973E-EF9823EC4C0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1B868E-6DE2-1856-3F8E-2D38561E714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01590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6626B-B3C5-7955-251B-9105FDB5E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3C9BBC-CB7F-AF61-4CCB-76C92A7C78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lower right 45 cage.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4EBDA0-74EB-EE4D-9344-5887D9584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A1AF062-9DF9-F9C6-8650-71B605BA3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9055A7-7AFA-592A-D4F7-91153BA65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523466-0B7D-3E01-4D9D-2B1F6FBF3B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9CA3A5-6EB7-5277-CB7E-F110139E02A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5E107D-13C0-650B-8E7F-B06F42B0B53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91143D-0148-A5A1-438E-7A136E03B0F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E21E6-A5E7-376E-E094-F844B91C6BB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15C979-6584-5CF9-F5AB-A783034C7BA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E9E2F-5A3D-4D17-BF25-6FA0A8E1488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2DE39-2D9A-83FE-F62E-9C0B9F703E2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10BD81-E94A-DDAE-0EB4-A1F4B9A09D6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33C185-32C1-6EF7-E3A6-9E1A7614CAA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152F57-A80C-F586-D254-67E5A7056CD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AF9F65-CC8B-50FF-5FF7-968138CE7CD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FE9FA4-41F7-1CB2-2F83-A22DB55B99B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58E445-AC54-BF3A-D357-6FCA396243E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C37043-B92B-4DA6-D9C9-36148506EDA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AA8E4D-8241-7A02-2A64-C79AC024FC0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5A8EC9-0023-1ABF-FC80-D40966AA777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BE9145-F9A6-EF41-8488-61698B9A8B8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265873-82E6-64C0-69E7-74D7D957E06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7850B0-8525-4CA2-F891-DDF6F110A3D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0C2B23-4C5B-39DF-D1E5-E0FE40A627C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A7C616-BDA2-1296-E9E8-F51780B18DE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272C4E-B584-9D56-A96D-5581424554D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EB32D4-110D-077A-E7CF-B56AE492BD4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228D4D-E783-45CD-1AB3-A6882AB02C4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1D93B2-D079-844C-781B-D07D789AFDD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BD27A1-CD56-B915-068A-D0E5F782763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6CAD82-A7DF-19BC-FB9C-B42AF5CC42A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D039C0-94FD-42A1-3893-498E03BF055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E4A850-D35D-F56C-3F6C-89176E9E5D5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7D7816-F133-6CCA-F9BF-3570A96873D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33B9DD-CFD2-D54D-CBEC-70136BA719C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9F20144-0B00-3FB4-34FF-C1E60F52B2E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33667C-F662-D390-9403-DDEDAEAB2BE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6DBA4A-0C25-5164-18D6-2ADB75CDAE1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712498-8ACA-D4EE-0E21-A5B6B6F879F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6300D9-B62F-31C6-BFE8-28CB9F2A299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8B4C2C-BE9A-9957-266A-420A64C8B51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13B34-3870-AA77-D3A7-FFE84C9568C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ADDAB7-4865-B324-2FFC-891B2DA8A62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7F2A35-D7E8-75B8-3329-A93D8C21281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925D87-C1E8-659C-D8E3-EB33D986B57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CEA5A6-FA61-6567-D9F2-8F22875FF0E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B798F1-E53F-CE32-0A6D-FE401ACFD83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8D8953-A9F8-8B8C-E830-22965AC48A1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DAE0C8-71E1-3F9A-C581-FEEF64F91AF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C14D7D-36D9-91F7-B351-5E511E961F8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FA330E-90D9-32D8-439C-6DE9AA8E883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5F7B64-626F-8A6B-4C88-D563729D80F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A928F6-7744-9D23-BECA-BDED09C06E0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78447B-AF8B-1E1B-1E60-07EE5FD6B56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B5FA50-D678-0E47-AEB9-9CF4210CDEE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4A33484-DBAA-27AA-1DD8-9E2708096DE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6C6E8DB-CEE0-8924-047A-A062530E2DD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980F43F-0DC4-F691-33C8-D5BCB688A21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EFD7C3-2CD8-5A48-6AD9-9577F745152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4A7225-0AFC-ACFA-0468-3009AA046A6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254FAF-C180-2EB3-F930-32A573095B2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3E0E20F-2A55-3675-CD83-C59DF208CBF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5F3E03-FFF6-2605-D87C-CA4C3A06A3E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C70990C-29EE-7448-F358-C971DCBA88D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AD403AF-63DE-0B36-28DE-E6A21C094A4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A427722-87BD-1B7B-CE55-BA9511ED83F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A89C736-E92D-CC4D-1E04-60EA6DA7E79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6C062FD-6336-F633-A076-D47A8E1D116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93033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8FE01-206C-5E79-F1DE-7B494D22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70EF66-70FD-6021-7150-803BD1D243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292C459-B26E-D8FE-D3AC-55C01D1D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F0B7AA-B2C6-1FDD-A424-C9171520F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F0C3495-BA4A-3115-9049-A1585D5D8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9234A55-B0C2-2560-3E49-3CE7F35B03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D6E790-7A75-770D-B7FD-B04ECE5A330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026DC6-9867-A064-D4A9-67CB8A90EFA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0E7999-9265-BAFA-3C4E-9FD018149F4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36517-B379-5EB0-A2BF-51EC1F94C8C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AB485C-7366-B05D-5F96-B9D84F9D100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B62CA2-9D7B-B2B7-0368-5825581B5B3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003943-ADA3-161B-96E8-5571FCB22A1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0F93BA-11FB-4F50-114A-DD37ECF3183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43AE0-5B75-3FF8-D017-D7F93EB492E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7BB521-8DE8-9823-846E-5A9736938BA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8A0DF8-B58D-9972-EB08-09BFCF90735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3FBD01-45EE-04CB-4960-00E278E0FB9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9E8D4A-13D2-00FE-2CA7-38BC608A84E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7E6D4A-CF95-C00A-2E6F-12AA151BF20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F0AB31-88D6-2835-F82F-77BEA517B7D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DB5640-2FE5-6D59-014F-82FAE76F959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0111C8-97A0-FB3F-3F84-50A2C214D73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9164DA-F6BA-3252-4809-F902F8A28A3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D5B9C9-7BB0-93DE-87CF-89840B563A8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F31D3D-14F3-DA44-0D04-6036FE68F8B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8ABC95-1A1B-E746-4AB9-0C9F9A05135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964FA5-9E49-9680-51B4-79479CBA32C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09AFE8-5B27-07B5-7853-948BE81B085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370557-0937-60F4-1BD4-1874E7057E6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73E71E-9239-DCDE-B166-351282E2498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4698CA-C617-3E74-5043-DA15D9AB0CB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43A38E-02FF-D9C8-1D16-B2AC5AD3C3E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04CFB1-8C12-6BFE-AF48-4D162B922C8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B5B8BF-6E44-2DAD-0965-AAE90626A14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944912-B87C-9688-DE5C-2BA676E4C39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0A24E3-D21C-01AF-856A-26C0BA6999D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A40867-C5B3-59E7-1403-588B4EE2361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6FD717-BB7A-C185-CC57-1160E55C7A1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FD23D3-006C-53F3-5FB6-39FF1650594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9269B4-8B73-A570-0488-4299919F2DD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840745-7746-6505-28E9-939DCF37647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A2A483-1593-B7F3-E5CF-22826959BCF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6265BC-7EDD-AB35-CBB6-5AA8744AB0F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D67B1E-1490-335B-E52B-E428A922112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DB93E1-89BF-6CF4-134C-ACAE3FDCA29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0AC803-0675-3FC5-A982-C4EF8DA85BC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96580A-CC02-7124-10F3-5686EF14600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A4D367-F965-F278-29B6-4F381C8132F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2E4D98-C9E5-8D6C-2256-733979C6578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EBF4FB-64A4-8549-13DD-B48D89E9472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74387C-17F7-F769-5700-8EA48DE932C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1D29C6-05A2-8157-AF69-70020074207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C7F19F-CDA0-A927-A4D5-F97F0637201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D95879-E0B2-6C9B-BA33-379E55014CF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89B58D-EEC3-C8E5-CC40-472EFBA7063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1D4596-3FEB-6AD1-B5EB-6040AFA4AC7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7D0FEB-79E7-8959-52B8-9DE4E12EC9A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021E56-B606-92D7-32F1-7924727BBCC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A0694FE-54A9-0927-935A-524E86CF5CB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D8CA1A-E41C-A905-4DE9-35A6D29BFA2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171E33-5B0F-DDB8-4C6D-09E4D677493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14F50DF-F751-2C9C-2992-5CEEAB7BE05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F4E97AD-69B9-4AA8-5C45-965BA50BA56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93F0C79-DB6F-0C48-4A7E-743F641B054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706EC39-9C50-F4C5-8A55-8E7EE85BBB5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853E9E1-7ADE-03E5-D35E-1D2993A811B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80B44A7-2B41-3425-E8EA-B51F54CFCE5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7D8ABF-E7B3-E0BD-1FE1-76B770CB2C3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595B422-D95E-3AD3-F1AA-F8CE3F27C4E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22577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DEA8D-C3B3-C2C0-CFD9-B1EA61991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1170A2-1CB2-FFA9-07A5-C126CC0DA2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A01D20-ED05-6034-DA27-F8A5D9B08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CCBEF3-7A41-C82E-FC29-B84B7923F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311F14-D815-6617-4083-1998B44AE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5520AD5-CC26-B9B3-FBFC-35208BD8A2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A79999-E925-CC94-D768-CDDE2EF5698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E7043-41F0-9498-AFE9-D609FB62B2D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86211-81D3-B560-5C29-4E93D4C3179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0C652-74FA-8A82-D0AE-D0A2FBB8A3E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5A5FCC-B873-208A-7E7C-10C8547B3DB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31933A-80A7-F525-5EDE-9FD6B7A0A91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A839AC-7C14-3A86-D34F-0EF7952E655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D0609B-245B-9F3A-197A-36B2FA4BAE3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EE6FB6-213D-10A2-A7C1-A1FE6D23D87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4E17B7-8E53-4E53-2BFD-EB5DF8D4860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AE049C-27AA-2243-656E-E995EF40230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10AF8A-1B6C-126E-93C2-12C7377D642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054138-59A7-3010-1FE7-CBAC9344368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50CD2B-BB57-35C1-A481-C24DA6A4C62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706864-1AD8-D47F-0A82-5144BDF3F14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9AF2F0-302D-E524-39E2-27D03A5E9DB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E4FF43-201E-07EA-8FBE-DAF0511D80C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C77C34-1DFE-1B01-49C9-A05416C79BC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4DFE6D-50AD-718F-5069-1C19D85E702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6B2229-FC65-E39B-CB68-562CC9E22F0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93824A-3FE2-9A30-A019-99DC0EF85BA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FD3C3C-979F-080B-B987-3A3C9A05712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471689-77C5-931D-059D-E98A3898570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C7D9C5-A795-0A24-A8F7-A6BF71FA88C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B774A4-42D9-4CAC-7954-AFABC4973E3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ECE71F-4879-3960-81B5-6548DC42DAF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600FD2-3957-CE2F-500F-EF2674C1FAA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A2719F-AA46-CB84-4470-3CFDC1029B6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50946C-D073-B56F-EDB1-81454EC22A1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91363B-082A-7094-4C55-C3358695F75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1BD20B-02DE-44C8-9205-E9C22C55A7F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ADDBA77-90A7-8BE4-8637-EBCBFA91731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5E2969-3C99-5EE4-1D32-C21E16EE3C9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4CAF0D-74F1-2B1B-8079-2E64573589A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53C071-4F62-F58B-6B88-33198FF8386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C08500-6FC8-3FE6-F8D0-6508F68197E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43C6F8-02E6-FE3C-A7A5-CF1BDD423F8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635FE1-8C63-89CE-DAC4-3B076A74730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16C333-2E6C-5AFE-154B-CADFC0CD7CB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B011EF-BF3F-B6DF-7184-8BD6FCEAB33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42001D-2086-6C23-E6D3-F31040A86C1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319994-B3A4-5D91-4C3B-68CEC0184E8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207106-F01F-0D14-8B82-0BE9E31B60A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6196FE-2A25-96B7-08C6-F0371DD9BE9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8B6E22-3B77-971D-2E98-573E55F7E0B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84B582-3EA8-16D4-93AD-EF3DC81CB38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D4288A-F9FC-C06F-E3D8-BE41A8BD1F1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109B59-A0C7-D3F5-FB96-016BDADED4B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B78D0D-1A46-535F-5F91-03D44BE980C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654FFA-9878-9584-6432-9A6EC83ADEC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9263C7-DE50-B67D-1090-1D8F6562983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5047D3-925B-FABA-A0C5-CC3A22E2801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26135B1-DC20-19D0-373E-785D5BE1EFE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1C67D15-72D7-1418-93E7-33494439097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B77A75-5B82-BAB1-FFA0-49FCFAC9798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8BB3126-C4F2-3D96-88F2-5502AA7395A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5AE2E1-D5BB-8C25-1482-104A99558D7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94809A-B63E-1BD0-9428-FA125ADA4D7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E4F7BB-8898-521D-DF11-29CD4850DF1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EA3905E-02CB-AB21-5901-BC443586B91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40CA73E-C707-7B14-E17B-059A555A61D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7301684-C78D-3603-8D37-2E97ABB3EF4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C339900-2743-5DCC-75C4-BAFC695AB31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EB6334C-145C-9EE4-03C2-77C83857BA2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726046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05FC2-FC8D-9E8D-83BF-EE24FA578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8F96D9-0603-2548-CE36-751CC96286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FCA56E-11F7-0978-910F-2AFB49294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8AE9FE-BD66-1D01-4AB9-8B32E65BA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3EB14A2-9B3B-C5B5-7BB8-51BD31FCA9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72A583D-2D50-196A-BC7F-401AFEBBEB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6EEFFE-6645-F1B7-2CC2-A748E24F64A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DF93F-4486-B09B-AD04-A21D09C5050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ACA3E-86CE-3C32-231F-ABD2B5F5DAC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097C74-0C8C-C85C-7683-800A0C0E48E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BA9C13-89E3-0249-FD6A-5C3A3768028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727894-3E26-81D8-CD3D-5BA64046C1D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9F3EB8-E044-63BE-B478-F3D2937BF3A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267FEA-CED4-6BC3-D6D6-803FF70DC0C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1F1D03-ECB9-CAB1-5836-A14A73B6701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D6CC37-DEC4-CC59-17B6-E6BB5D40610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564321-F48B-854D-42C4-F64C57E8195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93F68C-859F-E6CC-07AA-C4221E2A1F3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B1C016-FA9B-EC9E-E51D-1E2A3B9FFA5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B4FD84-C612-46C5-4A03-1BB69EA2F5A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398F2B-EA5A-F865-1BEA-AED391B3DA4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87748D-8396-8452-B6FE-DC669831859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5A9905-9AE2-329D-F8E5-2A390EAAB97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133E97-194E-F7EB-5248-5CB8986CA80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AB8A34-5C1B-B479-DF69-F15F8289E59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3E427D-3904-D691-0D24-21C83E56AFF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D33453-198B-9E03-C545-351B3955F25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D44EA9-F71B-88C0-5442-4A6A4D247B5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28FBE3-4EE4-396C-F948-9610C68138E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60BFBA-B497-0A11-36A6-9C16A79A9A0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1961DD-70C9-2EF0-1526-A0BC02F97F2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7DD26A-7B4E-B2E4-403B-4650A0CF4F2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ADF1389-FE72-59D5-8568-1C94ED6E749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3D08D7-B70A-6457-DC86-2FB1FD28F8A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FF2EF6-96C2-92C4-8650-0765233A5BD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153E3B-FA9A-A6C9-1F01-F01D2F0FD0C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BF4D7C-05C7-05C0-200D-804FBBF9F09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34D744-E9A0-F40A-64F3-0526F96A33F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6B9B28-6199-666F-717A-77A18B569CA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BE5C61-B2DC-26EB-8E1A-8112811267D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254568-D2A1-EDE4-04AD-7FEF08E6A72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2E1A15-1281-C9AD-35EC-9A40AABF562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970186-CF7F-9A29-079A-A8DACA7FBEE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A0F476-E6F1-3599-71D2-D1BCB233B02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B61564-80A5-E850-48D1-1C5E06ED52E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ED343F-0FC9-CA0C-BF94-91F04ECBA9A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6362F2-8113-C597-0EC8-1C94900D488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AD6D59-422C-F475-FF15-B6D980F22FD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39F72B-31F8-09B0-E71D-89F46640367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B27A45-2BFF-2DEC-132B-717CC880429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3C10862-C09A-06EE-4C94-A7372A64489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E7EFD3-5AC9-9825-9D39-DE1ADACDDA0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84EC6B-E09E-A970-39CE-D7CF8552C6E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1ECFE5-71E6-EE4F-68EC-452B29B5453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A6C60A-F91F-A9F9-E9E5-848D81744E8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BFD646-131A-7E5A-B617-5FCF588EB5C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6416132-693B-0538-B0CD-EA68C82D8C3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4CB43E8-03ED-B014-305F-0BDD497FEBB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B6B0C0D-F9DC-2047-7465-6DBAD89F2FC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457464A-A4A9-3C0A-B3A7-72844079A41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2660164-BDAF-1998-2537-BE9CB499DD1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596835B-E4BD-B5CD-ECEF-7DDD5AAEC97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F7ECF3-41A1-B30C-677E-34B552C5FB7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CAEE7D-1F80-27D6-51F5-8ADA62751E0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00B2C1B-8308-8044-0703-88AAD7675DC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E56293-79B7-6BCC-5A28-E49DC638E0D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CCDAB5C-8A05-5C33-D86A-CE545345233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9AFF103-325F-72CD-F427-5B2BB5516CB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C492AB3-DD8E-0BAE-F051-5DC78B428D3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8AA8BE3-035F-D9AE-0E37-9F1CF9754E7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740303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0B55-B2CE-1E2A-C78C-42B6ADFA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19D196-0BFD-8727-88B9-CF8FF04C9D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12236F-9078-81DB-C099-B304DE6E0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1A0D86-FD92-F3AC-2314-848C19CC4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7BE54C-65D8-4547-B8D9-97F250AC9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A1DA190-AEA8-736B-E1A7-DC4717B4E2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891E2F-B8A7-1499-8E58-9CF0B52F010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9C598B-B056-1F10-0A7A-51F75F7A7AE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54EBF2-8A17-F368-91B1-1AFFCDC7CEA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4E2D1B-2D0A-400E-B579-E373B6318A2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54C52F-D76A-2F25-A1B1-5DD9253210E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466E18-B1E5-A37E-8D37-4369604A895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59537D-494A-AF3F-B70D-D1D7F94ED8B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A6DA3E-1C9E-3B42-3617-450D8D30744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5E03B1-06A5-3E8B-C6F8-A67EB0C19B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4B705A-9DF9-EA6A-43E6-4F86DABAEC3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15B28D-0695-22BD-71AA-B83CC9D5EBC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B20556-502C-8DCE-3C76-8954756DC92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6DA284-4555-9F66-E5A7-15856D5ED1B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6B601C-891B-2677-7D93-1E50A100FB4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0922FB-34B0-4CCA-11EE-EF5CA1392BD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72C0BE-4EE1-8827-FBCC-C8A910FA853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94F5F9-67AF-A249-EE10-A318ADF2643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2DC596-CBFD-9977-8FD3-87559F470B7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C8F529-CC63-509D-8B85-9F3CFF3980D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8BB745-696D-7186-59F8-77DEBB7CBEA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857C70-38D6-107A-967E-7D17EFBD0ED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4B417A-D3DA-37D6-841E-500C0092703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353ED2-6262-788D-C752-54F71EF9F8F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DECA19-6E72-C32C-AE2F-D691DF87D68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00D60F-37B6-91B6-8F96-E96561F0D2C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DD79E5-E38F-5F84-97D8-FF507201591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108EA0-38B8-B49D-9CF9-A76DC9A94FC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FAB63B-19EE-E519-A3FE-38BC3473905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F7686B-122E-B252-9FD1-7DDAD0B1995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765E3FD-0BB3-9CB6-5B6D-E264E408D4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A94A03-695F-71D3-D43D-90E008E2F6C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2E467F-5C7E-0F39-44D0-AA4BC8C4F6F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41447F-A0D2-F7AC-3724-9B11B12B283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905495-0143-1988-585B-06A7698AA3B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5FF8C3-820F-47DD-05D0-A8C2D645CB4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26B3D8-ACAE-6F82-DB03-292B3A94CD8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975CC7-5619-F9BF-290C-9EE96E5B981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55C3A5-93D9-B511-70E9-E5C84513690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82641A-95BA-524D-6290-16156497215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4AB89A-883B-DA14-5198-75699B2E488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86690E-AA42-9A62-DE02-F4B3F7B6DEE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A3C611-89F0-D39A-71F5-7DAE1F25039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11D834-537E-C5AB-251D-51C65B3353A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E61F5C-ED62-5310-997B-C41F8BC5E68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ECBC69-C307-6A3D-FEC3-25FB5F20E63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B8D5DE-F6CE-1341-D59F-4DDC1685FA4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3D7F7E-2416-8C99-3ABB-8ED8FE4F6BA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11BFB8-3DA8-1AA0-6DA1-57AB785D6A6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BD0FE0-CC1F-B824-34B3-AF34A3EABAD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2FF2CE-5C7A-B76A-B049-71C9D560E0B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D18719-9626-B9F3-C353-E65E29FDCF1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FE4657-85F7-9B22-AD40-F0E79D074BF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A6D396-4463-21D6-BEF2-843F259D519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72B304-DD0C-AB5B-0137-04F3CFD48C3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6EA0277-2559-327A-5781-4C5D83E30B2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5B8E5E6-269C-51C4-1AEE-B603C98486A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7E6C903-B033-028D-8637-CB4A1B0DF24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AC72B8-E4EE-934C-EF50-1F38606E31C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33D4983-881B-A637-3EC8-6C5B6EA2D69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2904769-FA6F-4128-A3BF-5A5947019C1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25B645-1D82-E440-6E85-BAFD58928A8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76A76D-7476-3239-2161-03287B0888B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47093E4-81CA-7FE3-10CA-BD8CF65154B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195D010-C4C8-E4C3-E0C2-6E8C9262378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087734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70103-81AC-93B1-C622-5CD46D47D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4E0F11-2F44-7E2E-4ADE-1DF67D9461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6, the remaining cells are 27,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B0AD20E-962C-EB6F-ED23-7D32369E1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1418398-9BE1-D274-6206-E40F5E4D2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A5381B-4D2D-67AF-A607-27735FE37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D1E5F1-23BA-5B2A-007E-084DE6204B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DCBD8C-36E5-4C31-82F6-D453771F1D4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BCDFA-0EA0-8855-9DA0-422B354EEF1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4EA093-0B34-A267-029D-99574538F48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BC65D4-108B-5AD1-7206-ADF717393A3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4CF60-8982-AFCB-DE0B-106F46AE3B7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8E5AAD-57F6-BF32-6789-15E8D2EB8EE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A2E87B-60D9-E8AC-4152-8C965CF5813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F0CF1D-31E4-1432-B246-24D2444076C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4E249-C1ED-4EAA-2AD6-B173C5C917C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C6ED67-9B5C-E946-6C97-31EE7D9E4E3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7B37B8-4C88-9C25-1A8F-5D3C90C4657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E63538-FD6B-E57C-A4C2-015311F22F9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37A4B5-AA41-0161-4C8C-8404FE1D546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869DB3-52D7-44FA-178D-2F467CF9528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90C991-E5D3-DD78-AAA1-06BDD611AA6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8091D4-43D7-A26B-5CC1-87A9D6C2A30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61ABED-1401-F56E-D909-707718EF338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3D9630-DDE9-536E-0B18-397D82E471F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1C3CE6-08D4-1834-02B0-B7BD2D33625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AE7A77-2165-28BD-088F-4AC574AB0DC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F98490-91E7-571C-B962-C12BE93A11E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2B256-672A-BAD9-9D5E-D5A70259FFA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32A2FC-34F6-4B8F-8D33-FA1A9DA8747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647EA6-18EF-9543-EC2B-CAC4DA1FFC2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9A4EE4-6E97-40F5-7D97-75B797C522C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F630806-DD0F-5945-FC26-DA17BFE1B85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0248C6-9540-F86D-AFC7-C3A4516FC4D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91F9C7-B58F-00CC-0579-EB6F941C854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6B601C-696E-86E5-19C1-B1224D7E692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655FEE-BD48-EB0A-6F6C-7BCB4FE313C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55446E-9F1D-693A-A358-549F22F8AB3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C869EB-3A31-869E-EE1E-A56473BA1EE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BB2518-51F0-D27A-B4B5-2E4D3C09E48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36136C-C6EA-1735-E6C5-C4ECA72CC5B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2D90FF-44C8-BEF9-57D5-C1653DC97A9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61C5F-B57B-58F6-3EE5-BE1B71CCA43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92BB46-8120-0D1E-6162-BEE921F3309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F7008C-907D-A9A6-B711-5A922B6B6EB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7098F3-D814-8D7C-7A56-5D0B98FAF22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536FB7-036D-23E8-612E-832F47844BB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B1C4A0-5646-5C32-4B95-D5240FD51C7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1176AB-3F81-B673-FB6C-D028BE6A2C4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ECABDE-3389-5EA5-ADD0-ABC23041591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40B0C8-3DBB-2308-13FE-61520652A9A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9CD22CA-718E-9057-CC5E-C63BAA0F5DF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8CB46A8-C9E4-F28A-9BA8-DBFFD1E1C25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12877D-13EB-CA00-2562-75185D890AA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E25A2C-FC45-3CD1-3280-F4E5D48D98A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F9EF22-4005-7EE0-293A-24DFD7CE8F7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E21D9C-AD00-380B-7F4A-C51BBBF6716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D2025B-3F10-603E-E93E-E7366234EBA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26EB9A-9F76-FAFC-388B-CBCA24CC239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1CB5FE-E51A-B565-9B71-FD5EFFFD1B9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8C298D-A427-C492-4E82-C62FC44B34A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52F72D5-11CC-3020-03FB-99FE02B596D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D1A3A2-CCA7-2F44-1AB5-B28D192DB01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04315B0-E4E5-0A84-145D-EFB54E4FC2B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AADED01-CEEA-DB76-7D18-EBA4674F518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10C6AAD-27B4-A218-A305-2C6A46CC082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74A6EB-0D28-A6C5-74A2-B105E45BF60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4E3C12C-A516-8291-D032-3580E66800B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2EA6294-0236-1B0E-C937-B2C70150850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709D7BD-8D5A-C9B9-D73B-7DC7C134ECC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7A4B18-5439-43D5-EF41-4D9D0D7FFBB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7AE9B7-92A1-97FF-829E-F92C4BAE8CC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3C33AA-59D2-C43E-0B5A-79E1F338E8B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811745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5E2A9-6E06-6B00-7D35-71E9AE6F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FD4663-A9BC-6DC9-F94A-30E15C6F93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252BECC-095A-ED50-83AE-C796D9E73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BF7DCA-1842-2F4D-C025-6CC8FD584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E2CE32-7CAA-297A-B68C-4B53BB5CE1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6896F3-3690-B6A7-F319-B67074968A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FBC5DA-2415-FE17-D792-457DFAF4365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66376-3A65-4F69-94AF-C8E82895D59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88012-B98C-3F6C-B683-CBA7C495F41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E9C7B1-6E34-E81D-E30E-696116894A8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5ED651-07DD-2349-14F8-D780D1CC7C8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712491-4DD5-7847-C2CF-02541DD5E2F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91A3E5-7C24-F739-248A-DE6A3F05521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4C7F08-6CB8-9280-AB6E-3CE949A4AF5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AA145D-7B91-4D49-4DE0-387D88B4981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ABD490-1E95-9E65-4576-37A2273F0A8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AC2010-93F1-B231-ABBF-D3545B8B2BD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79E429-4A71-8E22-6403-F9377F61AAA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05A6C5-FE8B-F772-3339-FFC332029E7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69078A-A7EC-7456-84F7-3E139B5A4AC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51293A-3865-95CA-9C3D-2FE2B13C39B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1AB2E8-B048-90AF-DAC1-87CB6A35780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8A153E-2257-CFE7-27A1-F2E4A150086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8BF9D5-32D4-01F5-8E89-8A0764282D5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878348-63EE-F577-A17F-6052C68AD47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06F89C-9325-DF8A-2EA0-03E16A63DC6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2B8073-C1ED-3F21-077E-762EE400187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1D27C6-BD74-7AFE-7219-C6BFD762716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55D6F4-CCCB-5E53-B6DC-72F9A0A9083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E4F221-E43C-3B35-CD9F-5F163437A39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DB7B48-2003-9166-1042-676B12D6E1B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1410D3-03D8-4B3D-FA00-7C4E2D057DE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EB022A-9DF4-C7C8-004B-F5D9F73305B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9407CE-8B33-869A-496E-9D45EAD099C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388B04-F7DB-BA4F-FBC1-F2859B1694B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66CAAF-1DDE-63FD-AFCF-2AE931981CA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E594F0-BACF-33B6-F325-9DAD4033EA3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383218-1A5A-8C66-8788-77E6D67C927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3FD22C-EE1B-7BBE-9BCF-8CCB3AE4E3B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D89C9C-E188-4FF2-591B-0734CE92DE3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D78CD4-50DC-8FFD-E5B3-21345DCF2B8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FB24A3-DA95-A9CB-1A3B-38FF364EC50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C8C35A-D57F-9B32-8E73-A74ACB9EFDD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D0C153-7178-319E-6A9B-C17669CF4B9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E9E2DA-32E2-0ED7-B746-7AC751D5F1A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F190DE-B3C8-C092-BB78-9D5EA59465C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D889B7-1E67-4080-2A5E-7FD706164A2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D70CB8-9BD9-8B98-8B75-279B07E2CE6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6544943-EFA5-7118-33F6-E3D156CB1A7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816AE8-66BE-F992-E19C-58649EADE03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7E664B-EA68-731E-62E5-9C788C4568A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DD7D0B-9040-3267-24FC-5C03012F8E0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A004CC-48C7-97B6-0D8C-08584148B23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2D8A56-EDA6-3D35-0AAB-636CEB9C800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25103B-E12B-EE81-9873-00FBDE7634B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50A974-C8EF-3F1D-CAD7-AFDCD2E66E3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109B09-B013-86DF-51AE-8C28E373F51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B44CC4F-39FC-EB25-AB94-EA9C891737F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7DDF13-BD3B-3588-F001-6005AC4B09C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CFED723-85EB-92F0-A3BE-0ACEDE5C25A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9FCA825-3F85-19EC-BEAB-C989EAE733B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C0A4DD9-D7C2-36CE-0216-9694395E27C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954388F-BF3B-1B3E-B17D-93D8D36C0BC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0398A5C-590B-374A-5887-26BEEEF6D1B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78C5DC7-1A39-5201-F9F2-CFB125EC3F5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D61C449-7BE9-6F5B-1CC9-30EA130C741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6D789B-C1FB-3918-117A-202355509DD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3718FC-DC23-9EBC-094A-D94B9C63AEC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88942B-1B8A-54EA-2DAD-217CECA480E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0C2C1F-60A1-E664-F234-E4F10BC5D7A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EBB79D-52D0-024F-EA64-CD5A939D2CF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90337C-EF19-771C-B5DF-0EC5B796422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86511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FCBA6-6F6E-2403-76BF-2391AB3D4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3FBB75-AC26-834A-5B3A-5DD179F0E6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4, the remaining cells are 37,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0342207-69D3-E488-AE58-8CDFEC335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C1DC3B-BC57-1E35-A180-2125CF9DD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6D2AEA9-4831-391B-E2C6-6BD0F1F4E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31B8E8-C6FC-A9A3-9E30-E2703AC060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680488-8269-C500-208C-DF85757DFBA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49FD0D-29FD-1D80-9EB2-C2DC508B53D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900992-451F-F722-8F5A-D6433269B2C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39B73-9A75-D8E1-2C05-4D4CCE04CC6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92B71F-25CE-7C19-BF25-B580A91AC83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01BC5A-ACA1-3DF4-1232-568FDF59911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6443EC-6FBB-426B-BF58-6705C49E0BA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2716F8-114C-8A86-C6D5-6923B9CAA16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973893-7CEA-8B6B-EB2D-897DD640684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0FDAED-EBE6-7FB2-BAE0-E00B1A800A0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EB2BD5-0864-91E7-F347-68BB925585F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3D904E-C321-9A5A-CF5A-86011983A40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19FB0B-5D7A-0D13-1553-907633DBA68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6D984D-3843-4807-5E17-E17B97AE4EF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2E0E88-9DA6-7892-B9D4-0C1913C2FC2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2E8809-7AD9-0BC9-1576-65F6ED2081D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72EE4D-2376-2BBD-DF99-7A34D8652DB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0DFDDB-AC71-0D09-F3E9-248DFC53EBE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358019-7B3E-BD29-2E80-BB6899FCEC2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F46F1F-8FAE-0A48-A963-349F88261CB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503D4A-AE2A-4C3C-CDA5-3EBA0EDF363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83F473-CC42-0D71-8F06-EF7E11054ED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3704AA-5CD9-9368-3ADE-D2EAD4D18C9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6EB113-B98F-CB08-7071-62A84333EFB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37B257-D243-2864-C2FB-D27DA29CD1B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A8DDFB-2845-3787-A53B-EA898FD3B60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8BB441-4FEA-C785-A475-F7BF5F42C59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556F80-88F0-49B7-B6F3-0C0229FD3F6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7BBED8-BC53-8A19-3513-E3E3A61FD07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BAB29A-5C4F-7896-A42D-314012CC95E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9C13B6-48AE-5CAE-1AF2-AEE09BC31E5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7210C6-AF7A-BC91-9041-68A280987BC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8E51EA-14DB-B879-7DD5-43442955C45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487240-8551-B461-DDBF-303A4D8CFEF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05B827-000C-7302-5AB3-CCCE61D51AC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D03E-CBB8-2973-EC4C-C714CE67FE5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673E1-3980-30A2-9779-CD5655B85E1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B51E1E-84E0-6E49-1AB2-66F14C52A25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C88D21-CA7C-7123-8F46-B234F827989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A12DD9-B2AC-0990-ED14-D487082A107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B25B5C-12FB-0678-3A82-C29358D3D4F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4DF8FD-394A-C70E-34BF-A705EB8C28F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CE54EC-2CB4-DAA7-19F5-111770940BA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D6DCE08-D6CC-9C0E-67E1-4E3B171D10B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4057AA-4468-FE0B-0DB0-B890C2C0326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42F25-DAC8-890C-88D2-7C1074EE733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7070AB-A31B-790F-7739-6FECCB853ED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948EDB-BA3D-DF86-AA7C-B0E61419689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822C4C-6A23-CCE3-3523-BA6C2F1CBAB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377487-7CDA-4616-F2F6-80CEBDE588E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ECECBF-8AA6-F414-7122-A63B741C26A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6B84A0-94DB-3BA2-B5C4-AB02B3B84A1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6B1B906-F546-FC4A-10B8-7ECBBF82C20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ECBD68-F000-B5FF-8CD0-AE311F48960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5CB55C5-74D8-F5DC-56CC-503F3469688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ADF25F-3035-CBB9-36FB-7DE2C2AEE3A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C866588-C2C6-DF10-5924-F5FE4C5DD95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007D86-E068-8DF3-ED63-345FDF44B2A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2F8F38D-36CD-3922-0421-6E328B0BBFB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E9233C9-0DE4-896D-BCBB-4F539EE7543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D23D67C-6D81-4C05-151F-3508998CBBA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92D4CC-CF01-EB0F-AC70-F89E9260154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96DA54-F3C8-82D4-FAE1-FE90015567B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792551-2D21-D32E-DCA6-6E9D978F506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D8F929-9414-818B-CFAE-5DFCEFDF49D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7C2439-01DC-4980-F809-1BF6E8D546B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2AADC8-2E54-9F7F-1EA2-3F3A3AC29C6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E3B0EE-4A17-EC39-A5B3-2E08DF9EE14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770418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AF610-DD99-14D9-B176-0AF51A17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36B1E8-FB71-04C5-952B-2DCF7D1775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6 in Column 3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AAD41E-8E66-AD5B-81EC-2112CABDD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D6D594-E579-287A-B949-3EFE1E5AC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654BCD-185A-A3AF-915C-D3744DEB9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0DECC7-2073-D393-11BC-E99E33C17B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EFE0CC-A346-49F2-3FBC-34D9925A479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7F1F3-C11C-ACA5-CE06-529DB0B09BD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5601AA-2FDB-33CC-1301-AEF4B50C1FA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46499F-1646-E476-7E21-DC3B15F3B1C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09FDE-458C-ACAA-6A63-E5BF0A6E182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E61962-FC5A-CECF-4E9A-02FCFAC2E8A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9AE9D-492D-DCA0-CA63-CFAF957BEF8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2E0FE8-0921-E51B-B70E-8CEAE75DD31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1C0AB4-912D-48F5-0D24-5B37AA68AE4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3E3DA8-A7EF-5A3A-D3E4-2A0BA8747E1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0F538-ACFA-B7BC-9A61-B2969C03FA0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51B814-498C-6D3E-F2B8-5600EAE6DD6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A5D0B4-F056-99AF-220E-38471FB331E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585515-D49B-79E5-8AD6-903B45589D7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D3D104-EBAF-473A-2433-29350A58A13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A5E737-DAB6-2178-9076-BA866B2F4F3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D9F736-A30A-F08A-5B07-EC6000A03E3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5AF64B-3B0A-FD50-A37A-21F4777D81C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7B74A3-36B5-5E9D-CC83-1B8E7B25F59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249CED-0722-6F50-F0A8-EBCC1FF898D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E4CBC9-A298-93C5-58C2-30B0498A732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0DE312-1899-102A-DBDC-4E71BE3C5D0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DDDE50-2AE7-87B0-0CBD-4C7B88FA1E2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FA03A1-B8C6-2CBA-0EC1-D01C9D9615F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6D7E3A-8077-1255-3F9D-7DCC1847BAA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30FBF8-1682-DDB2-B937-556E8759E0C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B9609A-A541-D83C-6973-D064ADEE968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5F7751-406B-C902-C5CC-B190A98C298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8AD5CF-A53B-4675-0B90-6D53221217D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29C377-1844-5456-7031-50DEBE675F6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BBE35A-A26B-D9CB-11D6-50DE1848FE9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A7D714-2794-68CA-F8A9-B19CE8B9FD3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619C39-EC9E-DF0C-2919-2E4746E2A16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474518-E34D-3354-4836-3C7D8A0624C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A7682B-C3CE-DE6A-C301-032F7B39906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25106E-ACB3-4E64-0420-CB87CD815FE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4F140B-038C-9360-8D2F-DC1A717BA6C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DA8B78-9306-0933-C378-57A0164D1CB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BE67E8-997C-C2B8-F4EA-176F124A097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095733-4C93-2CCE-FEAA-2CD6414994F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1FDF07-74CA-3708-3541-4EAE57D644F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C64DD8-8A0B-6762-7C51-E1E1E3E162F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64962D-296B-6C45-0BBD-AF0815CC32C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BF5C0C-9D4C-6E00-8BD5-3BCB1968A45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6D7B26-9ABB-B855-6840-926ECD446BE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C21457-12B6-4837-6569-D1FAF616276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96C8354-6F0E-54DE-3FCB-6725C6402EC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FC16C9-8777-2887-1553-182AC3FDB4E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BD0DEC-B453-22CE-6DC7-3C68161AB98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97E529-6401-A391-F6D6-8AC0626F890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274EA9-26E5-D3A3-4858-C8975BD5761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D7E3BB-AC09-79FA-E484-D885F8DCC37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AF7A5A5-12C8-BBC5-5281-6115AB19B42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581C0E2-4DBE-251B-D829-5696D44FDA9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239668-FAC0-F998-3CB5-0A7879999D1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DFA6503-FB2F-1215-2412-199BC9898DC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B060A07-AE49-1073-F50F-122FF5FCED6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345A697-AC8A-4F64-E0E9-5F65EDFA46B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F97C14-701F-2C54-2A78-F3F5E65A90B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3911085-78FF-E408-B6E7-08CBEAC52A3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C2E2F62-A00E-DB78-F872-7CDF17F3FD6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A7E8012-5A18-AC2D-4715-0302936D079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741CDA-9E5E-6119-FEBE-FA53B7F9C81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01F07-F86A-2482-DE0C-09DFF73BF59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B4B4E3-6A4C-A17F-F7C8-1621C445798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E5CB1F-1D36-2D16-06AA-47E5593059A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3E58F4-15B5-01A0-F1EF-17182A993F8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1C746F-0498-783B-436F-44B23701D6A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994B76-BEF9-4B30-7ADC-7C319912337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010950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97616-2180-EBF8-361C-61865E02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915DBC-4C74-4DCB-30F8-B4B29E81EE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remaining cells in Column 3 are 48, which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19C86A0-A42C-41F3-A623-1C991503F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BC49D4-8890-ED30-A497-6442DC550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EC8D8C-6862-3F08-3F7F-9E3D853AE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4C6E2A-6C74-BE9F-92C8-4CF7C54200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22CAAB-2BF0-C615-C0AB-738F70D9E10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831B1-7415-3066-6857-E8FB3F59B64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16A299-48DE-5CF4-3963-C269DBA159F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7421D4-8938-CE86-A8DA-9F56507B56B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CCD5A8-AA5F-B981-CF72-6DE3768F489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0AF951-37D5-5826-DBE0-3F5EEA7A6A0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2D77AA-EC69-C447-7353-4DB95E89A58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374719-D038-1EFD-5BBE-F57A77087F1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C00B63-40D0-0F3C-700C-153FDD36D49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BD6773-C9C8-A3D8-9597-595B874C3E5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C9E564-E1CC-484D-B6DD-08024CA6755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675D9E-FDA5-3EC2-153A-BA7DED44AB7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A67A01-E198-61B0-3CBF-97E4903DEF8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40134D-D996-13EA-8BB3-FDB3B50A99D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F06D59-8F3A-51A0-D408-9676628F59D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5B4E69-B4B6-0623-6857-4CFA325FE30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B3640F-97FB-8E4A-A247-FC10F20C8FC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5E908A-63C9-90ED-13D1-99059B08A54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76CD41-723E-DC54-349B-FBD00A8C5DE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7A85D8E-407F-F2E6-F530-0C974A043AE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2DE1D-2C0C-63AD-DDD0-1C3A2266005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99C197-321B-04E6-9CA8-065736E63C2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B85149-4B19-41BC-A027-342698061DF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1D81B1-3F02-C84E-7292-7EA7ADB3C7C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22A532-EE94-22D2-70A7-6F713DEDA1D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03E858-D1BE-089A-B01A-9B2B24E894D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140E99-3647-B050-F054-96EBAF30F26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4DC7D6-1143-A4A1-79D1-302D35B7169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2F83EF-1E27-372A-C4EA-59C0CD4232D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1A7341-71DB-D6D4-8006-8097B74098F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8BA625-FADB-E06D-3FFF-07A8CE2AFEB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BCFB57-D785-2E57-79DA-8A3E13E1C4E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373F86-B78F-67D3-956F-F02A5A3A24B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9E95A4-C71C-E72E-A9F7-AD64C472264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A9987F-0F26-7D74-2A26-3941AE22AE4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C54974-6BA0-EBA6-9CC8-617D7055693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186E75-6640-B916-1E53-D83A20CA7D5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BCBEC2-7B0A-CD9C-BD1D-865E3BAA915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9C7DF6-ADE2-C857-6003-2CC03E5750B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3FAC77-43D9-A304-E04C-A9F186B10AE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67FD21-914A-1D01-C9E8-04C25ED0794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D0A0C4-3F1B-C7DF-5312-541CF9861B1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A53698-B1A9-D100-9793-E76DCD12C03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95C06CD-C37B-543F-93B3-D4ED1284F42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16BEB1-246C-9861-CA99-30D658D4465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D13ADD-FCBB-30B1-8CCA-49F0295DC0B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45F17D9-062E-A884-E3AA-40261666538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28EEFD-CDE1-595B-5B0D-4B2C2AEDE80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D2CDFB-B2F7-2AB4-90C2-8CCA4359C1C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06B46B-7E48-5934-CBDA-DA650C3B689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F4AFC7-0A25-C01C-B058-58BA7CF33B5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E43B2F-5FA1-DD73-4FA0-25CD1B1A019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7589AF-E496-1EA4-9B03-2219128475E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69551BB-7949-2727-76EB-BED12D2F176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6260E03-9C73-1C10-CAEE-6DDC58C027D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A54AD52-0C72-AC57-AB4D-4E196D8210E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77C9C4-EF5D-0F82-F48C-763DD9002CF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B61E30-0A6D-77A1-0882-2E5C5CB6B8D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A92142-1306-9590-4A21-15EBB99B0B4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291BBD-482D-8C69-8CFB-CD1DA349864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00810DF-344F-9384-7FC1-092BF9F9D0E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682D613-2771-C6DE-0242-42C2B307BD0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A9D34-B317-DD3C-8470-190E12B20E4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86B14-5138-061C-DD8C-87FF5738825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A6265F-0F30-64AB-BFA6-4F34EC4C658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5A12C9-5C8A-6958-ED80-E8F4E1558B9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04B555-9ED1-D507-E8A6-DAAA8A8E013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697DBE-7FED-28E1-03C2-1CCD197F1BC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85C6C1-1930-409D-C324-DE003C5649F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5AABC8-6C22-836F-A891-FBDE2BC2B9F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739B52-5F35-2450-7511-61E1481338A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165035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A6C37-E8AD-59A8-DF08-0B73BF9F1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0EBE9F-D3F1-FA1E-B95A-F5BBBA1E59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9F4CEF-1B25-E7BC-EC95-71A356BEE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24206FF-7A46-F6CE-3034-A06C99CF2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0859ED-B2CD-C832-5199-C2874B72C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984D18-A1AF-A27F-32B6-85ECF6CB73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5389EA-14B9-F0D0-5F37-49C25C7CCFD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1FDAC-5E30-FB42-551D-FD73297E876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BB2E8-9EA6-2518-F4C8-DABB1AA5A87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E7B67E-BE2F-952A-5D51-DC610915024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68F72-1044-E131-45BB-A51844C470E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344CE5-34CA-9424-F39A-25E671766DE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25B968-971C-E074-078E-1AA9AC54E87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66A63B-F356-3689-1DAE-A679F82E13A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377B88-03E0-AADC-C943-C896E70E98E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BF5857-80DD-EC8D-28F0-82B0EFC0793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4E9A6A-96EA-EA00-B11C-A2F7656F516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1F445C-83B0-E7A4-74A2-36535E47197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8C1CB0-3570-31DB-D608-70B7CAFB060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CACA58-F802-3099-5441-C0979CCC202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18CCCE-B783-E299-B3F1-4492891BD74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FD4D26-8AB5-CCB8-575E-738BE547C06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32D323-34AD-AFD3-7E6A-C457F897EBC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2BF506-FFB0-CE60-7798-BF157EA6CCC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60A3FE-6739-50F7-79AF-167135E5549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C5633C-B0A2-77EB-0A7D-7C870E1FE94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5B1084-2ED2-9557-F177-18392FFAFC0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46691C-3059-DB48-D489-B7E06B55CE0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9B17F0-5287-F6F9-AD76-3B662231515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12CA88-95F9-6A90-FE7A-BA2FFAEBDB4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37835B-188E-1720-E0D8-EBC4E89B369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42D1B8-A1A1-8C71-8E59-3036E3304C2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FF9A12-4372-AAA9-0727-5258B095236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15D6C1-DC31-7F0F-799E-A25FAC5D253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A6C549-B265-BA6B-3C29-7C8AFECBBBA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3862B3-72BE-1FC7-F7C5-B21561843AF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B04ED9-F43D-702F-C09B-06B1C596ED7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A0B92F-94DD-7C51-61E3-AA7015F7FE3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51D5FF-F310-2C4F-22D2-81E8A411577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41FE10-7374-A71D-5B40-05E5FB52213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9CC13-EB06-2B99-969E-444877C017D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01CC8B-F907-1A71-85D0-029D86BDA0B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236DCD-86B4-686A-C144-CD9A52EABEB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A37050-77C2-99DD-4496-28D3E022990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17D795-A6C9-5952-F7ED-6DDEEF6171C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512AAC-5C09-0E93-8897-EBF9807D270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11C522-C914-B19A-9609-DC55531559C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042E6A-C1FE-02C6-6B8A-F8FA065BC47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C12979F-ED2B-DCF4-4697-1A7B2C78F17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6FDE55-D9EA-C71A-9EA9-C5CF967A10E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615EBF-A267-F217-ACA6-EC66F61B44D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15B18E-549D-51BC-83A6-BFF6D041947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ACBAAC-933B-CB16-06C8-C8C0FA3160D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D2C5EA-16E6-EC05-FFB6-BBDD67D5AB1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8B0512B-E4D4-BBB3-ED4D-C864E36E45E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B38A10C-C666-6AB6-AD19-40D361712EE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B7AC3A-A21A-480E-31D8-707E264C8DF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4CFB151-DCE8-D0BD-BC1D-672109E575B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D03D208-B522-04C7-BC78-A8065260DB5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5A1AC5-F249-7C86-ECC2-04CC6826956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409769-27EE-2A21-634C-DB344B50B77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C75D05-BBB5-CC42-3371-8458C45C920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0F702EB-2ECA-421F-E3CA-3B7ABF7C2DA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92BEE7F-6E22-0E6E-6B77-250252E2BC7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0B2AD6-1852-AA24-A2CB-B061A72D488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D5E6B0-69E1-B793-D043-F68A6D297CE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91FB0B-CA66-FF57-3EAB-3463132BC60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82501A-5CA5-0359-0083-26279F80FCB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A81279-7067-3DD1-AC78-F4CF78DEA80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42E5D3-BE5D-4041-2626-D1C9ECBF99D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52CEFA-F7C0-836F-CD8B-46F90830D5F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EF508E-5858-A307-C50D-8154FA4C4C4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9B5DB3-3A65-2EAE-274D-E3CDFB16456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C5648F-4B1B-D082-ADAF-E6BEAC0E589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66A81C-DE28-DED2-7FF1-698BEBE8ABB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97DD64-85BB-17B4-F368-8DC6427902D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2067F6-126A-FC36-2F7B-0AEE582CC70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0235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DF23F-D622-E28F-8F45-DD3907A5F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F29DF1-19D2-3C0C-E00A-5D001466B6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9C2EC8-B2F5-5DE1-8B46-483BB737F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2145BC-26D6-5FD9-BCCB-FAC3BFE72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034FC26-924C-D372-221E-9C8CD0951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1348E4-F026-C39A-D709-52F2F10D6B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49CC6B-2015-D615-F698-64F76F34EB6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3A3692-9141-D9CB-390E-1A42ABCAC6B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BCB1C-D403-41B7-26B4-773AA709622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E8300-B08C-20EA-0467-1FFDE6C29E4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AEA23-7379-EDA0-4288-8D6C95C2E9E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A8EBB5-79E9-1EDB-BF89-178644C5C74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39591F-C74D-A691-CAAE-1A1467DE95D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DD4631-7CC3-B922-4694-2102D80A9D2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F12C20-5E6C-3883-4FC2-FDB94117203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8888DA-584B-79CD-6509-030D3CF5903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B72D82-E09C-A6B5-F120-14D154F824B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A24BE2-FA40-D0C5-1993-F2352F92A49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ED8340-9FE6-EC41-FDEC-264C486C176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50B512-9BE8-8FC6-4F1E-E7C0E924B20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49AED0-BFC9-E986-E32B-8103FFE5E32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4D05BB9-8803-FF35-D029-FF57489F050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011E63-3979-6F8D-8965-2AE8DCC53C9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5FBF5C-9510-79DF-2AF7-E890B3263C9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132E7D-5A8D-51A1-4D07-A3AB6A2B2F0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CED612-EE77-D690-BE80-1562327A842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9D46AF-D722-590D-A890-11746E12625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B3D3302-0F83-AF80-80D6-02CD80A077D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EE8FEF-BA02-0541-C87C-EDB0D408207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DF3FC5-48A0-CA95-10F1-58F45ACD31D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CD655-D3D1-3BFD-E55A-8CCF5B75D87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EB0191-5821-88F8-8FFA-8A5AB573591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7B5E37-2E7F-E65A-1D50-6FFFD14661A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5FA54F-C0E4-7233-B937-6B1DE3A0512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AB6968-ABDB-D2AF-8C76-6513D1E1644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6AD304-B056-B199-E7AF-431B6C3CB1A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6684FA-D44C-2E1A-463F-7B979FC847C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2EE2BA-8FFF-386C-0CDC-8250410A44E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996086-9093-6A4A-6F19-F0783373289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42C41B-7EC1-30C6-D564-EB6BAE8B942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0AD580-5A71-2CE3-63A6-68F24B06E5D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FB1223-5FDB-B53A-98F0-D30DDB5D4CE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50594C-2781-A45C-CA54-F64E7FD438D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CA31132-9FB0-A2F1-2C07-2C737CA880D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1B0DDE-0EE3-90BC-0390-07A5E67F973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C63181-0178-D3F9-DA73-FEE371A4D0B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B6D6C96-CA77-1BE2-FF0B-7213DD56170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26AE5C-16A6-ADE9-F947-12962E25C81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9B181F-6E5A-6696-61E9-1777EBBA603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957E1F-3277-E4AB-FA57-448FAAA3C3E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870224-4BEE-09CE-F162-C8EF837696A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6AE31E-7EFD-1BB9-A9F2-F3F741A9A2F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FAA850E-1A28-B09E-3D61-9F3F6614B6B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F26EC48-7EF9-BBEC-EB7C-DD83405C0D3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F4EBC6-50A3-01A1-B4DF-063AD74A477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9DDF957-0314-3D5F-73B7-D59601C34CB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554243-60C7-EFF9-B0D4-A27E9DEE88F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9839E1-2A22-E72E-2F82-006ECB035D5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40A35A-A86F-821E-EF04-3F159F6662E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7DAB10-E0A6-6EB1-E7F4-1EDAECD3196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022A3D0-1F58-D494-02E7-5635D353EB5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6E198B7-B4DE-24CB-C514-5025808DD36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B2F89C-D991-94F5-35FE-F02CD1055AA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733D50-DD31-A7EF-6A17-8F2BDAC1CC5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0DC4E3-854D-AEC7-3D4C-AF384CD8F18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259CA6-D72D-F14A-83B8-9777DCF6E29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F8D254-D83E-4D1F-C057-9F996386F11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E96D4E-767A-33B3-F231-A89958A195F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0FB79A-BDE4-4733-B634-C216D134981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0CB621-1CF3-C2E4-6DF3-CBD35125552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CB48E4-95D7-E721-FD76-790CC672928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1BF952-611E-08E5-629D-993737287AE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3BC1B1-CC90-FF1C-BB8D-2CD2356BB14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FCD46C-B046-A46B-142E-F2766DEC9E6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5E6FC0-3DA0-D77E-205F-249E3934E0D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B19B1B-496E-58D1-EB28-15CED80D5D8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80D256-E784-47C0-832B-9A715C99D3E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546265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57FA-2820-93F6-AC87-08F288388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90061A-7766-7601-50F3-D0299BA508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C1A22F-64FB-977D-BD70-814D9EF5C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D52A988-05D8-06D3-AB7C-254CD2793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E14B71D-FE5A-426D-0D38-7084EE8E7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0A586A6-A9D7-90A0-FD1B-822D224035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EA8DF9-4922-419D-F845-E81610A3C47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258A6-FD15-2FD9-2496-E02DC6EF95A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D832F-5B33-BE2C-4A4E-30AAA0D64C0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86C703-24E1-2992-F3D8-B41FB71FF27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1D95B6-F1CC-28A8-E781-E3A31027C5D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2DE9CB-5FC3-1C0B-6CA3-1EAE1BA9F32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E84D1F-AB88-16FC-B1C9-2DABFC5A15F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E682C1-363A-96C1-F429-50C96EAEA44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1DAB7F-D944-46A6-7B07-8B93E1F5FDE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C5425F-96E4-BD08-7F64-BE121BC0B4E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87C454-2A47-5FBC-C281-75FC55BD319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D67394-DE9F-4F17-C536-963635135A6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A62B85-DEA9-FB27-8DD1-E0E092D2606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2B0803-17A6-868C-9DBC-A3B85ABD2CB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1CA6BF-EF62-C58E-BAA4-7AB9C8FD1B5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A1177E-A683-B7ED-F8FF-5039196FE2D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56A36B-EB4F-DBC6-9A68-95AD06D191E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6393ED-64E1-160E-E50E-0EB554F0EF3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5AE804-0720-70EF-E822-AC5F9199651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BFE66D-FC8F-11A7-F507-84EA7300A1B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9106F9-81BB-A2EC-AC24-0233B103BD7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E549C1-77ED-1A01-2942-7B66DAA60A8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DA9F3C-BC5A-A944-43BF-9CC00065000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794C04-1AFB-FB75-A264-3D8FBB8FB48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A8F796-8FCD-F330-BAF0-37E93ED1CDA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6A3FD7-1D25-FE61-8DA6-AC4359492A5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E9500C-BF4C-D5AE-0634-E86B62C417D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8FD742-0E62-16CC-3223-DD53F57AEB8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5730EE-B60E-62B0-572B-433B0FAB12B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DE973E-D37D-E707-8E5E-12462450494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32894A-43DB-DA9C-1503-34E32ACDF0A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5D8984-0563-4FFE-A853-44B2C3ACCA8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773497-C147-13E9-995A-DF15583C8ED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0EA679-CF32-6D99-4EA3-468B0564FA1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C1A32B-B6AC-9088-91C9-E97ECE0E278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36B501-3293-6102-5DE3-92FB0B8224A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F40FDC-9619-6D82-248B-E0CEAEBCC54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DAFFA3-3246-CED6-5071-DC347AC54AB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632CA2-8013-1946-0C70-7B4845D0CAA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0F2C91-F773-BF2B-DAC7-6D23ACB2DD8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FDABCF-3BC1-103A-030A-BC76D6A9843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0E59B8-B00D-65FE-D7BB-B118CE40CCD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A47A54-21DC-85C1-2715-7CCE510D037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C735D9-F409-3021-8543-5725E297DFC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BA1AED-F337-2737-A06A-5915CFE9AFC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7B47559-DE54-1494-BC1C-3B294DF6FA6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E66928-EAB4-A190-5CB7-8A39F6EF862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57EA80-831B-48AE-CAA7-E95D93CE9C7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646F85-A7A7-93B4-54AC-63EF6101EFB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E51EA8F-7253-173A-3EE1-7BCE25B520E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EDB355F-929A-3D87-8920-3A474625C1F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6B751A-EF76-8CFC-95C9-7006856B04C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713AD1-0443-89FE-5BC0-9766C6C120C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10BD73F-17BF-C5A7-7501-5AAA0334894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678B7E-C871-246B-FFE2-8365C859627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9063EA-7B0F-B84D-19AD-F9387330E1B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C3CC83-21FC-2A50-DED6-3E5FC0FDA87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CAB7B8-5512-A59F-4F21-39498D19923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F253CC-0D7A-C216-0CCC-63A8BD26C52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FFB497-12A2-5132-BB8B-3B6B9AC9AF5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951417-58C8-B198-94B2-B4DDB16565E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EC1A5B-7B52-767B-65C0-D2E7D4CA23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116B34-BB4C-988F-AD69-8C01195031F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085CBE-2CF5-DA61-BEA6-896FB65FD8F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22C754-3C36-0F0C-31C1-638D009573C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CF021C-1909-9655-7A85-8E837F67299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79E8EA-5889-24C7-2BBF-1B58339673A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2BEFEB-DDD3-A7EC-BA04-D4F8DBB98A6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86C5F5-9A7E-1CA1-E5CA-41444EC8995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0CC723-AD42-6E29-E749-AC565F03615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F1F2C1-23F1-F2C3-4F0C-1DE515FD6CD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532838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1B40C-F49E-2F8B-A3DC-4A97B091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1F9825-D5C3-DD73-2D09-AA6387693B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upper center block, last cells are 25. In lower center block, last cells are 49. These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7603295-8009-C768-E458-496C5631C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835A480-81C8-08F2-488E-9C82208C1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B50AEC-0598-34E1-5BF6-C49860703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04D0D1-FBFB-AF8F-569C-FE338D9BE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D81DCD-9D06-A856-8A99-65DC54C200A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129F5-3657-43F8-BC26-F6CEC7924C1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D759DB-827F-8FF4-9100-BD4B19426BF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F1FBEC-0A5E-49FC-9B9A-31119D8AD5C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D08800-D2EB-6E2A-9FDF-E2249DEC0EB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7E1065-1113-FC54-F78A-E0161500174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D07E9-01C2-6AD4-B3E1-6602163ECBA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424275-63F3-6073-61B8-254FBBE71CE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AD2FE2-992E-BDCB-B103-9A664382080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38EFC0-60CE-44FE-CE64-0E679EF0946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B4BEBA-886B-9E91-FDC5-4BD8D46869D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EC80BD-DEC4-2767-9B5D-1B233EE0268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C88548-1636-1234-C9FF-08CC6A48FA2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DBB9E5-118F-7E91-B70A-B27DDCC4422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C256F8-4AB7-3AF1-91F4-0F9F616351C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BDAC48-06E5-59DD-AEC8-3453F9C7673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6397F8-68A6-26BE-5681-BFCB4F07F6B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06A4F4-67C5-7EE4-BC4D-CAF1965C1F2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42EA1D-1B85-0A94-9CD4-2431002AD8E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EB01A58-B3BD-EEB3-6392-F7B50488E92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B8BE25-198D-D5B7-7E05-6D2E7910BA4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652156-68AB-AA35-5AE0-3D359880DF7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9ACCD0-0E1E-A3FD-368C-CC34CD5F57B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F70D95-AC7E-4D64-7326-9F991FD4136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96DF11-CADF-EA2B-0017-6CC3CBFD893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107A6F-4A7B-D3D9-CE8D-B8A2CFE9F32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5CDB45-9440-B3AA-3359-B64A835E6FB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6D4753-A554-3446-A3FB-39740E5017B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F2A334-514D-8689-3E34-AA4879D7FF1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A49097-FD3F-957C-BF21-2A92969EEF1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A05E71-5930-AD7C-F867-30E09D2E29C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BB08BA-7337-534E-D7FD-2921B2AA357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4F70FD-A62B-BAE5-9A00-6AF4363ACB8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0334D7-FFCC-2247-5AB0-4D255D8FCC1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C5A508-BAA4-CAA8-AEFB-A4E9F2E1EB3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EBE127F-AB0E-97CB-CD0E-E87ED1016E3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826BFE-F4BB-43C7-80BD-4E4F2AC9572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C774B4-B848-089B-C351-345569EB527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0DBFBA-23F9-5087-37A2-4F670CC6DAC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298BBE-3E03-0666-ED38-5A17E66BE4F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6031E0D-D86E-D680-FD1F-9AA675449AC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156F89-1C1E-2F2B-8ED9-079265839C6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1E837E-CDA5-B3BE-6989-811FD66633D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778E75-67D0-73D2-8C6B-92FF69B6F21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C5FE63-32E4-EE8F-8BAD-ADB6933C1A4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B886B01-08C1-46B9-66EC-4AA682FE01B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3026E1-E5B7-0D84-CF54-F7DB05AD602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893FC36-E7FA-0F62-A15F-D7B7E125486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90C6FC5-41DB-1459-EB7C-573B40D4BA7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9F857DA-260F-63B2-B946-B67AFED8CCF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6B512BD-4586-C7B1-E561-84529F0F962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14C5515-BF9A-34C7-0CA8-B8C449681F0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92A773E-660F-71BF-3B32-3B76B9DEB9A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09C7EC-64AD-49FD-CBFE-F19832E2319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EE34C2-72F3-6A89-7FDA-5CD03F21816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4703E1-C9FD-9060-BFD3-A81D04BFE4A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53E7C5-DC98-683B-86A6-503023E6CE0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7C1FB1-275A-ADBA-720E-2FC6AF17DDF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4C7AC5-ADE6-8B54-9E22-31F27EF06B9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6FF533-32A3-E804-3759-7178D59813D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223F18-5E1D-445E-5500-842C027347C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E40E95-B725-630B-EABE-19241882E8D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6936FB-C79D-1B6F-FC1F-A452C74DA15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CC2D1E-FBAA-8413-EE9C-2E0FE3802FB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573A631-865D-E7A0-8FD3-B6C000E9230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5402B9-12AE-89E5-B19D-8604C778F8F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AD834BF-23D7-57D1-A2D4-248A1CD5C7E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663EAB-711E-4D65-077B-A2E91FA350A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6D5C88-971F-B4EE-A728-556A7BFC9B0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C66478-85A7-752C-3FB2-9AAFD157CEC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0FA197-E5D4-3AC5-7850-C62F369DE06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4228AE-7714-39A1-0857-9347704DA7E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1A0256-C249-C360-DACE-5E92282BA55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B248D6-E9A8-4AE7-4C2C-12FCE2AD8F0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6FE687-4633-73EA-EDE6-747EA595059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789661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FCD7D-CFD2-7F14-FEF2-9B3329A2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0425BB-FF77-3082-B9F4-20512166E4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Finish.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015137B-F71D-343F-E92C-2584A72FD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820AE5-D6F7-824E-930D-0C3F1272F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BEB3681-8790-D473-E377-1B3F6A43D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F53105-1377-1015-3755-D5F5F3E574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957CCF-0668-F0B0-9FA8-5D99AB062A6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C83856-4E2E-C3AE-5037-37B0E5B7691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CC911-5487-A2AF-350D-982C13D731E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CC08AD-9812-5C43-2378-874978DF49F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7D3B4-A8A2-1B1D-F83B-F743C287849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08FC63-8C14-E9AF-34D0-39A5A4E6244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1744B2-7B7F-A2CE-ADB3-477F6A6607F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130A1-EC3A-6A7D-5A22-78C3FDD9B8C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67B980-52E2-D630-4105-302966EB2B2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361266-9291-23F2-2DC5-02FF5365143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F95A63-DBD3-DDC1-14B0-480036E5CB7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968D19-ACC3-A2F9-1ED3-76D88A06435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DDBB02-E1AB-75AC-5D2F-0602D2F3483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44E737-C0FE-F50B-A255-CB68D818BB9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E1D290-BD84-BE1D-4F72-912500DA0E8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FFB051-B01C-EFCB-25D4-AFB16CEF54E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9AAE84-D4EE-3DC0-4E69-A44666D4871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DCF1C0-4E3E-ADC0-E938-0D28844308C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A64C7F-18F5-6465-D55C-5C1D909E57E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1D63AF-64DC-3EB8-240F-B7567FE1826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54F973-A165-0D25-B88D-B7915AEF117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CA4464-FBFC-BA7D-F69B-CA431E7F0FF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CB130BB-08E8-C7DC-7083-FBAAB574C9B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011E1E3-17A4-F503-11BC-34E54D662C9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FD7393-8615-A12A-2320-E436CB79090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9FC38D-214F-2FAE-814A-91EF0BFBB6A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CE738E-DFB9-3B8A-8049-424F1BF5776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9E48B1-2C5B-021C-6505-30CC91676C6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966F08-BE3B-FE93-2F84-19994EBB4F5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6366FF-9009-97FE-26F8-923A8F79E1F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0AD6C4-622C-8695-689F-6B1B844DE01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3CB710-7594-F80A-250E-C86418043E9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EF31DE-017B-57A2-26FC-3D8608B2FDE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71F4A7-1B83-BF50-F5A0-0B253949DA7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A9DD64-908D-8F67-B430-4F051B5FFC4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6F060C-1A9E-E01E-9DEF-6A24779E7B3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34E047-A688-5D94-C017-9B3C7AFD112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DC1370-80A0-AF16-D530-0A914B3786F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8BCDB9-1331-5D71-D0C7-826F9C5CA23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331857-0D11-3F15-1797-5F1E236C60D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2DC35F-AF9A-BD76-AD84-1E12D76DB50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043CAA-B5EF-3346-B385-4DD0150AC8F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0580E8-1B48-1968-8678-762221E6EAD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56F02B-9A7D-8A69-24EE-42E65B81F64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8B26D21-0475-0EC5-6DA7-6CC4E41A7D7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CA398B-1F3F-9096-6CBB-409856E6ECE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A6763C-D6CD-D365-671D-0EAC13587E8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4F5712A-5CF4-FD2D-BF90-2A4AEBE2D66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273E3C5-32B4-725A-C3CF-06A8611291A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549B65-27FE-3761-763B-E035EE3A48A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CC3E36-2849-1862-8DD5-C9DDC6E85CF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EC56624-898F-B16A-CFE1-FFB27920858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75FA634-EBC5-0088-02E0-D6E8ABE2E15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98BC1C1-F1D8-4CD6-652C-B06937BDB31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C4B891-DC81-8224-CC7A-5B2887E16DC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8F2BE0-FF88-D7A9-D4DA-9EB06A0308A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1DC2BE-A575-BFCB-B74F-8EFFB2359F6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4EDEAB-97DC-6033-682B-F4F275AC3E6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4F21A4-06ED-0C39-7B1D-4EAFAB4E687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C0ECF9-AFDC-99F6-54F7-21E93E45E60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0D67B0-EE89-E148-5928-C2213D12F25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84D6AD-C785-E190-A12D-4B13D1A4F76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767948-1F6A-C4DD-2BFB-8998DEBBA35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B68C1D-09F7-DE1D-C303-36F92376C16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02D1B7-DAA6-F4F4-7FF2-A8C3F90ED71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EC5CCA-657A-4A20-23B0-8FE21B0CC9F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BCFC83-FEC2-6659-ACFC-6CEABDD41B7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CE2C85-7C32-BF73-8E28-2D41DC2EA0B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0ADCCC-DDA1-3F23-33B4-10F7636DBD5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D9B41E-36A9-80C8-0637-A316C4C14D4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27EE70-1220-37F6-3F90-35CFB5E9A39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3D655E-B5D2-952B-064A-49BED8728FD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0567A3-98C5-24F0-AD4A-BA144EC7F34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188B1B-1115-08AC-BA49-E43E4C150D7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9E5124-A89F-E599-872E-9C3D78A00FC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7C1B91-6F47-9A0E-B5E3-ACB0A85574A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4336A4-E118-0793-DDEF-8088C1647EB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80B38BD-D24E-313D-2CAB-E9E7E4B49F1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27CB16E-AF23-1C83-4187-27507FC5BB3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58586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10659</TotalTime>
  <Words>3008</Words>
  <Application>Microsoft Macintosh PowerPoint</Application>
  <PresentationFormat>Widescreen</PresentationFormat>
  <Paragraphs>2644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431</cp:revision>
  <cp:lastPrinted>2025-12-02T00:08:17Z</cp:lastPrinted>
  <dcterms:created xsi:type="dcterms:W3CDTF">2024-03-19T02:13:08Z</dcterms:created>
  <dcterms:modified xsi:type="dcterms:W3CDTF">2026-03-09T22:43:54Z</dcterms:modified>
</cp:coreProperties>
</file>