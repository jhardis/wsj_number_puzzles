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457" r:id="rId2"/>
    <p:sldId id="531" r:id="rId3"/>
    <p:sldId id="532" r:id="rId4"/>
    <p:sldId id="533" r:id="rId5"/>
    <p:sldId id="534" r:id="rId6"/>
    <p:sldId id="535" r:id="rId7"/>
    <p:sldId id="536" r:id="rId8"/>
    <p:sldId id="537" r:id="rId9"/>
    <p:sldId id="538" r:id="rId10"/>
    <p:sldId id="540" r:id="rId11"/>
    <p:sldId id="541" r:id="rId12"/>
    <p:sldId id="542" r:id="rId13"/>
    <p:sldId id="543" r:id="rId14"/>
    <p:sldId id="544" r:id="rId15"/>
    <p:sldId id="546" r:id="rId16"/>
    <p:sldId id="547" r:id="rId17"/>
    <p:sldId id="554" r:id="rId18"/>
    <p:sldId id="555" r:id="rId19"/>
    <p:sldId id="556" r:id="rId20"/>
    <p:sldId id="557" r:id="rId21"/>
    <p:sldId id="558" r:id="rId22"/>
    <p:sldId id="559" r:id="rId23"/>
    <p:sldId id="560" r:id="rId24"/>
    <p:sldId id="561" r:id="rId25"/>
    <p:sldId id="562" r:id="rId26"/>
    <p:sldId id="563" r:id="rId27"/>
    <p:sldId id="564" r:id="rId28"/>
    <p:sldId id="565" r:id="rId29"/>
    <p:sldId id="566" r:id="rId30"/>
    <p:sldId id="567" r:id="rId31"/>
    <p:sldId id="568" r:id="rId32"/>
    <p:sldId id="569" r:id="rId33"/>
    <p:sldId id="570" r:id="rId34"/>
    <p:sldId id="571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708"/>
    <p:restoredTop sz="94670"/>
  </p:normalViewPr>
  <p:slideViewPr>
    <p:cSldViewPr snapToGrid="0">
      <p:cViewPr varScale="1">
        <p:scale>
          <a:sx n="113" d="100"/>
          <a:sy n="113" d="100"/>
        </p:scale>
        <p:origin x="15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5/21/26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696F1-34DA-6BBB-9364-AE04CF459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64572D-D756-A2EA-6745-4C1114B9A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1C15EA-9441-9BB9-14E4-617AB6456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01198-09C9-E364-C4D7-7A849C1F9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230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EFCEE-484F-E0F4-ED2E-CCF9E2B1C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7C7268-8738-D0BC-9177-9242BA1213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51AEE2-CD58-97DF-9038-25994E0C0F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63FE55-A8B5-0572-0532-422847654D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033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98F2D-8915-ECFF-1A0D-2432ABF91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DF0E3F-64A7-7B23-4C9C-8E64675712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2C50CF-860A-0224-1629-D48DF00E83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6BCB1-21D2-C3A0-0B95-8B3CFB239C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6215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57E2E-2E41-D6C2-8AB9-DF4A858A7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4A3B67-2AEF-7EC4-2469-18D3F33DF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10070E-648E-72E0-0BEC-319C57BAD7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4478F-0C96-29F6-FCAB-8394697BAE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2028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CB438-F6C1-8EDE-DCE2-6B71D4E11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65CE0E-4B66-DDDB-F595-4C26FCEBC2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0C0746-B9A8-DA54-1367-3743C8D81D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256D2-FB5A-7EA0-A2E8-A16C5D8F48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081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AA0F9-564F-4CC2-D381-8526FE555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58769B-7DDF-46EE-A235-679132E6AA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D63043-3BFE-937E-1005-88C2CD3F28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F1A82-8D12-6393-6157-CD01EEBD0B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2760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A7063-4D3C-A7C3-18F5-12510E1CD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4B697B-9D44-DC73-8E16-B8B998912B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F954FB-4894-1D76-F586-B4A8126C93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FDC1A6-1537-78E6-5A9D-2A66F1069A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24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A13CD-4A7C-3ADA-527A-6F8BE490E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E2E569-9037-D81B-0131-7CF16D0598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D33B04-E5F8-84EE-9CF8-186A0CCD0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551581-3FF1-77D2-3206-B8019D06BA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9561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C3830-D08A-1C66-F884-699A48F14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05416C-C582-FAED-3188-FB7414E52C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84C6E7-D7A9-59D4-ABFA-6EFC24B1F1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35F84-1D17-A5A4-C790-E296213201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6841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A5902-670F-9AD4-CDD2-2C1191BEB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C1F312-F883-01E6-972C-1143D13981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FF301F-6981-63C4-8EFE-B194862E61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9EA05-B07C-B8FF-5EAE-5A2259B2BE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4698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7EB7C-548E-DC65-7AD3-15B28D630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BF6A30-75FC-062C-2EA5-C302BB0C4A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543156-BB3D-DCD2-E94E-39AFA15DB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6DBE2-0508-0EBD-AE76-F78AF51966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5648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F048A-2819-E64B-9071-B142C9E8F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72EEA1-6415-5CF2-64F8-D115363601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C880BF-1AB0-8956-EAE0-CE0EE78EC1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80EC1-EF8C-3ABC-D466-604F15AD3C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8942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1FD29-C83D-2511-24BE-E19BB3D41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39BCEE-9CBB-2698-F06A-D2AD1751B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F78EF8-D43E-B1FE-521D-D91F2C0816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DF075-4E83-6868-65FB-DD5A9AEE5A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3221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C4672-3C46-E5B4-A337-DBB9D06E3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10925A-1B68-D8AE-A7B9-4FF42D5F59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DA54B7-8DD3-B6A9-46A1-C60491037A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8FC9-3577-9BFC-97F5-5B708DCEF2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59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1880F-E84E-EF61-41AA-860CD1470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04F6B7-6860-5EE9-D1AC-E15DEFDC10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705E2F-364D-1092-4467-4DECC9CBC2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9EE91-6F8A-7B1E-896B-D43784850A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1456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FDD04-42B7-C542-3966-D56EFC1D7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C247F8-2267-15C3-416F-CF30CB9BAF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2D546F-8C24-11B6-65B3-D96B1D258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C68DB-C5D6-5214-E2B2-D9ED854E8E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3809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5F4A7-D849-0D7D-23F2-8876A9D1C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A70C6B-144F-FE89-601E-A353698CEE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E756AF-D30A-BBB2-B2E0-A04A72D58D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1A616-5465-1B88-3FA3-4033095FDD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121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DEB2D-3A57-1FE9-49F2-EC00FACC6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4280FA-9E90-B52A-CC6E-78A7B7DF49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C9D322-33B1-588A-5D41-2FAE210AE1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CB65E-37C9-B476-EA74-E7865694A9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6377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D183D-B1D8-7469-F9B6-EB285B479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D536C-09F2-A738-9128-464479AE37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74ABBA-7332-605F-B064-FAF093EACC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EA1F7-286C-C9E2-3168-F2105DD2A5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299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A6271-7D24-9098-3D89-6E44E2A1C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406CC8-B592-9690-225F-855B944A70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DF31A2-098A-45D5-D1ED-07D74E6D30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09CC0-0D32-54CC-2BD8-9AC4D73465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6765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DEC86-1B3B-CB45-1A1E-B455D2186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E24382-AECF-6065-34D5-F5F00CF450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7A9546-C961-30DB-4375-9FACB8764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46EDB-F7E7-6413-21FA-19B317612B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9470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C67B8-4BAF-5D8B-758A-C44E08A10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ED4352-1807-7067-8C21-6ABB45A616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C68C59-E5FA-97E7-F703-27AC38C58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8F4B2-CEF9-F5CF-1746-30990E7C0E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4815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74E32-AD76-9AD9-56AB-AC6243EFA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1A942F-16BB-2BB7-3DB7-9C041869B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4E6762-02AF-0BBC-85F1-23D6BF9D80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CFB31-2D8E-549C-DD95-D9B980E884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069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452F2-3C4A-E38E-21D0-956024BB8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6D2D75-4F42-BBC9-B194-BC4376AC41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1117F3-553B-A284-6DAE-C1B27FE75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004800-BFCA-31F3-111E-74A3EE698F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3909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76BE3-ADAA-0E53-14AB-AD4914BEE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78645E-5BBF-894E-35BD-C1D2A85819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F274FE-F49A-8F8C-E8ED-2ABD488064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56033-39F6-F622-8704-43C796F6F7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8818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E4E02-AD06-DB66-644B-6033DE271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E0F6F7-4F79-B40B-C8CE-A868527FAD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CE59D0-EB10-DF6B-3AE5-96D35CBF7D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1D7C3-F5DE-4F2C-254D-AE6908CB4D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86752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A07FD-B43C-3B57-6A80-A0A1177C0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EC0780-EC0D-0FFE-7406-A529396E7A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1E86F9-84FD-1B7C-BE7E-209482337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EEE22F-739F-3831-970C-073E35EDB9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7962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6F4FB-F893-95C6-D49F-495316C9F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839382-3810-7FDB-06F9-9A8FC49E08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61F76A-55C4-A923-7272-2A43239B65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6C4A1-2651-AE1B-2C40-D8B28A66BD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31152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DEFEC-2712-2258-421E-CA4B3B430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3B6C5-569F-0D81-F3BA-B289F12F38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CC2214-7BAB-164C-E3E9-5BCEBB76A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DDE5B-CEA6-4830-C7CA-7AC145FBEA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76687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09B02-62B1-FB5A-4A36-DD31EE606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1B35BA-E57E-E26D-76D0-25E2BFD97B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934653-17DE-9F6D-C2C1-A02D55CE7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71E7B-F778-3BEC-7C5A-43780739D8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7774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88F07-B2BF-22D2-E0FE-3C3DFFE78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6987A0-F1A6-456A-6991-630AD30D1B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C3882A-93CF-930B-94EC-571DE7809E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A69290-A964-51AB-7809-08B0317FBF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85461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F233E-8210-DCEC-C245-CDAC34797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C1B369-0EEE-23A5-7CDC-6B742A767E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5A094C-0A8D-F974-4021-5B668D77E4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06DB8-112F-5412-0C44-4F4BB6531D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47012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004FD-C0BF-F881-5CCE-CC4C3B99A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BAB4DA-7531-6534-E3AA-1F68133320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D58019-2515-36FE-6313-2C9B200D22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9EB6E4-C82D-F1DA-246B-CF0FF9F965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482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59DF17-0840-94B3-F429-6A91DC5149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252125"/>
            <a:ext cx="4543224" cy="5045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59166-881B-FC1D-C035-EEA92A0A4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FA0302-FE40-7243-5377-F9989FB08AE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[38 in 8] contains all the digits but 7.  (38+7=45)  The center block contains portions of four [38 in 8]’s in all but one cell.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8E75DD0-B1BF-C4A1-72E5-D16A537DA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B62ED5E-7E37-44AF-1A8A-EB15AAE464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7487EC6-A71A-B337-A6CE-A242E8BCB6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D1595F8-7109-64FE-0EE5-1114785897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A0EEC5-4A2E-48BC-D409-735144B74C3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451547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FF979-201C-42FB-9D6A-B9507A40E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2C4693-3A24-40AF-EAEE-A2B1AC7FD6F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[3 in 2] is 12.</a:t>
            </a:r>
          </a:p>
          <a:p>
            <a:r>
              <a:rPr lang="en-US" dirty="0"/>
              <a:t>[22 in 3, no 7] is 589.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EE96078-FCF4-EC46-FEBD-A1BFA4592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9E390E3-0C7D-6415-F0DE-CEE4AF3E1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6A5734B-E1A3-8231-6C55-D95832D9FD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B6105ED-7417-B822-D0DE-3DA4D0AF79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EE881A-4B82-11E3-56A0-A63823F46E7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569774-DE69-988A-F616-1485C1B460A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118138-A47A-FE9C-288D-A188910D3B2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CB6B12-1374-ADE4-397D-3FAFD7CEEEF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334410-20A3-E871-48BD-BC517133050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58C2BC-EEB3-0E40-35C5-C65CA580FAD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063760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3F5F3-2EE2-CD11-0BED-F3910D18E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2852E39-A4D1-8CC3-5C74-A4C35E3CDD2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left center block and the 2-cages within it.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CE7C310-3316-C4BF-DE21-8A65D69EE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BBE0607-EE9C-DA64-95EA-8CB3549CF3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9F79194-E572-4808-5798-5E588F0843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F3625EA-186C-B2CC-6A2A-4AEBD2D432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21A525-EF19-C8D5-3028-033598F8F30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7FE576-DF2E-9C5B-22F7-0F0FFBF3C86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0AC224-BB2B-9242-EB42-930CA82B065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A899E3-2924-8CEB-4A7D-02BAF463814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D5A052-6229-F5F4-BA9F-6EFF97937B5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C9FDC3-F9C9-DE1B-B5A6-A1162F3D6EF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C4D539-F1E1-C450-7B9D-DF2176091CA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0AD764-3813-E14B-08E5-5C73BF5B9EF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78B384-6C1D-402E-49A5-5BBA834EF02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02E98E-AEFE-113A-3434-E486B4EF60E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536C2A-690B-5E50-0C93-A2D03BBC476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31D20E-A00F-FE56-8E3A-F13DE88A1136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</p:spTree>
    <p:extLst>
      <p:ext uri="{BB962C8B-B14F-4D97-AF65-F5344CB8AC3E}">
        <p14:creationId xmlns:p14="http://schemas.microsoft.com/office/powerpoint/2010/main" val="1390968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B15DA-3C20-ED64-7EEA-D209655FB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B44C3F-DDA9-8B89-69C5-DDC3CFBE82D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right center block, [17 in 2] is 89.</a:t>
            </a:r>
          </a:p>
          <a:p>
            <a:r>
              <a:rPr lang="en-US" dirty="0"/>
              <a:t>[12 in 3] must contain 6 because 234 isn’t sufficient. [12 in 3] -&gt; [6 in 2, no 5] is 24.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7F48102-E4EE-8CB2-DB07-1CA119758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E209DBA-9969-C47D-34AA-37F2A1377F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3487E06-E554-3427-665D-1EF23B3482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F5B5850-FD64-AD9A-0FD6-2422ADCA3B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66C7FC-6B2C-C951-714B-9F0FEF8FBFA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96D862-6063-4106-FCC7-C8F06A2D32D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EF5C79-9BE5-6752-D985-E18EAFA477F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24BA6B-1620-0B35-F102-989AB836EAC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B9B4B9-B02C-7C87-B90F-F64B3CD164C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F47728-64B0-0B26-7A57-4DEC73C532E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E94348-1EA7-8E79-4220-7642499AE73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2DAE13-A8EE-0948-68AF-13F53946291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5B8F8F-2EB6-D331-88D7-4EEC231DE3F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7581E9-1901-5D32-D99C-B512050A53D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F0D90E-9FE3-80AE-83F1-6D21963432A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E5CD14-55DF-1967-2992-E47E6E5EBA0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FCE5C0-C10F-9E29-9949-457E68A5BCF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247438-E2DB-0E59-D24D-469D2D9F06B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1B9DDD-6E4C-C955-A76B-BECB9FB34BE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753DA6-5FE3-CE80-6562-8BB4549440A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1CE25E-EFE1-654B-A318-00716593A3D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</p:spTree>
    <p:extLst>
      <p:ext uri="{BB962C8B-B14F-4D97-AF65-F5344CB8AC3E}">
        <p14:creationId xmlns:p14="http://schemas.microsoft.com/office/powerpoint/2010/main" val="2699073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EABA9-D975-6481-7E6E-995B8DD7C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28656F-B113-2D3B-6A2E-38DA0E3FA2B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right center block and the 2-cages within it.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1C117AE-DB0A-5A9D-8A93-E3762C4AA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377AB45-FE30-2C39-8856-A299BD6C65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B47E126-276C-777A-C0E4-3A52A0ABF2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1850E99-0941-59C7-C39F-CFF35905CD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303D3BD-D44A-D4EB-47B4-023FF32FC17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55D489-47E4-467F-9C55-51BC65758F7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750E8E-25D7-8438-0681-99FD03135B0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26AF9D-4433-8173-F568-28B70C29B98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177DB4-2278-940E-DB90-8CBA16BD4A1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E94D35-307D-13C1-4C2A-40868B9EA48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C8524B-564F-44FE-C9CF-33CA1702CF2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473BD3-4C0D-379D-BDE2-5DCD1360144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DAD466-0E25-3A2E-5214-F65A114FC92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F4A464-8F81-6F84-7D88-2016B4CDA8C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DDA1ED-CC5D-37FC-E1A4-F5A98494977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A3DC88-6346-2435-B205-35FE4CDD23F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E5E4C7-D602-22D0-0021-1C327DE55CD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E519D8-3D80-37D0-659D-D9B93ED8B84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8B4CAF-405C-8BFA-56C1-8C3337DBC84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7AB93D-0799-7F8D-B666-80D432561CB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AC1D2A-7B67-B9E5-C054-F402F17FEAD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4C3F87-17F5-6EC3-2EBA-83F7D8C8665B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79E9B6-164D-46B1-F9A3-0B940093D97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6209C2-5C78-A8B4-7F57-D8EDE898D65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252EF6-7239-8DBC-872A-91E6DDE3204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AEBE0C-BC26-4B19-1309-DA4AC1E7F73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F32189F-AE3A-274B-66EF-740378C165C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975</a:t>
            </a:r>
          </a:p>
        </p:txBody>
      </p:sp>
    </p:spTree>
    <p:extLst>
      <p:ext uri="{BB962C8B-B14F-4D97-AF65-F5344CB8AC3E}">
        <p14:creationId xmlns:p14="http://schemas.microsoft.com/office/powerpoint/2010/main" val="2712437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2E64C-4D22-7AB1-7DE6-DD1A7D46C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8B33C2-2AB0-D1B2-08C2-2B2F821843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1 in right center block.</a:t>
            </a:r>
          </a:p>
          <a:p>
            <a:r>
              <a:rPr lang="en-US" dirty="0"/>
              <a:t>Then, 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D77FF54-1960-9A2C-9032-B51C02323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8F1C4EC-03A6-0714-AFBA-AAFF9DC6F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803893D-C91F-6E80-49B0-6C95889561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B011315-B98A-BA74-9143-99D81D941E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AA0C90-52D6-2853-5E49-EFCD2FF8C64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87E5C4-8B9B-EE31-7AC5-6C956009E60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EF2298-BF11-BA5C-E3DA-290880F7A43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A1A8F8-FBC0-96E7-FA2C-A839F51E36F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F1ADF1-EF9A-EFCC-F89B-2F768EFC92F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BEEFBD-B7C0-68F3-D050-4797BB4B12E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2B5B4E-E0EC-49CA-02CB-6F44A24D2B6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67C46C-3F7A-9F7E-2DB5-1D1F52AA312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EC55D9-405A-FFA4-B27B-5B968476215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168153-BA58-D327-075F-A4AF66DBF95F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808D33-2619-86F9-C239-B3194557E8D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4B2F16-9716-69AF-FBBC-C85EFA9516E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C6BD17-DD52-972E-28E5-7AF476821D3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A03AD5-8DB1-92F8-D672-ECFBC020816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DF482D-EDED-91E7-DC1E-7DD1BD5EB75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221237-09CF-CC8E-1532-8BDEA084A53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6C4E1E-4DE1-6162-E1CE-D7A8F2BB613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B46DD6-3FBF-52ED-6C08-0F21CE8C061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E10734-BC8C-E2D4-D3F0-A41F6263EC5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E7493B-E49E-23A0-22F8-A412BE4D7E2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6BF6537-0929-F2C6-F678-2A791CF3B33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6C3220-B96D-DCE3-7BA6-10B40C8EC96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67B4E5-5A57-B0AB-8FF2-A45240BF885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78234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728E5-B1D2-A532-9675-5FB86A36C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7F2C9A-3D64-16B4-7168-5B926F2EC48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E60A221-A9BD-0FD8-C1B2-7C759FE66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6FFA4BD-7716-95CE-0284-7C8FB64A5D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666A054-8A70-27E6-5654-A6A7AE004E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8653794-B17B-8530-66BD-E7118DE79D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A867A5-A12C-00E8-2002-D94FF7D752B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CF5C60-465F-86D7-29D5-FB4918823ED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460DE3-3999-BF2B-180C-2575E4DEB12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F402CE-FB27-3DC2-F838-5697460E9F9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1C0AE2-542F-6E4A-0162-762F68F4247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77EDA9-8BA5-4BC7-532F-38015EBC250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6AF13B-379F-06BE-BD0E-0FDD17955C2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75C0A0-EF79-BE02-A809-0772B82E73F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0B53EA-40D6-2A8E-E7DF-99721F80F38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36553F-D4B8-FD28-0F16-FD87F1A6AA3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889A0E-9272-0472-38F3-8FEB599CBDA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6229D0-91AA-4DAB-B6F7-306F64387FC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399553-AD51-F87D-93F5-6E7C625A736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A1B788-9657-B386-1213-3C2220CF220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F7B992-4A3B-0268-03AE-29EDEF75965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E93CF5-1C40-5F88-A94A-3D703207DFF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F3385E-1E59-86FC-0070-DF7CDBEFC42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1FA72C-F89C-B04E-6BC0-FE64579D4AA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5DAD5F-5E3D-C682-3116-E117A290A8E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A78F83-C69B-B060-19FD-63CF779E79D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6BF7590-5309-D309-0891-BCF806E72B2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EBC019E-3793-C6B3-58F9-3C2B075FD4B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E7903F-A377-D43A-39C8-D6D708D5D07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65935D-9073-FF9B-0C20-00892569095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7D243D-922D-79BB-1F77-082D6E412C4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FAE8E6-4BA9-FF75-696F-D8070A12765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B9E793-0C80-62A3-034C-CFF35D0DF1B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C5FF4B3-CFB6-0ECF-E633-1C352CE4A4A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D130F8A-9BCC-8014-E058-273CA60F2789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3CB0DE8-01E6-4DE3-8FDA-784C1ACE68F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15EA54-B773-23AC-4D77-9B743B44FAD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</p:spTree>
    <p:extLst>
      <p:ext uri="{BB962C8B-B14F-4D97-AF65-F5344CB8AC3E}">
        <p14:creationId xmlns:p14="http://schemas.microsoft.com/office/powerpoint/2010/main" val="3484244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138C1-D43F-4E18-CC30-4375FC9D1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B6F1EA-26DF-C4A7-3371-FEF55C5759A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CFBFB50-CB68-8F53-5804-DDD948686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6E52990-B2AA-606F-6312-592526ADF1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711D559-42A3-0FE5-6F2F-1514355B68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E52DFD9-1739-81CA-7B09-A2C6798AF9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0B644A-373F-4F54-FC44-2786D021D2E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C5D759-B049-D73F-B3F8-DA0181D5F14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834BFD-638A-4128-01F1-06650735461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8EDEFF-CFAE-51CC-C4CE-4C496877CB2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218CCD-9EE8-119D-BB92-517ED1A90E9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8E178F-FB8D-8154-8BF7-CE9329B75A8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9D72EA-BC84-3120-BDE7-0BAE4D0401D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C10056-A2EA-9035-2C50-53AA8836DC2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E6F6AD-A39D-652F-DB9C-5B5C60B2A00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A04722-5457-F6FD-DF27-CEAE95C76BE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1C0ED7-7CA1-53FA-6B2C-FF7BCC4781E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6F24F3-49D3-29C9-F79C-A3AC215CFCF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F74BF3-AED7-CECA-B8F8-7EDCA11D108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F08C94-120E-91D5-780E-71C6B0C30A3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B3B020-BF7E-2030-F37D-6E4633B69A2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E8C1EA-2F5D-1553-9444-85FD5A5A728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496E96-E459-3A53-24DC-E7B8CA52675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AD39286-35E2-49CF-93BC-A1748B2AA15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EB3756-3C90-4DEF-5677-35A41820DA0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A82CF6-D90E-3D49-5739-D7658FD7627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20C7F8-3276-6B10-0B79-12F57F7CAD7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D6D5CE4-CF06-589A-86D5-E66CAF2E537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51D89AE-5895-5001-EDCF-BAD56443003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F19E39-A5FF-CA52-5167-FFB4791924C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112B0D1-1EE3-ADDC-0961-067B5E826E4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81EA385-8E4D-A432-9CC6-46FFDD33E60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2F5736A-399F-B099-AEDE-1C19FD12201B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0B0137-564A-A5DB-71B0-8473E295212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91EFFC7-9F08-02EE-6754-287975B04DA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E248135-2D1A-E832-4E0E-3BE14550105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6779B66-7CC8-EA00-17E2-688CF4C1B1B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12649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DB06B-A2ED-BB4D-815D-FED43E284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46FEFA-9BA6-B79B-8D87-5162DC3B1E3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[3 in 2] is 12, which fits in only one way.</a:t>
            </a:r>
          </a:p>
          <a:p>
            <a:r>
              <a:rPr lang="en-US" dirty="0"/>
              <a:t>[21 in 3, no 7] is 489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B152A17-456B-F10E-8617-9CDCF229E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6DCDD6B-E487-31A1-B8D4-9DF5525818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BFB1A33-B70F-55E6-55D4-E943007D3E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37CD789-BABC-97F9-E71C-AD19EB4E21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FFE9C8-5E3B-320A-645B-719D9EF87BF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ABD626-711F-DF47-EFD2-F1344825947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25F440-C340-3AD1-1B0F-EC5BE2AA2F1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4FB5DE-4B52-B9D9-798B-3D2E374A8CA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0CB2BE-C559-D588-069E-A6147B95372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DB3049-29B0-F3B1-17B8-04B495709B7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0E68E5-76AF-F137-5561-E9EFFC6909E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9494AB-170D-5BAF-ED28-D88F481284F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3397E8-618F-1CC0-89B7-D52B60521A4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12E5C5-BF8F-2F14-4BB8-690550A28D9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FADCC6-7A39-7CBF-B082-366BE2E26DC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43AE3B-BA2A-3639-1433-97CBA19C3F8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00B123-2C8F-D5DA-CEF3-B6C023E9C8E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E1E32E-4995-77A4-7C8B-39C3E4772B7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BD5D7B-DBFD-C0ED-80C7-B1E1C5E5F70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7B4D8D-4F9D-B6F6-F161-1A535E2F371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DD19ED-89BC-4F1E-D6AF-7FB4AA13EE4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CEB877-7CB5-F6F9-6F10-C3B8122D8C0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146B98-C0F6-B353-70D9-694F1C6E418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5B97A5-355C-A130-D382-0CBA2D9672F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4223BF-39EC-C63C-FBBA-89D0BF0B566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3337F8-1256-15D8-ECBA-94815BA1673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47B8298-8091-BD16-B4D9-712DC80D319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6DDC97-907F-083E-6132-B6E461CB57F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8E48033-965C-D8D1-B039-67BB8FC435FE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EF7225-3B7A-6A98-4735-0A65CCBFCB9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2D541B9-39CA-A367-C5FE-87E6231D316E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4A64BF8-415E-2CDB-B480-7465CC57B3E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F22460B-3B5D-9DAE-A63A-797B79B404B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7BD604A-21A6-4217-27DF-83C358A7684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940B7D9-4D2C-D73F-1215-B200FE6BF93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777FCA3-DB01-6B30-3568-40233B6ECB9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4595D2-A3C7-A2FE-F5C4-94FA6B8A577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A4774BF-0402-0CCA-82C1-F2D9C53364D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77C715F-C099-BF29-0BC8-305C85FD65B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AA290E-52F5-5666-B534-2C862D927DE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22437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F10D6-F4C9-2AF3-1399-BD4EA5300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416BB9-B699-EC3C-C981-6C804823ED7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[9 in 3] is 126, 135, or 234. Only 135 fits.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5B060AF-D8EA-F55F-FB71-541135F47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B415EAE-1F23-5453-B309-BC63097C59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540AD07-D81C-FF68-F692-FCE2185FA3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2CFD0CF-40F9-7A10-7C08-3A4E821344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792B34-9246-BE7C-7AA1-C0006F1B741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2DE543-A284-045E-A3BE-76B2623CC1E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8BE583-0E63-89A9-20CA-B7886408238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6B070B-E82C-3ABE-9AEC-AA890A7FC4E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CF2A1E-27FF-B072-5B10-12089DDB5C2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78B400-EC93-039C-EF81-ED9020E8E7C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353B54-0CA2-A21A-7639-6C113DD2760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944570-1E06-3077-9E51-AACF8B248D5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EE9EA4-788B-113D-9F9F-43E1BD174745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242E8D-48E9-3D34-98A8-AE7FE8845A3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58615B-47CC-EE1A-583B-A77CBC7D132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511B5E-8B6E-7F93-B6EC-07F7DFD7304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057E5C-60C3-DCA0-6AEB-DEE46D07BE0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29C6B8-3488-5A90-0272-57468ABDABC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CDB202-A4B4-D356-6CA3-B9D0158F388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461F93-AE05-C641-3853-27A7CA1B4AF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EA3D26-56C7-2E08-7656-0F08A245D36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C9F898-3FFC-7C5A-DC8C-256EE661039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1AC700-150E-99C8-4891-1DC9189EECC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037DFD-4436-3A58-4EA2-B3DC4A7B4F8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B27D4E-4DB7-50D8-776B-2EB1C1493B4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D6D6DA-DDD4-A6E7-C04F-DDED6140EDD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FACD7A-8D55-8E1D-68C3-97A009DD1FE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568F23-C99E-429B-EC75-0B1F4FEB499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D87EC8-FC22-71D8-ECC1-6832D9DE56C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9E5ED5-AFED-F816-DDBA-BC0B06FA5C8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F9B1E7F-DDB2-33E2-D8A9-D9B8107C3D0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2B138E2-C4CB-C540-E445-ACABB672982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95DD247-A176-3320-9E74-0AE444AEA26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75B7AD8-6695-4647-B1CB-9C2DB4ACC79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06431E0-C946-27EB-4CFF-BA9018C9046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84652A8-7112-2C7F-1D55-46353AA1EE9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398468E-4505-F1BD-1D1B-3F28A271DFD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6E14141-A671-DFA2-1DC9-3A2B490907D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579D511-932F-FC9E-3154-E0B7CFA96B6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CD4DAB9-90EE-397C-EEF8-F5B224A55C8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DF454B8-5B79-7178-5368-3930C0AFA8D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238BD10-C53B-00DE-25A0-F96FE80A798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4C7CDBC-A859-9417-1463-CCA60F26017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</p:spTree>
    <p:extLst>
      <p:ext uri="{BB962C8B-B14F-4D97-AF65-F5344CB8AC3E}">
        <p14:creationId xmlns:p14="http://schemas.microsoft.com/office/powerpoint/2010/main" val="1592154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3C906-549D-F1FA-1D24-81CA4AE21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7C3C3E-ED6A-A305-BBD4-16682F529D7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F236244-2310-A533-5A1E-4DD90BFDA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1143111-BD4F-653D-ABC5-37C91C025D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5C721EE-7E26-382C-C487-6EA6906C6B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2F1A70B-D802-1BF1-BCFC-00066AF3EF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52AB0C-B04B-AD6A-1C5E-06586A64243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1E76FD-0255-1F4C-37F0-C3AB5AD2400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E06AE4-6D8F-7EF5-CACF-DB1F5C1F46F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20095D-818D-2E25-E471-A5D84429813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FB2631-7E86-7153-20F2-4292B2E0949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B12BEB-C9C4-69DF-5D68-A784687B501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F90D52-1417-F17C-08C1-73DED59054B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C2FE2A-F257-087C-1D42-4CDCDFA5EDA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B9F68C-1D72-50E5-CCDD-7D33B059ABC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32A315-07B9-8933-EA01-3F6B589212F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AD688F-C8B8-230C-0DCB-60952930BBE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87E3F5-DE37-F4A3-FFC7-CFCF6441798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8BF2F0-3259-FB77-92CC-776A31BC0F9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961996-D02B-55B4-D6A4-C22CE9879C9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20B479-2C7E-F585-B256-442665DD584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071BA9-4438-9683-83F0-5EF1BDF2B48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798760-AA8C-FC5E-4949-0474EF06F75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3A2850-3482-9BF2-336F-3C2B8920EBB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C94ABA-A497-8AA3-EBBC-540CAC840FE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A809C9-0C6F-6AE6-DA0F-06093FC6DE1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BE7C05-4D9E-B1BF-0D1F-45B0C85E7D9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5580295-1896-F3A9-2BD2-C3AB067E760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767B20-3E4B-0426-008E-7E9E3DDFBCE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C45E78-88D3-1EA6-345C-4127B91715E7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686FFD-0EA3-324D-8854-907068DD1A2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13C83DD-EE57-3085-EB91-DA6B44E59B0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C06C4B9-0B1E-8368-A34E-A60A755349D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C7A82DD-55B0-E29D-04B5-7E49BFD6B828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C983857-5F7F-FF4E-1F5D-05459F24C5F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5353C99-4AE7-3944-13CC-74C10B09980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29DF8BB-5574-3260-D3F4-1DF3499D59A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C7DDE0-E451-B596-9EB4-D77BFBDCCAD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BD46F2C-F4F9-C14E-F479-0C38C869AAE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97544F9-1E8D-900A-34FA-8CD59D499FC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0A89DAB-B3F4-5CAA-19E6-E455E307087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65E6914-D810-DC69-2CC2-6B1E5B4B7D4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F96AD9C-A512-F8D2-9B3E-FFBDE5EFE72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FF24A66-AFDF-4F09-61E6-39801323F41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775EBC2-ADE5-E287-98BA-B5968D9B71A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10801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5383F-4921-2725-1FFA-2054A88B2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0223C4-7A79-3911-1513-25310F194E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2E7FA77-0474-7E83-5F89-6BEE40F86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52450F8-A892-712F-5504-C49C9F0B88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C4844FF-61F2-2294-2D7E-52C45D4506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C4D1B53-D601-533C-81F1-17ED9CDDE6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D6F1CE-8DBB-1E04-375F-8E4C2415971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FC4D14-B60C-0B3D-54CF-0E551ED9C6C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C8E8D0-69BB-0317-018F-A1689CB9159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AD796D-651D-9F48-29AD-CDD8CDE0FDD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911078-EB86-A043-6C30-E4DD032BEDB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897948-61A0-5279-71C1-19CC2AD3BD2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F5C018-74ED-45E5-51F2-7865BFDDBE2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49930E-866D-60D2-A6F8-B7659C78E6B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9168E7-0E7A-9CFA-A13F-877F167D8B4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B38747-FD8A-5023-A692-B72CEB9C96E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136427-FCDC-4344-9AC4-87BBF4CBDDA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E3FC14-1DB0-B50A-6D11-91BF7AD9E6A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410F12-917D-9B9E-13AE-BC6CAA68A94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73F83A-D61C-6D83-B6B4-9EDD0877B4D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FBAD79-7F7D-D108-EB2C-4DC99D3CDF2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B11231-9DA1-2A04-CAA5-B2D46FF4B76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F5320E-866D-BA6D-8DEB-B69AB1EDB8E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85B6B8-3D6A-2794-A813-E70D8F155E1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AE1563-487C-C9DE-210A-A4E425D752E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7D75144-B402-149B-2660-A7BA5E11894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C13163-4623-62E7-1985-939F3EF3934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864A6B-CC3A-EF27-D393-75D653E7D96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4C0AAC-4EBE-F050-C658-01629202BC6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CE2691-1F26-03CC-D8B1-F5F07C7DA7E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EDA59E-A0D5-F789-4060-C04B9EB22F1A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B4F4EDD-E4F6-F0BE-FDA9-3A10B6EB43AB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5DA4C15-CF75-6727-0A6A-34817D72492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C27BE0-B792-8BD1-4F23-CE6E1B6E188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71EE6B-7DA2-DB5D-D676-F83E70F8394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A6B1237-3AA1-3B86-53F3-09BB2D80ABB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CABF7F-442A-1615-ABE4-F14A1ECD0DB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EFE97B7-BB4A-B902-760E-6D4F40B7E4B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D23656C-BD5E-A689-13A9-C22694CE12E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848733D-CA23-3AA0-BF31-D71407D584C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E279A28-6DEF-0F9C-A32E-6F46CD1D57E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48F3FDB-0299-912A-3CF0-865C7B0D5DD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C9DDB4B-650F-2658-9C44-B5B7CD6F00C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CFA9058-0965-5BCA-1F21-2F5C94E82AC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59002ED-C20C-6999-1893-C673CFEF3CE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677917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4C809-48CD-241A-9039-AE1FAF757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327A536-3869-F5EC-9340-95AF9E6CE5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A81AE63-B231-12C1-C3A6-6EC538994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6741B7F-4E07-4848-F8CC-0265399D31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F8FFADD-5558-ED89-7250-F475C3199C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83E2901-3C13-B92F-9463-11D188EAE2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520782-5A29-FD1D-B021-AA1EFF90EA8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713183-2AAF-A29A-AB19-132FAE0AD90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7668B3-2D37-D832-53CD-954941A407E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43D388-51E2-F7CA-F1F4-D4999D19BA4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D31DEF-3E16-706C-63A6-9F42F7B1F79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570E95-F28C-D227-3FFF-6385E394854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56D4A-E080-63BF-425C-88491035C1D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15D715-C306-6359-546D-620CB61DEF1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A0B8AD-DE71-3159-268F-33CDB6E47BF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94FAA6-1CF8-3DF0-9DBA-23ED289A5A8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C96799-9DB8-27AE-69A7-803993929C5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217408-3E4B-46AB-7C6B-57BC2595A15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A4D64C-BFB9-FF68-3429-6FE3EDDED05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17DCC9-43B2-C586-10AD-EF4B58E9DE6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85C88E-4C9C-8EB0-F342-96F156D372C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7F1354-6873-018B-A81A-8C02AB4BBE9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99BE2D-4D0C-A8D7-62EC-406161301D2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EEC0FD-A206-D25D-8B37-32573744271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D8B760-7B60-9445-E0A6-1D7A8AF9D52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B4B0A60-2406-C5D1-1EC8-4891BF3637D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090A07-C393-7CC1-8237-2BF12898E74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C36C10-1279-01A7-FC47-590E31BCB15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D2E005-FEE4-C4A0-2E41-F1500A7C81F5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84B054-D66C-09FD-C7A7-462A26E47C3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76BA383-2375-0AC9-11CF-0BBCE7575A8E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E8B4C23-DC3E-5451-2437-73D6454E537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7417BC-5D6D-86DB-DE0F-43045177E4F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F7475B3-9C8E-12FD-3F28-BC14B9B2C40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51812E-4325-26B0-9614-64599901B29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9F232B4-3462-A21A-2D5C-9C24EA5B16D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82B5615-8EA6-A56D-17B2-31F49EACF12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FDDB07-985A-807C-A308-9E676D0D650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12A49A9-8930-2E51-99F3-677E8F453B7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4334712-A492-AA6F-139B-4AB104B4DC0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812CE44-8DE3-8842-572D-85161FF40D3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B73CBC9-6510-9321-4ECC-643D6D4F3EF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182127E-8D95-AB79-7673-8627C30D3D8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ACCE92C-0C66-FBFA-46E0-79222441D67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951D350-45BC-0B67-9A22-E95AB59D7F8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3483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9B7EA-154E-A32E-11CA-0600CC3D1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F384CC-FD08-AE15-DDA2-7F125B9ACEC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upper and lower center blocks and their attached cages.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9F27B4D-49F4-11A4-5FAB-B5B320B90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B6742DD-9480-6FCD-432F-CB98F951DB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774DCAE-4C7A-B27E-D41C-CD1A601988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5E3724D-3AE9-1E90-50B5-31E15E5EE8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65ECF5-267B-5F00-39DC-DDBABCDF648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452E2C-287E-2CCA-00F9-351FC8319CE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ABEF32-6D0B-12C0-01FB-72A5B6BF1D9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1CEE96-D22A-BF6C-0931-9FDE0B73E9C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FE3397-840B-2908-F9EF-7532C078552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BA8262-D248-8B19-6BB4-C8E1CCB0D56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56D914-8EA6-7969-AFE0-7E815649D0F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15285C-2126-1760-9639-E39CB576C45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49301E-AA76-A22E-AB5E-960B7B7A942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A470A6-F947-5138-670F-7CAA64ED2E6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E0C503-5D49-3658-4F7F-8CC0089D88A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76C6AF-E79F-1656-932E-9B055350EF1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100467-F69F-F56D-5738-E241D44D647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B20F6F-5D8D-D1C9-DE6A-B8328C37278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E94E4E-F9C3-DF56-6DE7-904397E7C22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90E067-DA10-58F2-9DB8-96648A1B7AB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B091D-F858-BB54-E0C4-8A8FBE35C4E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A985F45-964E-DB4F-E004-629A01C20AF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C9C90A-2F02-B59B-185C-74C81888BAF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2201C8-50A0-0B37-73BB-D2EED4D9938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899D83-12A0-ECB2-A15D-8474EE34B9A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0A570F-F7AC-EF44-2331-87EEAC63BF5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5ACEEE-748C-B5BF-821B-D981F142D00E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C0EA8C5-1380-3D88-A5A6-B954AEBB98D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7BA123-DB01-BE96-FCDA-F2670AB5CA4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11E7E8-5DD4-2CD2-84D3-2231D2D57B2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21BC1B5-2682-210B-E7B2-40947E5A3B5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AF340BA-895D-AAF4-F7A9-8023C60A2B7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F63FA27-627D-DB4B-993D-FCD544EA277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4477A6-A37A-D2A0-221D-7FDD507B6B0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0C04765-6E08-67D0-8A48-A28EC6DDC58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CF04408-79EC-009D-165C-05F97D0877B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0DA6770-71EC-CFED-602C-5B833BD90C0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E9C5774-AE97-B83C-F109-640CF388A04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CE3909E-3430-0DC6-817B-7EA0C58BB27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33BA03C-B3B3-D589-8979-1AD58EF9D65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C23899F-F38C-A024-6B16-142E22B5087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BC045DA-6960-C247-D064-5F440692F86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798E02-F037-D825-A369-32F0F020F6F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615B1C-7D91-20AD-14F4-98BD818B152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28BFD8-8FE8-03C7-CB4C-08B6ABDB2A1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12538D3-746F-292F-C2FE-668B195C212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B713B65-251D-D44A-9AB6-A830CB0AB43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34C6EF2-8342-9224-E27A-EC1000AFDA4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0993693-E416-60D0-8274-908142E4D6ED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1BAB244-BC41-805B-F2D1-A5F2541815A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F6DC4DA-B8A7-F327-AC4F-DAD37246450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CF6CA89-F72C-DC11-BB86-DE6347E95C6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69F9910-06EE-F7B8-4554-CFFDD70CC5F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F719A5C-7FAF-1177-7B04-957B659C469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8CE17B2-548A-3287-CF45-31CB11A63E9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342E095-C139-EE93-3DC4-16F34D74180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87432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FB70EAC-0E5B-B2C8-3528-3B14C22E37B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</p:spTree>
    <p:extLst>
      <p:ext uri="{BB962C8B-B14F-4D97-AF65-F5344CB8AC3E}">
        <p14:creationId xmlns:p14="http://schemas.microsoft.com/office/powerpoint/2010/main" val="31355426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6E93D-AA94-4EB2-17B5-E49A390AA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3F4C69-B451-A9E9-38BC-29FC2C946F4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1B7FD59-569F-3881-EF6D-7427BEBD9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24C8B70-AA6D-05D9-E981-719225B9D1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488E44F-D4BF-47DD-4034-34FC71F53E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01ACC06-9DCB-F0A9-A1D5-BEE365C1F2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5DD096-B338-1FC8-7ECC-81A74FA5D2D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4174FB-BA77-EEC7-A7D9-8FEB4ECD126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C6FD16-E931-9C39-5A8F-7A41CC8D9D7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AC57C0-C67B-8BF2-9232-998E5BE8060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1F7CAD-BDCF-4D89-DE10-740A42EA15B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5A8F52-78A9-0A35-297D-AFE0267C8F6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5EE5BD-1714-827B-23B8-18E05DDDDAE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C53630-B0B4-92FA-0F12-47E235B18C5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E68A08-A640-5155-7FA6-ED7301B5DDD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A02241-487E-1034-21AF-6C7E5F5F4FC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140AC8-CA54-A279-EEED-7A510764506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8F761A-9F26-D72C-A24D-4226FF65120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E3A97C-683E-3716-6FB0-4F4BD8918DA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0F5DAC-1423-8068-D3BA-F60D5920EAB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6B5081-CA83-6331-AF4B-73B6C96C4DD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FEAE5B-F2F7-6E09-9A3D-C9D45FD6003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FC05A6-88D6-B319-9F9F-1B7F09F2CB9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27D2DD-C24E-ED8A-21E9-7727B9AF94B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720C34-9756-EC7A-FCEC-4BB456BF788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7CD7BE-BEF5-E091-A83B-E72E3ABDC3C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2516EE6-972E-7F95-4C4B-A1087EEF7DD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B98D28-987E-B02E-4642-D5BB43A5E7F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1506C21-D447-5367-C3B6-B1E31CACAEDF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64E6A8-1620-ACB8-FCE9-6418FDE8D21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702055-69B0-5D2A-638F-9D241C73431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855633F-1549-B32C-215C-9C6A1E10648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EC79549-6473-812E-1191-E5B5E50EBBA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14F6AD2-7330-0FBB-5790-EAECDADF4E2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07ABE28-8F05-DEB3-3F58-CBF4E4A95F8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01B2DD-37EB-2DBF-19D5-A7737B61EDA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597893A-5048-3964-8317-FD16CF569F4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D12BCC-52BB-A9D7-FE56-53256B4EE92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D64DA17-D236-1569-0F19-78372E7BF55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5676072-0B61-8509-CBE3-8613812F917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771C8F8-EEDC-5233-99A3-1D042FBC04F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B4D601C-3CFD-41EA-98E7-F657D4FEEE54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7DA0A4-7BFD-779F-6C6B-6E3B1704597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4D3CB4-7BC9-0A2F-1A1C-6AA884A4CFC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E4E1631-C6EB-A641-E9A2-C72F8198A2F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38C66FC-87D8-2718-4FC7-D73E7F8B809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2458547-23A4-1F8F-DD50-DA639322300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DD16677-0C5A-F371-0397-92C9AAE332A3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0B72045-BC94-AA47-47E7-5E8E15AFD05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B490340-4170-CC9B-7935-382E38D7FDC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297250A-2CEB-3FEF-B81E-68FAB2C1280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04506FE-229C-4E10-9F73-DBC17AA467F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C301228-CFC8-1AC6-4C3D-911B1E37217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4BD25D3-390D-D599-DE0F-4383BB96B62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F4C549-DD9D-DB67-F513-A89994ADEE6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6A3ECBB-1ED1-4D2C-69F0-050369A24C31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26B88C9-75ED-ED71-36EC-5A2E4E2915F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4C78D06-CFCE-2FB8-BD1A-678837C5AF0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EC24032-05E1-A9B2-264A-10F118CE186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100158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9E916-836D-680B-B1B5-3C163B28C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EBA570-1717-E1D2-6ADA-1A0B18C606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the [38 in 8] cages.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34AE71D-7551-A0AF-F3EE-F278EAFF5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332E1CB-02DF-767C-5110-C14C1A2484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47654F5-FB29-89F6-D7FD-2A8235DE52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92AFAEE-CF1A-6656-4C81-42B3D0AF73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AA821A-1CE0-70E0-7055-DC705E4B8F8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7C2E9F-57D9-E4EC-B5F5-A505797D787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D3D971-E0D3-757F-D664-5D6D9E8E4AA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D181A3-4838-1440-AA5C-7458E8323F3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6D419D-4BB7-0FEE-57BD-04578622583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1B4F2A-9D45-8B92-3F8A-07EBE688735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319B1D-88E9-D4E1-944B-B2E615E2184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FCEA59-0E2D-8850-D0A5-58F47D3B26F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F2A993-C205-BDDF-AF61-9AE9ADF4FB8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ABEDD3-BB44-08E9-D02A-AF8A0BF89CF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F65CFA-AD22-E2C8-861E-28F3450CE36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68C0DA-5249-DDE9-263A-C4E8D619831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28F5AF-15F5-5567-A220-0D6BBA00C98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1C5E6D-4A4B-4F62-E581-2BFBDE7574A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17DF92-FF95-F03D-4ECB-05479EE0AB7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4B7FBF-A98A-0295-47C6-A6854F4980D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49A8D0-BA71-1D75-1BB7-60AB329FBF6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DF74F6-0693-93A0-2129-CBAD257B9A4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3C03C6-B625-CD34-3747-4262FF5A2BB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7D4DC5-C003-70F2-8C39-FCBF3122407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231F40-02C5-5C37-FB7B-FF45AA7343E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544CFEA-7F22-1497-58CF-4A39437D19B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F0AE2AE-B165-21EA-2067-52FD36E4AD7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72750E5-BD86-84C1-347A-CBC9EC2A238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853B3A6-6FF5-E3AA-8816-3DF9D809463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7F706A-C40B-CA7E-B6AE-FB09A1DF541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367F81-2570-DF95-0533-2637C007921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EBCF774-5D8A-2BA9-FF0A-3943C74F47D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6D78CC9-72EC-314F-CBF7-E84228D600D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5E4D955-FB67-1908-C283-888A6EEDE10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6E1FB57-2387-B031-1FF0-04E8974476D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9391951-B168-F1C5-6F8C-8217064C315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045984D-84B5-5D9E-0700-81982D16743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EFE480-EF0E-C150-95D9-71C03850CDA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193F536-3159-451C-CD8B-22D341AF25F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C65E035-8724-868D-5322-F5A4C149ED6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D3CB5D-4F8D-06ED-1435-2A935D47EBD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233DA4-5FCA-0BFD-E07E-C758795B974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F21A818-A6BB-EA4C-749A-B421B34D660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2D4330B-D076-CCFA-2E72-CBD89D13517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FDCFD2F-C621-FDD0-1108-33CE23DC3F6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C666FAB-9BA3-F5C7-5645-D66CF621476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6B97C8B-CE3E-7435-0141-A7852D5FB60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5E22349-034B-2AC1-D173-9FE67A8A782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7781624-9D08-8E4A-8048-74DE0CA07AD5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E72E845-A028-ADDD-833E-730247A5256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6A84139-9F80-EE9B-AA7C-4F775581692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3326B8F-C3C1-F668-7BA3-9105355DBB2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9232ED4-E6A8-9654-228B-6C2A2D6EC39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E75AA7D-402A-07B1-0835-AEC19882D2E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21541BA-D14E-4EDD-0138-F2406BBB1C7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3825C63-F349-C393-4C79-715B1223538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12D036D-9F9D-FBB9-E5F5-4DE2F072E78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50F121-24BE-43EB-0085-AE6B09C67F6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DA9440A-1B5A-2900-8206-8FE8422103B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2521BBB-1859-7F54-9D19-13579D5AB46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74ABCF8-DFED-884F-59AC-08922676E71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F332690-219C-4871-AF01-DFEB04917F0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F381327-7D95-EF41-B28F-1888947FBC7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B28A06B-AE44-BE74-CAC2-A33612EC95B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EDAF14B-704F-7629-43C5-3F7E8766E60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89ED97F-6C9F-91A4-5AD3-B6EA5096938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9089AF3-7AA6-8B9D-F857-E96F8FA2945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8F1176E-447A-2D1F-8AEC-EC9D6241B18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2169832-EBED-B87B-3E65-524A5C47C60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17235B7-CDF0-C7B2-B554-22A7E70800B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DD3BD78-8E86-FAD1-2AFF-892C563B572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6508E22-219C-169C-D9D5-FC50B55FE24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69C2227-F4C1-34C6-B32E-6AA0F5221EE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E54AF44-1AE0-5D0E-4734-70D686C8E89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1BC12F9-010E-F823-249A-E49585E15C4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FF8C4E8-D4D2-6948-CBC3-CEC83CEB49C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1D6C244-B9E4-8204-A311-D0EB123AEFC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235689</a:t>
            </a:r>
          </a:p>
        </p:txBody>
      </p:sp>
    </p:spTree>
    <p:extLst>
      <p:ext uri="{BB962C8B-B14F-4D97-AF65-F5344CB8AC3E}">
        <p14:creationId xmlns:p14="http://schemas.microsoft.com/office/powerpoint/2010/main" val="36089623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40A27-E089-00ED-D63F-3792994B4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D114423-1457-DF29-AE56-A345F63BE02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2AE6579-AE5C-BBB1-621C-25B61322F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865A526-BFE7-86DC-BFD9-A4EB1ADC0B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8DDF240-D221-2F18-FC2A-B02F0A7C86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6450179-81FC-9E9F-576A-8E9C8C2308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A25C3A-663A-1D4C-FA4D-A1D69006E62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2C3094-6B7D-4FA4-228B-68A6D3BCF25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3D4182-A0E1-39AD-3D8F-27EF801BE5E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04C209-BCB3-3D31-DEC2-DDD3BC46757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09D732-D94A-9EAB-66D7-2C612E42653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662A7C-FDCA-DB3D-A96A-A0098E5A4AA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FAC8BA-FE5C-760C-A72F-AA8A2850C0E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DD074A-39F2-C0F1-E954-F7D5049CCF0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2FB710-AA60-76A5-E731-4026399C086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5936D1-60D0-0743-5C9E-842832C7AB9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4E3402-E8D0-3F23-A938-C6266D71ADD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085694-2C0D-D5C8-0B9F-FD40BAD1035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76C91F-EF75-D083-3F58-58C334F5DA3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471780-9F89-043A-144C-CD45072168F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388BFB-D1E7-C20A-EF88-5F3D81A7A43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33D3F56-EC63-66C6-C7B8-CDF804F4F1B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664226-6C8D-3477-4622-90741EA9894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B87B04B-EE7C-B72C-061C-8FED4A393DE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67FB14-65A3-0AAB-F12F-E6AC56F3B8A9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AF53A1-F132-364A-41B5-253EB7C00B0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ADFAB3-90B1-6260-6682-70F0B2A3E8C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FC57585-CB16-524C-2125-6CF29D9DB93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C78FD5-CA38-0072-0F3C-375971CCEE0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D21367-0010-A8E6-7455-D69F5F99D4C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202481F-BD83-5A9E-3017-9A1808EFF30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1C4B6B6-7149-F84A-E130-CCB087D1543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F5CA4B1-CB7E-C64C-6F96-42D1FEF0C9F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8AEFC05-6242-9219-33E4-E4172BDDB91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F8B00A7-8C4B-CDC6-4EEC-C22C9186A61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6022D30-7C48-BBA9-DEFA-E4B51A45E15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B4E8A68-5821-92BB-E200-6001A02AAE1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F295AA3-959D-74D3-ACA4-DBD1B3EF3CD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5D1D25-1D3F-7C7A-D28B-FD95C01ECA1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A50189-1D4F-3A6B-56BD-EC66C3822A9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0133AE8-2433-F353-14C5-5957E3800F1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B79C9E7-90FB-98C6-2B29-788D88F2D15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3549E7A-8EA3-7540-3AF1-D2B52A0C72B0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5836A9D-9CF3-1A40-4AFE-CA20F91011E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098D13A-DD90-330A-FC41-385173B4F98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154BAA3-9547-AD8A-9129-5CAD27770C3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595CFCD-27F1-8A9D-2D46-A07200AA369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250B64A-471B-A1B2-802A-DDC0721A059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B67F4DA-EB1E-BDFB-3251-F624923306A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2A9448B-C8B7-8C92-753D-75C8FFECEFD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99711DD-258E-5370-46EA-D50D801790C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87E35D-071F-7FC2-196C-6197B850BD9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D48654A-F1B7-0F31-E8EF-913E17F52F8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D45200F-D20D-3341-27EF-0EB4AC6A93D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075FDB9-6E24-B75F-0214-A2770DE6E35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0C1D6FF-81EA-031A-905E-1FEEE4C44EB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9A64787-7611-CA52-79F4-245D0710D43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C1A6DDC-2492-8BE6-7403-436C2651747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1594C92-ED7F-F09D-CD72-3918F8B5DEE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0636BA3-538B-62D6-3557-FA10CFB5A58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406B7F3-8235-078C-267C-32C6DA223AC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F60E8AD-0570-3A6E-F8E6-021FBB2B5FE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21792AF-A487-BBC3-BAAF-2C424057515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380F873-04AC-185C-419B-2043D234980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2F45BB5-7443-8B5D-09D5-E6D8D028F6C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F2D6479-4D5F-9D97-82BC-65515DD423A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CBA35FA-3F74-DC24-9D9B-FE911BD92D3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7EA0CAB-84E8-809A-3BD0-FD7FB02C3DD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35689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63A3AE3-E831-C09A-0D5A-4FDD17EE9F0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CEB6552-A98A-E930-04C5-280FD242E1A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A4841C9-1482-741D-D69E-FC8E947485A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235689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112DF3C-AC5E-75B6-626B-6D9BE2B9E04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6D857A6-9E28-81DC-720E-4784F666062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2209D6B-BC08-4EAC-4454-2A8EA91A1D6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428977B-34D0-EBA1-DC1A-10FA4998EEC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B29FF41-E06C-597F-F1FE-E55E2DEEFD4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B03BC14-B88D-49A3-0891-31D8B9087B0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87E4795-C072-75E4-E98C-362B02D4DA2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B3BAD90-7614-D558-4FAC-C06E461CC54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2942031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76E87-37D6-FA08-DB12-2BA69200A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A0A936-4D4B-F994-B695-BBDB6C7660E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397629D-996D-B114-EE62-D675D1BF9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4B9E306-7A82-38E8-AE4C-0819C63B5A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433A30F-7537-BC23-8A07-542254B0DC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8E9841F-9699-ECDF-4CBC-1C9901D2F2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99BCB8-6B28-419D-B6D2-A5F589A2B4E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196142-BEE8-4E18-F863-C454396D7CB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E8062F-A2C6-8B2C-8889-AAE829A0F45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CF1488-A23D-BC26-126D-1A78E8879F9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256A86-A61E-90D3-24C6-7B2AEAEBA01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74AF7A-00A0-C805-5BA4-D15BEE62676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949CDF-AB08-8161-3DFB-4ACB02DBA14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5B318D-0CB5-F7A8-27C6-5BBC3FE1044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992DC1-47FC-A63F-9C3A-3FDD2B828A1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2537FB-DD3E-D0C7-1AD9-E4F475EFBA7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DC6E5C-9E04-33ED-EBAF-C0C16D537A2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7A85C0-FAC4-702E-A76C-CD83725C04C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960E0D-BC03-E2C2-3A2E-20F0B9C2AC5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7748D4-D9A3-27D9-A869-22B77201651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EDC6587-F35F-D6CB-5266-2507FB6D5BC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529DF6-BB04-288B-D66F-E3F946B2CE8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F0AB7C8-1CEF-3575-FE19-C1CD38D8C72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96CA197-A5B9-AF76-2821-DBDBAB429CCE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B23782-DEAE-DD59-704E-C70783A7637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1344CF3-FBBC-B096-0D83-BDE968FB3A8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25AD75-9834-15CB-F37D-BA5AF1CC9EE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C07247-D94D-FA03-7973-167C1F63685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7EA74F0-5249-A41E-0C7D-812192C41BF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6F659D0-9F4D-CF54-F96D-42CE439B0CA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88C10C0-A126-68AD-49B7-7374A4B65BA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EA7B06C-1350-FF85-C177-35356A48582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CCDCAD3-73F2-6AEF-C3ED-7B7880F5CDF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6AB40BA-DD9E-B209-532F-A0D9A654BB0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C1EA564-73D3-0D06-1789-FE8853AEC58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E6F01BC-4C81-C36E-B931-0E4DB7320B5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7FA8373-EBB8-04DB-6D0C-BD663E84E26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BB86932-B68E-34DB-71B7-60FDEE8756F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1069DAD-7E00-8344-6B21-16AB327751B7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58689C8-5D7B-1AC5-8101-266D9523585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462A752-08C1-246A-E70E-87F3E697267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1807DE2-D9E1-FB42-CF13-1773CD6586C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423FF90-DF1E-8CCF-65EE-6DE83783EBD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F36A66F-8A66-53F2-AB59-B4F45FD2040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A9A73DD-D1FA-FC48-0BF4-938D3F05B5E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5984ADB-AD69-FC1C-166F-786F692E12F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EE3A66E-A7D9-701D-B384-DAEEBD113CE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829AB02-ADB1-EC49-ADDF-EC734341805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127630-CDAF-2F2E-6028-272BAA7381C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8B29326-AD01-31A0-7544-7490F48C90D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6344FB6-9A9E-CCEB-3673-5FCB5BC6F43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45DA98D-3AB8-5EC7-3428-8A32437C705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9FB122E-DCFC-5626-D8FD-3E6CC934841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16810BD-4E66-F9E7-A273-D4900133223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D736EBB-2175-1156-BC3D-DD36D949A92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52F1502-985B-89B1-18ED-A5D317C2EAF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A4ECB8A-DFA6-F475-87CD-EACF3A6B134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88C78EF-4318-DBF8-1AD3-6BA3579D3D3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EFAFD55-B23B-B719-52C2-CF8837AD699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F6DA8D7-27A0-1554-4F27-211B984286E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3DF3A40-478C-625E-886F-49BE66A8E9A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C0F7352-47AD-967B-B9D7-D5D211374C0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413219E-1681-163F-3C0B-3238E164DD4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19720F2-C3BA-FD67-3B4C-B0933B5F52B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DB9B2F7-3139-7448-4D9F-7008C4D1A49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B3A3EE1-14F3-2709-A2CF-8A70F12FD8D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28B4FF4-1B5D-1E72-B0C6-ABE47494A52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D6A3E99-766C-A4B9-6755-0C377BBEC9C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BDA6DEB-4DD3-4CF4-9E34-4E67BFD0050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BC03E1F-183B-703F-6469-D12AC1322F7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F7B17D5-960C-43DF-67A8-4D84BE12575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E94375F-8C57-7D18-3A4A-B48F5A77243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C5697AD-BDE3-A912-1DB7-A8C3DFBF132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36EA6A0-B8F8-28E9-7754-638E17E71B5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9BC5753-5A56-6C14-E365-38C8470F1DF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C214ED4-5DCC-5A3D-251B-03203E56ABE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5E51269-E1BD-877B-E209-7D2545D94FE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4D345E9-9628-490C-B5B1-2DDD8494735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FEF47DE-77F0-70F8-5097-14B21313F54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0720473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6374A-C356-870C-3B0B-8042C005B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C398CD-5BCB-9AE5-33CE-F6184CB40A7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(Note 569/569/59 triplet in Column 3.)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DDF4202-5FAE-7768-1ECF-1B481B2BE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F96CD2B-D816-4C92-01E9-CBBE216CF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656593B-F13C-8342-8CE5-D28288E25E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B916C50-C868-1916-D2F9-5F830F37FB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F2BD47-644C-92F0-5B0E-D0C9B7C0190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0FD791-F800-4FFB-936B-8FDDD7A8CD2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5EB289-87BB-657E-1984-785D630A781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21BC3D-8622-3D36-9C44-F67E9032DD3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0A2467-2D87-F229-3EF7-F9237CBCD2B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3A514F-0A1B-8ED3-09C6-055EADB1A8A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E97029-0A8A-4A05-5B0F-45993BED7DC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9E5602-27D2-4C38-B2B6-854AB10D999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D226FF-C3DC-A928-9AF1-308729CAEEE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5F0706-012D-14E5-B4A9-A284ED3944F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CF3708-57E1-06D0-7AF2-179406FAFB8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16EF92-791D-D7D3-7007-CF38198F8DB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8F0A648-6F4A-DE22-5970-8D50625A116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75A0BAE-4E3C-C715-51C1-8C7DE8F36BE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C8E329-C35C-4F97-6311-40284118B43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1E3D59-BB85-E8FB-8323-032EB641100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1DE706-5A92-C10D-7B9D-3F76E1182AA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EBEA6FA-313C-E6DE-4B5C-1131430A9511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2886F17-8D03-9572-875E-2C89D1FDACE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30308C5-962F-CE74-8FD4-2281FC57C57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A5FB608-21DA-59D8-2B32-DC198342B86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7705279-4B4B-B415-29A7-2BC71A31A69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751C990-1676-4761-38E5-EEE432A8E93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A958870-87E9-6DE9-FD9B-BE1EBD396DA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4BCD475-6E7C-1F45-30A2-83B116544BC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1B88F50-AC00-A998-1A5B-56867E16E3E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276BBE-4BA6-60FF-8E5C-36C00DB9F6C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25291A1-C091-D612-9DE6-19D031FFB21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E7B40D8-AF80-6B97-2598-72B1C053108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C9CBBFC-5C46-83B0-5F4A-9A6D2CC16F5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1669659-3FD7-D8C4-9359-2CFC884183C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2AE353-4878-6D07-DA2C-EC33BFA0290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67D03C2-D5FE-D8A0-20CB-166AE60BB11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9C9B6D6-29D1-82C3-09FD-9DCDCF28478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38B2CE0-70DF-1427-8B97-B838953CD25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555AD7F-B234-7F8E-EC24-D87A3036C70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1FE8235-CDF5-1045-3C9B-91D675DF90A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7486DC3-3284-BD47-D8B8-CD18E24EC19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089D1DF-A2B2-EE8F-4B26-1359C375CF9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83655D9-F3E4-3D2F-608E-74C95E3FA5B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3158DE-33C8-7953-69F0-836D1DFE0EC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1E3EA7-E7EA-1C6A-835A-560D1BD7737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81BA0B7-4862-C845-6046-012464DCD16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5DD7DEF-0A8C-2A1C-ECCB-AB6D1380DA9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84AE67B-E418-BF9B-CB93-3EF4196D2E9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99EF77C-3802-1E6B-5220-5A86726AC47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6B2484D-8048-1B28-4872-B7F217EC0E6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2A6AEF1-095E-C183-F84E-CE9641E1AB3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CA529F5-FBDF-5257-3D82-A2810AFA9149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AE811D7-149A-8127-DD0C-BDC609C7CF6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B75DFB1-ADB3-DF77-BA3E-904F8E295A4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A2E928A-15FA-6C9D-9455-AF0A61A2054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56E2429-7137-5DF5-1A09-2ADE92B14ECC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CDC1AC1-8BC3-2F55-EC30-372524C8CF1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FF5927F-5520-A815-DB67-8D9CBE024D4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F1A78C5-752E-08E3-29F7-9100CE9B7B9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486651D-F1F1-317C-0F2E-5D433DB2C49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9954AB3-48BE-043A-678C-F899414ACE6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BB8CF99-3420-504D-02CC-B3940168AD8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0F8891E-288B-FB52-B8C4-AA044CCE5F4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FB56257-2F44-6E92-BE4B-67C0EEBFA65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CD40A53-9AEC-DF87-8401-41BC6181CE6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3A255B4-2337-F54A-F435-EA42D4FA99F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485827B-22EC-1AF3-55ED-E654D580B49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8D6A12D-5EB4-43FF-A313-352A8790353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F465627-264E-56B9-444C-1A878CAD62A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0CBC733-65E8-2F08-33CE-E4C9B1DE911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2754E36-0EF5-EC69-F83C-7300A60E474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39CC85-556B-A0E8-F2EA-B31F75126C8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A0FCC8-55A2-A9D1-49CC-C5F3A81541A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57D43F-17EF-1730-391A-5E38D2B6403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718A46-6725-B43B-BAC7-C574E414E52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19CFE0-C8F5-C616-AA72-15C9E0AB635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528299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82A33-1338-D7B0-55EA-0CFC3DDA3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7D8646-4753-BE0C-10C7-3FC64A939D8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2E39142-8918-585C-78CD-FA8989DD8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0787EA0-2DD2-CB44-4E0E-7E8F1C87DE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8FA74CC-5809-1271-E065-554D7646C7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FDA68A7-FCE7-0AD5-06BF-6C48951178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A84A79-9958-0E9B-C4C2-9ED096A1186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F72D44-7883-4823-7926-A5A86EBF6E94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503A03-7263-CD0E-A821-737F03B2563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7AA16E-E608-8C0A-271C-125768478F2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7B4950-DDF6-A722-E36E-25621720617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CE5652-2DC9-65CB-D084-B596C25CEA2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A81FF5-A22A-277C-A3AD-40D4B63D233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056844-0A0C-3D6F-5A58-E532CB6A98E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54FD52-A1B0-2A89-176B-76549016DA2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FC0AD9-0558-3E84-B934-9C2B6B1DB98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8667FD-947F-980F-B44B-9A48A090D7D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F904F3-8D28-6195-B1F5-8FE05FD9660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DDBBDA-6E15-152C-0699-18EB9E8A3BC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0A9782-F362-0BFC-3C80-3ACA8AE26CB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E121B1-4AF1-FC1C-58E1-792D1B1062D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0AC1A5-A515-E7EB-0421-85392EB987E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FC5B08D-534E-B326-61D8-279F46919A4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E06F649-39E6-4470-74E2-D0CF6D76CC8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24917BC-12E1-3709-1AD8-092E5E2A375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60021EF-50B5-E176-9A75-4E22C602454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8AA0241-904A-C97D-C785-A6E28FB65F9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90F6B41-685B-9E24-DA48-B9CD0BC654D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A4C37D5-F9E8-61C1-EBA8-6D2FCB6775D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A0E29D3-04EF-FAEE-7CEA-90B229D3451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CA9DFBC-EBC2-5040-2C7A-38887222898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1E14A0D-B7E2-9984-ED38-7BBE92D323B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48778C5-2F16-8082-C607-AB2D2427AB1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5F3692B-29E8-EC03-D1CA-2F4A6A71177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F08772-32DC-F82C-7E63-DE5447360BB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109FFF9-845F-7C80-A8E9-B5EBA5BA8D7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24D7234-23C0-3C2F-D0C3-F07BF944C16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00ED237-B9AC-F670-4363-FCEF3C72AB2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3E1A88E-82A5-9712-626B-0B14EE6D2EA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3E3D12E-99E5-F1B7-A55C-85BF01767E7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F0B538B-1B39-42F3-3478-C85865DF943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C21309-AB80-B618-62F8-72AD17DBC31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20C969A-3A25-2803-F1A4-914817787A5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DE93939-E7E3-6E25-5AD5-B8CC9E52A0F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E1E2EBF-A11B-0A77-F0DC-2BDD1244CAF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DD0B3B6-1094-5771-D327-60034463C01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0EACFC1-5072-3BEE-8034-3C0F4A2CF9F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713BABC-3D93-FEC3-DA6C-4391AE1F96D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7BEE356-90E3-A694-C296-02410721F32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8A632C7-069E-34D3-A003-E92D324A0EB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D6EE54E-844C-3318-C973-549312FB3D7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2500DE9-7A58-5A0D-40AF-83E73A1E698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4834D46-6F67-3E01-1455-0EB2A282EA2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178B04A-23F1-A52F-2537-CCFB7AE2057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BB5CCE9-D84D-7D13-06A1-7C044F4B3CA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391FB8E-DFA6-F60B-2F51-AD91DC6C3E1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ECA6ABC-2B53-5E74-745F-3826D236264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D649AB3-B011-8BF0-BCF6-A72E0CF4484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E3FA2BB-8B9A-A1C6-97D2-0C4661738BC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960DAD4-D215-852F-174B-93AED3D2421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BE9B9BD-43ED-D5B1-5DDA-DB5FF78BC09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74BF1EB-86D5-CDEA-E1BB-F61653C1CFF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B77A5CE-7157-C616-BA70-512B318771D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483A21B-D8C2-D838-D7A6-D70E84AEC27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35BA9D6-5E9B-CB8B-88D7-BB163A074A7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006B988-5496-27B7-7E69-75689301BF8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513690B-029D-F769-C3BD-F6407760189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F5253EE-D6F6-DE36-C7F4-E67573B996D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50C9C2D-6F6D-CE5F-330D-7FA75664895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4B3547-FA59-7214-E40C-D105C5DF0C1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A504F6-D42E-3748-2403-1243645AA3F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5F8017-260A-20C2-E8C0-18D6D87E468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9713B9-6796-092F-A580-268DA3A8C8C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797D5E-C37D-9E2A-683D-58870A155DC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EAE8D8-BC7E-ACD7-9C3D-2FFCFEED689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2A63FED-6E66-7590-C6F6-39DF238B4A5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44B228D-985D-747E-D3F5-CA1A20CA935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639563E-24D9-8876-3F6D-E4590340B79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35D6F10-E113-A438-2E9F-E9C855FBEAA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694030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2DF27-CD67-5F57-8167-A6AC75223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BA6B51-08CC-50C2-D5EB-41D96D9580B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5F86EBB-A99B-451C-A6B5-DD0A79295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D04829C-BCF4-8599-CA36-DD20612546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AFA6334-D0A5-9791-0FF1-68FCAA4E49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0FF1190-849B-652C-276E-1596EB57E3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6D4314-1893-E086-8090-BB0BB677C24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897D28-3CF2-97A3-8C48-73614369F0A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1BDBC1-AEE9-474A-E90A-95D8F3C0262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A45E73-DB98-AD67-271A-B2B4C0E0A87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7919E1-CBED-8C80-EC1E-EF753E81A05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C75EA9-ED02-B17B-CD18-B048A3D90D4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43B991-3B8E-478B-6535-85DF79B3C31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7088ED-5C98-7164-5708-2AB841604F9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CAA117-6531-C66F-A7A7-E3D96BE2541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2BC3D4-890D-225C-ECAB-2A44289FB38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854A35-2B75-B79C-66FA-582B4706E28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A520FC5-3756-9DE0-FC42-79D1985FC67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83213A2-6604-6DA8-086F-05A82D9A39C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0DDAF8B-7F23-0F53-6E60-43C0EE70E26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40D317-1737-7046-E110-6FCA5F90607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18C690F-2FC5-7445-59CF-33EA2E50E34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B6BD28B-7389-A933-A7E7-4641ADD2AA8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4B4F86C-D889-8512-5347-3A0552A3FBD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AA427B-0F24-C631-F94E-FA92E4F9515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F6B918C-4879-46C2-9EAB-9451CBCB2D5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BE8D67-4D08-E8D8-E906-639B0C4E3BB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D6E0E0-3828-24D9-8FFF-BA731B458AA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AEDCBAF-B777-4313-5087-46C6AF2445F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EAE1DEA-B755-7082-2178-63713CA2B4B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B553B5E-6D44-C635-C7F5-29167C4399D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F52AC91-8280-F837-F335-3B7FC3BE0F0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747468D-ABD4-A034-4603-CF9917AF8F6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3D16196-C09B-E08D-5025-F53FD4D1F54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A566361-6638-CAEB-3D1A-7F7C341BA51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DE4F2B-FAC6-C171-F991-8DCA6D5D54D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91C2BD2-0048-8F15-B77B-878884B0BEB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B9E0284-D620-F5AD-A6E8-FB48EB86071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C6754C4-7B5F-DA0E-7641-2D240DDF321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E0A951E-40A7-D886-90D0-E6C226D2A70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EC95618-B737-905E-3DF0-372AEAEBFA3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D5A28D2-DA6A-36D7-8B0B-BAA7D39F28F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1B74EEE-CACC-F1D3-AE7B-122E93F2C2F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D7CB34F-EF34-2B6D-886A-AB357521147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13B81F3-4337-EF2B-BB19-77644A14717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9EBCFD2-3168-345C-1F55-05896D19B35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C34B404-5632-C361-C264-126CAB279EB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BB41FE2-5A2D-9193-E8F3-4EEAF45F6E0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5D65E9B-747D-CB19-CBED-AA4EBBFD2A5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192B7D6-E6E2-0BDB-8D9C-1081DFDB9AF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725FED6-A0ED-5072-E446-3FCB681A688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F65066F-9F0B-FC80-3F97-5104913E3AA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444B038-806A-F8FF-9A55-BDF6F53BE32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B8DD1CD-8A6C-0DB8-DF75-18F9920A074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15FACD4-7588-E4F4-5036-A14A3CC16B1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C12678C-F25C-CC80-08B7-B897848651F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A67F1F3-293A-3E93-22A8-5482FF9781C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8772F96-8C46-FE16-63FC-53CD172167B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3C8F88E-296A-C27D-68A0-77E38038DFB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C49A849-95DE-C6D0-74A3-797C9687C32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F7FF82E-4384-7EAC-9C4B-2D5A424252F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8CAB90-4A05-7E91-E7D6-E8C278626C4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FECAD0-A61A-5634-1C24-7A51FDA5D7C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53931B-611B-D479-68D5-58A2B38FB30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319526-AEC3-2E9C-B822-EAE86E8D4A2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70DDD4-5041-9114-9A51-0D236810488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C6C00D-E9FB-9817-E3BE-BC18283E78D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1B3F165-261E-729D-668C-E51F23F115A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AF9EEE1-D699-20BC-3D05-BE30934D838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3E97E22-27A1-69EC-8E36-7E2F6AFEE90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A445108-0933-5788-1CCB-932E0A95700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795AD58-2BB1-3822-9B4A-A8D0E0EBEA0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0DD3643-C386-70FB-E4CE-49E34FCFB7B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A2CA66A-45B9-4CFC-01A2-6224AB48171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F7F37CF-D865-D3DA-7CD1-9F87B08B0A6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B01CD03-4A42-C38B-1AD6-7196F6ADFB0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F11ECC5-AC01-DB0C-E52F-2A697873A54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A441499-BFB3-68E2-A80B-AE9A9105BB8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FF4EA98-12E7-0831-EC31-B8D6985A6B8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152951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4BEB7-F02D-6F11-C46F-49E6CC76E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4F69F0-843D-543A-7B7B-B3B2153A848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CE46340-FD3D-76F4-12A8-745DAF32C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2CF2188-28B4-FB7F-7C32-A1E438A50F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070129C-7D93-E2C8-74EB-079B25CF57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86C834-3B22-EC78-B261-DC3A6E3437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CBFF3E-B093-031F-EC7D-7981307775A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1F4F1C-31DD-D5A4-686F-F0CBF9F7D95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D8761E-F3BF-CF58-37EC-5434FE02D76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F08CE9-CD4E-E80C-1EF8-DF1FF2F1C76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871AD2-C318-E250-119F-C69A5ED3D73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3CC419-8945-507A-8C0B-8A73D4CA75C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A27D5D-6634-5FF2-38F0-A32FAFE4F1F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6B5E81-DC3E-ADDE-68AE-7A5B50B3EDE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E1FC81-F681-DBAA-8156-F46DE558878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AB2DD6-07C1-6697-7510-4D024BE43CC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B91D08-BA2D-637C-AE2F-85292002153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D51E4CE-FF50-680F-EC36-8F4BA414965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265F3C0-D279-CA10-7C4E-619E6531BBB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A77491-3857-79C2-F82D-6B3B07E7E3E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9B40663-1B7C-12AD-34F1-7E54A8EB6F4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E824BD8-31D2-B72F-4916-3E72CBBBB6B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F57196-3C6C-EC41-703E-6B09A5B62A9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9FA49E9-1088-4E9B-0299-787241CF830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F8E4707-4237-F2AA-F433-88218C3A10A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C751DA0-855B-EF03-6A7E-D237C60F6C7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A686C28-24FA-221A-77A5-0368A18969F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0F7A14-A5E4-5B89-763F-818810DEB14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AE0859-8048-2DCB-D923-005A2116BD5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F0A6823-F837-AD4D-EDB3-623B69DDB54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75F6FBD-C127-5552-0E94-167A0799387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A5BADD1-9BEB-C9F1-B102-236377D8B4F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96C8C0-95E5-E449-050C-F3AD955461A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5B6B95-FE31-73B8-751D-FDD1D50C1E9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D6EED7F-3D32-0123-A68A-2A6F745DEAD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A0106F0-EEC4-306F-75E9-0F8F0FC8AFF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B4243E4-74B6-D266-3526-7F38F519195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1431B8A-F959-E86E-E7AC-E320C3DEEDC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4B72C9E-605B-DDE5-2761-24F7AB7BDD1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CFEC47E-1DE3-2589-258A-5AB8D4F27DC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505B2F6-103F-7BFD-7746-B7B5F6B10B6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3432230-43AF-AEAC-2509-874289F31BB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33440DB-8822-8DEC-99E2-0D7C1F70258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5B150AD-75D3-10F2-7089-503596191B8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0FC263B-4629-DBA2-B2AD-00C463086F0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18D2FE5-B5D4-650E-3BE7-F330B83C83C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37B4749-57F6-4D0B-EC16-E52CD1F47C5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13893C2-1056-364F-EC00-32820B2B87A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5885B74-1D30-E3FC-6A70-A1035C008A2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B28463C-98F4-708C-6366-D627C80C1FC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27FBB29-8DD4-9846-3FAD-1E5F7677ACE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5855C75-B422-EA0A-8002-0A08A45611A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56C8E9D-D276-16CA-7798-2DA07F0243E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E5A81B-FC7A-A57D-3E56-EC3BFE18799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9DE3C6B-F3E1-BF5E-8995-6EE23B9CBE0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CD9D67-F261-0F6E-3E4B-B346B82B6B3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86F91A-D7C4-E9A7-3932-9846178E908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17CE51-59E7-BF53-CE84-F345BDCADED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6E466F-B6D7-AC1E-3A41-213BB46AD1C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2B6C0B-DF7E-DEE0-72F5-551E8D65570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6FC04C-2D81-A7D5-9D34-734EDAD5B39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7ABA1D3-C434-5F14-B5DE-B4E7CE55067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6590870-607F-1115-71C8-8D8FB1E075F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5126103-8E8A-259F-C6F7-EA354968E5D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8BADD6A-2003-7E19-4784-1A0AD27A7F4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58D802C-3E82-088A-4ACC-C37CE4E540F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2668364-9CF4-48CE-79F4-E1250EA32CE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DCDC966-73D4-7C51-7192-D5F8A001E2C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5D8B354-DBBC-4CA9-C37B-5F0E896D69C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701493C-8845-4EFE-C124-B692C9CF9DE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4B9A12-7481-1D98-5D21-32EEE6FE203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5198A6-074B-FE0B-8D9D-C584C73B50D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2DED4B-5477-EA42-BE91-98D8456E9F4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D62063-546F-453B-09AD-EF1C18CDE42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CABF06-5458-2A5F-A162-072B6652816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B0BA25-FCB4-77AF-53A4-832AAD3E561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5FD947E-4D42-5835-1583-225A7F24625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697882E-6A57-302E-F0FA-EA0F4C7675F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B253B6A-8394-367D-2DF6-7CB60744BE8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1193638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ADAFC-C094-98E5-EF81-84E20D62D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F5370BB-4A0D-762F-38FF-B826838E9A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FFC2EA7-A8FA-0AA2-2717-3628EE62D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0DCFCFD-09AA-ACD6-9758-4B9C3D6636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FFA0D21-D2A1-930F-44AF-06EC1D91F7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E1F352A-7958-E533-37B6-2A5845CEDC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7C08F3-81D9-EEBA-3A50-50D8F723B2C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E32EBA-559E-9EE1-6A75-A2BC8BC3787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AC9B32-DA31-8760-C771-8BEB75857CB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575F8A-3E43-CD0F-E907-EAF489C8580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70D9F2-49E2-5829-570B-F4FF253327A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A0790B-5500-732E-15CF-8B7B98EBC60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1013DD-2994-F554-7549-605D5AAEFE1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DC39C5-2D28-6BAA-C007-5DEA3CDDE10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1D97A0-03F1-A1F6-A2A3-537E41E5E1F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90CC482-5D91-68D6-67BB-8F367A2D163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A56A620-2C08-867B-56ED-3E98009024B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4099746-1C19-0EA9-86C4-FF8970ED46C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C6C5BAF-0328-41B5-F0DC-E1E773B1DD0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331B1F0-2F04-CA18-5A46-00BF0BD5546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56D776C-9DC5-E149-166E-82BB9FBE184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1F40207-C378-170B-325E-241AD77D9BF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B17B5F8-82EB-02E7-2A7C-D7072EA2E83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8935217-2550-4981-48B4-59F290933A6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8918DA8-67C6-8622-5447-006046AD080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28D2805-47F1-A5B2-B233-10BD1F8B00C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9202D53-A3AF-6125-18AA-5216A782254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EE9E27-EDC5-9007-246E-2892FB80243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43368E8-EEC3-C70C-CF51-D7C5AB81E50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EE1664D-0ABB-F5CD-4960-A7E7B138BB8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A095B72-C44B-15F2-0E7F-682E20A636A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E32EA13-72F9-7ABA-A2B0-3F762FF03C9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FF3330F-4BBE-E64B-AF39-40BC48E0FA9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92CFCAC-242C-9605-8FB7-74187582D85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31CEDA0-8CF9-BC00-0593-BE37E0CF48D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17C652F-2739-F04B-8B1C-E2EB359AD6D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D75B28A-8B65-7D59-F798-52059A1409A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C17BD8D-C6F6-32A7-933B-8816A09742C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FF0531E-4667-A0AC-B58A-C2E200BDC05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01BC824-63D2-64C5-5830-0C1BD1088B9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7402F01-58EA-7EB4-D5A2-310E878F272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760E9B8-2094-5FFC-F97A-D7468216F5B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A72F46D-B327-1262-7BD4-0048837F0BD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1C167E0-5A5F-1C7C-9CAE-F0EBEEB8B30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938473D-0335-0261-EB69-4E92FFC489B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13BE844-200A-5D1C-FFEE-C6165DB602D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C2176E8-659E-2A54-F3D3-92EFC3C855D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1A31876-B9E2-A5CE-B3BA-D8E9F9813A3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6507F5A-CBCB-21F1-256F-5B9EDB908D0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5F64F32-342F-9889-F148-6B2F261D4B3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01057E-2687-0520-182F-B08897B47C4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A041884-A3BD-80C1-2971-129EACE5256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27D009-08FF-8AF1-EFC9-440C8A9EB5D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FBE000-E10C-9823-C931-45D5BF9FFA1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0B17CD-D635-8424-FD0C-EC28B8772E3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3DE3C5-F09E-9530-9AEF-7015C090E3D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B09F89-DEE2-2DEA-8E63-848DD1A56F0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32110E-3CEB-831A-87AC-1A70A174A22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EE96FE5-4ECF-C5C8-ED00-ACECC128F35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D08D1E4-9489-24B3-B566-48358F7935A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7DC044B-2467-9522-302F-CD774714B0D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8C9F0AE-A86F-8A53-B819-D602CC2B442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33F9836-BBAE-3B94-9A20-B43A5DC433D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EDB5AEA-D1A4-8C21-95C1-BBD904465F5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3B70844-3AE6-D149-0D7D-E01778831E5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BD0E2A7-DD1E-8512-BED5-70A6EAC6D38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D164DF1-632D-D6A6-E6F9-ACC7CD2A739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400618-4EAA-F21C-3052-68D6DC4D0F8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ACA96C-F8CE-A315-5789-ACDE33A238B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D564A3-FC58-7DA8-BEAD-4392CB35DE8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389A42-6BB9-0B5B-F269-29EFBDA9E6F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0E6811-D6BC-C2E3-D578-9B85BD34AD0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89B77B2-8DEF-34FE-6050-77D41022F5B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B7A225E-E271-BE8D-A8F7-B90A62E449A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673BD62-9A45-4F51-773B-9D74E300364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0A8EBD9-DBA5-C55C-FA2D-C5280A7BCA7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F967641-55AD-187F-5D05-478792037B8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46C40ED-51C6-7A78-E1C4-4EF7737C129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23630FC-D5DD-0BDB-37D8-78A30B479E8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59379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FE448-3D33-BC98-D9A1-157747E93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535A30-9ACA-7549-FCC4-9822E597938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9F7DC03-4483-3C9C-695D-9C56A3D36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83C64FE-BE10-85F7-0526-2CE23FE1C6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5D59780-8544-3B16-9E74-72DC2183B5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4398F98-7099-D4E3-2105-135C6E810B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2BDAB7-AD9B-0F8B-7E86-DE588BBC673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B742A7-F8B2-4B73-F658-780A572114F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993AD0-BD96-F0DD-1047-399F4D27338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3EF9BA-009F-CCAF-1759-7ABE13E885B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2F0914-E51A-6BFD-1B80-964981574B3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43CF8F4-3183-52D5-0CDD-C29FB5AA015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2D1098A-F5F6-1748-3EC4-4100364192A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F80730-6FFF-5A1D-176D-7DC09305943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11314BE-0269-F099-96EE-3E40D2C8DE7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D105324-250B-077F-EDED-7348FD2C88A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4318CF-CB0F-09A2-0F80-B2305A94D78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57A58F6-CE64-7C5E-C342-198C0763E58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0E4206A-2ECB-234C-28AF-A897D5065A2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84321B1-47EA-4032-99A1-EC2A8383605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6F3B9D3-33CE-87DE-6DE2-4B17558F1BE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E6C49FB-A1C8-78EA-7639-BA37FD16E35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58D9C3A-50B6-087E-9726-D0BFDBC67DA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DCFA774-E836-88A7-59FA-14E13674CE7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4A60D8E-20C6-77C2-6789-978CCAF6ECC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4F9D60C-DDE8-C59D-9FF0-AFC228A5CF2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F736B6-6DA4-0B5B-049C-8163CD0BC6B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C06A39B-752F-03ED-18A7-3A9FAED6C86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35B3BB4-CA19-14D9-322A-543B9249AAD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FE5CA63-65DF-2103-C0A8-C01C5338BC0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C9ED748-BB62-C3FD-AD5E-0346567D9BC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FB865D1-E592-C583-2017-65B99B8FECB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33ABF6E-AF8E-121C-8F6F-DA677E882C1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9BF66D9-06F0-D4D9-E222-DFD84DF5AF2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BB481A7-7530-9A8B-885B-6F3FF598B4A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EE00EE6-76CB-C49C-FD30-672A51C88E5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0DF059B-480B-9870-16EE-55C7EFFE771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C4264C6-2A58-0132-5A13-C4B6BDB4B25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D2B4ECE-4C82-4EFE-6E97-93138F4F118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F0587C3-9213-E4BE-AFE9-7F713F17D19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7FAD876-A179-6F4F-463C-39AB91CDA6B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180031B-5F38-37D9-15FB-8023276FBEF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380BBE2-C1C8-CCF6-C4DA-0DD29D5BA14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5DF24B1-678E-4975-7C2E-BB77CA0C9F2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5A8F33-5C55-26D6-7F3F-26D2590A96E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043B0E-5F9A-3C91-45CA-7E9B2587C6D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22B137-DE5F-B48D-454C-1E433C2F558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896699-AE2C-97A1-F8DF-9C2CF4789C5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102982-FCAA-AFC0-3FA8-E533C0F1504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3896B5-BB25-38A7-0B5A-E2831CF3CBC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D733218-227A-568B-0123-59514E807BE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337F94F-6CCF-54EA-9333-2A293C5C0DB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3DE5A91-FBAA-1620-2A04-05CC478BB52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3EDB92E-E3E5-8313-430F-7C7F7533D11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C62C5F8-5FB2-2D49-3CA7-CF82526B7D2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6DB8093-A1D6-0A0E-981F-40E6DA01E4C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C289077-7C25-33CA-CD11-4DC4E1D1AA2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4FBABBC-FECC-2FFA-1E58-7B4D1338A3C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FFB127D-5FEE-C60C-A558-FE8A333C0E8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B6AD96-9D2B-7D52-123F-77431B2BF8D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2ACF74-C7AE-571E-F746-D716457EEEB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241A2D-12CE-E712-5FDE-10F62454BFB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8A0D3D-183A-FCDA-E078-12479C7DA4B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CDF96D1-6359-621C-8FEF-1FAF76135F2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8F5D1E-FE69-C8BE-91F5-A9BC56F524A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8E5A08A-B1DD-2AF1-C725-C0E54DB7705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E9A517E-59D7-21A8-AA62-6ED111148E4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845C25F-F3F3-A680-AFCA-DC2A25BDD86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785A338-1743-9F82-6352-554A0A920DC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3CB29F8-955D-A58F-DA9C-509D6A0B84F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0CEDF02-130E-FDC9-9B00-22E66350121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E938D76-E248-BD2F-2374-9093CB07BA3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0462946-8140-825F-8D44-2EC20138C40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B8E9A52-513F-6D7B-1429-7EF5BFE21F9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F15A00D-1D22-FC72-ACEE-7DC309AB696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B5E837A-E33D-B9CF-B1CB-94123398835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DCF470C-BDA7-8B12-6B71-790F545702E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AFF04F6-718F-BBDF-BAB5-D752D6947AB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A55350C-EB6C-FFD6-3589-E16D7192A2E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445313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9033C-6711-3FB1-7EF9-0D03F670A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9B8792-0FC9-FB63-0C3E-36D66DEFE9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48FD94C-348F-07DD-DC67-7F0614759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2AEDA81-17C5-D8BB-450E-C5A431FA1C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5B178C3-C536-129F-DB12-76718E9113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4D26C2C-67E7-810A-BF34-01145B34EF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1769EE-7607-7965-0E37-EADD577F4A9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BF8901-1613-FD4D-0BDF-C36F09CA6EB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49C65-7887-CF45-9E95-46337985417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82B98D-AF2F-D2DC-8C43-D50A5F1BF35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49C8B1-347A-FD8A-8470-FCFF8412873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49EEB7-2FB6-E580-0CA4-105163F7C22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475173F-9018-5E68-7393-0AA875923FC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248ACD-4957-56E6-D9AB-80F17BEBCDF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723B221-E6A0-6B3E-1388-726DA8CA24A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D152171-38CF-2E5C-4465-558DCC24701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5C5964-72EE-71C1-D2AF-9711AD73F62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21FEF46-7286-2604-6A5E-A58511D89CD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6BBF965-B816-0700-67FD-5E2A7ECC9AB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430072-5E47-939F-225A-2BDB0574B8C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9DE97F7-98EC-7B1C-B75B-52300474DA5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B83B8EA-9FA8-03AA-18EF-3B2ED3A20E5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788373-F8B6-3E54-DB07-7F39CDDF3A9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BBD4BA0-92B7-5B5E-9EF3-964BB6357AD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906E8FE-EE96-45BE-9E86-9CDD5EE7A3D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65C8940-11C1-D3A9-FB91-B669ADD19B4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9CFA796-9466-2837-BDB4-9C4D0C203A4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9D662F6-B646-FB01-F457-1761ACF9CC9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3F9F650-62B4-D48C-DAB2-ECC9EDC19B1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AEC1593-98D6-935A-D1A9-C413BFE0F0C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8F0C775-7DA5-62A6-A0BD-D3AC3756F9C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E189BB5-2187-1302-9629-29DDD98089A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D09018E-0FC6-C03C-504E-8B76A15E1CC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410C27D-0573-0A47-A12B-6368B9144C0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E04D3F1-C315-C2D0-EBC9-DE3E0955C54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D61140E-B981-DA73-024B-EF3C8A75A81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7CAA324-E673-E302-7470-58892608882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84C808F-0F97-72E5-38AE-DAEB0B10EAB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FFAB12D-E9A3-B4F2-6F66-55D9E42296D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EF17229-A188-50D2-AEED-613F124D390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9A2CA2C-3B42-8426-A205-51B663AB815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0AB5060-8C92-C8ED-FA82-F75FFA9FDEB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4518E15-30A8-1983-FEE1-1EF8F5ECABF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762C7FF-F451-12EA-E286-75827CB9B31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C278F5-6C43-36B6-AD6D-0B87FD0FE41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F7B1C4-F50B-7FEB-3936-61EBD4260CC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60EA73-5E7B-907D-3888-39B81D3CBEE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D1839E-22CD-066C-42E9-C8E5C794EF5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1830D5-3CAF-BF52-D243-17254C846CF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29C2FC-DACA-3E55-B65E-6D326C69437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0F8264E-CA2D-8309-D093-0CC31D10376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F76B81D-AC4E-8683-C491-010C25D715F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63D65FF-6F6C-04F5-6B7D-2718A0E4C58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B5B62C7-E98C-4245-B1E1-D901B65ED59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C58B605-30E8-122B-BA5A-34F5BF9F3ED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BA93F98-B6C3-E3AC-FCDE-9CCFCB0F42E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CC04FE9-63DA-9C49-A8CD-C74EEEB3E79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297DFE8-59FA-2145-3DA8-A7E4BFC021E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9F13B70-91CD-62E4-8AC9-2C5471BE029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C9A004-6EE5-73D4-B771-EFE69D70FE9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BA759D-C52B-8D2D-96A6-9A46C76FC68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06061B-5F89-26F5-305F-573E0DC993A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A52ACD9-AB29-5323-4BAD-68BD1A9D160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D7AB50A-8AD2-41C1-02B1-26187DC891F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85A150-93F5-5314-6569-20B795888D4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930851B-72CF-9499-4ABC-C313E5FB219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D06FBFF-C467-81AB-F549-CAA65ACB346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E15509B-9153-2D39-7203-DEC9B367866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98EEDFA-DE59-3753-E32D-7163DCB461B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4BDE08-5962-C665-E0B7-446BCC2B17E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B03F7E2-D169-B1ED-4651-C8AD706F4FE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EBCEF0F-A008-8B76-6270-4ABFF57CF5B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C4A2177-0EE3-F1E4-4C24-54C21D88411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A277ABE-1B97-AB13-18A5-8A979178F01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5638B82-80A2-8703-0483-8BE075698DF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9B1148D-0BE4-E146-6CDB-858918C3893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A1759A3-4A0D-AA4D-0109-6E5A81C8212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D93B5DB-C92D-C9A3-F4AD-222FF1D8C4A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86D5C93-1CAE-244E-C0DC-D9EB8BCCFEB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285004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43511-3996-8162-5BC6-277A2B935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3E3519-45E5-8A06-E241-7AC05ABDAB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 (Note 89/489/489 triplet in upper right block.)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552FDE9-4DDD-83A2-CA2E-CFDE40080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019DDA6-95F2-156A-0009-C02FCE7E50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848FD27-55D2-8ABE-624E-2D3EAD4ACE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DAC1937-4207-F5E7-795F-9F5AE72D1B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06D32AD-CF28-E424-6FE0-0A8AADC70B9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DFCE8F-840F-1447-5ABD-11CDF0D37E0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0FA045-6A4B-9067-460A-19CDC044CB0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FB06B2-F227-99C1-E0E4-5FD3C9EB466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6874D6-99B9-FEC4-20B6-44B49F97F12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0465F70-76D9-7E5E-B2BB-DB4D3E81E8B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96D60E-AF51-1482-D44E-D5DFC7062D2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2B741FB-DDC7-77BA-802B-6DA5BA7D4AA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FE4AE84-F895-D601-6F3E-7D487027A53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169DBE6-F9A4-8AD9-15BF-4EF7B0AA8F6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F7EAE80-9234-4D04-3AA9-8DBED44EE6B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7609EAA-B0F8-A070-0B7C-42F4E2A9A87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C75CE69-3E2D-5489-8615-38F1036DDCF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98EBCF7-8520-58A3-EA8B-8AA3098C477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3A55915-02B0-C28C-3255-78E896F88A9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A785B23-019F-E83A-5B1C-201B510BED5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5CB1C0-5ECC-FB77-985D-66B0E3EF789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44BA2D2-0498-A8F1-6CD9-DE8B3875D9C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31F3188-2E15-7E38-49DF-C11633DEF01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26A1A06-852B-9627-5633-373C9FFF3C9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EB1B04-6020-2949-3F3C-AD2D425EAC1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1D3BB66-12A5-D0AA-BD2B-7ED1186FA59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17161CA-EBEE-8795-622A-AED8ACF102E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70E12F0-ABAD-D58A-58BA-B0D7A6F2401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65782D7-1D0B-0907-F364-6445CEC4AEF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99C328F-D467-E87A-052A-6BA6E08E8A0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A0EC1A8-B421-4442-1DE6-77E07261596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C911857-6A50-2F6F-8800-809F4FA7152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85FCBF5-F7E9-25D8-F6B8-77F46096C92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677EE6E-79DB-8408-8C74-0DFEF51D17C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DF5B575-BCC8-6393-B1BD-22F3A77F12D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34C5267-1C24-5DB4-49F8-1C166AD6BDC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242F73F-ABA4-5B88-4F93-B6783BD4E78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8BC8FCC-19A5-6D4C-970A-CA8976D7B61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3710F80-EA92-5FEC-6592-154926D19DE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F19E530-A30E-9EAE-4543-CCF931A780E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D21316E-5395-4CB7-467A-A8F28423645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403128-C885-2DDD-1B60-C6C24E947BF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B03393-41A4-38F6-6845-E3C0D383E4A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A5A750-53C5-A9FF-885A-21B1965A2D2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1D5FFF-03C6-985B-4A33-D6F43EFDA55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9320AA-93AB-294A-992C-9DFE84245C0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30C56F-5892-25AE-4A4A-5D51ED517F6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48EDACC-B956-DFA1-D048-A0B221D54DD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5CD366F-ED46-727B-90D5-AF9611A730F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C4B44FB-68EC-416A-8134-0B80B6DCB65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A9A9784-B277-C1DE-C3DF-7AEEEC7B266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5DA5617-05FF-58A6-9BF7-335A753EC84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C1743F7-F4AD-1E28-637E-8BBB68C9BD2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BE1B98E-4F67-60BF-0CC6-2B78A0591B4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7C0B5C7-7B9D-9981-825F-9B94D5C6FA0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B84487B-7EE6-C25F-08C2-5E7BD3E1179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55554B-2BE6-7AF8-2A52-5DEE43B5FCA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094BBB-D1FB-B78F-4B27-04F7227B135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029FB0-7E26-B6F0-4A77-7CC41323880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EDC8A6C-ECAE-A0A8-49A3-5E76201CC54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E59D7D-4C2B-EC70-00A4-2B51334D5E48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696FF37-84DA-1DB0-5CC5-710F350821A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221D224-801B-3DDC-ED9C-09E041974CA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747E13E-D248-375F-AF78-F36BBB9B29C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0D2335E-CE10-0ED3-4C6C-6908E88BD70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F620539-3663-8843-8F51-B441754D24F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C3C6E0A-7B0C-814E-1D54-99DB3689D16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6FC2459-4103-6344-4626-7016E6EE210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A9BF34D-8EF5-623E-8C47-790513833DF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C720261-ACE5-9DE5-A10E-75EB52785C5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EC5DA1F-BE08-0DA0-8734-EF75B87E5D2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778C958-4FB0-98F4-1B1D-06BA9BC77A2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808C505-43B2-385F-7D27-4BF5C206F37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ED28FD2-43E5-12E8-2164-30CF11D1E96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DE5F273-E132-4C00-E4F6-DC16D5122CB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A306CBC-336A-11E6-80DB-EA0F220936F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938D91-C4EE-F2EF-9564-B71747FF0C2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977792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B6FD1-307D-2E98-E880-4BC76F5B0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0B4CB4-3346-4441-2EC6-D1D4B85E8DE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7C00A2E-24D2-9C5E-CD10-0179AF2132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AC3CC3C-8354-3D5C-9B45-B212D5682A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DB5B9E1-A09A-DF71-B105-0D51CF4DC1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F28107E-AB1E-0A81-FFF3-94DA3943A1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BA75AC6-127B-FE52-E708-A70B7C0C1F7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6E8AC6-7EB4-D43F-C7B6-6440ABED298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6C3489-182C-B09F-0ECD-D2DA5F8BEC2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2D37AF4-B464-FF90-F1A3-C6BA1D94B68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BE9B2E3-9900-4109-24B9-C579ED42762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31AEA0-3BBB-68F6-72CC-30F18DB06E8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6CE9BF-9D3C-2BD8-F2DE-7D2C6D1E158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F469ED-0935-686B-6E64-039B9D104BF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C2523A6-FFDD-A638-214A-A320992B289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71BBDF5-0CA4-7004-77FB-7BEB1164D48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292CEBB-17B8-0ADA-F69A-6C4E21E6AE8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037275-35D5-E2C8-AF26-C97B57FB7B1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6F67D08-567B-05FD-5747-6F9D716AD74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FFDC716-16C8-0C04-CDE0-B4261069131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BB9E30-C0DD-0A62-7959-1BEC925825D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EB60EC9-F83F-3FB6-7D24-0EE17C67FF3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407D7CC-ACAB-1C36-87B5-4E8753B3FF2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3A5F58A-D4DC-94E7-17DF-0DD1D5E379C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B47CC18-3FD8-00CC-4B67-7B1A63DA780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0DD5118-1E65-CEE4-0BAF-CF0FA0972BD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AE52DA-C1B8-450E-B873-BE55CE11E74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EE7B7D4-4957-2954-7997-9882C4E00D8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3F5F66B-2AC5-56F8-1237-A6969616152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3261845-F263-03DB-20D4-69DA41B11D8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7074DF6-C736-B296-8FCB-273357A1724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1F86BF5-AFE2-1849-3B2D-641E28F1D75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F1BC291-1493-7488-B8D7-F5AB6560951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DA0562F-8484-FDC8-D2BE-FB9853D5A74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8332216-18C6-FDC4-AAE0-76A775B6E13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3D3CD6E-A898-36E1-F414-15F752ADF8A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E89D966-0E47-787E-793B-BAD1A81404F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E2163ED-1090-AE70-D686-95DEDDECD43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B2D634-55C6-F5C0-9BA7-4FD46178E8D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ACB7207-2919-131C-A675-DA8DF241024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12F9AF-1DAA-A15E-AE0F-B2769EFD0C4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B9040E-4AC7-1970-6D0F-800130FCFDB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73AA87-5906-B701-2206-9D8563D9115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C595A8-B774-A601-B643-8CB2B1277CF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4156DB-4B9D-2CD6-658E-3D6F22E675A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5DD315-E82D-E604-9B57-E353CD2E0BA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9404293-B826-0F31-E931-EF60D39778D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F240789-8D75-BF00-0A69-3EC00604269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319939C-9E0D-5603-1379-5ECA5C77F69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6DA501B-7459-EE25-73A8-4B16413600C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634914C-2E58-3B50-D515-375E4940D8C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B908CD1-C155-B2B2-1E26-1290A489FAD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0340D19-3C3C-ECA8-9F4B-1E4DF540D2A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5CEF4F6-E105-21C7-0F76-DC83E67BF34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B7BDADB-07D3-8772-EBF3-C9819CC07A8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6409E5-0B79-E83F-C144-FCEEEE787A5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9791EE-D936-CE52-408C-77BC939D27F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865CC6-D1E2-A48B-DFFE-64EA845CE3A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6E2BD3-3276-2E4E-1ED7-89E83EADFC6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6B78A8-5427-11D4-0352-5B508671935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479A07A-C760-4547-83F4-0BBD74B3D2D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4EE1BBD-A640-9DC7-0C75-203B7729976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604FE9-2F97-83FA-3011-ED0E0C777EC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466D445-2652-AADF-EC3E-29D4F5CDEF6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F952D43-8F77-C37E-DC1A-E4466381226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C4B2A8F-5F51-AB45-98C9-2ECF7C31013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9580AB3-4E5E-62A8-BA87-961A30BA567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5BFE061-93A2-892A-5AFC-AA0B889AC5F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153DD41-0E09-DD69-5DA9-AE53B961C80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F01BAA4-DF74-2752-7CC5-5A5A8547C9C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DA044C9-E833-24D6-7AAA-F709715BDD9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B4C3E76-9E6C-D3FB-E1DD-87EEA45C8D2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7D648BC-10A8-0E2B-57BE-7DA98DFAB48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DCA3DB8-0BC2-DCAE-AC35-FAFE321667E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9F482D0-8ACF-1097-4414-D4C000B5497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D8EB57-B210-7D03-C853-87600898524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40D3AF-1221-75C7-FC8C-C7E1F35C814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12F93D-67EF-8A12-5A19-5A3BDA554A2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D5DA0C-E958-5F5B-47A2-79C80077355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098252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71F42-C33A-CEEE-E003-DD26614BB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6886B8E-E63E-AFF5-D230-A8207DB407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3106745-9EFE-2A3E-0885-23EDE0C69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3FEC48C-DC89-1210-88B2-20A3D7A44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02418A4-6429-50CF-243C-4D88422809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422153E-0CE2-5C41-659F-6BA8DF0613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6A138-2F66-AA29-6608-BACFC8F717D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866A83-F04C-ACEC-5775-5C6E82BE442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8067E1-FE94-C253-AE25-60055279EE2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7729AA-55E1-B526-A9F9-76EEF86C922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B91F48-C40E-0928-87C9-367B8676872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0A50875-D74D-F0B2-DADC-5492003E3BF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5FC4F76-D96C-691E-9388-99F899E2820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3EA76F3-06A7-E0B6-FFBB-D47EE8B1E32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0D6D8A8-B733-ACE8-015A-C0E8C80D5EB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59638F3-C0DE-9AF5-A573-A2575524D4C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1C6F468-77D4-CC88-ACD3-AF80F7ECB5B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E1B3E12-3603-A6BC-5C8D-8645FB0283B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5655E01-E056-08DD-5C2E-BF1A717AE5D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28EB88F-F25B-688E-0FF3-CC5DFC25437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17690A-297D-8CAF-1E89-60F6B959382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C088B1F-5E0A-6FE8-C422-DE2FB97D2B8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F37EB4D-7E36-E191-1247-69C6CB209F5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BD0E156-545B-D35D-6D02-87AD83BDB44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A99E74E-E141-554B-6973-86459EC56A55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5E178BE-41DC-FDC7-0354-F541E9481A6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00556E9-BCF0-498C-6AD6-F6B3362D1AE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ADCBBF6-4E3A-01CB-96E2-60621F3A4AD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EC27CF4-D826-5B44-EB66-BBCC4233B1C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F65A9A7-2E2B-2865-2792-FDD48FBBD31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3872D50-0C31-6417-E5A4-CD26560BF5C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73AA6F5-990F-528A-D25C-6B97CB49C16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FDAF9F4-2A15-D479-4D2A-98A398BCAB4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F47DE0A-CFA3-BAE4-7020-4FA039651C8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4579B61-59D5-4A9B-AA0C-79536FBFE7E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F8DCF3D-E396-852F-B5A3-42FC2EC83FE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0EC6E76-F2D8-5635-6767-D4D0EC2129D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462B5B4-C897-0838-1AC7-53E63540DDA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66F8654-2548-EE80-728D-129E936BA43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2808D18-ACE9-EE3B-CFC7-546DF0EC803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96585D-27C8-79B7-21B4-A59EDF1979E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C51CF4-307E-CB8B-A1F8-02166D6F69A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53F039-B72E-F60C-2810-4F9C075BCBF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DCF721-3F82-BF57-9B12-73C0483D8A8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145E2E-7521-3FBC-8B18-EDBED33830B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8C7184-28D4-6A38-7024-EFA6AD3A069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DCAD8FF-3E06-B981-9A1D-AF8C8976D69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9896407-B14C-C91A-8290-8899E2982C9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1B57421-7F77-2357-700A-50ADEE556ED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0426105-FEF4-B3C7-C0A8-58D2ADDB3B5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ECBB9E2-83F4-0F4C-C217-053AD2473B1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3E1CEB1-CEE8-977B-A8C1-397F0134E5F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340CBE2-5828-A63C-C7BB-905800B1268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47DBF42-6A19-1C33-D361-08DF114A5DB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CA1602D-858F-BB9A-7F36-FC88F402C27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65D6C7-9F1B-2D8C-BA30-44FD9824F7E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2AEE92-C30F-1055-2495-A3B487F9B2A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B31BB8-6EA4-F8F6-06D3-2E6BBA036CB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529CCE-97C1-122E-B95D-9FC5BFE5434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A422D3D-D201-E73F-7F49-C590CBBB247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4B5DE9A-2D63-24E7-8DCC-1AD4FB6C48E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0997740-4B43-0CE5-B235-FE10A32F010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0F3285E-AA26-B1EE-520C-892835860CC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9DED2B1-F775-2AB4-12FE-9983DC72642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FA09E57-7A89-AB28-EAD6-CE23A3B2207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A3FC67-BE4E-88CE-8354-F79277A134E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1819A8D-A605-7234-E19A-7174E9A39CD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048C0C8-3ED2-29C1-E0B0-15A02388DA2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BACB24E-4B8F-9250-739E-4C7DB0A00B8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EEA7D01-C7EC-C1BA-60FE-FB9EC217742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5654608-0456-0E01-27F0-DB9B1EB5AEC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82DAE24-CC60-278F-DDE1-3CC1C204A52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C5FB77E-3DCE-E67C-1B2A-BE1DBA288CE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61C2D15-B990-1CEB-6797-545452FC7A5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5D4031C-7863-AAB8-D144-9C93887C116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AC38A1-04BF-F6A0-ACC7-ACE1EC9243F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BCB9BA-613D-6FF6-E206-20242A651F4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A887F4-A0CF-A22A-EAAE-F26EBF2C991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8E5C89-0271-6F44-C9FC-FCF7A70C349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458072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D086C-7A02-8AF0-4FD4-D79825E52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2538F0-132C-E440-1603-06E21E4C861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FF054D6-1D08-8ED0-901B-0E288CAD7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6FAD4B7-85DC-322F-DC5B-CB2EDF00A5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BAAAF8A-6547-060B-5A39-EB70C2A048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DCEE3D3-72A7-857E-BFCF-B33AE2E4CB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11903F-D518-C15F-04B8-41316DD3AAC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7E14BA-EC2B-D9DA-E7C5-4B68CA09733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2083DB-F0DB-4AA8-6CC9-FA2E9F68DCA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2CD28B-8734-E7CA-A197-E07295A8C36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21633F4-17DB-E50F-E583-7BF161D305D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F3C4BF1-E109-5A06-BA94-1E75AFF0942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D40D578-CB9C-8FB1-6D1F-97CA4488777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1633AAF-777A-BF2C-1226-C79FCCE0117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69D4547-B3B6-8641-2BD7-CD2E669B59F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885BB3D-4576-FFA8-4522-3B50E0809BA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8961745-0E12-C909-BA52-DB789580BAE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850527B-CC36-3C57-DAC9-B9FC67F8A21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5D5CC5D-CFEF-2758-7387-768539B884C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0AB2AE3-90CB-279F-EDDB-738ECB07DAB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319DA81-A2DC-F5F3-C329-33C102247A5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B93620F-0402-8A22-72CE-6A9C1C68909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61A2AB6-AEE4-DF7D-E6E6-5B263264CF5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CA2F674-BFFB-8297-A3AE-42ADCE0729B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3DEE9A3-DC4D-FAA7-6701-F97066461BD5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FACBE39-8E45-1E49-1205-FF1FEEB87E1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2ED783E-F5B9-6B01-16A2-CBAA6DE237D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FFBC51B-A4AC-1D31-1F13-74CCB62DD1F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4D5340A-C392-DC89-57DD-A9CA1CAFC25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7CD6036-D20B-CBCE-BE2F-48CD44BC351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35BDFB4-F585-424D-53E3-4D24B52CD0A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7F8094F-4A90-AEFA-C0A6-8FD91E42B64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3A9D608-F795-B3F0-8B8D-A74EE417BAF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663B06D-299A-1A41-F1B5-24A8F77FEAA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8DA418B-8A95-9220-6431-C4F9231AFD2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7363331-B9FA-7B94-F621-401C74C2769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5604070-87CB-ADE5-2320-43CF1BDC44A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3F1DF5B-08DB-8A69-AE31-AC48F4511C6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183478A-F2D8-BCBB-AE7E-5241C6D483D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3052B3-74B6-0F0E-7334-36222CFFB51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FA21DC-4124-B625-9D2A-623E737094D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224DF1-84FD-940C-2FA2-23E1A139BE9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99486C-701F-46BA-E510-DD1F340D1FC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B8172D-109E-750F-82E3-893D618DA56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F0D92F-C870-19CD-F2BC-3562F72E6F6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E26A1CB-09FF-F19E-D4F8-4D0344F2BF6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54B6042-A750-2198-ACEE-723AC591D3B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076282D-B746-20C0-0298-FBB021EFA82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D56EDDB-BBCA-B0A1-59E4-A4382FF3366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E9F31FF-D534-8A52-60E9-108FFE922A4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4754FA7-B0ED-40D0-6776-C39D0F63E2F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2DB3865-34D8-4ED7-C361-8D30DA828FF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A394C9C-C8BE-1A23-4094-A25BFEEA7C9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12918B0-AD23-37C5-0D55-DAC9CD80205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9E503A-5BCA-B610-4985-D682143C283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E821DA-079B-2690-8D3F-0E3A660737C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9E1531-E0B6-FE5D-676C-F500F1C1A89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039210-D846-3D7A-99DA-E69CEE0D77B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A3C520-E5E4-A19F-34FC-8DC61B2D3E1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3A78144-B251-F830-E446-0E114B1DBC8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AA96C27-1609-72EB-6FA6-058CE9088C9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76BD4D-F5D1-3941-49BB-071F3A52872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912E424-83B3-B3BD-7768-500CED11339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43D0E4D-B7D1-DF24-E0CE-3D255A2C3B8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F762AD4-E670-465D-DCD4-D684978B533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C9A2FC2-D114-0D89-D1A8-93868C72660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DADA9E8-08A2-71BC-AD72-7E858EF9E75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2C79BCD-D93B-2EC7-547D-5DDA28C6DD8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09B0239-FB2B-2F32-9293-5C9E4A5D1CC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93B9A57-AB3E-ABA3-C456-D1C06766A8D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9BBEAB5-5D3A-2B23-4E44-E94A90BE99E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03BCC37-B28C-05C4-1BBF-8FDC2B40CD7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D5D2BEA-2AD6-40CA-60D7-333BE8B9758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1D85C6A-058C-B240-EFE8-066E2B3A1E4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9922E0-960F-15E9-5A42-BAAC6CA730D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639748-28F1-77B7-9A3E-866219D8781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58428F-80A2-BA08-9F19-948362204CC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DD97CF-DD12-846B-71AE-8D7DFC1A09D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E43C11-17F9-3B20-1390-4AB7ED69FFD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581323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1FE56-9CD6-D2AA-0229-E74EBC1D6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F40CF5-B4EA-0720-3A07-C716BAADC0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all Columns.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979CF64-D844-164B-FF4C-08C9B4335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9EDE657-5B11-5B79-5339-F42CD168D8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1CFB6D3-1145-A00F-B5A1-3F83533DB5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30113BB-C267-98E3-D796-FA048AF3F6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C77413-BF36-4C8D-C821-83FD8649257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D31392-43B7-A33C-5BEB-A3D6B43841D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348D68-2534-7D75-E468-D37A2F6893F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3220F20-A305-BD9A-CB9E-0FCCCE29028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BB1A004-87BE-8D56-18EE-0BFA2043AAB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A39367C-76AB-9A0D-18DB-B70B2EAA737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7D9E37-5257-5900-CA1B-445E50A9062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BFFEC48-248F-B951-E269-4285D7D4685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C1C4A4-7DD8-BDDF-EA09-B235DAED8A3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E8E079B-A5EE-88F6-1142-18A5F7D3E3D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62A1512-B805-8EE6-0EBD-F4221588DAF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C436CA8-7BF5-BFC1-D831-42D12C2DA89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C0543F7-D701-1731-9B51-08AD46AEE81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DD3D7DD-01DD-D00D-F346-F1F01424FF3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8902E3E-9C73-9701-3FD1-C1C99354971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4673396-88EE-80D9-D6B6-D89D5C40FC2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B3D12DD-2236-5ECB-5125-2FBEDB1A1F0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1E28D72-9865-0918-3D11-10DEFAB7222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0A8EA74-0F11-2D84-5100-010B0F1DB7B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19FD684-C29A-DD4C-FC2B-56A621EB35F1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A8AA6D3-2E65-C3B1-3566-50BD791875D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EFB379A-D491-A6BC-1C07-8A75930FE7A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708C95B-1A01-84DF-2F22-B73669B87A6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669068E-5500-7A51-D2C4-6F50AED6047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5EC5BA6-0703-C8D3-0582-30DADBEBADA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D67B8D0-0B3F-50A6-C818-0A64E9C6547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D38F4C7-89C2-6675-286F-0691BF2D2E7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02771A7-64D4-B86A-15F7-950C5C87E01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D4D402C-8CCD-624A-B23A-893E0887F9E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8E91A36-FD39-9BC1-F857-DCE4A4F37FB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5043473-5F32-6C41-2B70-D49C8D53B49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5DFE71-27C8-B360-DF44-52F8C8063D8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ABE82B2-EED6-2DAA-E2FE-4E83DC784ED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9ED106-C3B9-C210-8F3C-E30A2872CE7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6BC0B0-3E51-A842-D5EE-89AB60817BF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61915E-58A8-6467-F558-43D3FC0E38D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4359FC-0732-4CDC-2B67-A37D6A436AA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E98883-9795-A00C-C3EB-25D0A06F0AC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4FEFDB-388E-EE0F-FC8C-46EAC566B9D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81126C4-B71A-087B-189A-CA25D363A3E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43D5632-4B58-F069-4200-644B2CC9714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B118250-B471-EA52-3423-3DF6EF2F468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C430D06-907B-2712-CF25-1155204A6BA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30748DE-B218-8ACE-47E6-93E7E16E7F9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CAFE183-959E-D561-B7B7-FE69D9FC2B6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B8319BF-D091-45D1-E895-DBE13758205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F50A94C-E61E-8688-066B-161D7C96F49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BC2001C-8FE2-ED4F-E548-3DF5D1ED254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FB810D-B14F-4DE3-4EE9-E1EEF3CF332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764EDE-7A17-F9D7-7D64-8AA9E46C38B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D6F45C-89AE-6499-BE0D-6E309327F36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4A394D-60B7-4D1D-320D-A7A95FE270D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E60C09-7B54-B79C-DED4-101894EF19D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1303A6E-B8DD-28E8-35EF-829411B9E9C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20B914B-35EF-8EEF-216A-0F742CDBAE1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7DC987B-ADE6-AF9C-C7D1-6CC3ABAA906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A81E87A-F0B6-DAB0-CD55-EE8C890679B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053352E-9A42-2D82-6E74-F270A0B9FA2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C170310-9C78-0A76-BEE9-E6AF4C79110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9ACCAD-4741-52FF-878C-A27C700A18F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B87ABF1-92FF-B46C-72F1-8C3C00B67FB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F02627B-4888-ABC5-6560-31F83CE434E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8D453DA-E98B-94DE-1342-DB088F32636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17190A4-3CC2-D4A5-4273-FFD1E126625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13A2DA4-5C59-700F-2104-5EE29F89A07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7200DEE-AB2B-DDD5-AEFB-BB838493C41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57289FA-55FE-0EB8-9664-6A03687607C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AFD41E8-A455-53E0-EDA8-4CB4E32AEEF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71D817-5F9B-04C5-FE1C-70A41B9FA0E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0D5994-1B0F-739A-794B-504E1D102FB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4A260C-D511-83C1-FA5C-F5BB4CC70F2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41FE8E-C2B1-5215-4A48-54557B7A091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D64A5A-0790-AA48-B8E2-71038B4EE68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E9238D-4B07-EBDF-8520-071014DCC7E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F80140-5AD1-454E-BA4F-59EF5FFA056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9C9213-9EB5-7957-BB93-180F1023096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DCD136-0C50-3A79-9176-CBD89AE1460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F1706CC-8C30-301F-F030-728F9205E36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1172DA-45E7-AD47-47FB-ABFCE69BB89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3ABE99E-8531-6D74-44D5-9991C632831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7C8FF7A-8622-D88F-FB91-F4C2CE212B1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1389</a:t>
            </a:r>
          </a:p>
        </p:txBody>
      </p:sp>
    </p:spTree>
    <p:extLst>
      <p:ext uri="{BB962C8B-B14F-4D97-AF65-F5344CB8AC3E}">
        <p14:creationId xmlns:p14="http://schemas.microsoft.com/office/powerpoint/2010/main" val="30992246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D85DD-C761-11B1-148E-075690010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F7293F-BB30-861A-BA07-8DA003DACC0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7A99504-FDFD-DEFD-6BEE-9E35A8154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839BCF3-92FA-7EEB-E43C-15C47BF43B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31F569-2901-27FD-A916-08D09A9AAC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BF5C11B-D452-43CB-213D-8E1054C214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A985F2-BC2E-3731-E539-466A87B5CBF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CFBC72-4D99-CA45-B269-E9A9862876C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88D263-1A90-289E-8A6B-7B1A6FC304A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BE07BE-B860-46A1-65C9-D2D166AFA7D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7A2034D-F1FF-A8AF-1F74-BBDC7A0D2A8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4C66322-1DC9-9E5F-DA08-E1AC10A9EA1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6D2F79E-B410-A5CB-ACFE-0ED11BE739A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2A3C516-D877-9358-F9EA-D3A2965BCD5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02FA4D2-CD25-BC52-56C4-6A41609CEAF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6CB7233-1AF0-0CF5-AA9E-53D272552DE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8C0F50-8D2E-A71C-345C-6B3129CAE79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47CBC1B-BDA6-674D-1EAD-11139DF7598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68763C5-94FE-D236-566B-7F5239E8ACF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39E8E23-B83F-750E-741C-61F0FC0819C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20AFCF-0060-2413-782F-652A84839BF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394CEA2-F178-E516-6E4D-B07D63E84E8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618D2B-F8A6-D582-B605-A628D35D585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18784BC-62F6-2FAC-2B06-162E60EFFC6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362F41C-D905-D313-F1BE-3534EBAE989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4A7AFF6-F307-31CD-71DF-DE3FC368B1F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CEBBDA3-25A7-9276-448F-3BBB3DB747E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79426DB-FD2E-4288-6ECC-995E2B2CE3A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EC29259-31EE-AA12-0FB4-178C5343DF5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244F130-84F6-CAB1-D67C-821D46248B9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53C1D17-C4A6-982C-7FF6-F003E9E7094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97A217A-C9A4-8ECA-D908-76CCEA4864F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800095E-040A-7258-BB85-D48160374EF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3B11C71-E3B5-29B8-8500-3F15E0E4D17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5A83755-7EB0-3B12-30A5-D5CB3A033E2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B775A28-A3B4-941E-282F-3AFBA119C32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A325070-DDB3-4D0D-4876-D90AFEB327E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83DDD89-A70E-200D-6904-CAA09038DA8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3DDF39-4F34-1620-9177-E823E711792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678A44-6869-B978-22AC-161B084AD65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9AAD4D-FAF0-1F5A-7F62-AF78CD7B849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A51395-EAA4-3D36-63CD-DA66B6F4AC7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A317DA-9489-DADC-13AF-24E85367591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5DCB13-CB2F-3A7E-D1F2-7BCD42E0C57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81D3281-1B09-273A-F652-DBCC00E3EF0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298460-98C5-A3BF-F76C-A4A80C08275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72A4E60-E188-66CB-F01D-D05641CB635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0846E72-F4B0-DA51-BE5F-817D51CD391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5AD8580-5492-9D19-0C4C-15E98178E91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7A833C1-4BC3-F84D-21B4-61CF4985F5A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10EF5BF-D854-B0B5-F953-3D5D4157304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2077A4B-5C06-E2C3-6A04-A655BD7D11F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B44FA30-C741-CB3B-5B88-56E03BE0614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403344-0C82-4FB3-95A3-1ADFDF40E26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114492-68D4-D4AD-7B35-A94AC77FF2C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38D34F-C60E-086C-A34B-30DE6E57BCD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13CF93-DF34-F6C9-925B-A6587D14DD1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6AC72F-9B2A-45CE-C435-B30AAA7C9B6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B80128-DD68-06AE-D994-C5741FAFA86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A7D12D9-D330-BAE1-B127-98B403AF147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F0BA093-F856-5517-41EC-CE5D92A4080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E4C0C6E-9A18-D22E-A4F9-AAA20901225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E143090-58AF-2B29-D242-5C66A20EDC3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9135A4F-5528-B5A8-4C1D-6C2BD81930D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9BAC7A-4836-A268-3FFB-9F06F273F3B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B6C2696-AB33-5C14-276E-BA81203A97E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D6F46C6-AEC3-19DD-603F-022A4809CF2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18654FF-1F28-50F7-5542-B7A67458BA6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6967F23-019C-6EDB-2357-ABBC50184B1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BC40950-6841-8272-B592-79B326EB3E2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1B10856-6B00-0D08-264E-6A5111685D3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44C873D-7184-FDB1-2A9D-AE2935F47ED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8811239-C218-C759-F270-8B1015716BC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9D940E-DFF6-EDF3-1424-1AB186C880B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4D3737-3E8D-0D8C-6F1F-496CC644F88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FFBB3C-8AF0-0AA9-04A8-F386884AD1D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5E13D4-473D-C545-962A-54556D9BC6B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5927A9-37DC-3E61-05A3-56458B5258E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494701-C32D-C567-ED9E-5D9D70D872B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8B666E-1A0E-2D12-C60B-F239DC38603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EE0E2BE-DBDA-7109-D5D9-B991D887D5F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22B0D1D-1257-7E26-397E-6597590F321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D88BBCB-D6C0-CBE8-DDB8-872B6331076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F9362C9-CF1F-4B59-AE17-3D05835604A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4138B5B-41B8-900B-21D2-C56D5D9A054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BCE76DE-347C-0C08-8CE1-E1CB0E13859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326E8AB-0E90-9D36-3CC6-20C5EB4D9C6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910602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11C53-B539-17B4-B623-B11A6AE91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3C8C26-5D63-8BD3-73BC-90DA87339A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BA02991-F1D2-28EE-BECE-836C8456A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1B1FA01-862B-2AEE-088B-8AB238C10A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7D4AFB2-3703-EEED-4975-977580E6B8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90284E8-9AF5-0D78-9750-1AF2F386E8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6D2DC8-B408-F9B7-B26C-DD848939FF5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99C601-7687-1AF2-761E-B7A1F3099BD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7CC20C-F47C-6F78-98B2-6A2B93CF08C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A311EBC-B2EE-5E98-52D9-F2D81FFB38F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67C921-B83A-71F6-A391-468B0501837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EF4C04C-6633-A300-5473-EFFA44BDF5B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03845F-E2EF-0152-019A-0CF74A76F5A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9E021F6-147A-B873-1511-F42C2B778BB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416348E-928D-851A-F534-14A8B4A948C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A3FFAC6-6875-740D-1077-479934D597E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FBF129-B1DE-88AC-1E6B-0EB928D6E97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A9E5842-BE75-542B-B372-35CD74A4389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67A3A0C-BC0C-784C-4D83-CF1F904FABF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9F965F3-D8D1-769A-3BD5-9A2984EF049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8C2B38E-5F0C-0C1F-2795-E3C438414CA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3CD1DF3-76BF-B96C-DAD6-1AB6B2E2B8C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D30FE10-1BC8-D362-272A-E4BE9965488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85CAC6A-5DC4-DFE4-918D-8BB5E4265D0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9BA043D-1FF0-9C92-D4F9-E105140584C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4B61D70-DC46-DEF0-76D9-FD618202053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3B13356-95ED-4A54-5239-9947B8EEBC6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1E67DBC-89DF-AE31-69C9-792C7418EBD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E7D3854-FA55-8F2C-0DE7-E036A4A26DC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6224183-7109-AAF1-BA10-04B4D9E9E9C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BBCBFCA-6D58-427F-E7CA-DB97DFDCB95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A0E6AE-3A5A-EFEB-1C5E-43114B2224C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EB8ECF-34A9-DC27-7BD7-9988E08B0F9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543399-5EA9-6B3C-4379-83960DDFCED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37B71C-26E4-9704-1F97-81C37D9DE94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06C49B-8DCD-8B17-3B8F-0FE2F264EAD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B2F28E-BAEE-3A81-6880-07906F3F820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1E10C6-5567-AF03-C3CB-CC5C691BB09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4B99F7E-1DB7-D1D0-E900-DFC0EB49287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F77864C-77ED-5C40-168B-E248A90F3A9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202F4E8-E1DB-7806-264B-7E3E531052E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0CF3D0F-A146-7E78-F85A-3470FDEA75FE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466DAE7-B81A-870F-3139-D5BC8E5FFD8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8960533-8421-B86F-A074-A5FBDCBAFFC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C95EA8D-53CA-6314-120A-C5C76288E06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CB31246-0103-F38B-B7BD-859D35AB385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01F3AF-DBF1-E2A3-8C3D-EE180858309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9E1E39-FB97-D57A-CEC5-D898CFB861D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352EE1-C339-7F8C-BB16-DC501788B3A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4DF862-2941-FD86-6C5E-884C9B5800B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521456F-8A9B-9C46-543F-29D2E300A8EF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1580EC9-38FD-2E2A-5F9F-0C7EF568C5D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F40537D-0BE9-2CFF-F086-D60984E54DC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46CA28-C847-6011-F2E8-D1EA06BABA4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B51DB5F-24AE-7AF3-D010-D2D9B756FA5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6CE92AD-E18A-10B3-671A-01993E7CBCD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B7D910C-9E1E-B8E0-3996-ACA4B02A242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382431-B4D9-1CCB-FB36-2A15714A3D5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681EED2-E415-9D36-60F5-B6A837B8075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1C9FB03-62FC-FCCC-3328-FFDD274A4E2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A0B75F3-062A-3508-727C-701BACF7BAD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F0F5EC3-C176-2CFE-1CD1-365C3897925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A9E951C-C583-EC51-05F0-CD8FA49DD96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CB2C277-C1A7-2CEC-D4B2-1E82496F935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0B0C462-0D4E-B421-2578-C03F47D7D2E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079C94B-A1B8-FC3F-B93A-DB72DB708C1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751752-6BFA-2181-B89A-F1AFF09A18F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79382A-5597-32E6-F873-778256E9727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D3FEAA-ED8C-AF5C-DB71-AFA91C4C5B3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79624B-B5F6-86CE-FF66-991EC8F526C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45CCA2-CF2B-BA14-C1B7-DEA2024D31B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8B7BD4-3D9A-4134-D499-978995439EF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097D81-BBDD-2CA7-B242-3D6053B68F1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DE85C68-03E1-A84E-945E-541B559F075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2761E73-7560-F723-014B-248263238D0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84B6C3E-3DAF-E4CB-B810-2042381EC56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9FDFB06-6BA1-94CF-044E-D0FFAD89A88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B13124A-B634-DE7A-0700-A830E73CF61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08A7A4-3DA9-59F8-6F4B-93D78067771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CF73A7-5D66-B909-2BC0-EFA6B07A563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54B609-5722-92A1-369B-AA006C262F3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69DAA3B-AE09-7482-1181-8D1EBE4F6EF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EF7B364-8981-E081-EB9E-EE65799E78A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1775D58-CBF0-994C-0194-941FC5773EE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40A8C55-912F-5684-DB2C-230C17236B1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85B0585-26EA-236D-6273-3F6E340D246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A9EBDC2-277E-B1DE-5E20-51556B8687E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06076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66275-D81D-3AD2-7410-520E4E973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ECF97F-F3BA-67BE-2907-5C29034B727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85F3212-8E71-562F-F9D7-F3FEFE7D6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2EAF791-CE8E-05F1-9AE9-B0E2E0D497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9FC0487-102D-340A-B8DD-273E849944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DABAADB-6DB9-8106-5461-1284E7E78F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AF2CE0-EF73-02C0-411E-1258D2D1529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73626D-C4CA-1648-22F1-0A5A7429B72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47E39AA-B93B-3263-D0ED-E5419BCD05E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41F7C47-D607-A504-7D35-5644B31F777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DD8EB4-FFFC-E70A-1E15-D261A6BAD96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C46DCDE-FB9E-0870-0AEA-13409854293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8F77817-4FA7-6F29-7491-3FA359841D8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3F5F1FB-EC91-BF0B-57C6-902374CE37D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186DA47-3E5A-AEA1-7035-9C6A132DC71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D32A34C-113A-D56A-F29C-D7D1F5BCD6A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B679E9B-A4CB-18A7-0807-D19F76B34AE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B2C0D89-48DA-2E9A-DF6B-DFA8A087B72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4D4B9E2-10CB-8A19-0A7C-CF24CECB6D8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530E3B6-16ED-4710-791C-91D61A546E4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D559783-73E1-3FBF-AB80-5DC5E111EB0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4E0422F-AA7C-B565-B4BF-2E14404727E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83928DC-E843-495E-32A1-3F3C68E0323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359276A-4967-AF14-8B33-64D3F606AC0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3AC29C1-3550-58E0-6382-A73074569AB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A4C55C8-5A68-DFFF-E0A5-7EA6DCB1DD4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C1300B-7703-0B13-2C0A-F784AA6FBF2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15BB4A-09C6-F978-F847-A9C435B8D66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4DEDAA-D80D-E850-1C59-D3FD36D7D60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FFF64D-D85F-FD27-0C1D-4702A415965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5A0F23-60B4-1D9C-1F53-4A8A7CBEF3D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FA8607-6746-534F-BC78-4B8A8A09FC7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31F83A-FEC3-3223-D9F0-2E19B277EB8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9210E7-F348-13E3-1500-347E81ADEB2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A801164-55FA-E865-D978-1B35B9B778A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C2BA493-AF13-25F2-852C-C1FC5C4DE52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85A81DB-4F54-397F-0543-3640D5A1AE0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210F7A0-F0C9-84F2-24DD-3775453846F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2635B60-EDDE-3D44-7B5C-A9238BDE2FF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E20C1D2-AB03-61D8-D2D8-AEAF5555E2B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88FF213-F0D9-3421-A587-F1E95355D1E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93FB1FB-82C9-3482-C672-8CDC72AC7F8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2610C93-B80C-5C97-8A75-AAA290FB244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063DBD-141E-53B7-3F40-AFDD92DA23B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849E77-1681-5431-EA3D-FB90BBA85A7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655376-4687-9604-30F0-63E22154E92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31E028-8F45-881C-2B2C-82D83EBC34F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DF6ADD-3655-68DA-DB96-7248728AFAE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78318B-3698-E0C4-B7A2-649897381D9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9CAEB0A-1AC3-E868-8696-9C42421468D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7B139FE-9A88-0FCD-97B8-EB0EC5CAEFD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8454DC7-8FAC-1B16-A226-820A06C27B8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617CAAE-5C15-A384-1AD9-69541156D05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29FDF46-3B56-0105-F537-7587B14078D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1BBE392-4974-8C00-EB69-B368593FF46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B75F5FF-728B-92CF-CA24-723B2494530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276D1B2-1A2F-1CB7-3FCC-C2883E60F04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919C0AE-8089-065D-6C7D-7310FBBF8B6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599B8FD-A99C-6792-4DD9-E91D103CC82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D04F103-EDBE-A5EC-ACE5-C134BF77AC2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F2189BA-090C-1296-142B-8A1B7643FF3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DAA50B7-6648-C138-E958-F49CB66CAF1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D2C7AAA-4577-E5C2-9671-F036F9C29C0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90F399-BC32-B4C4-AF4E-C7C2AA5B8FE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A805B4-2F66-2663-1298-923FDC069FF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5B9BDF-F3C3-2C8C-819A-D536D824886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30743A-BE74-75E7-905D-87CA9572258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B296FF-236E-DF2E-1AA4-5806CECF73D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558903-5693-A970-D49C-E7EDF110679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D2E2C0-E9A6-612D-CC99-5EA7554D909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15358F9-2112-4341-4932-7F3AD7522A7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C24D608-94A8-DCC8-9E75-D24D698DBAB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F7D730D-3239-2C85-0980-C975F653CA8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5FCABC4-CE35-D6EF-22A2-74FBCD1036B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564A51E-436C-C7B7-23F5-98A7E91F511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73F91A-0F4C-8FDA-871C-2B5A2986BEE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DAAE47-EAEC-02E4-1C85-6F892DFAE00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0C9DA2-6038-B8FB-FF3E-C0BF12C053B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96AEC56-0902-70F5-1A50-212F26891DB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A282A76-79C1-7D65-DE7B-B5B2CBF70C5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4850E7F-0D91-BA73-9328-C66F08E2634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4534D40-8F87-B236-C783-9836CD5C222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22B6EC-34B8-802A-0688-97503D33C69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612962-EBE8-ABCC-AA05-AEA918EA03A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151B57E-7896-AE7F-E05E-ECC01660826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E4B1BA-4AF5-B54F-7E60-800C8990C2C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207E90-DD60-9E84-F690-1AB5495F639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85607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10147</TotalTime>
  <Words>2082</Words>
  <Application>Microsoft Macintosh PowerPoint</Application>
  <PresentationFormat>Widescreen</PresentationFormat>
  <Paragraphs>1860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398</cp:revision>
  <cp:lastPrinted>2025-12-02T00:08:17Z</cp:lastPrinted>
  <dcterms:created xsi:type="dcterms:W3CDTF">2024-03-19T02:13:08Z</dcterms:created>
  <dcterms:modified xsi:type="dcterms:W3CDTF">2026-05-21T21:25:58Z</dcterms:modified>
</cp:coreProperties>
</file>