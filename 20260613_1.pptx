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83" r:id="rId55"/>
    <p:sldId id="584" r:id="rId56"/>
    <p:sldId id="585" r:id="rId57"/>
    <p:sldId id="586" r:id="rId58"/>
    <p:sldId id="587" r:id="rId59"/>
    <p:sldId id="588" r:id="rId60"/>
    <p:sldId id="589" r:id="rId61"/>
    <p:sldId id="590" r:id="rId62"/>
    <p:sldId id="591" r:id="rId63"/>
    <p:sldId id="59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8163-BA17-F38F-E1EC-0BADA324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81A19-7BE7-2167-72E8-158BCCAF9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B9363-E382-CD54-AA47-C76ACFB63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A485B-8F2D-7AA0-48C5-83CD72B7F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60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4B45-AE33-1021-DD20-80F75022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DD927-5098-B18D-EDC6-FE50BE7DF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77F17-9D8A-062C-CC71-7CCE7BE20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16DF1-F59D-AE0F-D56E-4178F1981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31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3CED-22F4-1ACA-1743-424B08DD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838CD-581C-2252-3793-4DA1FF016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DE2E7-6659-0158-D674-7D1DAC70B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3A50D-DA4D-65DB-5EEF-A3794CCC3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7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DA9E-DC65-AEAD-E562-2C6F10AC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A4002-8012-BAEC-F19E-E5D3127BC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FA2FC-CBF2-CF41-BE76-3B6229EB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E4DEC-4C35-846F-33E1-C5B1AE86F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09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058E-D5F8-2467-7E57-C6AB63C6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DDC98-9EE6-7DC8-C792-A4DB21ED1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81A29-01D3-0C0A-F4F9-0A9AB74FE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C5626-28A9-151A-A103-5F8FDF8B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7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2B9A-8610-4F1F-CDC0-3D471957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74C67-D821-9A52-7124-E87FE1181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0A1F4-4DF7-2F6D-F681-A30988D1D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47A99-6E3F-73DF-CEFF-5EC6F497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53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0A8C-5777-58F7-8990-263E10AD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B7759-4DB3-76F6-0DD5-37D9A1E4B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FD063-2B49-6C75-E3B8-230346490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AA805-03AA-2A5E-AC17-72DE0C3F5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19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EB23-1BC1-1A9C-9886-A01D9029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040D1-F9F7-661B-4F6F-C6A45B403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A0B1-A74E-462E-27C3-C1016C6F2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BB988-0F15-706D-22DD-AF721C987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6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0BA61-E02E-9CB8-2D4A-5CE9D302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C144F-A7C8-EB5C-0E88-500D30038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12FE5-01D6-436A-643C-B9F550C49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31A6F-51AA-4A3A-F569-17FEC2DA4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27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733DA-1976-EF99-8A1D-74189389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3B284-AE54-4781-F30E-F418F2DB6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463A3-9882-AB02-85BA-16D635888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9140E-3CD8-4E58-87FB-99FC7E244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70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9BA9-7693-200C-F446-14300F11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D4082-5BB8-075A-21F0-D4AC34A2C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68B82-ED3D-49E0-4610-A5E1D907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493F2-09D3-0FA4-91FA-D67452273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1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C74F-9461-8D7C-C235-3F7EDF9E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3EFCE-9FB3-40B3-239F-EB1CA20E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6C299-28F9-ACC9-D5F5-F68107AB8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E1605-FCEF-4785-56BA-8A297C179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95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D015-1C93-CB79-E9E4-343D9E9E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0EE2C-995B-00AE-0123-0A43DD11A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E8BAE-55F4-17DE-2524-B84AA2CF6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4C37-566A-9C80-771A-BF3F35B88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1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84AB-4EDB-0E03-5D9D-E631463B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D7DA7-E328-E687-FB82-830BD78C0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A4638-F0B1-AA48-654A-D87890649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29F93-B18E-DDF1-6BE9-AD3E6E77F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42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6ACC-052C-DFD0-19CE-72B13CCA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4C82D-37C4-91ED-0D96-C7A4701AA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2D622-999E-6237-2219-9CD7ED8F4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EE5EE-5C29-A398-24EC-C5F7C6A85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47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3C4D-24FD-2C46-920E-5B18785B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A6B8E-43CC-5E67-621D-13E004E4D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039F1-C0D7-7E3F-7DC5-12B3C4B44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4D80F-840E-33F5-CCFC-99A5F14AA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42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769CC-6C3B-42E7-AFFB-FBB28C443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4CB2D-5E5B-622B-58F0-38E8F779D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76F1A-7817-A69B-3DB0-806561017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61F26-95B8-B2F7-72E7-F4BEE0827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68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32A9-4745-4B12-0574-C2FD8A22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4DD6A-268B-2E8A-84A0-9808F14F7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204E4-AA1A-EF35-62B7-DB58C3DF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BF1C9-D14F-3062-3090-9E540FC1E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24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BB58-7BB0-A9BF-3310-6E1554ED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3399A-A232-A0FE-F66D-4F6A3CA13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FA8B1-5F15-D031-3B31-92FAF3098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E45F5-348A-A12F-CABB-A4B240C8C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1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903B-EE12-C823-B856-8CE2628D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7231E-B781-7B28-843B-4F08CD4B1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B3BA8-B74F-04BC-BDD9-2DBEA49E0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B63D-63D7-2F76-0D79-0305C72E2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01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FDD1-491F-65ED-4E2E-A3519F26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28ADE-B71A-364E-F9D3-832FEF98A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3E21A-0F47-92D6-C26F-D2A0373E8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339B6-6FB8-F81B-D91D-B85F0126D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84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D4E4-40BD-19F1-1EC0-2D127BAC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2C5A4-545D-D538-89E3-D56E5EA9B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24690-5368-3B5A-F4CC-CAB326C8B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F9F07-6FC0-DDF2-5DEF-01E595640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07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A968-19B0-5DBE-2B0E-F2A86321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19FFF-7F5B-805F-2569-32DFD19B5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8749E-5B5B-5178-AFE2-BBE9C0D44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EC0BA-4580-0FA1-A81A-6B3307273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89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206A-5DFD-F160-DB66-A4B11C08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1E541-F5A9-7E03-5F8F-2889D65FB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5691A-2043-6442-F140-AE8F1847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335A-62DE-4F0F-2DCC-8928EFAE3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71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CDB-92F9-0DD6-12B0-57785B38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45381-8DE2-82CA-5BE4-27AFBED9F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AB517-39D5-1DDF-DF72-011D7F390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B084-9CB4-E61B-F7FC-50E9B70EA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68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B49E-0661-E52A-30EF-33C54DC3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480B9-C3A5-B13F-1483-066FDB633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F3FA7-FB39-7FCA-59C0-FEA133D2B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4B30C-AB4D-6BFF-D0D1-E0B52DD7A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681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E4B-F326-237F-ABC6-075F560C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BFB56-ABF2-9F38-D4DA-A59BC2BC8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91634-90BE-0648-4DB2-800137FC2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7BD5E-1835-BA29-F6A0-EDF3C1BCD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017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E06A-59B4-4B9A-ECB4-80A5DBDD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97B17-B055-E592-BC0C-067DB1103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14FC3-10F6-E887-C634-B61EDEB36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971F6-557B-52AC-E5D8-AB8BF397E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093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9166-AE77-BF3B-01C5-A9093D8C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C863B-9494-F22E-CABE-2AB8D63C7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CA917-8638-1F73-A6FD-9B6C9B4F2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BD1DB-D17E-BB29-8CB9-A3EC23A6C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37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7B8E-0C96-FD84-764E-1A04DF19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070E3-3E33-10CF-7D17-8721828EF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71977-5338-18F6-F9B5-2568DA05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14AB8-AB35-0088-B28B-AC864AFAE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851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911A-B98B-F069-F7AF-06BE3439F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AAF91-E037-19AD-7C35-17220FA66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210E9-542A-DAA6-0569-397CD64FF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49F62-F775-A94A-9702-8169E4CBF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981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E1E2-133E-9490-71F8-B3CCCB1B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D2310-E6E6-8683-0B52-9F723955F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1AC1F-92F6-BE04-271D-15FBAE815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6A58-7003-3033-23BB-E5A6666D5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94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44C2-4FC3-5E78-D7CF-DF00B65F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F10E5-50A8-02DC-6382-2159F779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748EE-6D60-5E64-3527-094E5C7FC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4BDA-D2FC-D24E-2781-CA33597D8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2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9D04-C157-63E5-B940-5291B08A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F370D-D4C8-6071-A7F9-6A93338FA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CAE20-4398-5CD3-FF1F-30E9E187C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E2BD0-60F7-7E4D-6F66-A968CC07B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20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A143-591E-BE0B-35EC-1C1D2B83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8B23C-F788-F048-E78C-E5BDD3898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304BF-A2F5-6F55-405F-E5FD22A4A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906D4-CF0F-7112-F510-CAB980E54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273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48BA-DFBE-AEA7-294E-5BA01EAC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532EF-031E-47CD-53CB-8E26383E9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C890-E894-CD98-75D9-97DFF8B7E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A273-FCE4-7FA6-5B43-2ABF72239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7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8592-DE9C-591A-43E9-AD634D91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F3AE9-7042-20C5-258F-1BA125AF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F5598-996F-DF8C-9401-77D24D224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FDE65-E6F0-E365-C486-91C58B204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249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4446-BB0A-5B6E-944A-5CFB8275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E5A54-64DD-6846-548D-D2A81A9E9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626F6-BDBA-064D-69E7-22EB05DC6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C2B9B-8C1E-A20B-A70A-34786A4BD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520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0FB9-520A-FB01-00D0-6A9FAB7A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16635-C0BE-BABF-C2ED-E3309A1E4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98454-3F1E-4C74-DCD1-9D1459CF7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A1748-400B-2688-007D-6A7F6AD3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896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86F5-6F9F-2680-894D-33EB0547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A3E6B-516F-E622-E945-96ED1A2C9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B568C-DE6F-5F68-88FB-020F89AC6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67EF6-FDC6-CE4F-C214-BB898EE80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177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16FA-EEC5-C415-4FCF-E8BD9B4E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27882-9B8A-05A9-596A-771E96AD9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CE791-5B4E-F9B3-03AF-FB00DB9BD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7351-0EFC-209E-DE8D-BB96E72F3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341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4298-48C8-18FE-135C-B65A73C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A0C93-54FC-E3FE-EFE2-6A0E31BD2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4AB93-A4FF-A393-ED58-7326B185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B292E-F03F-B2C2-5DA3-4DA7DDDD7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459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A435-C8FD-6415-0BED-C351F723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CDACC-81BE-F7DC-84D6-5CC75B71F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332E2-94AC-2BD9-74DB-7F4696EE3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E446B-C560-0217-45E2-C66E577BF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009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37D7-0B87-54B9-6B5C-65637B29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9A2BD-E255-6697-FD8D-6925A36D7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4EF48-59E6-2A10-1D25-E9BE41DF6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22B1E-583A-B468-FFED-EE0025D53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6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971B-2082-E0DA-A395-E150E763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32B3E-42B5-7FC5-1CC9-620D75E1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02A53-F20C-E2E1-CE6E-1C11C15B3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E75C1-33C9-1CBD-8602-6669ED5D0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134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366C-46B2-057E-B822-9707E788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BD1DE-7490-E073-CB23-BACAC199C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08CCF-7933-348C-C31C-1DADC689E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63A31-D898-63B4-D139-A684A1AB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559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90322-C91F-DA81-5594-C3D5EA79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F12D6-38FD-B790-4F1E-0A8152D07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77A1F-92DB-8A43-AC31-F83573D60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6DE5C-9EF4-0910-23EE-5192D36AB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874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A8D3-DA12-41A7-E57D-58FA306A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CB698-9403-A0FB-A232-00C4686F5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AE9F7-04E1-9037-2B88-352D888E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72C16-15B1-A2F7-91BF-96A25B2A8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745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B3925-F14E-C557-F859-3089065B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45711-99D8-E090-BE22-EB0C0E0B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7F455-8DBC-C221-3E2B-01BE0EAEA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8997D-A477-2EAC-9F31-DD7CA9FA9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524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1B46-847D-A97D-B1FD-236FBB39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27919-7DB7-DA6C-926D-CF3A4A546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EA892-0511-9C2C-EE14-DB5864175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E45F3-D635-12C7-A688-5A29C1EAE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692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81F9-B3E8-A126-86E6-0967AF25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4EC0-27B7-238E-F6A3-1C1DAAF84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E6628-8AC0-F9A0-7D39-9CA353442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32433-6DCB-06BE-2C1C-63E7FF4DF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97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E0F0-429B-8405-0A3D-9D6ED2EA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28D1A-6DDB-FD2A-5A8E-16353DAB0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B13B7-0A9B-8F0B-8B38-B974FDDF0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A0899-40E0-0F66-3FF0-D43B6BA7B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409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B0784-F88D-E9B6-2463-F010B7EE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E1FC7-DD57-5B6B-8C2E-E6CF2AB7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422DD-8382-2EE6-D6EA-E7C0B94D1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92C1A-137C-F513-36F6-69BD12F79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546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757D-7981-21AB-6579-394FB75A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DAC62-47CE-F535-AFEF-BB9AF69A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59F66-12FF-33BA-B21B-311126F0C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2D791-4F87-E63F-2CB3-841D8407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26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8784-68B5-73AC-009F-59CDCBAC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C5169-FC16-5BFF-83B1-47A3ED86D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7398D-EA3C-3E22-DE70-50718AAD8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AEDDB-B7F0-048A-C481-D8CD32169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055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8762-685B-E53E-2514-E8359FBB9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069EC-B5DC-10BC-A585-B0D914BAB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F86E1-3A09-930B-D4A2-009F37F01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A18E2-4EEB-3832-8159-145B1A2AF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478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8B4F-4504-C99D-393E-D4A7ED9E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FA9B4-4714-1580-61E5-9F2748DC8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84188-1925-3D4A-FC2B-EE4210244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4B262-6322-90F8-61FC-0BE2D198B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304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6B52-2F38-EDBC-3EDD-AD4B4109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0E5F9-75B8-C7A2-8214-CDAAB9FDE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53D2-5284-2035-4674-D4C01E07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1DFE4-4FB7-0356-708E-D92A28C63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732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98C6-1A73-1B0C-4A7E-C8627773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6B9D3-5318-DF14-79F8-6465162AA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A1E15-3786-8A97-4721-36129D31B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1981E-0710-415E-A588-A75984B40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160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216C-2CEA-B593-B9D8-81A353EA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EB8DD-25EA-CEF3-A2AA-7C43E505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B6F04-64FB-5DF5-1FC5-D9CE0F6BA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950D3-D410-0967-079D-2FB75F195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77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8245-4CCD-50C5-4832-0596FEF0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E4186-C254-F5AB-D8BC-79F3DA299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F7BC5-4670-A2F4-0330-BC80AA9CE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B654-D9DE-29E0-9B2A-9A011BCCC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23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FFDB-FCD2-0DE7-AAD1-907D1A8F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961D8-AFF6-3295-18D0-981BCA84D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09DA7-54EF-D9AB-864D-CF0E3908A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5533C-B9D1-EF2D-8E8E-505252CB0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4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3F809-DDC2-E08E-BEC9-237123426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54255"/>
            <a:ext cx="4543224" cy="504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7293-53D0-69E7-F1FE-FF2DAC1F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F39D5F-9970-D285-59AA-0E4B9A8080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[16 in 2] is 79. [16 in 5] is 12346. [34 in 5] is 46789. [8 in 2, no 6, 7] is 35.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814816-6F17-854D-C48F-F58B43316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8ACB43-E5BA-5444-8267-232D938B0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741A29-B047-3018-415A-6140DAB51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8C17DE-36AE-CE4E-5C35-95F7A1601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5F3BA5-2AE7-D77E-819B-3FAFAD5635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344D2-CE8D-0491-B7BB-CA75B5CBA2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EC1A0-7315-1AD3-1190-693035C5AC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6826C-7B9B-E220-998D-3BE631A6DF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6B80E-0735-C4C5-847C-9C813C47B8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7BAD4-259B-A0D3-634F-A56E76FB88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E301E-2BF6-AF91-90C0-95CEB61A51B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112F6F-CAEE-2E6A-357C-CEDF8A579D4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0E03C-0888-F2B4-DB5D-CB22AB21D3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88C90C-36BA-A80E-4C6B-C3CCD4DE64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992DBC-C39C-D338-AAB2-DC2A8AD4EBC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5A8D35-5BD3-9568-0310-0E4A2CDFC4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EB076-85E9-E0D0-0305-A453A5B2809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DC985-C982-817F-DAEE-8DF859C791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25737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4B515-71CA-7BC9-17EB-947C7F0C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89D5D3-86D6-0E7A-7E47-4B6EDBC0DC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and lower right blocks. In the upper right block, the remaining cells are 5 and 8, and [9 in 3] can’t contain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8B28A4-A002-BDD7-D4CD-8C46845A9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BDCFE5-0F91-BEA0-CC25-B50851054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E1DF2A-5528-E44E-AC3A-6A342A783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3506D4-4B65-2F4C-7E51-A2701DC9E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D0B97-A8E7-9D99-2F48-AAE68D6F98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882E3-E69D-1BE2-CBDA-ADF373FE94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DFAE9-ED3B-9595-773D-A12F5C654E8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2F4AC-99E4-652D-F759-00FB6775AC5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69CE4-C81F-BBE8-2046-3BF62BD9F79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7689F-10AD-EF1D-CED7-064D4E520D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FEF36-05DD-8652-7795-3A2D9E835B8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CC6D1-E4CA-BA5E-53F1-DF43F92004A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6DB82-8B2E-4AA2-ACBC-43A2971904A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6AE6A-B475-9757-FAB6-13EB1FB1E89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CBB09-449A-6825-4CE6-81BB87A90EB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59D4E-EF33-FAE7-AF71-EA8D5C2EBC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8BC040-BBB7-8896-FC69-43A3EC15063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3BF749-818A-8C21-0F71-461C1EA9831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ADD3D-D210-8A3F-7E19-BE2E3D30A2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D0CD63-6333-4724-0F68-CBF0ACD1416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C4A71-9C29-BA45-CEF0-65781BA4182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C4A063-4663-9FE9-1EAF-47D75D43DA3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9398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EEB9-16FF-1A0E-7088-6D6E22B23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4DE57C-DE17-C6FB-6D23-98DC8BBE49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 Note that in Column 9, 3 and 5 are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C95A30-B2E8-56FE-9024-25BF8C17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2F62BE-1CAB-E7BB-3FC5-E7433306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335070-0656-880E-ABF0-614654C1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A79FAD-0252-08FF-0B60-BA677F933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46AD4-447E-FE05-4BAC-AA8C8B5B51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640B2-2296-6633-10B5-AA3EED68CD0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13A59-4A85-E612-8871-CF0FF6666A3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E5962-49EF-851A-3AFE-2CF32CC1AA6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FA965-1C5E-C5A7-AC0F-833661CCFD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5156BE-C537-BD34-4D51-16F45FC000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AE500-6F8E-1644-7CF8-D8B04A5525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B6FAA-084F-F02D-CEDF-E65FD9167C8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12764-5197-23A4-2F3A-34CDBC24A9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048AC-BB12-182B-08C3-E683D09C06E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5EBE8-34AF-98AF-F33C-044ACC15CB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552DE-F6E0-02E8-62FB-9C5BCD04A9F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6828AB-BB96-8BF3-1EE8-F2673E66E34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87E07-EEB3-A189-3BDF-C75EF2DA89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1EB266-3452-D2C9-2DF5-4DCF97D4311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B68CBB-B317-BC7E-88C3-02ED5B96B6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890F4-F93F-D79E-A4C4-CCC925AA26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500E6C-C4AC-56B6-525C-56359F2CE8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BCF6D-39C4-5027-3671-5BDB5DF88DD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231784-0973-4678-654A-C581A5B59D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6287DE-2F80-A62E-E0A1-8360D5A7B1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9E5FE5-28E3-545B-F72E-A3680FBB775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916D86-0DFB-46D6-12C3-32781EC330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833A2F-FC0E-D4AE-A511-DB6D3127E9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00EB39-415C-C396-B305-37613145BF1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C5E42-60ED-0A66-2848-D9DA7C829C8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0647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692F-B35E-1CB3-65DE-D248F4E2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23F2FD-387A-8199-822F-1DBD3F97F8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2473DC-9FB8-C160-6CFC-D48A831E5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6FD28D-7C0F-912D-5597-A124D706A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44304E-8E0D-14AA-A39A-8F9F4CC86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76612E-2EDA-D338-8D37-5E5BDCDF4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E60FA3-A73B-1F40-FCDF-8C3F29B8656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66701-82E4-6FBF-D24A-2FF05E53075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3F63B-1C82-6D40-3E03-C8FDC77E9A1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2A08-67CF-76C5-764A-7C2479DDB0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CAF91-395F-B070-2225-2DDF6EB389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48B52-27AF-55AB-E6E0-B72039CDC6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4518A-C3A4-114E-C845-48EF7A70BF7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4166DF-ACF1-2717-89D7-A742A4CBDE9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231B36-E101-BBCE-1865-AEDCDC28DFE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EA876E-8876-8164-9722-5C146E5B90B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3E517-8987-3BEA-9003-2D33C7C2419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D11804-D2C8-959A-A2BA-22801AB2836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BFDF6-BCBF-18D4-A836-CE7815F3ECC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FF6B3-2BA5-F358-0831-FB0A2ED449C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18A74-D04F-1477-E5F5-ECBD6EB2B3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0B3FC-8FE4-753D-CBDA-530DDD40B44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5D97C-0A64-4D11-DC5C-391E1EF01B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08440-226C-EAE0-53BB-18CC832EF82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27560-F57A-1FDA-0B91-2D0094FE43F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151F0-2ECA-A493-4753-B1661DC5704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C3C46-7E69-C7C0-FACD-D051E5CC6D0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714718-5C78-412E-DF21-F75F5426C8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4E6287-0629-3824-8726-F932527EFE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168964-635C-ACC0-D319-EA9895DD7E5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EE1233-6A86-D5E2-4670-AB1AF8B0074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A68529-36A0-6A97-A288-992C64605D4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806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6227-EB33-BD4E-9ACA-35B7B976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B14B6-94DB-EB0C-876E-5D65F1BC05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8FA3FC-46B6-0144-0DAC-BD8F2089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371BDA-27A9-0B59-D62A-9E85A5F78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F4721A-E2B3-D004-4FA6-2B747C224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03B53B-966E-5572-5154-CFCA757CD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19582-3740-886B-58C7-B22A23F49E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4371F-8A2A-48DF-4720-B8741CA586D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FE9BE-47BD-C0A5-1DCD-786567416C7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64D05-1CEC-B1F5-83FA-6E39915483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2D776-27E4-991E-B8FD-0D48439271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BFA0E-F8B3-D0F7-EFAF-AEDEBA7133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1CC9D-BC5B-D8EA-7D3B-939058EA448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1091D-7E77-9222-4193-E39BFB93C7F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7C753-134C-3119-885E-A34F72602F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B22A2-DFB0-7EBB-02D0-7F79470580F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351892-8555-22AC-9A73-36DC2AE2C0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934EE0-7228-BE1E-188F-9F028FB0392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039D2-66B3-38F2-D624-4FCCE39F09C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FE781F-FC6C-BB55-B16B-69EDCFEC3B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D7C1A-8BF4-744F-743A-C955A19796E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60E23-71AD-522D-A9B5-4F3DDB5310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C08085-B1D0-84F1-C31C-89C86CA17D1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E4117-9E16-3921-D5FC-50BD7DAA56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4ADE2-6CFC-179B-0732-7CAB5ABA1A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BEA75D-3B6E-D5E0-5707-5F0A127E49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B9F95-9ECA-B89E-D508-D84FBCC0E5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7AC344-90F8-D63E-EB67-86A6C5ECDD4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4935C4-389D-8852-C7B0-16570DE792B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0684F5-391A-7BAF-DD77-8B87D4CA87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E456CA-BE7F-4767-A8CC-352E97092BF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7C0842-382E-A3F9-E709-ADC212F306A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9315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62EB-D7B6-75E9-1AE3-48B19799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226AA7-7D76-547A-4AAD-AF6E88CB6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1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CA1C89-FF7C-5D2B-3AAE-883DAE00C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E21898-4095-61FD-E9C6-8754C7632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55568B-39CD-01A8-415B-E84F5E101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0825DB-D354-E912-B178-138538CB2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93B6C-59BE-722E-6D01-BACD99E71A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1D0E5-0B55-E247-1B80-9311A2991CE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ADA75-873D-2D80-1619-D8DF27B633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C1CD3-14AE-91DC-6920-546F888ACD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5B289-B8E6-86C9-3311-6B3F356CAB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20F26-85AD-D072-E047-A7965197820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10C54-3AF8-8BD8-0CF3-C1FA39B0B5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0DDDC5-A6A8-870A-985E-33518F1A9A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E14470-9396-49ED-116A-6822A1BE9CA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530DE-2ABF-C766-0EDD-0E6597D622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35B86-D79F-EB71-69DD-89C17D05AFB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77FF1-C80B-7D95-B152-B70C8A0372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3100F6-A979-F15C-2A74-CEBC8DEB6F8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DC4AF-2903-FAD2-08C0-F46B11E7CD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0751E6-1B1A-CB42-F2C1-BD6CBB339D2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419A54-7F86-9C7F-6C2A-5BDBCDCFEE7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D6B44-F535-6A3A-CCCA-F5060D1EE6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ECBFB1-BE5F-5FB7-20DC-BC802A45E48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0A41D2-0A9B-77FC-525E-661654FE47C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34CF1-1A6F-A2F3-96BF-FD3C968ECF2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DD6F9-A0A7-CBE3-B1A6-348E33A15A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091505-458A-3A86-590D-AFFB45AF9A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0E9DB-EEF3-EADA-528E-FB1B2EF6DC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153EE5-3B91-2A1F-4A63-769BED456C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28325-6786-1905-D00F-BC8E753F2CC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9EF37F-55F5-3C37-3CB5-A607566E9EA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723200-6B68-F23C-E97E-FAF3CBD6F1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9CA8A7-573E-056B-7CF5-C568DDB1BFB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5ABC85-D93F-E5DA-921F-90F15417197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257DD7-DAB5-5F0F-F4B6-64C0F09C352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147428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82F2-B9E7-0C0C-E5BA-2BFC2210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C5D33B-971D-E1F9-C0C9-C25179FF81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[8 in 3] and [9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3B3C3D-E8A5-9E16-C795-C5EA54B0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CACF99-574B-176B-DA63-9938D7E37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A59DEC-695B-5C54-7E3F-7EF945EE7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C2CFB5-95D7-6195-A852-2AFA7A73F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FA541-01C5-AB4E-575B-96D39E720B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765D8-4C35-7C25-7097-D7718A9D7DC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27367-E405-9823-ACCB-0E34B4B446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A8147-39D7-6DCE-4EAA-0E05790F21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D58F5-FC45-EC83-B57D-6094573867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8B1E3-93EF-FF1C-561D-8567D64A4B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4F131-30F8-90AF-7C1E-44D0F1B5590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9CD3A-BC2E-548B-5146-3895441490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EEBC3-903B-5FCF-868F-85A206B0CB9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559903-AC79-8449-AD3E-BD94E03DD5E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764A00-9A78-60E4-9D4A-D6C440FF9B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32CC2B-9A4E-6859-DFDA-13963955C4B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4F6CA-0E6B-B8F1-1F85-8CFB5C7C4FD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25CCC-4035-E95A-F933-580C246BF35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0F3A8-5161-3F08-CD41-57D7091B48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4815F-DC8C-9E25-43A5-EEF24BA3404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F8B2C2-6D91-6C6B-0AC8-E0CE3CC40FF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2064A-4810-8F6F-DEBA-727F01CA9CA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ACCF76-46E6-C6CF-E47D-1DC6DDAADA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71257A-EB88-7834-DF8D-205F4612DC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DC3296-5E46-FD8E-00A2-67D8F12F1BE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617DA3-82FE-9897-F1FB-5DE15C1F72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74E2E-52E1-470D-9C2B-15EDC5A8AA1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14139E-CF2E-3A99-3683-ABADDBB9AF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7BE61C-80AF-4460-061D-B9286D6EB8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11C9B8-AF9C-B58B-8DF5-AEE30E271AA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70E13B-0330-7F16-405E-26C6A6F1C5C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57CC32-B23D-5EF5-BC5B-DE615A15779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3F514B-7EEB-AAE2-8ACC-B57591E78AD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478A6-63FD-91A6-2A5C-EDC2EE4E99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72FEA6-331D-13E9-C189-1DED1B64428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A18F28-0B76-9A11-AE55-ECEF800804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519CC2-A592-F709-B892-3AE462C6A3F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88E564-C111-9E93-7DFC-4C02D57046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36284C-EC52-F48C-7A00-2ED280037E8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40EC92-B9C8-04D1-69F1-DE7CD754C22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78FFD1-70FB-A9E5-3374-06D5D477D95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650F45-8B0A-B2EC-86B3-AB0475ACE1F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964786-6A52-432E-2A32-81023125DF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0F7F92-7800-D908-35C3-D37FFDDF5B6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895804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095B-4392-BC76-B0F8-76EDAEA9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E33996-E7F7-B270-ED4B-81A233C96A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6153B6-3C11-360D-44BE-0EAF185C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1A8F8B-D8B9-2265-77E1-4EEA0EB90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C6E92B-31F1-853B-16E9-EEBEFD3D0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079877-6013-A850-2A4A-F2588FEE9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75D753-C694-5764-EE1D-0443D462B9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0874B-26F7-9F75-55CE-49D582F2A0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72484-3CC2-47B3-CAE4-13DF3194E8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FD34E-E1D4-E432-7B5F-24898E59878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684EF-C881-2F9E-08BF-4DC880E7DB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EEB1A-AA6A-5DB3-7664-E76E59BBE1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B26B3-C8F1-DE44-2514-A3F0A389689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2A980-A020-3180-EA53-813E1073C6D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D26677-A2BE-DAAE-99E2-AE8F149A22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E4F7F-DA47-A1C0-320E-A9271DA9563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6516A-322E-1FF1-4E18-9B4C99CBEB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3EB574-4371-B023-FF9F-362069B5F5F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1DD0A9-082A-E217-1A0D-46D6721E260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763692-99CB-AFC4-1845-48F1F6BBD58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8AE306-DC46-F10A-7753-6931382C23D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B73C9-5C0B-AB9D-A133-D6803F5737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33B5FD-4ED5-080E-1153-5D60696A30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7FE5A-8D8B-8EC2-9A64-A3977183503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F809B5-6E8A-5F9A-04DD-70F97B648DA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9BD104-C924-FC45-1618-57D0B71E799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3F7FDA-092F-6618-080B-30AAF4BA9D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D80BE3-699D-8265-D611-6278779F55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650A83-A77E-19B1-6A99-15185C2762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A0C82C-7B4C-CFD0-49AC-E1F07362A0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F83E3B-B801-DA7D-79A1-50E2030A51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F37F9-3B3C-3E20-E204-C1A0056149A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023CD0-5F28-C044-0403-E1647A5B269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6186BF-C048-DF46-A296-56C4D4FE54F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CB1053-D1F7-CE80-021D-34770FA1302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6EA321-8B50-C23D-578A-1D81AEA396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C66E15-6D87-DE24-B964-F61DA670D9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75971-B8A8-A8E2-73FD-18D83118C19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D5EEA3-030C-2F81-FBB4-864A89BAE97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551118-2519-71ED-2759-FAEF448905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8F9B6-3848-D503-5D05-A4D507244E3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7BEA61-AE8B-8C54-7B74-77C1DC4FA13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06A33C-2DFE-CACE-430E-E6EDE8CDBB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CA8B46-F6A7-D12E-7FCF-11CD14835BA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7283CD-9170-D42F-A654-1EF37CE956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D65B2C-60A4-826E-1D58-D63E78437FC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61CC3B-2CC5-BBF8-F16A-EE6A46E97A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CD209F-979B-2719-BE75-E2CDF7EDF9A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100F8B-72C0-AF1E-6F04-008F23912EC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4230809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8E1C-127A-F49C-63D1-E3C2F5FD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0BC1C3-F878-86D0-6B59-9641D4D2FB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DC4800-1119-BE9D-D04E-5C41B56C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477E6E-2847-E9BC-6A33-46E99CFAC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648E95-D759-7625-2D9E-BDC7BE72C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501607-68FB-D5E2-B545-B02B9928D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E15329-6988-21FA-AA36-B55EFACAE6E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0ADE0-CDD2-FCCD-7A44-C735D139F9A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67398-13E8-454B-4E0E-E0E384F6209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7E272-5656-8546-F1A4-5C724B3D8C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11C63-B24C-452B-2528-020D37682CD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E9317-5ACF-1F05-0BAD-CB952276C7B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57C49-8832-8E56-7390-9960C3192C4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EA351-F71D-AA86-6D7E-3BC8DA88D3F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5834A-D211-73C9-040E-68AF9CA7861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33F29-16C3-DAA1-39BF-74636B44CC9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87892-275B-D8A1-18D9-C838D4E8887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127B7-B1F3-1E16-DBC1-08286E8F03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AE113-049E-33B4-E0F5-281704539AB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B5F10-F98A-9F22-F38C-53186C906D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83476D-400F-17A1-1166-9E588B6E842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80DEA1-0C6E-6194-56A1-8B2D7EDB7B4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9AB4F3-D203-6E93-1370-33FEA219E84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6FB8E5-5B1A-C758-BCFD-1149A00A83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D1A7E7-7901-EFF4-72DC-AAF37EA85C6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8247EC-FD58-88C4-36A3-B23BBE1198E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524685-90C6-F2EB-48A0-2A748ABDBF1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6E9FC-EC48-2BE4-A9F6-FC48A5352A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09B04D-1DEB-A110-D6EB-16D41CC87BC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25B469-0996-9630-9D00-6293560188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8DC32B-7B0B-F06D-B3B1-E588CA25C71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F67B61-525D-498D-02E7-899E5618892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CA023F-28E0-05AE-3336-AB73D514FC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F16315-6A9B-E309-63CB-CBE4C5A198D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FB7DA0-3687-6D0D-D8FA-F88EA21D5C9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369DB2-5069-75D3-9B50-6E78A5997B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7DB309-ED6C-12D5-3F4F-52707B218C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0450B-D314-951B-EA4D-BA002DD0842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77B3D8-DAF1-038C-48A2-628AB6483E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E32853-DF35-5873-182F-E02B0950859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0F6B25-8BD9-02B2-E82A-D5F55E1821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A095F6-BB2A-41A5-6A15-BAB97B6B254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9D93CB-6378-4E7B-999A-6AABF3C76A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F42E6F-D684-2F9A-429D-3495B58CA44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94F976-5A63-BA9B-C951-DF40BB9E06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1DF7BC-8B86-8304-F084-D9951DC691F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342D5E-6725-2902-B10E-69DA236B2A3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3DC16B-6F32-FC1E-FDE2-E93549989C0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48BBBC-C46A-9559-33EB-44903EF2F06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C6B189-D226-71FA-249A-84339EFC06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7B8A29-FA07-0A7E-8E97-1030599D459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19DCA5-4110-F450-E7B5-B75777AE008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</p:spTree>
    <p:extLst>
      <p:ext uri="{BB962C8B-B14F-4D97-AF65-F5344CB8AC3E}">
        <p14:creationId xmlns:p14="http://schemas.microsoft.com/office/powerpoint/2010/main" val="3856133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364B-A02E-264B-A649-A20DFEB7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43C61-1BBB-FD93-DF49-14FFACE00A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center left block, [18 in 3] must contain 9 and 7, and therefore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7E17C3-9C7A-6FE8-9479-3CC0AE057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4EEA29-6B99-FF2C-BFB5-111700A3B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522072-17EC-7E78-C15B-77E2997D4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93680D-3813-6B2D-F320-EB53654C6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A343D2-830C-0ACF-E518-BC2D00ABB3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914E5E-2B81-2160-8AEE-4EB26E2677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D0259-F093-E86C-3E8F-1DE8CC14735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B49EA-6EFD-A49F-B99E-6E31DC3EAE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54892-3125-DC50-A0B7-60971ED0B3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B5E35-3740-5055-64B8-0758882DD9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6E3EA-7A1B-699E-9D01-B4F06A36E05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93CBD-C71F-6E4B-3702-6AF8D8D771A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1A89E0-A316-56FC-8866-FE8772DAE0D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964C9-3F04-2C8A-A6A1-B51462F463C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8A509-AA97-5DA4-C068-A7B9D23C181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4DD7A-43C1-9F22-F522-86A77970E1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90633-AF0E-267E-9D55-8C2AD8052C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DE2D0-FDE4-6CD6-23B0-6DB1CA92F20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02614E-9837-10EE-EE0D-9FBEC956C89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B5B72-2530-07D9-3BF3-93C34017842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098A8-4E84-B082-447C-7C19B774A0E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3B7AA-494F-F7D8-C840-11DE16CD2D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E83852-B4C6-DC25-4661-D044C6915C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49D873-B4D4-D2A8-686B-C82FFFB0A0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5C724A-169F-8B74-F036-AD1AE50AEE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24E471-6280-6BC3-EF6E-CDD13EFC7D9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B05BAB-C888-631B-9446-8603561E80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9A1316-406E-D4F9-FFF4-38C3FB9EEA4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A73644-0EE1-BEE1-F81C-5038CD46D47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BB5456-D894-E7EA-2339-3139E60255C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6A0B7C-0940-9CBD-2ACB-C7BE73677F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C2E993-2EE4-1D64-A2C5-248AF503BC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3275FD-1F7B-1103-1507-9A72B0B151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A3A6F3-6609-E1F7-742C-7426774DC31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6F3A6C-F097-5B43-4EB9-0DDB343FFD1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8B3146-EC4B-0EB8-6B53-9232904425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2BE7F9-74B8-F473-FF20-04008CC0090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DD3EC9-7481-F5C1-A3B9-065E3AF1C2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6F44D-96BE-9785-02FF-6937DD313AA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457643-83D2-BB80-E4D0-87191F89E26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D42D92-FFFD-A0D3-9E58-6B7F83B545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9822D9-F894-7D00-AF8C-51747A679FD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2BDEAB-E265-EF2C-6D0C-3A50E6590F5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B434A1-93D5-E48C-E114-C037CB58367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D36685-D12F-742E-F8B2-3ABE07FE009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CCF189-AEAB-74DD-CA33-25C29B02225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85E970-7F8A-E884-D47F-8CC123E373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0F921A-94FD-CB8C-8472-7D20A028EB6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55E5FE-D514-D9FB-F40B-4E7ED3AF924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03E3FE-F083-28BA-C976-FBCD4FF2B7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BE0061-7A0A-5ADD-2042-CBEC5AAF1F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AE47B2-2B97-105F-CB65-06F371FE09C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B2E041-94C6-4BB8-93EB-D88649E581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642843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5B78-CA2A-08D1-AD02-0007BE5B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3487B0-DE19-C51E-3708-013D8CDF76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F2BA7A-EA58-1161-72D4-2C040592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17D57A-25F6-9CBD-A6BB-EA448010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809BB8-0D1A-5CD6-BD23-7E654EEFB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418E6A-EF0D-EA51-4D22-CAD19CBEF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D63CE3-6019-06C3-BFD8-752D5B0F33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2AAAB-3FA2-39A4-E8B5-432DB4CDC1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82760-FD2B-F38B-080D-89D370513E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5C7B0-68C2-07D3-74A3-106AA0FD9F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A3340-6BB3-B132-3F09-70BC7D98652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5A39D-8C4F-781F-C5DE-95E11639442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2EEF1-7C22-82E3-071C-7B1F782AD17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73B04-4011-708B-610B-02394528B1B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260E4-BDCA-59F5-EC28-1AEB0184E0F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E86FD-C527-2CFE-8C1F-AFA5F9E316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C1B1A-B935-AFC9-C004-96565E99408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8FC4E1-BB76-E992-D379-21DBAB20535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A1E21A-B404-0B41-B2C3-4796954D33D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63B76C-973E-22EC-A880-AC61228D4DA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DE562F-1732-1827-3129-8E5C5E909E7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42F03-FA92-6F0D-21DC-14F66E841D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3DDE76-ED7B-CF5C-61B9-74F7AFC76ED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0A468B-269F-5447-45B0-27ABB6D0186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F60FDA-151F-B943-9BBA-003E4278632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60C1C5-0A83-34BE-B3F7-290A59A8968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DA3A64-6674-9D56-FF1E-CC3035867B1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B84BEC-DCB9-135B-D90E-CD8AD14B622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FC545E-B356-B46B-D1B9-26A844714D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A525D9-767B-7F3A-AF52-AFA89BF48BD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9B8F1B-66C4-40BD-1BE3-0A15804050A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8B724E-7E3B-D3B1-71F5-F39C5B76BC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616610-BB30-AB23-E071-BABB6C057F9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459728-1A74-899F-24FE-972AF8E03B7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6ECEB2-C7F0-2569-A279-F7ACBE6886B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62E5FB-8FE7-4753-FC86-85E57D6E85E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BD4E8D-78A7-97B7-ED87-305BC841B9E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FE6811-6452-FC43-332A-09A9DC22940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8694C1-39C5-9F27-9903-9D49C32D988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7A4813-CE9F-159D-2991-4C4A36D582C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72D0D0-95CC-C15C-0E37-710DE4B528A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58C842-7ABA-0B2D-F1D0-BBE3FB1534B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EBF59D-BC1A-9E50-1920-455D79DCE1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8F6BB9-29CC-8ACC-8875-77F944B9F69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EB4DB3-D41B-29BF-19E4-7E816A78219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43B670-F357-40CB-BAC8-596DAEFA32F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5599E7-A825-BD09-C8E9-884335F29A9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0AACC5-70C9-0A83-683E-D59F77B7AF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502F05-24D2-AE75-3998-C40E8F5F55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929A89-EE18-EA66-347B-E130B0C89B9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60BDB3-61E4-CBCD-3E38-E1357E4855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09D94C-F49B-63BD-5EF8-26CBD43854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763710-9501-84F3-11B9-A395D1892DC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2430BB-7EBC-4291-CFD9-816DEBC2A5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91E15A-B248-1229-7AFC-0C59FE1FC5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285067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F3C2-437D-F68A-EE68-9BD45830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ED14D3-BDBA-C769-CA79-D0C732DD4E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([8 in 3] is 125 or 134. 125 is excluded.)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401F55-F2B0-46FF-4AA0-5016E87F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B973A6-F7C2-095F-D71B-442A88A2E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D984D0-DCE8-A1FE-A15D-BAE1A8FD8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43FE54-2159-B02D-551E-BBE148460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34A38-ABD4-FA5F-442C-F45694F358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C987C-D828-6845-9008-49B9C8BD1A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08C83-1429-BB61-5C8F-B36E6E3488B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EEE33-D7D5-A290-A38A-6C0F82CEBA2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4D613-4096-55D1-29FD-3A5916E125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0C69C-E4F7-7BC2-D41A-737331F606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589911-B3EF-CBFE-3E15-40C9BD7B16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54548-80D9-1899-F449-376E3BCA227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9E90-3364-7F7E-2FDD-3C2D295564C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14FBC7-5EB7-E0FF-4A55-6F14F461BFD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99DFA-281A-4426-FAD8-C5A185A3D46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606939-D814-DF8D-DAAA-0602E921F8A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9EC821-EDCB-2538-3803-5907C0781A8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9A69E-37F3-D577-B50D-B2465442B5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09CD1F-6547-C3E3-EE01-376F11662A0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D91979-D0C6-1FAE-3CAC-E22B15E7E6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DC8605-0B06-09BE-E1F3-8B911F984D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5118FF-52DB-2B50-5D19-BB26955141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D713C8-61E7-FC17-3E49-386F84105B3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1FE592-7E39-BC62-57FC-2AF2DBAA48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A23F4D-0B85-4257-DF1C-662729FE321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FAB6F-8803-7E0B-A94B-30F470606E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2730D-F11E-703E-F8F5-4B5E2ACA05D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E24E50-F058-F8D5-858D-EFE488ACDE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5FA231-4F6A-5206-628C-EA408FEABB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B63875-C754-3F28-1C8A-8902984FC74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6C5EE8-A280-3945-10C8-1ACF85FAF22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4EFC1F-7E00-8C9E-33D2-FB3AD4F6BAB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D3612F-FAFC-321B-10BC-C3DACA30DA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3961B-03FD-BC3D-8F85-BE493D2571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B454F4-1783-379C-063F-5C4A9C79665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CE2F3-9D7A-6980-E208-68CA32D7AB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4D2BE9-52FF-C436-416D-DF0A6652F2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5B34DE-0C40-A8EA-D48F-15769756099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8CC117-8F74-E98C-E0CA-E68D9E059E1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6C33F5-0217-3131-8975-79BA477245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DCF7AD-5FEA-595C-3E37-27113E90E4B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2A0A41-913E-30E8-D08D-F04B7256D2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074FC8-52F8-20C6-291F-8F2B76AF3B5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101191-9560-01FF-85E3-F2EB713CE39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0DA646-3AF2-D67F-B69A-AE0516877B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9C22F6-1391-E83F-4B12-7337658D969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3CCCD1-E2FD-9828-7662-C825219AE2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BB57CF-77B0-32C5-412D-6E2BCD7A45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C0515A-2C3D-3787-33F7-C8512A08E9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31CB6F-8C9B-AD7D-57CE-A6C8436277B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A0950A-7E3D-0A61-3B03-1986170F37D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377744-DDD3-2ACD-E471-06CC260C43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D50D0F-BBA6-968C-8A7B-199BC47EDFF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3113679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7825-999F-FCA9-3F6E-B587C529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A5B660-A468-E9FD-1FA3-035CB42B49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8A888E-FFA4-3224-A356-32CFF9079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A2525B-0511-DDDA-BA94-AF5E41CEA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A81068-A22D-AFD3-0DCF-E0E9C406E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B47BA6-0B78-1CD5-31B7-864F311D5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01BA88-CD60-58EE-6141-955C2C620F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3B475-C07A-20B7-5D11-6D8AB255222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607E8-3353-9F8D-8B9E-1B52A62284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6CA5B-0A37-8575-E619-40735C0E3F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1AC17-CF0F-D4AA-9408-F0ECD9953D5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A4A14-6F22-F6A5-AFEC-CD0E254D60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A89D4-580D-4B90-17CE-8C87B8926F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7EF99-639F-E483-B0EC-554756A3F9B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EF096-8CC5-F61A-148E-845E6383FF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15BBD-DA3E-FE5C-9F48-23055749CC3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49735B-CC4A-7C86-0758-3913347C34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AD9444-6E3C-F378-4A6D-27F5083F1A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CE11CB-33F1-00F9-1986-752F6ADC651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8BBC6A-EFD5-5B03-B9C0-D9FCE3991A4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0FF23-E0C6-0544-D3BA-EA18403E24A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EE9CDE-FDB5-DED7-25D8-D88A5B4820C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7BBC0-85FF-F7F2-6F9D-44E12F70F5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321C1A-00C6-1BE1-F842-556E8342A0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A2AA6-4451-F23D-2186-E14153179A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3CA91C-6E8D-61FC-8958-FAE10DCB1AF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A355D6-72B2-138B-0B82-0710B6073C4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03F5C5-402F-865B-C8FE-2D6A999705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E3E11-9AA5-705F-377C-E57B0D327D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6FC43-C6AE-3779-A044-A171EE3420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9BB53-0F61-9030-E025-5FAF22E6EF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A444F-B294-A80A-ABFF-4C7F3B1FB7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26D16E-1043-54AF-BE9C-19BDED1E11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886CFD-B844-6E88-50EA-7B9F565131A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0A0C1-0AEA-3C40-AFBA-B533A6620E0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2A56B-5E37-CCFB-9083-35AF623A10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712FAE-61AF-F4F9-9361-D733BBAF8D5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5C2777-325A-E1D6-3C91-94327F4C7F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CAEECC-C817-2C81-E9E4-46BD04D35B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E0E213-B59E-DE0D-2827-C140386C80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317C33-39D2-5A66-C42D-3DBA61F23BD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E3EB66-EAA6-47B3-3A7E-415A8CDC939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48288B-5F3B-F567-2BD5-1397301B13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CF4482-5EE3-7AB4-1ED1-6DB666468AA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8C1D26-510C-E3E5-AF4A-30CC6CC9AA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F449B1-3D96-C6BC-EC6A-4F0237B30D3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0DA79E-3C1B-FA56-9FA2-5EC450580E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F3AFCD-7E21-2D58-0716-34EA7E0165A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94546A-E7E7-34FF-C684-4C1A13F4630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12D6FB-15E2-1354-0FD5-046F55BECBD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E48659-85FD-A40C-BE03-84992BC0E45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95AA6C-91A7-F2F0-CC10-9C500FD6899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D97543-BFEE-9F82-7B11-4FF147A2DE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57752F-684B-83AB-F896-4892AFCB9C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F4AF3E-D7DF-7A7A-3BFB-433152E4BB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3256675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26D0-60C2-8784-1CA4-42A5487B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9CD2F5-8B87-0AB2-A94A-750864A5B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96428D-7EA3-94FA-609A-FD019CD70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65D52C-7744-684A-0FD8-0E5F1546E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67C461-A713-6947-EAFB-22ED9CB10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826C74-4D76-F18C-BEA7-2B6DA6670F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AAC56-D3D3-25C3-263E-15B470440BC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E46CC-6FC2-316D-A06E-6D5C3DEB675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E7D9D-4775-308D-8E6C-2CC87A352F0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72196-BC18-769E-5DA3-0A5EF3424C6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A9CFD-26FD-B38E-B1D0-D64B43A4EC7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F7B02-11B0-5EAA-5A8B-7E390F24C9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69283-0037-853A-E860-72B056BEF3B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0E459-2214-E6A3-2C76-E30DAA04A6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2E85F-5DC1-B16B-569D-929EA11AFC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3F73C-9A0F-27DF-3193-CF5620819CB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848A7-DE5D-6981-47FA-BF34E72C980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C51D08-EDC2-37B9-F420-784B95FB4D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5BB53B-BF9F-32CB-7A47-8FDD5E184DC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707AB6-D9A8-92FF-28CA-44D948C4B2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7992F8-A310-1BDD-632A-78EA6A77983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A65FE-DC08-BA96-A83C-E62D54F9D37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F9964-1E57-DE3C-2AF6-31DA897E56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CFAF66-D587-22EF-A08E-7E53F1D990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543DF7-E872-154D-1EB8-430377BB4C0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91B3C1-0318-FE8C-5829-3F50D46065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B3C3BB-C3E4-735E-7E23-80941E0E4C3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1A8542-E4EE-AD55-3C53-5173DE99B40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AD3D20-65C1-D8EE-96E0-F22C5008208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103BBC-E1FA-FBB6-E2D5-8B0A1C2575D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051D91-400E-A2EC-79A9-3CCF4602A5F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0FEA9-CFD1-5E2C-416D-95B0C049C2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0447DF-92F1-F867-CA0E-24A753F7EE1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992D82-A782-9B52-BA1D-05D5181D305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C97712-C1EB-8EA9-4F5D-E74A2F044E3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C40E81-321F-6627-401A-C0D71E9597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A4304B-357F-FADC-0A2A-4FF1D749646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2AA930-C5D0-A669-2978-E7DCEA1388D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724665-F519-760D-4644-43A148AC2DE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6D1C4D-300B-25EF-75E3-73E660CEA5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9F8F02-FCF2-A3E1-EFC6-17451D2B6C0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909ECB-619F-0140-6612-1469D840FEB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1C51E3-12FD-3B39-965B-8A9FF6EC10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AD09AD-488D-D653-2150-763496A79B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257EBC-95B3-B7C7-7D40-AD57C3FA4A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9502B3-793A-1508-61BC-5A013F49AB9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FC606A-2A3E-7B72-A25B-B6469C6363D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EDFEE3-4AF5-41F1-299A-DE8E80B1906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B4A824-9268-D239-F14E-27D0B5638BE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5B9C77-75B3-F08D-BF81-4835953CD2B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AC3D19-B45B-87B1-56DE-95DA8D0B3B9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5F6891-AEBF-6C11-B4D2-1E3FB0F350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421925-4CD4-AA23-FE14-9F94ABB7D31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440458-6487-B245-0E88-8EDC22F62D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C49D68-DED8-67EB-CEB3-CA7095FAD99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</p:spTree>
    <p:extLst>
      <p:ext uri="{BB962C8B-B14F-4D97-AF65-F5344CB8AC3E}">
        <p14:creationId xmlns:p14="http://schemas.microsoft.com/office/powerpoint/2010/main" val="109200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11AA-605D-09D2-21F3-8442CE78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DC997C-4B08-4F33-DD8E-487EAD9399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[32 in 5] is five of 3456789, which sums to 42. We need to drop two that sum to 10, of which 37 and 46 are the only possibilities. 5, 8, and 9 must remain.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C7B33F-B60F-9F22-7C39-3899ED54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EDA216-0FFF-F134-F2F5-51F2043F6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27E8AE-389F-3295-323E-FEDF6CA06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397022-C687-6A1D-988D-B2D2B03F8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EB00C7-428A-4FDF-E3E0-D07A8F6A51A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8D838-2DB5-C002-E07A-FD806F8A48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2C73F-DCC3-E979-6EDA-AC514A51AC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7F784-15C8-7C33-9DDE-FBDD6B127A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DC4E5-67E9-2128-BB68-FFD54F153C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5DA30-5131-BD1A-68FD-6A91FF16B8E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581CA-8D50-5659-59F5-BB6DF5C1C4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C4DB1-ACCA-4C51-DEB6-50FD18C7419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6654FD-2F77-B39A-C917-4A603119B88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5AB55-C364-AFC7-CE7F-5AEC137F6E2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0996D8-D1B3-3FD0-F6CB-48A5316F7D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2BFA5-4AB2-FB95-25B4-A6A3C75646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AB9AF4-60D3-1352-321B-C1356123D7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4C0FDF-BD3A-262B-4A2E-99931A53245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F80F9-111F-FCDC-A688-0A789CD656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F5440-9F69-755D-BE81-AD5F4B164E0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054555-A963-43C6-F204-7F4512B1DEC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06798-85C1-1443-3C5C-8A4315BDDBF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E6D66-761D-1204-A3EB-D829D2174FB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23ED7-5394-5D63-E897-C7EE319D85D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83A74D-1E78-7BDA-B1DC-A7870E9A90F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B26D7-345A-E0E2-E220-5C3619F2757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EDB999-D65B-BA4F-1332-00C2F6E35D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6D256A-00A9-852A-BA24-CD194E535A9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AD188C-7DCD-265F-3E17-EA80FED706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0BEFE-144C-367D-9279-CC1C294A293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F83FC5-EA29-389A-1354-F02EF91AF7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9913CF-0C08-C556-CB8F-BCACB40411B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EF4E6-09C4-A3AE-3497-3E915BD7BB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D2725D-5B19-048F-2A9A-C81FFB315B2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1BDC3A-2681-ACA7-64E9-309A4463ED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8DB1E8-7AB0-389A-29E2-C06666C7350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F3DC8D-EDF3-8CBC-EE97-F5895AC484C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F63364-DDDD-FF33-FB58-DE5D783ED0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FD71FE-FA2B-AE8B-6100-D3C1998CE6B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84B89F-8CC4-6187-97AA-9A74B625D9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1F1E36-50B7-2511-EAB4-24146926235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1ACD1A-1CD6-148C-214E-74DCCE2C7EC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1F3EB4-92B4-A0CC-FDBA-5D92900C91B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6EF61C-77BC-5BBB-5151-EF75715C8FF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0A82AC-D12E-6399-0124-96FD22AEF72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16D461-7181-51E8-2C01-FACA612762D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B77F39-2099-63F6-7D14-F2E1C5D4EDF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580DF3-6DB4-6655-929C-0E008D197A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CA8A47-669C-51BD-B6DF-F61A3C697D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BF286F-4BBD-F217-0CEA-691F3E1D7AB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8EA6CE-B879-34F1-E106-06D06EF0B0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D34712-CFF9-986A-4C70-69380641744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28D189-726A-8E25-FC01-FCE063BB55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2315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9F2C-CE34-CB85-D2AB-CC77E58C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BE66FA-027C-2B80-C49B-FFCA2A2806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now know it’s 37 that must be dropped. [32 in 5] is 45689.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1BBB55-BEFE-E25E-5343-1EEA66B4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E3D001-E2E6-098D-E3A1-91732E745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EB3FD1-F933-6480-6F49-ACD0367A5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E3BCAE-0757-6769-12C5-860BFF166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25AAA7-4CB0-824E-7253-17029CF31F3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F27B5-A769-A01D-9502-F91196CEA9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19C39-AA78-33E7-CADB-5184E15240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B4AAD-8ADD-6787-B6F5-3C3DDED65C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35B5A-48C5-8996-1ED6-85D90A6F5E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CC244-F92A-7361-2848-6AE65D2650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F131-7AE7-7E42-7703-C2ADD32516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720DD-4993-0EFA-D1B7-57CBC57097A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9BBF1-54B1-CB3F-99D5-59D30F11046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1AE42-2DF5-AD19-3289-064698B57A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4E5BC7-E70C-8DC4-7AB8-E1018328C93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1FFF56-31C7-A3E9-D9B0-2A6FBDC68A8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AA105-CA77-28FE-1662-D38F6981BFC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480D41-C36B-4EB8-DAC7-53E405C5CF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0F0965-3C16-DDDC-2CF9-39E14ABA67E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3DF6CD-7771-C0B3-D992-73F45412AC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9402E2-B0B3-BB6D-C85B-5266B02E49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2F3C2A-D31A-B05D-1CEF-73E7A45351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1A15E-4ABA-D472-F8CF-D036FA34D35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B6CCAB-0134-FDC3-19E9-29BA3EEF699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5709CC-1AF7-D0FF-AF08-DE98D3FB0EC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71BFB6-90AB-4EB1-CBD4-97B1BF01D0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120AF-0A79-178B-08CB-DA52867BB80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6B3513-82DE-4EBC-F806-37E0C65756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B52323-3AB6-BBE6-533D-612899EB9B9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390C91-3ABC-4B9A-6C74-DE2198413DF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F1E5B0-0429-9F3D-4C1E-B37598C4F3D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4CED9C-79DE-97E3-7426-E11EC7EB727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28DA53-BE0B-9F63-37E2-CB30BE44874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7C3E30-8302-79A0-6E35-DE39290947F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5F3171-A0C4-41ED-D28C-38448AD3B35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0D137-8CCF-5143-132C-22B6EDD29C8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FED35A-DF9A-DDA1-AD78-16D8D0793CE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C1667C-CFA2-3700-9F2C-165F7F89B29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70F26C-0D0E-D275-B05D-9BAA3D6C5D7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4BD7B5-0D8C-DE6A-46BC-038ACCB59FA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00D54D-A505-1471-1E28-EFB0D262E96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851775-7A60-A98C-3FBF-50B656873A1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D37EDA-A96D-EF72-99E4-4355B28612C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CBA0F5-C988-BF3A-B588-180415C6FB2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13C001-9379-7D49-7014-8FC7E3C8609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5E5E71-8097-0BDC-3D12-97F9C8557B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A97123-E5A3-455C-AE2A-D802DC094D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BE4E9A-2B89-ABCB-1DA8-0DFD7EEDE2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C7E0DB-60E0-736F-B812-95C5AC5C4F0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51A34C-8BBB-0B4D-05AE-1FAAA87586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08F63F-218A-F25B-81A6-72A4631983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C4D229-9E88-6B92-6BFE-59493A4139B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760AA3-28E5-9EE3-E97A-27B640564AE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91171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B55B-E7C9-2172-CAC0-32E2331A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272EC6-15BD-E600-B702-746F6C2A41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1D7EED-EE5A-DEE5-3C56-82F38D5DD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0CF18A-5D0F-3335-8067-2F756040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0DE9EB-B527-0F6B-2566-523A5C96F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68DFDA-CCF7-8235-836C-12C230BB6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B1CA8C-6BE4-9FDB-CCC4-4914DF913C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7AEE3-C6ED-5850-FA78-9A60E96861E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3B684-1187-3A2C-2E2A-42A50A310A0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35643-5326-307D-C949-81CBCEA96EA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65514-0898-0A1E-00D1-4AA8CE43380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8AF8E-4AC5-10EF-AA2C-4096FE4AA8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20B76-5A51-1E1E-0CAF-C99F77FB13E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B4951-5196-C4CB-6E23-B3BC0982D62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08C05-FF0A-2D4E-53A7-21642FFD10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05428-30DB-8AF4-C3BD-B00AE51669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E1B23-5F75-A3F7-04B6-866DDFEE45A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AF750-D4A3-D30D-4DB0-6554AC49628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71359-F0DA-1A80-0168-C057C3BFC98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2BF03-92D1-211D-FB69-A2B1B779421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05132A-CDFD-5E16-84F2-32A339F4D4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D70708-956C-8AE0-D4F3-7A5CF573D3A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1F3CD-6C7D-E222-C02A-AC07D37D219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0DDA5B-CDEE-1FB9-E542-B2510CF028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A50E02-C5B8-1B41-63BC-FE3D8C1C448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E2B3B7-4AFA-EAD4-65AB-CBD154FCBBE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34C496-E2BF-FB40-949E-B8F73A687E4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6AF17A-E184-FC60-23FD-C0A63358A8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DF3EC9-D342-C4F7-3C6B-E01836A13FC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958C1-AAD4-CFCD-593F-A98B225026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8F278B-42EB-01D8-3D57-AEC9A5BE405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878748-6EEA-1208-57FC-7F9763D06F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9849CB-E234-1E9F-43B9-0456BCC44DC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A73EB-8815-F002-9E9E-09E4470E34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E28601-33EA-6825-5EBB-4393C41C515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4AF975-8607-D43D-EE5E-2CAB492A264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C3F374-1CC1-E8ED-5901-C3026F428E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A6EBC3-D3B3-88A3-FE17-23A7CC54E93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22B95C-699B-B8AD-A73D-D0815B0ED73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A2D4E7-1119-D17C-A8E2-409FC5B5464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7FDC13-969E-1889-F8C9-CA09645B35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5BF3E1-5864-BD60-9D5D-439B299329E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639BD5-8CEB-2478-2C2C-6E75E8CB1B2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AFA754-713F-4FE6-A9FF-8DF12A33C1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3A035E-7B9C-4019-A5D9-721E925E32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397B62-A78C-291B-FA5C-C2723BB8E29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915301-448B-1BD9-C297-0993A814DB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DEB2BE-DB9D-2022-92B2-D9670B2BDA9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1D2644-AD4D-A622-F9BA-A548EABA228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8F915B-B195-9B87-7EB9-58640B3D55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7108A2-1110-EA47-4632-9C3904B5870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5A21D5-5EB6-E85C-98FC-FCE763FA5C6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39E011-E1B4-A634-EA3F-2E70CE17632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847DC4-00E2-67A4-E880-7CEDDE970FB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B285E9-EF65-80D1-6A73-B1D0398DC15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6172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1510-206F-37F6-0EF6-32811D91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6FBC7E-BDF2-DEFD-F300-C0184BF7CC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4B4A32-FE87-2B1C-DB2B-C2253A507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71A09A-601B-8EE6-655D-3ADB8C0B8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F22304-FF60-0AD4-CD59-AD45A0A12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F1645D-E38C-B783-7F62-EB07D38FF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2C5599-47CF-707F-A6B0-D6ACA25DE7B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5F58F-C261-AD34-09C8-E26F5C1439E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A0A80-2198-E2C5-21F9-7D2BBC29C79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3F302-49A9-0A9F-2E38-D3AA96D468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66C64-4D65-45DC-326D-A0B999D0B6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008A91-3622-5D79-1817-3D428939EB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2F538E-A34A-5920-A536-BCFF229F4C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2FACA-F90C-B072-C9EC-4819D833E7A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9B9A-39E9-A8AE-EF93-3EB8C82061F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3C3DE1-EF36-3284-B25A-B8564DD1D4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B8063-A86F-D94A-C55D-88398FE2EBC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97DA0B-B135-D2A6-11C9-0242FD39869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663606-1697-FEEB-FD7A-56C259D2E3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814021-8D8E-3051-6F9B-DF1BEFC2A55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65D5F-B429-219A-24C8-EDFF7ADD7EE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B5590C-5EE1-3861-4FA7-7571371B707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BF2512-51C4-297E-E6DA-F472B66492D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19AEED-28B1-C1C9-7E74-BACC3B0FDB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A612DF-E52B-65DF-130C-7F2FC30FB3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0C3CAD-017E-E534-1A9E-4DEF433B24D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6F3B4C-040C-C89B-E0BB-F9F87CFF5E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E8901-78DE-B3B3-1689-DA68BD6DC2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B102A5-A51B-E77F-4573-FB2ED3E2F79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347409-0A75-24AA-BA44-EBD18D20076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C1012-E719-94D8-AA3D-612E7DE6749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4BA6E3-101A-EF73-D5F7-1239EA63B77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7C1C18-A339-07E4-43D4-3E835F7127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1B8CA5-30DF-D179-C0B0-52907E92453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53BABA-F6AC-9AB9-CED1-BF04A2145EA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56C30B-22BE-BB04-252D-3831BACAC8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27310F-9CA5-E080-3C0C-885D454107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0491AE-6837-DD93-66D6-CB99CEF2A5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25F399-CE19-B8D6-360F-A42292364A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56B8E6-19C5-1752-B717-6B56B3C215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755CEA-D9A2-2072-C4CC-43159D5C9C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AAA86F-0C20-3A2F-C675-44B462360CE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E7F5FA-ECCF-DB88-B800-42A4C166A34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650DDE-6531-B3CD-A980-003EDFCAAAB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66D6B-1033-ACC5-C3FC-CD515540B40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AC4281-C438-0907-69EB-A1BC02EA71B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5AE607-2FC8-9579-2BE7-26A80E65043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1CB0FE-20DD-0F2C-73C4-6680CCC800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EFF99C-C04B-AB57-DEAA-6A53BACA0B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C983B4-F524-40F0-6AE5-1F70E31F737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1A8F8A-4E1A-5294-7315-A6101AEB680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508127-7B72-41A6-D2C8-B617DA7CCB2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0DF32F-85D8-CE1D-E8DC-5FCBB43458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0F5941-A6DF-FC30-C630-8F2996D508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B48DD-D64E-7C5B-600F-64AB602C7E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68237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0C5F-D8E8-BD1B-4DBF-A29701D7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E96238-82E9-3E2C-7DDF-3B4433FE7D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658C99-C70A-9359-72DE-2DCDF3208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DA6838-FD19-A095-9FAB-2BFAC7011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0A88BF-27B4-7494-5EA8-0EED1D59B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592AD2-56D9-A5C8-85F6-59EDCEC2BD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63C9F4-ACD3-8D91-6945-34BDB12014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FAB1E-C963-811F-56C1-1B4252E3AC1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2D82-2D2A-6CCA-14A6-D98DF0BD9F0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3D3C4-FF93-AA73-1821-7B703D6F7CE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E82B2-09C1-2EF0-C4A1-D8DA0153F3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7FB52-2D46-A723-976D-162704DE83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8B649-F00D-90A3-8BF5-AEEED3B951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8B03A-17BC-0D81-1904-B67975324EF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1FB68-DAAD-5716-987C-CA2BF133AF2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C5FBE6-264D-774E-6F09-D85B123CF8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29B6CE-FFC8-1FFD-E4C8-EA577C899D7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6C6171-798A-2900-5C92-8822F94908B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63FA5-8248-9413-E993-119F21D8855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9820B-9731-E364-844D-95363783DD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D76F5C-F36B-EC54-6D32-35368EFEB2E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C9AD55-5008-5DFB-CED4-CFD2DDA41D5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98ED9-9A4A-C13A-6172-70E073301C5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CAEA03-23F0-C2AB-BB38-584B3EF1DC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499537-41F3-4584-D0E5-52C3836DA32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73D6E0-80B6-2387-678E-D42B6A909C3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13BE10-032A-ED9B-582D-A08744AD528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50D3AC-7CBD-7F37-C1E0-C2D8D7274F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EE4A5A-DF18-59FD-B32C-4D2A268BB9B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B8C916-44D2-78B6-FDC7-818A537DF4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49D996-CF17-6D44-E8D6-0E31F1F71DA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B5A723-47A8-3B23-2313-2296B0D3955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169ABA-9E1F-C726-BF76-26497F53511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0C5871-913B-37CD-65BE-2A6E9E80B4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BC5FDC-EEE9-3EFA-9F40-CB84EF741BE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C778FC-070A-1B64-BAE3-74F32D4C59D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9EA9E4-06AD-E396-87C9-D0E032DFD7A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65328-6C3D-79C2-F722-80E71C892C1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1197BD-EDFA-7DB9-B08D-52854ED314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5C6341-C582-1FBC-80BB-2D22E117A6E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08D2CD-22D6-E737-B40D-6120BF30A44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8987EC-F8ED-FD85-739C-89B302C116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A91DB0-795C-6493-81E6-3B868E01A90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A8C290-000F-46B3-9CD3-C4BCE9A0C9F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2A4F5F-3DE9-94BD-7D01-CFE68E1E397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7FC10-674E-AFFF-D643-AABD55684FF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DEB321-A793-A0AA-2DD8-CD2944F418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25325D-37E1-6172-B9E5-C5721F06B5D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5684AF-9F6C-ED7F-6FB8-A634ED2869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E746C-8CE8-E3E1-74E6-DEED09F4E1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9B06-E245-B8D7-0C14-9E0FEFB7BF2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51FDA-7EB7-AD8D-FFAD-81C357EA0C2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AFAFE-F875-B25D-B601-0D2F3F04D7D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CE4A64-1E0E-E752-B879-F02347B512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0597AA-72DF-6E7F-9A08-B27DA02AF4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3953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6E38-0A82-1480-6920-E1D7BE1A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BE6878-879B-2C2C-49B1-73FB3EBDB2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75678C-D3F7-D2B0-DB86-0C747717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E16377-E0AA-77BD-5CDA-5FE2E7A48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8F8C32-FA71-A491-6332-3DF72F264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4FC27E-01E5-DB54-C241-68C6879B7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F74C3B-80CD-8472-4C86-89508763030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3CB74-6FC4-C5DC-D99C-4260119D8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B8C96-9F7B-5036-BB99-3312638D89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A8B2E-A44A-4E1D-8041-A7535400CE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D0AF8-4FE8-21D0-7452-585180148C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0FBCC-B6C3-8D64-C4ED-4F43D32C70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16A4D-4A32-7A1F-7B89-9769B59E612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019B4-11A9-EB11-D16A-FA23393EA97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48610-136B-CEB7-7847-78D6AF49346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86125-B2BF-6C80-F7B3-DEBA3B73714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9830D-3AC3-725D-7ED7-49EF2FD5BBD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FC5E5F-74DF-F2B5-7760-DEB5EEAD83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C9467F-9D9A-1E35-1C6D-81C02DC6F5A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EF8C96-8BC3-BB15-C9B4-ECB050B529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EE1ECC-161E-F3DC-3899-0A9B91C6A0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1F05E-A3DE-5493-E128-6EEFF7C4FD5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DF0610-3A24-287D-8CF5-23642B78EE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0F108-7659-CB35-1C78-0BC11A65237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90D9D-C1ED-FF60-465F-01BCF29466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A65A93-7738-00F1-EF14-7E603314E46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E87636-C91D-33C9-DBAD-98D3BD2582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5427C2-106F-D06D-FB91-E8DE9F0DE4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69B50E-EA23-E51B-CA6B-2028BE4C4D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3F0B12-143A-D998-F141-39B8493458E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23396A-7214-F8C5-0099-02189D09D1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226D5A-97EC-0876-5F1B-31F81D98299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5AF075-900A-E714-B677-288CE46D8FC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F02C43-6B64-5598-65CD-BE3A49C2D7D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6B34CB-9E81-8746-1DDF-047729C0288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5EEB1A-1088-A7B7-B8AE-655DF4C7F5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60F9E7-46C7-8807-A1D7-452A6129934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3E290E-267F-7C5B-C370-E9EA4CAFDB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629A91-452B-E1CE-40F3-35C73EC7314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ABE17D-6FFD-422A-3A29-F76FC10A053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7A3A8F-A7BB-69F3-E63D-181FC2677CE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86046C-980C-E4B0-2A25-EFD04593982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F956DB-CBA4-AAFB-DC4F-70F2C7BC1A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E0BC9E-2140-A34A-8B63-3ADD1F9539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E48F2-2382-7E66-B6A7-71222A7CC2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16AE48-85F6-F7AF-D0FD-294E17139AB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69E95-081D-B6C5-FC2B-DA70CD4FF5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597673-F3C3-3CDB-FD9A-27B32A807F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910F5B-109C-B9C6-0708-F14F262E96C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215C7C-404B-C2EC-153D-AC05A3B08F3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0305AE-649D-166E-7F35-5F7D404BCE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6B69D9-6F94-B65E-B7C2-BE23BA61F65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5503F8-062E-1D7B-A515-E0A81BE662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E61E6B-2F0C-ED0F-6AD7-E8A498C469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FF630F-E3EA-514C-D92C-60825A3AA7F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7448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400A-1988-E62F-10FC-223815CE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3C5AED-C7C6-CFF6-A520-B1BE46670E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45A36C-2598-B8AD-4BC2-CDDACA061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23C988-5BD5-C2EB-AF05-8582D3401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E6554B-0F0C-D2A1-F018-64E5DE888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4CD8B3-B1C3-DBD3-A6AA-7CCF22F8B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505B5E-2968-497E-B289-56F6AEF378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C8A86-FD48-2898-96ED-E07F8F6185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51167-3195-76C8-5851-DDCF32238E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35D19-8AA3-83A4-9C81-67079A062B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94545-9149-A351-963E-321C853727A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78B21-259C-2DD4-71EB-00D4E5C6B2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B82CB-9352-4D6C-CCC0-38699441555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1BDFA-B312-3EBB-7491-99DC955CD13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AD9774-E681-8170-8C63-632E482533A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DCBD60-3352-AA83-EFC0-849A03AAF5C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26A067-931A-634D-71F4-A67934C75A1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29BE5C-D2A2-7CD4-35F5-2705153795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7BA77E-36CD-D606-4B8A-C0330A5268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984136-B068-F55D-0598-109B3A32C2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678F9F-65CD-F1D9-3EBB-8DC75A4AC72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F5DFA4-B8B8-AAF3-9474-A8D9096DE03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6A4FEC-A0C0-0B6E-7D9A-C1E497A6F2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27F23-8F03-44DD-CEE1-840EC8A4E9B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C7FE1D-A4EE-67C1-6527-806BED39BF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9F436A-CCF1-AD0D-D11F-1C935D1DB73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AE8806-B5D9-BD31-67F6-B5770690D3A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F4E320-4AEF-4784-B288-84A227D7BAD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09AC68-0633-332D-7ED9-BF93570801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9C2E37-131E-9C2B-3F28-FEDE3A96033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0F694F-3792-1F78-AF98-1E1B3BD8BA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8CEDDA-A9A8-D5C4-DE1D-162CAE2C907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15FF31-586E-23FF-3E55-27FC38ADD95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C891E1-D853-512C-B61F-1C82721048E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55F3DA-C1E6-1E0B-FD53-54A1FA35F6D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2B09B4-402B-3861-1BBD-2DB9748BD2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5DE27D-4022-1469-CA64-715D2B675EC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85109C-DD6C-74F9-D2E7-CDA98D72D43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1B1B97-3BBD-145F-F487-D898AAC6C0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6BD261-BBC3-9F56-7105-EAAE9F2113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87FBF7-B9F8-DA45-3038-0B8E0DF4BB5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BB77B4-1BCB-9A48-525D-C25A224088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09430-3078-464D-43A0-7C564976D4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9C3DDB-6AF6-6FAC-4669-616DC93D68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4E2F9D-FD8C-1133-FE1D-EBDB066CA7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EB2E5F-9EFF-7F3D-E1F7-BF405A08AB7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25508A-0B09-21AB-032A-802BBEDEA9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A66B64-7D66-B3DE-C2F6-9529086888E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60AD4B-47AE-C9B0-0BE6-6F365E5A64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1C638B-0A9A-8010-11FD-9CA08C587FD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98AD49-6E6C-2297-00F3-19E3B9AED22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75FB9-D0D9-1C6D-2D79-82BAC979F54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CE53B-DD58-68AC-25AA-C91B0EB78F9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2D3685-D1C6-1898-8B4C-5ED51B16DCE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6E0E59-D2BA-17D2-7BA9-9472F91A92F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39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ED6F-F6FD-E101-D5F8-F97C91E5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2118BB-7447-8F8C-FD35-6518C8305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A414F4-E566-CF7C-001F-46AE1DD7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C731BD-A55E-0133-A05F-FC51091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BF1553-9210-6FFB-9C36-2DD578300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A3D5F3-C4BE-A658-3C88-9158591CE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1A290E-F22A-0F4A-94A2-4C7DCCCC15B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EB310-F017-CC3D-8C20-343C131DB8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54FFF-8BF6-16EA-3F11-756A9CB90E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0C963-4AAB-9CCF-D375-A5662ABDD2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8BB90-4948-D6D7-174F-A79C5467EC3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0488B-0D80-C6B2-C37B-C0B9DCC29D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AB88E-E74C-369D-72AB-18BAAC18D23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81069-CA88-89B6-2751-62DE568E465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CFCF43-5EC5-D2E8-94E1-377EC205E15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7DE748-AA08-2A30-7829-E613F5C14B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DA574-3BBF-52A2-FABB-3C3BBB972F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B5BD90-782B-9FF5-EC0C-C4BFE09F64A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C6D2FF-1457-1945-7918-FB443DA351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8A592E-4637-468F-BB4A-255E44DA44F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5B82B6-B711-0768-A165-1D3163A47A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A229C0-212C-D174-5B9A-8D540C78141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61B441-C459-AA2D-4F7D-4F7549D0AE3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F89AFA-3C27-9962-BCDE-9CEF9B9C48C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17D49D-28BA-D894-34D5-0DCAF511950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1C8833-C4D3-BB97-3DDF-EA1DBB89E4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BCCA50-39CD-787A-C30A-E4C4353C043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30E2BA-8092-B172-DF04-86E583A5A5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B03C8B-9B78-9759-0AA6-C0FE831416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5AA1B7-F634-0BA7-2E78-A26C2E493AB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2F11BD-9085-3625-F77A-70CEB6944E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E19151-C5EB-4519-04D6-37DEECBF7F0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38FA91-7638-66F7-E611-65A54722B4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1F4960-79FD-4178-7A77-EA91430410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16E114-AACE-5281-94CB-55D582CF1A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F7BDDD-F9E9-0F2E-BDBA-27B3660A27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257A8E-A1FA-BE24-D0D0-126D5C7767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CB24AB-9A61-3A6E-EB35-6CC3B07091D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4C1195-1395-5F45-1C87-F2839A3AC2A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A58337-53A7-2308-84A1-7730D0C9F21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4239A1-499D-E445-2994-B02B98EBB56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24F94E-D30A-0F15-BC80-D588ADF1D8D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A3A36E-4E31-0B45-DD99-1D9BF927D0E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D1B08C-7D16-9C5B-FE49-370F050253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BAABB6-D761-048F-8881-D82617337F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338E1B-D9DD-379E-7304-B98CDBEE5BE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8E238C-0534-F8BA-9F70-029A6582901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BB6623-4758-79DE-E7A1-BB9E174EE50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F33FC-4DAC-8B9A-2BF4-646207E031A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E923F-BA8D-0A42-4CC3-5630EE8967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E37A59-9A49-1672-B454-6BD3421BB21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35560-0BB2-792C-62E5-CE8F48FD2A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8D7F54-B782-1C2C-3677-A8E59827406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7AA7E-D697-85E4-7770-02119A3637D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E953BA-EDED-FA95-E8FA-A5C92F9F95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626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2C36C-9D7B-54BE-21FF-7463FBC3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CCF609-6911-32E1-739F-DDD51F8835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76CA3E-038D-30F8-90BB-D661D9580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8E44C4-3F35-EAC3-B1CD-4793A7CDE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A2DA64-4AA3-331F-5533-67EE8C269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CD6E8C-C6BD-E02F-BEA3-BC1C39ABA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B6B2D8-2F49-A0D1-02AF-D25C48309F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A5ECBA-4A99-C92B-CB56-14E89F37E1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F1546-1095-7000-5916-C0E911725F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B384B-B759-4C21-02BF-C7376E3A2D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ED273-8121-5545-AF23-048B7142A7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81467-A770-B837-F49F-5728F02B2B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A8EE4-D9F0-D68D-973F-4D0DF488DA4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324C6-E08C-5BC1-BF05-57659D7992A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A13CD-EE4F-9B95-3E6A-54CC13A747C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F4EE9B-3F18-5380-BC5A-36421BB523A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AF818-F4DA-25A8-3FD8-F4BB71B12A8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C2A12-363B-9BD3-2D82-3C09A606F5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36A580-5E27-0C1E-2EF3-80C0D16D1C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706E51-DD3E-4A46-EDEF-A1D6EFB101D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E765C4-3983-4D5A-4751-560938DA68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D463F7-9595-E011-4D55-C49D558BE7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673AD5-ECBC-D48C-5560-0FF1ED34D4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28E0C0-3AB0-CD55-1114-90753BF4C12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B7AF31-84A6-BF2F-E2F8-CC12578515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30B182-2F42-2BAF-F41A-1EC172DF384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BC98A6-DFA1-66A8-149C-C01C33DF72F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73DE19-3997-2DD0-C557-9296BC91C7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1C28F8-5C30-89F4-8313-E2801864BB8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84C58F-E72B-E3DE-D22B-68EF529CBD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574F9E-9789-1C90-5C97-6C34BF59581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617E38-E382-8D03-3A94-9C7C29FA74A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58F95A-B66A-BFEE-E4C4-95F4FF6EDC6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A309B1-EDE8-6AE2-E122-A9B6A05236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36CA73-EA39-A085-2931-3B44C957D2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8353A8-BA85-D3F8-ACAE-D9E9352AC0E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CF5C70-9046-C245-23EF-EEE84ADBCA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C501C6-E784-E0AE-36C9-981F02534EB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00EF1-2F72-29B7-04DC-7FD0F1F6C7C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16568C-F313-1C88-EB88-4FB556C527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2B1D27-76A6-E80E-2475-DD2C7A0988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0C53C2-97CB-CE30-3687-AA41D63348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F2C44-E632-923A-B929-86E6C2428E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222B29-8AFC-50BB-26F9-725EC236BC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9A1AE-29F8-769F-4FAE-F888D78705D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045CF2-D98F-E1B0-B5EA-DF59A2F949D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23F36A-ABB8-9DCF-9D03-DC95B6D9F16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E5EA1-C5A9-4E27-8BCD-4F7384037D9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3A6E5-04AA-E372-E1A3-D32D86B7C4D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21EF3E-CAB4-0BC9-B8A1-C60F87527BE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1A4EBB-680D-AE75-91E9-AF7EE44228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D6FC40-46C6-C77B-7C35-1B7211F13F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EE06B-6177-6ED4-C008-69AEC038FA4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D2B71B-132E-4809-3913-D2F08C99359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2881D0-BD66-5DEE-35DC-834273E5AFC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3616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F827-5CF6-247A-2CD4-326B2328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DE4886-B98F-334E-099A-73B5D1798B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D24D22-7912-190F-11CB-FA3CCB5D0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0EE4B1-C4E5-8146-CD6F-D4F439C4B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704DC4-5DDA-E5F9-9993-24B90367A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45FA5D-11C5-5859-08C8-A1A1EC9C9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14D05-4F9C-AE3F-51D1-E011CA8CBBE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F67D5-0DCB-FFCF-1650-862554727A2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B3359-3ACC-B86A-5DB1-D5262A24538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98B298-C58C-2E7F-70F1-5DCF15CC3C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7C16A-FBF6-B490-79F3-67397945DED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C4DE2-F103-8EF6-34BF-88531F8581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772E9-C043-9C92-AA0F-ECC35CC4B53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01504-E013-0DE9-2740-C6671A27E6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B0511C-B74C-F3BC-A9FF-02B9E08D024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DCD274-5D81-34C3-4BBD-40FDBEBC455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3AA8B-620C-6628-79D6-661290BCDA5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4A044-DB18-0736-16EA-ADC4147A721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7B5218-F195-86AE-91A9-F46D8550A9C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E9487F-9A83-EA99-8369-4B630E53703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5F33CB-FB54-6717-ED1D-E6CEE8E969C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CFC02A-4557-59CA-A536-D7F3F46B51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F5F40F-657D-DF53-550B-8885657507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F32ED5-662D-1695-E609-AFC4679F979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08F23F-0DBF-0944-761F-29966490413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9B2923-CF92-79EE-3412-2CE229CBBE2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743375-5DEA-9467-B88C-1F96617085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78684E-8089-FE3D-C5B9-3E60F0C000B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530562-A816-E9A8-E0DB-6470C696954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1269AC-7A87-DEB3-B7C7-9D3DD90351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C5EA7C-4E3D-34D8-CBA0-B79A1805778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2D9459-76A4-0FE8-33D9-6FA4044133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76C221-0701-6D3D-0DAC-5F480B9E21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C93090-AB34-23D2-16EE-68A946C39B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964D48-BBDD-A9DD-EC43-74E10A5BD62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CBE433-54B6-BD8E-2F92-A4BFC1AED31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01CE9A-94B0-7964-52D4-CADD6C306D4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483C7-8907-F5BB-842E-E0BC812668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B937A-E1A1-6215-D3E3-E60B53F11A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907D18-2144-9EBA-14BA-1429338302A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F7F2EC-F11A-C37F-E327-2AA7C7C6221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875C9B-E068-4CDE-9938-46A068D7CC7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FDA656-E06C-F6B0-C1B8-24EFE7B44BE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E33923-E82E-8B08-1B4D-5033869AC6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913EC3-3403-1250-B515-552A518F538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812052-D285-F414-4862-8223D9AB619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A30054-0920-E9B5-70C5-7D7E576DDF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BFE99-4A56-E65C-7F52-128FFE2C191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FC9D1F-662D-CB69-8855-1BE3EC40037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C9C0E-4BC7-B408-A89B-BE27C4F6409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31E7B4-94DE-9624-D0D9-82F78353FA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FB96C-F04E-18E7-72F0-965DDC667A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D88FB-1E3A-9584-E0E8-A668362CD02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DBA0D1-67C5-CEB9-5F77-2913B9A33D8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80CF25-0310-C5B9-FCB5-D558D27D557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2464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CF53-D5DD-C704-3B3B-7289CD2A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787824-763C-8CDB-ADE6-4BE247DBD2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2D9C2C-2139-A192-30F8-B9A440FBA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19B1F6-1ED1-E7E3-D600-C407DDFDA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1B43AE-1EC7-BF60-E058-653B19077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939AF6-ACC2-26D0-BB30-C67DD0DA9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EFFF83-F4D9-3A93-3582-C3EE00D567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CA831-639A-9818-6275-F692C07BF4C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0BDEE-E70F-D351-FA98-332F348D2C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7B633-2CFD-10FD-B591-CE4432DF9A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91CFD-01AE-7780-8EA6-80D8F457657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B6BEC-1168-367B-1952-CA109BCE0F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61FB6-65F2-FEB1-D1AA-2207AD637D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209971-0CD5-A30E-83DA-6F591568616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C1CBD-B29D-97A4-5BE2-4120FC5267F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0DFFC3-E6F3-6506-5568-6DEF9B3AF2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D2D5A-059F-2AE9-E6B1-314729F66FE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6A20A2-272F-56F2-F0A7-80DC42162CF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7616BF-9BE0-3281-BC84-013AB78A4E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D22F24-DB5E-0E31-8852-28F2CB5ADE2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FBA0AF-7842-B30A-A55B-325AB91C18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D410EE-A7FD-5A9A-C5CF-3DF4BF0745E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75D48A-3DCE-B9BC-9FCE-03BAD89BB80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5D17B4-87F8-E35E-41A9-FBF80B8F9EF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6A1550-589A-C9B4-C6A7-FE0A9FF1F19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63C955-34D7-A301-865F-D48F805E5C3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7E97C5-BAA9-885F-9256-6369034095C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DD365D-0E77-2A5A-600C-A58EA20838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41E4AD-AE96-D46A-0A1D-C8CE45A1418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220F8-3DB2-2D6E-328F-9401EBCB0EE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937A0A-AECE-C39A-7DBE-F5A53C24C7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732B8C-A794-358A-AD3F-B80CC26FF87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A0A2C7-B9F4-A8A9-B953-8B562D6CF34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60BBDA-0A8D-0413-F97C-E2D8A43D23F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654E8A-6357-101D-4662-A27C16077F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5E4FD6-FF98-A9C6-E6E9-3CC40CE396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C75E1-12FD-B06A-FA7F-F1770C18166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27D5F-B61A-717B-B7E9-B9DB9E78C4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D75E32-D2A4-A162-936F-E6DF73F01AA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DD0AF-1E7F-38C1-A77E-B07F878EE9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24315A-4303-20A7-0073-6504A53986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A9AB9B-0155-5D38-278E-E1384470A7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CA10CF-DBB5-2878-A6A7-ABEC03C45B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40E5C6-6328-7E7D-1897-6082391226F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2D52C8-2255-3CB7-9F19-D8664736FF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230B4-8198-F039-365A-6543ED405F0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519D0-A80E-CD09-B884-02B9694862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61D6FD-009C-8E84-9E27-DEAACFD0026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7FB795-2320-CA9A-64E6-9B5CC2B0E6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AA9BCD-3E1A-E044-8202-4B9A676E4D3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CA5053-99D2-3EFB-82D3-5887B3B36CB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9F2297-21DC-1639-F14C-846BDC06EB7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99191A-B40A-55B9-42C6-51D98DF9EB0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FFE311-D882-918E-A4E4-829B197DAD9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A3A1B3-27F0-CA06-AC8C-1CBBBFA59E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8510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8FD6-0173-2E21-7226-64CB935E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64229-7448-856A-5169-366C09142E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and 3 in [45 in 9].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6B1C14-AC3F-5836-FE19-A8F1DBE2F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CE52C1-1454-2D4B-68C8-EAA08C16F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32292D-2F9F-9AF4-B4A1-5CE7174AA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99ACEF-CC2A-9343-28EE-96A6FCD46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2866BD-D8FA-9FC8-F08F-4C83126622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B36F8-3E85-6C3D-90C9-AEA67A613C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DCA3E-0494-11FB-7C13-4077E35934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30187-42EE-8FF3-1D83-F847DE8240D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ED4BA-78C0-80DC-B081-5C916F7B9D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3C22CB-C935-FBE4-11DA-FB4633981A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B77C9-FA66-C4E6-DBCD-D9A8138E4D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500A4-5E37-4846-BBAA-ED932DC292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A90C3D-39E1-2E4E-50B6-004769824E3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8C98CD-8866-07A5-5161-2BFC912AC63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E00B0-BC9C-C069-9EF3-C2E5463FB0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EC9BD8-382A-0B2E-7B97-EDC4F3594C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804B41-5851-EFD7-35E8-44BC0DC670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B5B8B9-1DA6-D47E-631E-81CFA6ABCB1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FFE52A-16FA-7EF7-C4AB-E0D54AAEAE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B25291-48C7-9FDB-D5EF-879F611937D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B1F7DB-6EF7-B9A7-FE29-8AE9FCA711D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EA96DF-EF35-90BD-92A8-8035CF2F63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5990A4-04AD-A623-6053-45F97682754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2F9BB4-76C6-0620-2F3F-DBD694C990A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CFC001-8F02-9C02-DBB9-6348B8E945B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1CA594-A0A4-39B8-079F-92CD77CB70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073059-099B-491A-6295-31126E4246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C99C60-F543-7D64-8121-959E3D7C70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8E551B-598B-561B-11D4-6B08A20E18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4D0617-38E9-1975-1C57-80A39310C4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D7EB43-8564-7A3A-1417-F8A51BE2C0D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82836D-24C1-0315-DEBF-F0097B60376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4D78D7-F5E4-54AD-F34A-0298E9EC39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CAA65-8D75-0E77-5717-9ACED5BF19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E6C05-6229-3343-B1BA-D73D52AF94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9EB3E-DAAB-9AB1-546A-72346BF7A17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B825DF-B161-7503-0F6F-87C35AA8A3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5BCE10-0821-D335-C1DC-5164C62632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6E70D6-38A2-C6E7-0E71-4902302190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7A523-1A58-26CB-A3B0-53E1B945A3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B8CC6D-7D63-2CB3-3797-212F6BA5D0F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3E2311-2977-3189-6F57-026E81F9F94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FBBAA2-7507-7C34-FA08-B813D960A12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18E10-A682-E4CA-F80E-2114638E7B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ED02-2244-C973-0F8F-6265A1373FD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E6A356-A8BD-7414-AFD6-953B7B6599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3AAD3-632A-E571-0753-53511527DEF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838B68-5F5A-55BE-3C51-71AAE4FB8A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03F430-4924-668D-0C6B-4994C992134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DC6C9E-4047-261E-D61B-FCB16E27559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F28DBB-8984-0C6E-1CB6-415352A5F1A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66BC4-BA98-D6BD-2D48-8A5432532D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87242C-54E0-D437-97AF-9A5361564EE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6D041-6990-2C16-BDE2-5E506570218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230068-64F5-5F42-4D74-DDFA5A7EB1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3231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410C-C598-613F-CE99-456DEA2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4E4D12-64C2-0D77-DECF-A89846EF97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695ABB-E8BF-F4A7-2FF2-7618CAC95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17F378-D81B-DF35-4AE5-BA48F8281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CCD7BD-25C2-901F-5E40-5C0142BF1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54DAF4-4422-34DB-9C02-950398635F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7AF40F-E613-13F4-0D01-0E3A1D548A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3C6CA-D95C-A334-2CA5-8ADBF8CA836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C8BEC-6510-6311-D04F-660396A0CD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49A14-3B86-9F62-8696-1EEF311397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69603-9B47-B26C-8992-22CBA261FBC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0DCE5-9FDB-59DD-1566-CBBFE55F172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DEB499-89D2-513D-BBBD-4399400F8E7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7B639-7C07-A611-FAEE-DB7E0367B15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C041B-DADC-2BA8-126A-A433416847F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E048F-2AC1-11DF-2F20-3640D87DCE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43F2C3-F1A3-72F1-C5DC-D6BB971376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C8B8EE-D5FB-A82E-5E28-52642E828A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F3F896-A290-B763-C594-709A971DAC3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16C1A6-9C35-7CCD-F566-3B20793D35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66957A-FBF1-01DE-FB88-C823BECC37A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C92DB9-B121-4EB8-A6AC-33ED870F8D6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961EE1-A925-6B30-C6DE-816F92E2D2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E8D806-2DB7-D189-466E-F67ACCF4A73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5193A0-A891-E8A5-B5D6-9C9DD3A7DB9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8BBCE1-F3B4-C185-C037-4449110B25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860217-0D12-9C08-E3BE-8340C42CE2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CF194B-BF98-74D3-13C9-F2275C0C277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D7B3C9-5596-70A0-F5CE-8542DAC33D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72D1F7-1394-FB62-D153-0D060B4385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54A6C2-7854-253B-2888-0613D484470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3EF4DD-085C-DFAE-A92B-F9C659E7136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5772D7-E321-28E3-5238-72632C17EA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1C248-F5F9-9179-79B2-67FC520AB8F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F1AA1E-A4BD-638F-C60E-66DFBEAD0D3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88D6-1DB8-7DAA-2F68-F2B8DF461AE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22D6FA-F56C-B661-10B0-8C5D8BEF4A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0E8DE-4BD2-CCB7-1838-5FEFEF42618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417A9-99E2-43E0-F01B-40DD2096FDC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340543-0540-C0C3-AD04-C0DB8CE87F9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AD0209-5A82-7D0F-3E80-BCCD7873952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7C3ABD-0123-542F-F96B-18C1C12786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6C0C74-375F-3142-2A34-74FAB52E0E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EF9C6-EB04-1405-A129-8DAD989F9AA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EE1A4-87D4-E3AB-361A-66735CE13FC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B08DD-794E-2DB2-A223-90275E751CE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9E5F4-F27F-4A32-6C47-2D8C6D61E30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5B7DF2-ACB4-F096-BA3D-71A48366EC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A1FC5C-2E9F-BBC9-81F7-307EF9AB626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BB52EA-414D-846A-4620-4B49E7CFCE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2A6D5-20E0-A614-DDD5-9F50ADA869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1D2B1A-CB21-2405-B558-2F1675F3A0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4B13EE-4B57-630F-90A2-C38F35D804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BB2F2-F5F4-DC94-6E72-5DF94E10A00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9F4390-1477-A4C8-9AD9-818082EE5BF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EC5269-DBDF-F8D5-428E-6BA9E282B8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D28923-6F33-5C7C-494B-4AA9E89E435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61416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08AC-0F0D-051C-A4A0-0D115FF5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1E2E2E-8667-C7D7-2C75-3C89592B5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4BDBD5-CB46-D57A-6D81-780825C1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4DCAE5-E1DB-9C8A-1D85-7EE505FB4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9D4E4D-4B76-D517-BB41-B06E30658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9766A1-4819-EAC1-E8E3-EE418A68D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7E66D4-D195-E953-CEC2-B1C5550C00F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4AB84-B5A2-5FD0-A06E-783356C28EC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02506-9073-9D55-4408-343E2E027CF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97C9E-BFBF-CBDB-25CC-5DBC2E9F75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DE1E0-2AE2-E328-68FF-840806E4D3B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46684-D5B0-E7AD-8F97-E9F755FB38D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EAF5C-1B95-959C-9DD0-BF6EE973986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6C322-C407-634B-9267-5C39E53DDF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ED4227-F9C9-51B4-CEFC-569FF49620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1F4901-B69C-2338-B2FD-432285D2B0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D2C10E-2132-053C-420A-267A2C317B4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9843F-A5AB-39EF-19E5-8D7C71AF9EF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11167-95B5-F585-E671-9BFBFB5274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B3757-501A-D9D4-C73D-B88B37B6031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B3ACEF-9E13-45C6-0095-8C578A9372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35FDCA-F685-B94E-FA15-0A6B10A26D7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A45707-6CCB-F704-224F-ACFA1E2E56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5DF211-F2BD-0E7B-1C05-2069391FEF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0C9745-FCAF-1C6C-2B33-01BC529347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345FC7-6AB5-9FC7-0ECE-4485A32843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7D0A8C-9785-579F-C40E-75FA85A538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69ACE5-AE39-4D52-042B-4092C17691A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B9D921-C8DD-255D-2E02-3DAF0399E7F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0D639F-3A09-C77A-B0B0-21D995170D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2A6796-06F2-291D-0778-F132F000E59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349163-20D7-BAA2-2B49-17A3F61A51B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C76CC1-B1B4-A55A-471F-4E617C381E7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D458DD-C183-D212-EA85-EEA240DC43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8F266-3C57-7E53-3066-5E4DB88ACC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5B18C-AF79-3184-138A-043125C37C6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3891A8-F43B-833C-A444-EA9A0741E1B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81ED3B-38C8-F565-A69F-F37740E19BF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AB7C99-4A22-BC15-AFF8-2C561368CDE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6B58B7-CC84-C655-DC6E-3D13CBA981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40A465-A7DB-0714-2FF7-95D874CEAA8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EAAA52-DBEC-388D-6E09-3A09A0A7F7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F8A1A2-CB35-AFF3-274C-FC41982251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1535E-28CE-5BE0-D094-3EC192BD48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BEFDF-8A60-B273-0B8E-79423D8F2AB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CAB7C7-D4C7-70EC-C294-E7B7DAC6F45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3C8B14-380E-567C-360E-9649A223A8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B0F56C-B9BF-0F42-8AA1-C4377A5177B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FA94F-F2C0-36CF-2F1A-7E0F98B5D1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F42A32-8CD9-54F4-3A40-010F4D5CDE9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EF0F5A-ACE0-660E-D0D8-E08946E73D5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36AE88-7271-E3D6-40B2-8C51621DD7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F5075-1EA3-3F7B-CBC8-81DD418A9BE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4BF59-2557-45DC-740D-F21BEF02F8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58CF0C-89A5-AA5F-F55F-FA81BB57277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CFA5F-25D5-BFC8-00BE-3218B84FF0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CCD83A-2D7E-DB48-8A74-A8D45FF25D9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37729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9B65-BBAD-460C-BB29-BD1DBC1C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AF296C-70F4-6CEF-3FDD-6DCA039025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bottom center block.</a:t>
            </a:r>
          </a:p>
          <a:p>
            <a:r>
              <a:rPr lang="en-US" dirty="0"/>
              <a:t>Then, initialize [14 in 3] -&gt; [12 in 2, no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7E95E9-DA5F-E683-3621-786C50447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E7ECB3-C6E3-DE70-8BEF-FAAD2F8BA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248994-7E7C-3F31-FBFA-04EDBD421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872D792-91F6-8DBC-CE7C-99C3EF1F7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EFBD9A-22F9-1970-6C1F-ADEFA0CED55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9EA5E-436C-9D70-48CE-72965AAEDE9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CFDBC-3325-ED24-0262-A4C3089362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EBE62-2D1B-6D57-F191-B10177953F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70B49-BC13-66BD-60C7-9E4370598E3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03752-533D-99BF-D7E5-5846ACF404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23488-E242-F6C8-5D50-9C3027841A1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A70454-0C33-2702-6467-3A87B80B2D9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231E7D-DA40-F54D-D92A-D75EF46111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B0263-FD92-3BBD-8B9F-4FA51EFFC08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806D4C-080A-8803-9AE7-07AD4F5E624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E36828-35ED-FA0C-ABE0-C01D1DB9240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863F7B-37CF-CD99-8314-373FDAA0D4D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879821-6594-1F8A-F2AD-1C403182A8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2DD9BD-494D-1B12-AE94-7BF80A9C22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CBA937-93E6-B941-DD39-6E9A8C0BCEB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94D468-83C9-A4A7-8998-10FE25E8A2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3B4D34-EA4B-75F3-62FC-6FB0826F08D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D0A819-5F39-D009-28C5-BE7B3FBC00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6A5EF1-B6BD-4454-733A-EF6B98FB17A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7C796E-7DE5-DC12-0A5F-02E1FDFAC73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E1395B-5BC3-EC40-0E96-A5A2F450475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791010-6226-B19F-3451-A96798EE88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45CF41-835F-D2EE-A75A-10101C0B47A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F5242A-3F02-5815-4EEA-96F4E16379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1022D7-558F-24D0-1EA9-AED3D0A0855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BC767C-08B8-0DC1-3B13-DE5E235E64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B82AB-9C75-763E-ED8E-DCF71B5BA6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BF20D-32BD-A0A5-77E3-9A47ECD7E96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3E586-B1AE-FB34-5FD7-5FE8F45491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DF0CC5-4DDD-4BCC-997C-5C29AA60209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631570-7A4D-E197-851C-4A097B6AFD1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1C9B5B-EB99-23A2-9C1C-059E09660F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FBE425-D248-7790-88B2-500142F816B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992807-7DF3-C2ED-063B-4482843AC72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60413B-8F54-4569-842E-82A912CA11B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5D8F3C-4F5D-731A-CE5F-2DD00FF500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75041-4CD3-5B1B-03D4-18FA8FF6CD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4DF60-2233-49B2-35AD-0456D1A7FDB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85AB1-E7B1-D887-75E5-B725F33436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EF0CF2-5BAD-8EC4-657F-625D465C280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56A0FE-A91D-7577-91BC-20A6091ED0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43D8E-1440-A1E4-0DFE-660C4792E39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FA9D7-7FB3-2B1A-F87F-0468434CCE9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C6950B-8FEB-8F44-714A-111D1507FE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F47A02-57B6-F26B-5597-74114E1B0F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366D7E-90A5-3CE8-A70C-E331D4A6092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FEF0A-3058-9D21-AB33-D7AD2ED1DB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8BBC6-52DB-E9C4-F330-B1046A9427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59F799-AB23-E8FC-9B52-D0BD44C76A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5AF2EC-548E-9966-F221-58C9A47BDD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CC26B9-2DBE-0180-155D-DA3884BBE11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5989FC-74DF-02C2-C690-F791BE14E5D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F07A8D-AE42-4B8D-DCC8-CC38394BA03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</p:spTree>
    <p:extLst>
      <p:ext uri="{BB962C8B-B14F-4D97-AF65-F5344CB8AC3E}">
        <p14:creationId xmlns:p14="http://schemas.microsoft.com/office/powerpoint/2010/main" val="581679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80F8-8F0F-EB58-C0C1-CB34F197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8AFC78-B3D5-430A-9BB2-46B661DB9A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F1B2E3-C731-BDB3-9339-18141D4D9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173D5A-C2CC-1A50-9596-74FB09328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7E96E9-38D4-B3DE-0B9F-2C2483063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A589D0-E382-F7A0-EB72-A7CB5F808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DFFA24-8068-B375-4639-DFD29C776F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6AB11-05B5-579A-3B55-6EDDF8872F8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CE629-FF12-3568-F78C-4DA4C8A47B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917E0-6C06-1C67-C8B8-975C2E60B01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00C83-86A1-9002-F196-25066AC6D4A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03BFC-D12A-13CF-861B-E02B0D60FB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1413B-B71F-E1CD-69DF-E5508DEBCFD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E5482-9790-92C5-F984-FDDC06F8558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5A635-7849-F09F-3124-0067077E90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B6CA81-0A57-1351-55DF-1F1A7338233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BEBA6B-4E20-2CF5-46D5-D8147E23776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9CE978-7B52-BADC-6E18-970D590B25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180974-E423-C9DF-1D86-9018EF5DAD4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B87FA6-2429-9905-74C8-6DD0FFAC73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70A200-ABB9-8BB2-F64C-4539D1AFD67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F33228-13FD-1458-5027-6B3ECD54C09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EE2B47-DAAF-F4BE-73F9-A772876166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DEB356-3E9E-1B70-552F-B4329197B36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9EB802-3D55-E64E-0313-FBE9E6F94E7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65C9BA-9661-7C1B-C9BE-81689C6380D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433083-9CB7-A64B-F38C-B21DCF433D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7B9E58-60FA-4DE4-688A-A5D055A916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F7F57E-B413-65AC-8FF1-27C01EE642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C84F26-E60E-5FF8-51A4-8D522A2A30E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E40966-5D80-B6E9-A2EB-632321EDEB9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F7FCF9-ADDA-0130-7268-0DEC5E2E64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0F3B07-AE9B-2CCA-1662-E9377B43C6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1D229-57AF-B4D9-DD58-B555A5DF47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4EBDA-3A0B-9AB7-0A85-96B5F050C4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3AF6E9-399E-2517-E21C-E5D4A6C8B80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45FF70-B0BC-A182-D617-2C1234C12EB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FD4D87-64BA-B76A-F33D-78BF7ABA42C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AFD285-0924-8766-505A-30578BBEC4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75CB9B-2002-50A5-4A3D-22B73EE5F6B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591633-B620-6AF8-B6F2-AE0414617F7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92D0A0-9BE5-493C-7A31-0847D7D08F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844BF0-2513-3528-2A89-80CF8303648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DDFD9-75FD-0FB2-0955-E542960D4FA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75F0B9-8FA8-12C2-54AD-BB548E81D6C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8F8A02-F2AA-0832-7588-CE1A27F68E2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36F662-972C-D7D5-2410-6CFB7012B6A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B57895-B39A-5AF4-617E-32F87A0291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884FB8-9ED3-187D-3BB6-BD5E72513D1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288EC-B810-FD14-DE70-BF2B09CF70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1F737A-EEDA-E095-A377-E5C765F0456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7A1CC-074B-E962-5249-B6BB7043CC1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7BEC73-B483-0350-4D1D-8D8C8A100DC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F4DC9A-53CC-093B-9B2D-FE448FCF393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D9018A-2E9E-D202-D3A6-30CFABE3BD6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507092-4BE5-3C36-850D-F312E7CA4C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29A0E3-322D-B275-87D4-2619B46F788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ADDE72-43C2-3FD2-910C-4146F53F03D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A0F7A6-DFA4-6B5C-CA74-F39C73DDB26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862386-0760-DF5A-A928-85345A68AA6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693E4D-00CA-4B73-6CC2-511F7D60BF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7210F0-A6D3-6D5F-0034-730C5F35E9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C873AE-947C-3BA3-328E-2F78EE08D42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EE2D71-B973-8E8C-5866-56CCACA03C7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1541310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7857B-51F1-896D-B53E-AE9C5C25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54CB6-61F0-1B41-F1F1-03FE81DEA4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784E8B-8884-B76A-3519-A4F9BF80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21CEB2-20D1-9CC8-2534-E0FC087E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4C6DBE-A9A4-F4DA-D369-AF12AA79F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432AD6-4FD9-E5F5-8446-BB037902F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EF3DDF-276D-8DAF-BE89-CF633B921C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FFA98-36A0-6D38-61C6-93B0794ECE6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743B8-174A-1FD6-041D-B857D19A3C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81A6E-0E34-847A-C663-8C6B1E246F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24AE7-4B66-DDF2-1720-0816FA72FA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A923C-7B48-2798-64D9-EACEADA792C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C4A44-4BDB-E990-0422-ECCD09FC175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DA5B5-D013-0E6C-1722-5CBFFE8325B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F22B4D-318C-7887-39B2-8CFC8152C24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31CC79-5727-5A5C-4A5F-E07789C8656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D6572-9795-0E39-BD76-FA5DBFD462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30EB8E-83AC-C978-2FFA-51A983E54A0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DCEA70-2021-8CF9-702B-F8407C7BAFD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052480-5815-AA62-A7F0-4461A814B8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518006-B8A7-2E8F-ACC5-16DAC513C31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8F4758-BFD9-6CF8-8D86-FCEE49A4FA4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A4C38-8399-43F8-6DD2-EC145FBAC56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0B99A0-5B90-5770-2F59-89E8DF3375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A0B026-1969-8431-B709-30924777C05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A57BE-3DB6-B382-C061-3CD1BBD7D54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FBF0D6-B231-CF37-8CC7-D3E0EC766C9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E827C4-9C44-AD01-6D10-3944EF91572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FE9232-1C48-F72B-DF5C-E2F646586FF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52C675-0D8E-D8D3-87CA-64D0841E79E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805185-AAE8-6B9D-2938-09A671EE43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3960F4-6372-CC04-0F19-C49E3CA9FA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8E7404-B5E7-5E5A-23AE-66E56A4B804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AD1DC-0F3F-56C0-0595-A1A83865138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4A5B-625F-D8A7-EFA3-EF75619CA1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E7D0A-2233-B972-8E4D-97C6AFF325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DA1559-D84B-CE6F-9F71-27F5BC71252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2C364A-C0C6-EAEE-F81D-699240B85A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6239CE-FEB1-D6AB-BA1E-55780EFADCA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F5928F-DE8D-DDD8-9F6E-8A96CB59347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264A65-0BEE-862F-22FE-956A1DA0AC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F28817-C52C-458E-9653-1B3F6CFAB7B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EECF7E-1A03-3FE0-3E4F-1A8486B74FB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D04C8-1CF1-0936-3CB3-78641106EEC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F3864-FB46-687F-3885-F629460C6CE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3CF196-6964-CE90-0F95-807EAF52120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0E4BD-DA32-4162-7B81-BB814CD9C8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6D3E0A-17AF-FFBA-36AD-545280E019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1B50EE-142C-0732-8C38-34353D419E2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AF1ADB-68B1-CD6E-2069-376B518FC0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CAA29-8AF0-AC2C-0456-00771363B69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D0D719-BD79-AAD0-5CC6-23A1E00348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2B3C80-F200-2DA2-43FC-31C71932F3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F51E21-3897-97B8-4404-B386DD160A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2D70F-A477-C12F-2CF7-9D53B975426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2A1A96-5397-1D77-427A-684E7626C9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0EAA29-0CF1-9F03-7A42-AA643A2A52B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EFFE6E-94AB-F703-EBB2-9846D332BC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ACD288-73BC-665E-4FD8-738C64AFAF8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CC18A6-67CB-0575-A2A9-9BC0B5F8F1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3FE8B0-B31B-4073-0708-FA25CBB3124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6B403F-8A2D-0BFB-9A3A-DAEF2688098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EAF193-C1DE-2B74-78B0-4E4B4FF9B7D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E274C4-44B5-BE47-68FF-53DAE60888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0E4FC9-A696-4E70-6928-0109C3497E0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ED88E2-58C6-1BBA-5D28-BADCADEE93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8657E2-A1C6-F6D0-35BA-2013456AFB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</p:spTree>
    <p:extLst>
      <p:ext uri="{BB962C8B-B14F-4D97-AF65-F5344CB8AC3E}">
        <p14:creationId xmlns:p14="http://schemas.microsoft.com/office/powerpoint/2010/main" val="1755437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0195-25DB-708F-7833-D28FCA79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56B953-3E31-F14A-16EC-37AAE9E793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2] is three of 3489, which sums to 24. Therefore, 9 is the odd one out.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978920-F1CE-83C2-D1A2-723FEE66C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67D02C-55AB-FA46-A2E3-FC0EB384F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31896C-6ECC-17EE-9A04-1431D7E1A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260B3B-53F7-64F8-5C96-C692AC9D6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F822EC-103B-07D9-DF6A-E6AD4CE4421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AEAE0-A82C-9BD2-447E-DE73E3A2B26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EF123-5CDF-0507-BA69-092DA34F46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3319F-A830-1565-FEFD-FD03D641BC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FC4FA-E9B0-7A12-41F5-2F7E5ED4806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30B6B-559E-ECB8-E5D1-D2A39427A4F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AC491-04AE-0BF0-BB22-E12AC059065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47A479-975B-9075-9EC0-70FE8C34EC4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8C952-1316-B62A-DA2E-3465775BC95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545B13-C349-186E-B3F2-863B21B0C99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5396C-3E21-628A-E984-BEB5612AC9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6C4C9E-EDD7-9E4D-83E3-94C242EB589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41502C-B8D2-8FC1-9233-37F1395C2D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13EB8D-0C5D-C0E4-AE38-9CB99EFA634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E0D685-30F8-38DA-D7F9-E05F584E7F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CCDC55-A65C-EBB1-56FC-BBA8034FE6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E04A61-4AF0-C9BB-77F9-E727A1B57C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FC065E-83FF-3675-4810-80FDEA2A809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121C1F-5E55-792F-0EE4-9679CCF2EA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933CA3-EDA4-E7B5-2662-4A59125DD3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189009-F64C-E675-510B-ACFCAA85C3A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4F9787-3F5E-49D3-8149-E67F8BC75D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A6B201-9900-1A97-A299-A54031FFE12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C3CFE7-2E66-3169-9E5F-0EAFA1AF63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8DD2C9-9EE8-D041-4A86-3909A058F0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C15DE0-7C28-264A-59BE-A859D3B11C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812AF5-9FF1-5A14-F42C-89311D4F3FE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CCA2BD-269E-677A-986A-FAB221D1ED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7FFDA-829B-B852-8B86-B4CA8AF5BD8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B25D89-00F8-BBC1-AF15-9E34FD2655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309E8F-B6E7-9E33-D7B4-A23CFAB046E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19E01B-D9F0-19DE-DABF-63F33664E9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4EF24A-8BA2-4777-9E2D-50DA075BC13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78D984-2417-E199-934B-02CF3C56B58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5DC00C-033F-6A3A-45F0-B718C5426F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C37EFE-D427-6DDB-BD1F-7B383D9904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77776E-BE3C-BA56-E3E6-089B0940475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4C92C-9C7B-562C-6615-5E606544A47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18998-1063-52D5-BFED-D525560B97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11D734-2216-8D42-87D5-99CADDB420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CC139-2BFF-7332-4D5C-08D6BD7C3E5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0B92A3-E7BB-3043-3AB7-37358DB9B5A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37F3BE-B5CF-AA0D-B018-F5CF744F97D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A08C6A-EF2F-1D5A-2C8B-68044276453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0FCC1D-5DBD-E407-4E56-CCC1172242C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8BBD9-B5E9-EFEB-9904-5645E1382A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759911-1DA1-F0E2-1542-AC6C3D03C59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8A148-4FD0-D52D-046F-BF925399970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8653E9-4905-ACD0-50B2-C1DBE5D467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0BB19-56F5-E209-B050-78C611DC17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EB31CD-66B1-D8F5-1E91-0C7C1761C88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3B3EB-5749-249F-9CEB-7A14AB41EE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A3C30-FB36-67A0-284B-EFF94A20CAC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090BFA-7C29-88D1-7E0B-C94818D7713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ECD372-CB5C-99D4-6A8D-1011EFABB2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BAA5FD-4EF5-ADE6-E8A9-7B8B5DBD51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4184C5-06FF-A957-9FF4-67908DC62E2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349067-5323-B999-F360-9386216C34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850880-AF19-A03F-9AFE-E09979DE723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30109D-401F-4D37-9005-DC04A6F1A1F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52E720-4533-7670-49C0-FE108C213E2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</p:spTree>
    <p:extLst>
      <p:ext uri="{BB962C8B-B14F-4D97-AF65-F5344CB8AC3E}">
        <p14:creationId xmlns:p14="http://schemas.microsoft.com/office/powerpoint/2010/main" val="601293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895E-5451-4E01-1D74-715917E7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A304A-1C71-1873-5366-6320D29EF3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FE1D25-1BFD-51B2-41D2-8D7886D3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F2B067-A61E-B3C4-4EC4-C23863583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BE87B9-0B68-BCEC-CC0B-6EE0E1B6A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592110-CCA6-641E-DA0D-1130AADAD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B64933-337E-5CFD-A8BE-5F9F4ECB3CF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D5D28-6226-9D18-3637-373D7150F6A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09E01E-5EB8-9BCD-B3E3-1FC622BE450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CCEC6-1538-AF8A-1646-5455F5449B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D32641-65CD-8946-0047-4A0F9B76814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4D8D66-7FB0-982F-4E8F-5D13783F51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FF6AB9-9ACE-B388-F616-656528FC3D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8A2809-C1DA-33B8-DC18-713F0C124DB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DA394-3ED7-D7BC-56E8-D8C6361B4E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B4E6F-B4A2-7A94-57F4-34DA23AD879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287250-FC75-F655-AE27-A3140E2AF4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58048-EEE5-E3A1-A46D-8B1250C42FD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2FA15E-4B0C-6590-6FED-53C71C2693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7BB05F-0A4A-6F14-43B2-1A4EAF6B75B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3A8523-68F0-7545-F829-011496C706F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0BB53D-1BFB-C36F-6CF9-40B7BAF9F1A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B2E8ED-81B5-6820-1689-C79758A705F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5A0D16-6707-8FC0-6788-1935EF1F269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06EB46-3FA6-2289-1B27-63B49885C2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8B58B8-A7CA-75B1-F79B-7E8AF59297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6817D5-3DC8-7778-A67C-C4103ACB8AC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73DF49-C7CF-3FE3-6E90-6F771DD91B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BD455B-8BF3-993F-B58D-7B79C4B002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1378DB-0155-8C6B-2611-839847106EF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0BC36D-0D23-7D4A-F723-E93055B4723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DCC526-407F-065F-7B43-C548895A1D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97761-348B-4C98-64F8-EB2DE6436A0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D4A8F9-5BE9-BF66-1AAE-163F143C6E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DF2A72-E845-FDD8-94EF-9C1F456A18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0292DD-E672-B26D-23E5-4F63F97F40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9705B0-8BE4-AFD3-7E0F-5D6DBA2237B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38CC07-BF44-84A2-F447-62C07C5A592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C29FD6-777D-CA85-5C51-C45F8D0AAD2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4EF3AC-CADE-A429-C7BF-EB9BA1F685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E36402-E971-E8AC-BDF9-285A820DC8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46FBFE-3603-D45B-0935-6B1A9BED55A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194B6-1BA3-262F-F546-AE84693BAE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DC189-6D8E-8937-98AB-8668837364C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6754A-87E9-C2B6-868E-EE303E20247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A9FE69-0646-A689-8484-0513F1C68D6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AD2336-15E4-208A-BE37-C8F5132A4E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DE2252-060F-F1BD-26E6-EE391591D90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B1A41C-AF94-8D9B-426F-2B452A161A3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1F1C0F-95FA-66CC-E98E-CDD9C09740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E38C58-403F-3DD9-C6A4-D1DAD2FECC8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11121A-AD50-4AB2-1F8B-7F85AD1B76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DDB839-1BE7-A369-B578-4A71A065143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22FD2-9EE0-81E1-DC29-0A4F08FE0B4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3BD8E6-6447-A282-15C1-3837EDAE993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B785C0-957B-79AA-DE49-48584CABCE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DD9D84-6B56-7949-5EF7-28211BF7091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61DDA6-0466-650F-1781-E71B9EFC6A8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5693BC-6686-3FC9-6D98-056772F7A57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B667AD-2F76-F4D2-0E5F-23D7DC12E1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DE15D6-0C45-E8A6-2350-1D71E891B69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887482-4257-5D7F-202B-558C3C5D58B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882F5E-EDD5-CD52-6E4E-1A0297620A1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DF440C-280A-54C4-9D08-37D9C2D9D9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DFAAAF-0010-B8FA-F9DB-1F2183186AE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A5E46D-8B18-988C-DF0A-94733BE11D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291499-EE89-F81C-32B3-FF07D0A834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62391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BAE0-E3F2-C033-5B5C-1A613801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3F50D1-6BDD-7D53-3293-D82545FE3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4BADFE-FA3B-639F-F8A2-F418623D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01954D-F0B6-12C7-A199-319BAE4DF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9D2338A-31AF-4E9F-F7FE-FA272DA7C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E91B5C-B519-1B5C-FF53-A0101B162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8FB501-FB05-55F0-1F76-43018E6D1FB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74FF0-7756-5A8B-0536-E607E448184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12DBE-E8C2-AD32-DDBD-B2D4FCFC1F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DC352-CE5D-12D5-AC6A-FE485D16C2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71D382-90B4-F913-2FD0-9F411631CF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54817-DBBC-38C5-1F6A-FCADEAC45D5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35FB4-F068-16A4-FDBE-C785CDD38F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BDAAF-5AB5-08C2-8BDD-C9EBB0D25A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77BAA-70B3-6713-1282-A47228D87C9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CF6822-1BDD-47CC-C118-190E9EA07D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B0399-C9C1-5E9F-E149-5A2086E2454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0BAD7B-5938-6438-5278-8E17E45420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8AACFC-9318-7F09-EDC2-E381589EF7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00C072-5D19-3328-C1BA-78C02A1FAF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F0EA30-BADB-599B-1260-B0A830486D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68B132-5EDC-BBB4-60CD-6F37CBE8151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71A2F5-BCE8-1BDD-A1DB-4FE7575833B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12D312-F0EF-B6BD-C675-43F7DB3FF2C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A47221-3F06-BA12-4F58-44767635594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1C7BD6-B04A-9579-E02D-1D021036C85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6E465A-BA30-B235-8D01-BC478DE444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A6B05F-2065-B0A6-33D7-C6748297AD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CB04C1-8A4C-5E64-DC51-13238990AFD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F3335-E9A4-5733-3EEC-5CB59F81DD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E83EA5-BFA5-24B7-9396-4F4786541E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39F1EF-44A4-0430-DF15-0A248E02FFF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8B3DA-2E0E-87BE-AD3B-99FBE63F073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395C5-0DC0-50A7-8EC8-F2D51FD92F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219BBF-2E73-928D-2C41-2AF8854180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7FBFEF-8469-EB79-9CE9-32995EF2C3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87A460-4B53-D227-6D9E-18E06E7037C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CEB796-C4F7-7E5D-37A2-B03A32488B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4ACBCC-91F6-1A65-C3D8-AB99635C25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A752E4-DD5F-DE58-BA46-3A010856715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C448E0-5CC1-B0A3-217C-548EC6F0DD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FB44FA-5BBD-4A02-750C-D02A106C44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DDFA0-7F1B-4508-9DE9-1A443DF59A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1F2CD-3CBD-2950-70C6-77AE2648A0A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BB1F0-E69B-A4C4-764D-C61DB8AFC61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833EAF-6E15-9607-B6D4-DC5FAEE80B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9B4315-CF18-DA8B-075A-BAEEA445B3E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CD3FB-A9FC-F759-5D17-8E7D2C6E977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5EB49-B4D4-5C3B-D2BF-4055A431654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B3C1E7-F5E7-2C36-DA6F-65E6888222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DC8C33-458B-09D6-CBFD-E3EFDE7466C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DF1F41-D59F-9F5E-F484-2A7B1801F5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2D149F-E0E5-54D4-6256-78A3C0FFCC2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948B1-2F28-79D6-C129-5B2FB3CAA3D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6D83BF-E55C-0832-0ECF-A9D3ACF7AA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809FCE-488E-C7A8-D3DD-17BD7503A7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1A5DDE-7084-2EAC-DEEB-FD420649D6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EFF16E-39E1-E744-F924-D9184970CD9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BEF30-488D-2C75-4B4C-ACAC8D21BC5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6C3E17-FEBC-53CD-B169-5253E172DA5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62E42E-DDE1-2618-0C42-1ABAFAB6B00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B499F3-9B89-B84A-EFA0-729C2E4116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0481F8-38DC-DB28-B567-D817FE73F9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1DA0A3-AA54-FE95-F669-2E5201805A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00DF11-CFBF-B096-CB37-2E09D21E4A6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7C689F-C424-089B-09B6-AE85A37237D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0FA09E-1CEE-6779-765C-5FBE20E8667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1283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CDD5-AB6F-F857-BEA3-3A59DC8B5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797D8-EB9B-5F1D-21DF-D3E252BEEC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FFE88E-3073-477E-C99A-D2D771106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94370F-2BD6-143B-EB32-E6A567E60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8C3C55-F054-F672-018B-D13DE430F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8E5FC1-66FB-E2CA-E112-A8DC2D211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F6AB61-EF30-D89A-5E14-5A42351512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6E2CB-E591-3093-AAF0-EE4E1ED224C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50CEB-3689-BC3B-69F0-AC7A11A4C4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125B2-62E2-43A6-33DB-D43B32579DD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2918AA-5A3A-C3E6-4F28-C17091067A6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66B73-E049-B2D8-AB59-F7982393E8D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DCA05-F8B5-E674-42DD-DA284DDFA0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564F6-340B-04DB-FA82-FAE4D99B8B4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EBC307-DEEF-1152-C726-3A9ED3CFAC4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5B285C-5192-2BB9-6891-E4F957B72A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7ADC2-73BE-EDDE-D2F4-E5251AF2A2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BF4F5-D370-E2BC-4C52-62FB80B0C1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0FEF7-1557-97A5-E364-FB6138EE142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D5C822-4033-2CD1-73A0-1C4DE532957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5ED8B4-6AF4-200B-0D62-013463CC47F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84C6BB-D1EF-FDD3-9C0A-7370C4EAB46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87D4DB-9EF8-74AF-E94B-669AB32AE11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5D53E0-EBEF-CAD7-A530-8725622229D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7589FC-8128-2F6B-3F90-9F2F735FC0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8C3902-0691-E17D-05BE-449BDFC3B81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28C5A8-A048-DA0C-E9F9-B4D65D2ABA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C7792E-0A06-885A-57F8-75B955A2BA9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EC661A-1ABF-EACE-948F-E7006E7F4E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871A62-2C3F-FD24-D114-90B531657D9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5FC8F0-04DC-AB59-6DAC-842B0D2183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40A6A0-5123-7F4F-4593-30AB2E23CC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558451-EC86-6144-3378-55768B20B8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D2755-3C1E-0080-762D-F76AAB7A73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4D828F-B6D4-7F8A-36F0-998F9656CF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8BE35D-9E4F-1BD3-67E6-51B032F9DB5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2AF0C9-2F1F-7562-B8E0-B5C21B08539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CCB32A-8803-20D2-E513-0BA7949BAEE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C7AB4D-A25D-065B-7DEF-5B37B2A434E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5D67EF-A7F7-8823-21FF-E58A434F4C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B88A0E-3DBB-5C26-67B8-6080F7DF8A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B5EEDA-8F9B-B1B5-11D7-7774D5F5093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6405F-BA83-4FBB-B3AB-E5A205C475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0A704-57A6-A4F4-1E1B-94346E9697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526110-F636-3EB5-EADF-0850E3DFE2A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FFC55A-BA8F-FCC1-4A38-8A6E49320E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B63FCC-6DE3-12B8-7AA4-6BFDBC088F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23B1B-35C7-2670-1C1E-3FEEE11389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ED92DC-2F95-F7EA-3225-A6915C05F73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89BBB-28D2-F6AA-875D-A1133578463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1C1D19-0DA4-B603-4361-E0027919BA2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E1441-7C0B-1E10-474D-A68468A2161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C0997-E893-EDD7-CAEA-DC7CC37F1E9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AD07D4-2DDB-90DC-3606-0AA923F26B9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4F950A-2FFB-3056-B182-A5DFCEB8D2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DAAB72-07F2-48F2-FA7B-3BE5218FCF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B001E7-E441-A2E9-DE31-09EE9F61E71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FDEF92-29DD-D4A9-D079-C5CE95062EB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8B8615-512E-E82A-C234-18892AA52F6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CD03D3-CBCC-0E7D-1BD6-7ACEE524BE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B6FC22-3F06-29EE-90FC-6486EDE1B0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304BC2-E053-04C4-95A3-DCE98D33CA2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33D68D-F4A2-103D-29AB-E33CF54B46A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00E8F4-D366-6A40-4038-2627907FCB3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359369-DC11-F3AA-B4D8-BC5B89C1D3B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DDA7E1-2505-7C2C-CB8B-88B2536D9C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A993ED-CD9F-9CDC-FF0F-3293E8D602F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C5136A-A896-E1CD-06C5-3560F8E6575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CBDF3B-50C3-E2CC-FBFB-4159FCB3057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1FE446-6024-1181-F9B0-1DFF94FE1B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7E2A17-A854-872B-7649-575F808BD6A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BECDB5-5CF3-83DB-9E63-9695088897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A19633-225E-EA6A-EA3F-6CA17803DE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84725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FF6A-71E9-C035-280E-424FE534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9AAA5C-51A5-612A-E11F-637A5CD62B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18EC37-0519-C4B8-0458-3EA1D192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856A72-84BA-A8BF-8D51-4A7BA86E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5C475C-5B75-743C-FCD0-B92B57517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958301-DD75-3F59-D9BA-D941E48AE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9E3137-BF97-95D4-0FA1-4EEDB33F1C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CB959-8854-57B7-9A74-490CAC8F3D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5CCE7-89BF-C616-213E-6414714E8F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024FD-58DC-34FD-B2CF-50B6767700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AD05DD-AC56-ECF2-06E4-250FF22324C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0E0736-34DF-0F3C-E2AC-FDD7D289E1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F41EA-3D48-5FB9-0C9D-64B5ED5ABF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ED570-F7DF-99DD-69E8-0E8743C0A91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6ADF8-FE68-AEDD-068D-ECAD9D988D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AD513-985E-81FB-10FB-1C7F5FB5FF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E16C5-419B-75BA-E1CD-DB769C6D4C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1AF3B0-CA42-C785-FDB2-57B2577985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458860-880D-8F31-913A-C4F1E4FAE5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CCAA7B-1858-6FFC-71DD-084B006BCD1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4D68BE-A13F-5BEA-9346-CA6217454BA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345D12-DFAB-3D45-8BFA-62AD323D46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898251-D720-812B-C8F8-E0D05805C6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BEB8F2-3AB7-502C-6FF6-27509D5CAF7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FA1DE1-1165-56AB-EAC4-1020D8811F8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6693A8-6811-DF66-094D-A5ADFFA9219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0E416E-56F0-CB4C-0405-CA1D4C8BD0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FE11AF-7AAF-584C-2245-2FA79529BA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D64FD8-F227-5C98-A214-5CAAE0CF81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564EC5-4EC1-FBA6-8625-79370D031EB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BEBA04-F792-3917-6351-7DD9393FBD9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445AF3-8883-BEE4-57B5-F6F1C25B4F4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FC3D3-2536-BD61-0084-12D3F8AACD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F4BA77-1E24-24C5-B0C9-9368D5DB4A1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8622FF-47D5-7AE4-2628-DD8E599CA1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001E1B-0ABF-B5D4-7C8E-8BC98D73A2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B81EC3-B293-1153-63DA-CA16DF5D35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BA3F23-FF9C-C9AE-5CBB-DA9AE18811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E8E621-7D8D-F166-6727-8A49C5680E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553366-1A86-6001-77F2-CD120D260F7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3C6990-D071-B984-9FCD-E6D8A0D65D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DBBBA7-FAD8-3A37-42CF-39C890639E2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2A031-31A9-57FF-1916-D99CB9FF6BF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B533F-953B-26C8-A323-F4A15AD17CF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5307F-65FC-0922-2313-EEE0ECDCC8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FCF217-5C0D-C8BE-D27A-CBF60E0E025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BBC674-FA4B-E688-8010-AB5BDC67C6B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166F81-1FB6-74C3-4246-8720B26CEB7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DFA00E-3A72-FFCC-0502-8D14C136D4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65D7CE-D0EA-C0B9-AE48-D7089F254E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E57E21-E36E-5CEB-AEA7-01592381C0C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94847D-DA8F-EC3E-3ECB-03C1DA5F2C3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AE85C8-B0C6-C6A1-8A49-0B91C4BFBB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F74B6-310D-B074-E121-B79B1ABE49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23AA4E-BAB0-455A-349A-0841C37355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28AE08-FC6A-CC75-8B46-7EFF3139774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B9CAED-F34B-BF33-EE9B-5FA2E8205AF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31FD83-900C-EC8B-5A7D-8C161E22C57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36F1E-E61A-93D0-6525-13F33BA341A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489385-1BC7-699E-61B2-E782C7950C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33B23A-0748-B0A9-7620-AFB7DB047D0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AC60A2-B2B3-B552-AC7B-26A2527C2F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E88306-8FBF-6874-4EE5-6F2E07F1A16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E1D6EE-CF84-9CEC-E159-7D9ACB1B0D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172A30-F135-2FDF-1E9A-C7433D0E249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3C7F9C-12DA-1B2F-6BC4-A50E290F3C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68B7E8-5918-F80C-D726-8E5550E171D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24D054-F193-F9D1-3EDB-93EE7130120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548973-4ABD-BA0C-7C24-6A49879F22E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9E7295-611B-A6E9-B286-7B8085F162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EECC9E-7C58-93E9-9794-AFF32621CFE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9210B6-9F31-F8DF-DC80-2B1F2A492C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8440C7-5729-3FA7-BBD5-BCA5A2824F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3090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893F-D4CA-CAC9-4EC7-0C844F4A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03845C-4200-37C3-45AA-71E67C7F23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7F7282-747F-0F83-1B63-1D799A6D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72F757-8174-DAFB-AFD8-77416573B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A7CC56-EFAC-B06C-BEB9-581690479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6C04B6-59F4-FA3E-19EA-6C1A86BF0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7815F8-831A-2055-69C8-BBD3B16A18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ABBF3-2060-EA30-327E-227CD2D3EC4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90E39-1099-91B0-86AF-4ED36C510F1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DC249-3A6C-42F2-D18A-D362A7E2D4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07481-A6E2-A549-7DAF-2CD03725E71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97081-F927-2114-0B55-A9DA4D753FB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7AAE7-2F07-D4F8-EA2C-316A240ED4C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90F85-7A3B-47E8-1B8D-78333E1B91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DC482-72F5-1733-F71F-8DB43918B2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B1861D-06F2-9B92-BB7D-0C3210E69B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1BC9B-F8DB-AF2E-BD6E-DEB0CBB9CAF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7C08BB-3FB8-5CE2-B861-754C7FADF66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F3804C-68CA-CA5E-4C28-7AC292556D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EA270C-3D93-ACFB-A5D5-63B0A52307D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85B4A7-3B7D-FE95-399C-E470981EC1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812A71-47EE-4978-8408-A2AC0115FC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07AADE-2F73-B0EB-908A-9AD34AA3DD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3E860E-CA30-3262-5462-18E3CE6A1A4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EC26A5-888D-2994-CC07-2013DDB87DE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003511-443C-73FB-9E95-7FE6099319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E43B40-F2C7-F8E4-D302-643DCBE831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365478-F787-E67A-FF3D-43B426031A0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087BA8-AD96-FCBC-919E-17C41E93793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F83542-A2AC-938B-3978-69F3C973E2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B0557E-A2D6-6C90-E325-6481B83DED6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BC3E3C-C679-E37D-F1B0-CB87E8F2835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8C7F1-79E9-F69A-B98F-4D7E3D4C32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18684-A2D9-A757-5C70-DF2AC8069A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5562A-061C-415A-1166-24FE17BF20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25FF0C-3EDD-98AA-50B7-85742D478E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636A75-D017-86CD-9E98-18882FBB17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718339-F3F1-4F8A-0ADD-48751082E9C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66A6A9-A1E6-E7C5-A4D0-0DF76D82AB2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4B766F-D4BA-5AF8-92D8-DA137CCA6F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E36561-2FA2-B2BB-7EF3-693462255D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E65257-94BA-04FC-3BC1-64281D21BF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68E69-CA14-25D6-E78D-7EFE78CF90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22EF6-5AE4-BF42-265A-D6DCD7D1CEC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0613A5-C442-2F11-4247-B4BA9FBA78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F6E669-4B5F-5259-4878-0ED847482BE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C7B136-4885-514B-C38C-5DB467C5E69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9B846B-E9A9-79A7-C530-D594076CBC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242A0-70E2-7D66-F505-B368EFC8488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1D5454-C263-84A9-D1AB-04414A7955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1C644-B5D5-FCDE-7D07-4718EA5CB8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9AE8B9-6FD2-21A9-47C9-E516959A6C0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520B61-56ED-1E45-97A7-1D2056BEB1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5C4C73-FFFB-36A2-01D8-5683C3CFD3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4B670B-439E-180B-B4A4-854B58C3A1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9F6A61-CCF9-679B-4DB9-A0D52FEB552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0E4FCC-B507-83AE-C6B9-DE1BA7E8CB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9446B9-584E-E9E3-7D16-D86FB1ACECF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3F76B4-F30D-71D8-276A-BC31A68FEFC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4FFD49-2C60-67A1-823A-8EBEF4B5059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867F2D-7C74-FAF8-C595-F89C1DAA2D1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C1F8DB-1B75-A924-CB9B-A39CD8C558B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EC7F60-15F3-7357-9450-C3A745F27ED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F58759-36CE-F787-8450-F352118FC5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031EF7-9504-9A2B-1223-1305AFC810C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4B84A6-FA74-088D-69D5-27308C754E1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1B4A23-B7A1-66FE-F51D-5770F5E1871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AF5713-45EB-72D6-6ED9-AAF2424BE5B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8770BB-94F1-E8E1-8DEC-3E33AC7BBC3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E93C8E-7890-309D-49A4-E7BE74BDDA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E4805F-741F-F220-6E6F-E6397A97B57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896FCA-8200-2BA2-1027-F9EBC69547A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101E09-5ED3-282E-9668-03F0E7F5E6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0057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E2C8-0FA5-D586-DD1F-EF1C9E3F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805F17-2609-6068-8310-3E3E3633DA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F56EF4-4332-2E1B-5C9F-80383173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59998C-6803-6771-D414-24D0D2F32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1FB22F-1F9B-6E87-C3C5-F65B8D43D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B24B29-DAD5-8626-9A8D-AEFF88596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39A73C-B56A-80D7-62FC-4BC8BCB646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B20A5-7377-D7C6-657A-6EB4248FFA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A895D7-8DC5-650F-2853-6F5AC6AEB5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3D071-FB48-DFEC-6EDC-1C47AA7FAC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3041B-19AB-EAE1-0A38-26BF2EBF756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65E70-C800-DF7F-1DC7-BA3EE1AC331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29B7D9-060B-5FC5-2DCF-F9163B0FA78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9DBB8-153F-7C3C-4486-1C9BCA2E238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C88C0-5BE4-1075-8BA6-DC8B009ABC1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8573D-72AB-B572-1B10-9905D8BB19B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38E21-DD0F-6475-8664-B4921EB2EF9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2A4CF-7CAD-E579-338E-5114A4AA5B3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B472A9-A934-B003-F5B2-7880183C87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60760-E762-7B2B-34BE-4CF3C539C33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5E9B9C-C571-84DD-E68C-AD6202540A0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37F2D8-2EB7-F66B-36F1-44EF06E0F4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9A3948-829E-1F1E-A1FC-8AF9527A5F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449392-46F1-3745-8DB6-8B2313FA188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29F24A-9477-930E-7486-EA820F5F3B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A071B5-F24E-C29B-4C53-9DB0373FB1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38532D-7050-B968-F133-7DA22A978C3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3FE13B-104A-EB53-DBD1-B97EDC75BA3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CE68AB-1402-4956-EEAB-DE820C8A296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875F65-BE57-E1C2-89F1-C3BD4BBD63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D3428E-9FB7-128E-7582-4357D3240DE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DC7EB3-F883-D8BF-8957-BEB35836A1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5D85DE-2E4B-28D0-FF24-7CD34DAE97B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2A6A7-BD5F-BE6D-6475-D6FF7EEE3B4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914DD9-E272-85C6-45F8-78A6C86280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22FDB3-69C4-747B-44C3-5EB405AF99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CA5124-D07F-7A59-BF78-839F48EF68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E631DF-7F03-DDAB-C610-99EBD9ED29A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4632D5-15BD-DC4B-1816-9C2EBF5B55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B29826-F8A2-F2E3-61B5-A16FE225C4C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A58FA-6D9A-C7DE-F0E7-821D172D18A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E3598D-BDAC-933E-BF57-D1E1C4CB836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53F88-6B66-66A7-1DE8-0373B8898A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8F95A2-0754-EC49-C127-1CAA176F9CD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521D1C-E6F2-075E-B488-3A9F930AB1B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47618-8709-D67B-E47A-91D1F7E21C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FBABEA-9473-61FC-DF64-9A2E157D5A7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C8BCBE-EB38-B775-2185-1279699566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2D519-D2B6-9F8B-CDE2-0D33427F89F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5DB033-DC53-BD0E-5F43-4720CABF20E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5EDAEC-EBA1-B570-43D1-6D1E4A2F19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851C8-9D5C-85B3-68EC-C75089A378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E764B1-6894-040E-038D-15ACE749BD5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D6F749-C5D5-6B7E-FA89-B61DE2AB4A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A31D03-E549-C5DB-DEDF-017F9383347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393398-04E7-8279-1657-E0A4E86F182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DA356C-28C4-8885-8412-A8E99328F74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0252D4-1BA1-DBBA-06B4-C3FD11F9782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21D881-27C6-4445-B4D8-A84DD2DC2D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B3202A-A7BD-EC8D-3C19-06AED39135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1A2E36-7C66-BE5F-48AD-EB51607A312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34A65B-62A6-A128-C85E-D146C81064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52D300-C45C-2A1E-9BBD-996AFA12BA5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EF9BD8-F115-D3D7-56DE-67BE8B723B5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8AEDB3-1B55-6045-10F7-D37E496A7E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2E7118-C564-4A4A-443C-D8A3770C442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39ECB8-8814-F94C-418C-5F4C96B4D9B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A750DE-6023-5A5B-2AC2-C137F507130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13772C-C019-6ED5-4B13-C1A5148F97F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2E7872-338B-554C-63DC-9761EE8457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FAC7EC-A3DC-C597-BF21-8522C70E4D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F81EB9-6474-F12C-4A9B-3C2DF805CB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8FE65C-9DC5-E9F8-824C-CCFC3962F7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45FDBA-2B56-90DD-C489-5F24F2777B6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58273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61FD-464B-57D6-8304-9A3EACE6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AFC3E4-E4D5-A341-7AEA-6BE7F96BA7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76EB24-0B1B-F3E0-6381-5C93D0FC8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9919FF-9147-2B1A-AB6A-F104A1D1A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9F691D1-E7A3-FC58-D1CA-1A0D944EF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9B79CC-3E61-CA86-3705-2F71DAC27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6ECC8A-639B-C0F1-07AF-AAAB080BE6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691A5-DC6C-ED93-08CE-9BFA77F5C11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BD6EC-2DC9-BBEB-A57C-B2C9AC2223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FC30E2-7F71-FA0F-ACE9-6F17FB417B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68610-9BA6-B460-3CCF-57BB0E398E7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CFE06-EF1C-EEC0-DF77-43E10137493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B3542-192D-91AD-64E6-C18176A21B2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B4D716-4297-0965-53D3-911E9DFC3E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12C1A3-88E6-89DA-9C4B-08549CE3326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2F39D-FDFE-E493-039F-17AB6A70A2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B8A6D8-016F-6FD5-7F53-4E7697CED42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8BF356-1DBF-9E2B-B531-0E0E35B373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87A1B7-B0A3-F481-1B61-D8EAAE5127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7FCFF6-CB42-A063-942C-B114E299D0E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BA2712-7CDE-1DFB-0161-9777A4B2068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330D81-57F9-70EB-721A-B489CBD3F6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416826-2FFE-9C5D-5B23-5E7EA037A12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28140-0075-99DB-3512-2EFC5AF7EF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127D79-469F-CA52-F04A-D5A3260965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69F4FF-40A2-653C-DD76-3C2820D0BF1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02D4FB-CA55-D451-1346-0FCE84F11AE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23AC0B-465F-A93B-AC2D-4C9F5ED7DBC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6E4C0A-37D1-ED9E-6B29-CB19861266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0FD7C2-CE15-072A-D9C7-339A2EFC6CD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32CDE2-8B64-AF0F-003B-032CA897BFD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E0DCB9-2E0B-102B-A668-D4F3301CB47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38A6B5-7198-E9BD-7EC2-3CBC2A573C7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056007-7AF1-82F8-37B7-B1CC0DAE9A6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D0AAAA-8DB0-785D-CABF-F5A34693EE0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6FEA66-B27F-D4C6-80F3-537B6340320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5DC0E4-8AD5-7C27-2748-91DD32689E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72DA33-0AEA-44F2-8542-6F2DC0DCC63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51FC2A-01CB-902D-F318-5D1895069F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328CDB-FCA4-4DD5-48FC-FAF1A9D9FC7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A03030-6F6E-5412-ECD7-51BBDECACD9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ABDB21-E283-F744-764F-FCBB4569CE2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42712-12A0-AE5B-5360-887F2F0DDD2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A5F08-C0AA-F857-6EBE-E0D423178B9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A90C48-89E5-786C-B299-6B2107E234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9B91DF-D2DF-D62E-AFC1-B0D1D9AEBA3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2AE0FC-456B-7D75-D546-0F0F2FC016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3CA3DD-102A-6425-DC18-415D77695D8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009A3-2A04-4B46-098A-B627A8240F3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13BE5A-2527-3B7C-B8C8-0E5C3A4EDCA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F3BD5F-B819-4C62-424B-64BD246B3C7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29E902-C4AC-2F1A-5821-7390128952A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94BB68-9782-D7BD-4B96-C61596D4E83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BB4FDB-BDC3-F770-9B04-9F8568E34D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131177-4A1D-1DAF-12B8-3DBE700E54D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D7051F-0DA2-805C-DC0C-657A07B5C3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EB2953-8D27-6396-60E6-770BDC60291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E0FB13-9857-F902-A262-EF74287FA5C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F6A83B-87C9-2250-A2CA-E32820D6517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55F9ED-3343-A025-7157-1896769F7B6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CDEFA1-5097-BC46-EE87-21C78ADC21E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C8634-8A8A-552F-01E2-994355FA48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F0279E-CB64-C8C8-22CE-4CBA22DD0C3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2F7A4C-FDC0-93F0-C303-349E8EA9062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B68D55-F4C5-4B14-6058-1F216B32DA8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8B2212-E15C-BB15-E048-9EDC534175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784FD0-8B5B-6E4E-3432-D7F1CCB9268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EB9D23-715B-8AF3-D474-5CDCD4B9FB6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E1B130-0904-B493-A292-D5D8CC8F12A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9200F8-9A5D-C8F0-C4B3-7EBC4C061F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844EE9-B5D5-490B-4A87-9DD5AAE2E9C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47F405-9046-3DCD-EB63-4E6731F0C8D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5CCDC9-3BC2-CAB6-B839-E995F0AEB3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04DF86-FE07-B187-9D74-E866976635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3638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6F560-F55E-69AA-8AC2-6A27A7A5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814927-324C-BDE8-AE6F-B51256D81E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50D25A-AD81-58A8-1FD4-C489DFC49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6EE25A-EFB4-0FB4-4A3E-34C547198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468B14-EEBC-FB56-843B-6A26AA4A6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AF23A5-C5F3-3340-15AF-7610A2248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CE612-0BB8-1F77-E462-6613D4CAA7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21F72-52F3-6147-4024-1752F791B6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F75FB-52B7-737F-85F2-F9552B21D6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B3FCD-D791-4348-257F-4A414F4318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85748-DC31-0448-8F9C-1A4D13E301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94D733-CA3E-3CE2-9563-9AB3CA4BE4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503AA-3A90-B82F-571F-5EBFB409F05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32B657-8BCD-4179-0E00-4F5FFBB3C33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A368E-B1C2-BAD6-55DF-DCE8507B543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8819C-6791-C8A9-1A57-B0001BEFCED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B7A481-7D0D-ACB5-9BDA-E112A6D5467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CFCA19-0D42-69C5-9563-1CB278615F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FC89F6-D1BF-2A02-B4FA-DE941A47A30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B74EA7-1557-7C87-F581-A8781715AF1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808AD7-9075-99BB-CE47-D5AA00A5BAD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F66677-266B-C92E-71D3-D99803A3FF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04272E-9B88-59CD-9F27-ACC3BC04B0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A1A3DE-EEAE-47A4-D10A-34360102DD6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0B47F5-815D-F9BF-D567-BDD86339A9F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B5F765-D209-9C7A-79BD-E3751630FF5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50E1B3-98AF-B9BD-1CA2-3DFC4DC72B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19468F-827B-EA75-94C8-1D169DD40B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1D29EA-9C10-73CE-73D5-0AC08612D0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6B626E-0801-4241-5868-C574C96A7D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58408C-5A2F-34BA-01ED-3326D325F5E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2E8A5F-C308-28DE-7985-C6347CD02B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B81F28-941B-7456-D786-A7E45E01B94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5BFD3-0682-81F2-3F45-CD2CABDB36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DEF02-ABB3-C5A1-FEEE-67A0B27446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E6DF62-21F6-85FA-72D4-ECC0F8DE9B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4A1AAD-B4B7-9804-9D3C-02B0A766382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D60289-880B-DDB2-2810-0F86F31B461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601BAE-9DDC-9F07-A91F-9B7D174D21D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D87EC6-F5FC-FC9A-FDEE-657E5828F14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216B98-D68E-897C-AC0B-96FD107056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034336-C1ED-233C-7308-C0CEB2110D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13C6E-9A64-C6A5-E01E-302A87302E5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E1BC4-82E4-54E5-42E4-E1CF8D8BC53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3914DD-CB7A-A9EC-661D-1A4217D4E66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6748D2-EAC4-55FC-F03F-638EF476A0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EA801-7F7A-CF2A-6C5B-BAFD67F62DB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B907C-0F7D-EAF9-C13C-DAE10C1688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D8AFD5-CAED-80CF-9DBA-D21569226E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534374-5480-91BD-E1BD-BE8A16C1DB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B35BF4-DBCC-77CD-D419-E5AA596E520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F0BEC4-5FE9-80E6-6B48-4D3EB0BF119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D57AE2-EB58-4A15-5757-B1C3D5B3B2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2E70E-E0B2-CB46-0492-9F94C3B274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C9011-791C-A3E0-E1F4-D91F2F4A4E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CC2996-DD16-8B8E-A9F3-21824074B8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2F1DEF-6332-C6CB-596E-EC7568CF79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69ACD4-9D0B-C292-F1CB-735261277E2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0051E7-9B75-BA3A-6E47-C33FE2B7EA2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2C467B-7DBB-742E-AB3F-8D7EB60042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4C14F4-2853-8257-CECA-881EE27F99E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631369-255B-A973-B2AD-AA3C736044C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123785-5E7F-93D2-7EDF-A9F013AD2CD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C7D11E-843F-250A-010C-0B48048A8D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670C60-4470-F4BB-F291-7DF8673141D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0CDD2B-D485-784D-B121-D05902F62E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BFF62F-037E-4143-387E-21D5EC0D29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B3B5D6-73DB-1D75-2D6F-C6641CF295E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9BD912-59E1-5168-24C0-40ED53BC7FE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3F4A12-0AC2-48B6-E1D7-C77942FA36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B82EB9-54ED-A9E9-B749-D0DAE0AFC7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6738C6-130D-8D37-18B2-07E0E3C90D3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763728-1BDD-52D4-FE71-0D03AC16D05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358000-B356-AB06-182B-75FD1AB3837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9264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343C-5D16-9927-7796-93DFD25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4F1D21-EA21-1163-AA90-2593B644D1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C31134-03AC-D0A9-4F41-83D3D7E9F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B60AF8-DDBA-09E8-8910-8C232E1A5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F31B98-3F37-B67F-173F-B186F11EE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1850DB-AB31-8AD6-378C-E9D1D05B5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85ECB5-E619-8B77-632F-EBA796DF86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57C97-8545-4B5A-A3F7-3ADAF3FC7DF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66D11-ECD3-FD64-E924-4FBB7A680B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7D293-4E3D-FA44-EA61-EDC358F582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A6DB4-6C37-4CF2-09F3-1EED519B7BF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A81E2-233A-0BEF-ACC3-A85563E1DE7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23328-0D66-FDF5-AF54-A656FF3FEAD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D4B91E-8FA4-2B0A-A242-5B26415B7F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1C162-B6FE-E883-6E4A-60739B4895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096088-8DC6-8BB1-3C0B-45972F325F1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0385B6-1803-9896-18BF-BCB63B471C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B1E987-7112-97A3-921B-2829F49487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C315C2-C431-E2E9-672A-AFAA694A929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1065F9-85EA-7B69-7DE3-778FB547EF1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5BF040-0AA9-95D4-8B80-98CCF720FEC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C76523-0490-B25C-A377-C6921EF3213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9C77AB-AE6B-7A04-A01E-3800474987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54C364-9F1D-8B9D-970D-A24BFDCB79E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2FD11C-91C7-258D-E8C5-98FDF73A2A4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287EAD-0775-B658-1A84-B6E5CFF9AA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878D28-D55B-8B40-69D1-F12681FA3EA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FA0429-E46F-C954-021F-7A9B328017E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B0740E-D72E-561F-74BC-83D0AEED756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C9BF7E-871D-70A1-293C-92A9956FFB9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8C2B9C-3F24-5C4D-3548-F134CCF0301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7CF7C-8030-A89D-31AC-3779163555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6DAFEA-817C-A2D8-9F3A-F21A39A177E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9F6E0E-0D16-2AAC-C2CC-51BACF2F223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0639F3-0405-4E5B-DD61-90400AFDFA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2FC5B9-14C8-947D-CCB1-74AC5A3B8E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B26DE8-7F9B-5899-D54F-133CF785410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B52F93-5E22-FFE0-FDEC-F84EE7C90F5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25D988-10CF-6569-43F4-CB1A37BF43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1A4390-DB40-ADA7-1C55-B4268C2657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770D6-C840-7669-8454-BBED2A0192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068323-E8FF-54EC-685C-CCC66AF4BED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0B2025-DA10-FB8B-EB05-B6927FE066E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A4BA52-CCD2-EAB4-82DB-5F2DFBCD4E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1291B0-D09C-C7BD-B9E4-D30C6F2128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9D1EE6-E29B-1D4E-5AA7-5506A310573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51684-F5CD-25FB-AE08-A16C40FCC2B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59D65-5F6A-FB48-E114-EA64901F911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10F27-12C2-E043-B5BA-DEBD095ED6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963A6F-F102-DF75-18C2-D39716CFBDB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DC7181-A36C-A9D8-C36C-412FDCF17A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8B2A4E-7388-3538-292B-66DBCC9304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6548EE-0183-83F9-FE30-B0E8F2F36A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4854DB-6FF5-2341-E0A4-D89BA7244A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5521B2-BE4D-46B9-97A8-B5A38350D6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4BD7CE-988D-EB21-0176-B0B2AAD23F0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ED32A1-D9D3-9359-5897-88087AD9581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87C3A6-56DC-C9BE-E793-C95D8033EA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1DDF25-A63D-2003-2CCD-2393374BE99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1735D4-EB63-4D30-F65A-DC2DD20B7FD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265A2-40FF-1D2D-9D79-60D9BDB1B19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DC2CCF-496E-B334-6D8A-8FFCD7CE8F8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F013BB-9BCC-EEC1-CADF-A71F3548A7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2960CE-DAF4-3368-FBF9-A59EE874CA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256A34-EDCA-BE2E-BA77-3127FBE598B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5DB317-A743-F0FF-4743-7663831A9A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C5918C-ABA9-5721-081B-0307B23535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A1E4AC-876B-5538-182D-1040F84AB07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DD5DDC-F6EC-3971-E4F6-AF4922B59A7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813E44-E1F5-C56E-CE7B-15423FD678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0484A1-653C-56A1-7808-D6429F059E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49D578-DD14-70E7-6A7C-EE0C7B4C7E0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D59077-CB30-1C1B-AAA7-6898D30996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CE8528-B120-B694-2217-518CC899AB0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54090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082C-FB8F-7BD2-6337-A4FE1E42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B2F7F3-5F43-B43E-9D11-C89A4E75A5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D2E666-582D-8840-66DC-2473B8C50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1A1912-0C55-4001-6BF4-395031386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4CF16C-6404-B763-2CE2-F51F46C7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F40FA4-D868-8E8E-CE4D-16E09425F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55C1BD-909E-1429-C38A-1FF78A8EA3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96BC2-80E4-B524-4E6A-A97DFC5C679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9F0D1-1586-39C7-D715-836AA088DA0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D7576-C004-A6AE-BFCD-EE828C480E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EE458-3402-7AFB-73D9-B7FAFC6752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B0C1A-1F4B-E8B3-C3B4-F5991A22D04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5A5E15-04C6-079C-02D1-92A7726BB35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F4FE8D-9289-1AAA-09C3-32D42FE732D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34538-8532-F62A-8C2F-4FAD4A0D977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CCCC93-83A1-D9A4-43CD-7BC20286FDF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60AB1-FBC8-AA74-E5B0-4129AEB6044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15C517-0A78-C2FE-CE2B-C00B71A4E9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E4336-9846-A1E5-DBCA-373133CC245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2A78A1-70F3-F7AB-EB62-981A1C6DA5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46568B-04DB-5852-DEF5-C17A0092A3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91A393-2372-0D81-3BCF-F13E208CD4B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0D43B0-AA93-2872-3FBF-C00FD090B71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652ED0-182A-F2BF-4673-89FC7B73416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2301EE-2622-07CF-7E3C-AD72BD9B03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C8A393-A6AF-4200-F366-8A328A39A7A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4B998D-E8AE-DBF5-C6FA-23756E0598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412F48-85B0-D9BC-690D-769D2E766B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9F8C23-E7AC-9340-84DE-55052312D71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8F3A98-AC30-99B7-BA51-D28A3DF9BF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94315-E6B9-7451-D599-EB237853FDE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CA84A-36F7-5A45-0C38-37C5F5409B9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1435D-0939-649E-0ED3-81BCE16CF06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6AC527-AD41-7814-98E4-05EE543EC52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3BAD4-5163-6AF8-D141-498E20709BF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2F2687-42C1-AA5E-C672-E12B1AA4CAD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4FB0E8-7CEB-9AF2-96C6-93E4317E9B3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B69AA9-9F60-9D3F-9766-EB913D7183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FD828A-8877-0F5D-8F77-A435DDDB45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FAC389-7FD4-0E13-A0D8-9064074DEB0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A02DA-D870-086F-EE0B-E77C5B68A5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BB444-8F5B-7914-5D2A-B9EF6182A71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D68709-7270-907B-D702-F2FFE77B6B8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F759ED-F5A9-BCFB-7DF5-CF62C938856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705E30-9EFF-33C5-572D-CF2F22C689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FBE73-91FD-1DFF-44D7-D2B12370B7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A7646-D8F7-7418-6268-4B99806B204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8A9A3-95DF-7B8E-5F2C-02537046547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BEBF0-79C0-8E07-DB9C-87ECF01ED2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F5FFA6-1F71-68D8-F800-16614769E9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867B9A-2025-24CD-12AC-5D9063C3428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C4670D-4181-F1D0-634C-F37B592436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A58487-7E5C-DDA9-2794-57143FDFDA4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CED3F-62A3-0359-D44F-C2CCA1D71C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AE0FB7-FFC9-04AA-6BF8-111C201E9BD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F1FBB9-E66A-C7D9-36B8-17B2B724EE8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A7D5A2-B102-E803-DB18-19B01E93C0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DDF116-0009-604F-A73D-59ED6F808D2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9007CE-1F58-7753-B36C-5639DB26F5A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5FAF9F-6AAE-4BB6-7B00-B9379A5D250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45E21F-36EE-BF3B-96F0-D7C57D228D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76B230-0E44-C63B-FF1F-7958343141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BCC489-7744-F8EF-B53B-47C70EFB81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116B41-F1C7-E229-26E0-39DFC4C03B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D84946-223D-AFC8-4ECC-D12340C4717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5482B8-C1A8-B52E-E2C0-9ED39EB1C9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924296-33EE-9ED3-D4A4-CA50BA2CDC9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21561A-78E6-AC59-67E9-96A8811541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B5527F-8161-6243-D9C5-685D0A3F06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A9C8F2-64C2-C950-88ED-885A3B3BF7E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FF7E72-095A-EA75-D80E-323896134F5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07D2CE-9766-E897-B9A5-E0F564F1B9A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D1E0F3-CDCC-C684-AE88-FB700A4C261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328FF8-A253-9977-4EAC-6620C5CE517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072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8F109-A9E2-D809-DC46-86F9C785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A7160-18EA-9B0A-1C68-C2503B37C8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64C8D1-082C-4518-76F8-340B3A351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C34BF9-4491-0804-FB8E-3B3D1E086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45E60A-D7CE-7CF4-7089-9F7173057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84354D-015C-E98C-AECA-F3E8987CC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7D13E5-F877-CD4B-5627-D3D54CD38B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46367-E110-B1ED-8C22-ABD2CAE2FB4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3CAF2-4403-5EE6-230F-B8572C46E6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2A0C1-A2A0-04ED-9851-A224827B16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D903E-0DC5-73B6-BD3C-581FBEC7061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77B590-6778-68A7-C5E7-7C43540382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FBD51-F3A5-6340-4A86-188DD233A17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599CD3-A6F8-5356-6393-45AA78B59D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64A40C-577B-E54F-6BAF-19F1A0A377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DF114D-8991-2382-CB54-6800B918DB2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DC56F-8B22-3BB2-C1D8-6A7543A5BE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C90D3A-86A2-98E1-D46B-269C5A5E7F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F1E0C3-301F-127B-A0DE-25C151D2C07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3F63B6-5FA7-314F-0F49-69E90DD557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225C29-F910-6895-27AE-3DFED92E66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FE4D56-7708-1CA8-58B6-7C78CEA16B1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4B883D-67B5-DE8A-B660-098C2FA4F5B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EAF0D8-E524-587C-16A3-42EE28D8297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04F3C7-5F18-E544-8156-5538F571EFA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727637-66EE-5AF7-E064-6309A9C6C7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9F8793-81BB-2BAD-35EE-D7D0C0B8960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A8557B-5D56-56C0-2F4D-55E49559E4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BE9534-5D9E-F60E-B8E5-88C98F5EDED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816E38-F1A2-DC83-4524-3357A3F524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94C8DF-FD2E-FC00-62A0-1B984013D7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10418-FB7C-F624-50AF-FA40D7B4905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E24BE2-1FB4-7BBA-8E2E-C072A10B64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34DEF3-7820-03B4-1C6E-20234F5AC47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A66E8B-B9FD-252E-085C-2F81CDA73A7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3A7D76-6E1A-8AA0-909B-BEB6B712CE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2C7943-F90A-DBC3-53F7-54545D1EB2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E3064F-0DC8-9D5C-C580-EDA402856B4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D586F8-1DD4-4192-78A2-6BCBE2C0D34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3D1F6C-0410-054E-513F-7CD282C8AC0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4B75C-FFD0-712E-1511-20698341692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D3923-7786-9FAC-4AB7-195275AD784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41A506-08CB-6125-261C-14231DAECAC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A6B922-8649-E684-842C-16CC5605AB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00843D-9BB1-4EE4-410E-023B9AFC0E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4D09F7-929E-5975-6B2B-C958A9DDBC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1EB88D-2B9B-C696-80C0-BE7DB9322DD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03F727-E09E-755B-694F-66E22FF207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1133BD-4F1A-C72E-96CA-CC18AD4AE58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0E493F-32D0-124F-ECBA-D46B40711A2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F3DDA-71D7-7964-E6B5-E0EBB7BD5C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605713-0359-1912-D974-B79A6D9576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D926C0-6946-1F86-B0D4-BC1AF04D28B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001E2C-35A4-0998-AE78-D9E5D3B038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17F6A4-6D97-CAB7-8A92-513C40FEB0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13269F-1722-8198-F753-45AAD64BB22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472736-7F99-7F47-821C-3B09BD282CA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192CA2-CAC3-963C-800A-60F2EA7317E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4D6100-520A-F035-8192-10219CB18C7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F6287E-3EE3-083D-5703-79D5BF38D5B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85EA3B-55A9-9208-B14F-C48E4274041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21EA7C-0AB2-00DE-3726-0F9D5BE5FA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732EC0-2F75-2D23-F7A7-BD76F8A62D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1DAF00-B016-6280-E7EA-EBCA9B94855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C5FD43-8115-276E-896A-22E22B42CFF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933309-104D-17FA-77C4-D8E35A5A8D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D4DE1D-2E70-3AFD-A486-69B6AAB96AB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2FA9CB-BDCB-EC5F-6944-F7201EFBE5F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A64024-49D8-DC52-25AC-31C3490FB25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3082A5-F20A-E66C-7169-438A22A1D3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0252A4-CBBD-1E0C-F27B-849687B2BD7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1054B-23B6-6541-5EE8-F167BFE37DC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898D20-EB9F-0F8B-E8A1-7919C82CFD7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23BF1A-0907-67CC-1234-DA35F64E68F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6197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FDA8-1E2D-BCF0-67E8-17C0F495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59A52-339C-8900-6B70-F9F06B086C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35676A-0002-FFF4-382C-91AED826F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AB0841-420C-038B-8F04-DCFF2DA68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64205B-0996-8A23-63E8-A7C18D94A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82CE95-85DB-BDAB-2D00-4185DC99D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DDE2C-34AE-5FA6-80A5-44669FA70A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B17C0-690C-9F19-B8D5-4E4B8E088E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6660D-35CA-A1A9-7225-819D1E22C98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1583A-880C-2CAD-31B7-7A4AB550F5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CDA3A-A80F-C446-93B0-EBA5911284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73D18-F48D-4300-5AD0-FDEB355AC81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DC044E-88B3-B621-9EB9-C7F236C873F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1EF4C-F58B-B5B2-5A57-AA67667156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C90BAA-1F4C-F860-A322-3B7E91B73F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FA00C5-8627-6CFD-6A02-49399E0ABAD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B12BD6-346F-0841-1C31-2835D8B7418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74A2D6-07B6-E087-DF71-3B3FC2BECCA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8D9AEC-9481-D4A2-F44F-7755799128F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CE4C66-F375-A2F3-52D6-9CC75E574C9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682F1C-EE0B-79EB-0B1F-7BE0D7E7093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E7B7FB-FB7C-9335-9498-4A09101F4B7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9754F8-CE29-E50A-2F67-0969CE03CF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8E2820-27EF-62D4-5434-89AD60B0A74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C887D2-D17C-3A50-F6AD-5EE91B067C4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52A42B-744C-411C-1C14-A5D21DC9CCF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FA5AD8-4B6A-70C2-8104-160807B886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B7571E-51F6-2C0B-243F-03361A5FE35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168E9-4165-A9DE-5F24-E1B22E12779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8948D-CE9F-3C0B-47B4-153FFA366F0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D790A5-ECA8-E2C6-BE25-910504159B4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4CAA12-D7B8-61D6-169F-D4B2CCC4B00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190AFD-1CB9-C27A-01DD-700DDDB78D6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E5CD81-341B-7A5A-E051-88F294A7AB1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AD1EB3-2044-1EE7-0440-CA1CF1D60B0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5F5FCB-E5B2-43A6-019C-5DAC14BD15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9642B1-8D11-5F71-8D32-A99108FE21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FDF1CE-09CB-200E-F7CE-3D75ABD7624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8E10C-E479-F26B-3CE4-343588CF32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8B1DE-9772-49E0-9030-697E7B42CCE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D46456-C8C3-7BE2-7DEA-8746895DCFA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56CB58-2AB8-03B6-6E7D-11D8508C5A2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9FB52D-6EFD-4FBA-DAB7-3D347D59DE6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EA014D-0A02-CF0D-6651-05F58747774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0A7EC-F9E7-4087-15D3-93A650EC910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7CFBAC-AE97-D43A-2DDB-BEADA90BD16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D70DF8-3CEC-2A4D-7A22-F85BB1B7766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3C2A7-620A-4AE9-BDD7-5A2F75CBBD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3AC7C8-7CA3-5492-C95C-4AA498EC753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840FC-03BC-B95F-6FAD-92660CD11D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C32D72-67ED-BDE7-9144-14294E8635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BB81F5-0869-52DF-1459-C3C79D10275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5CC6C5-D22B-AC48-ADDF-97C1201B91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48D209-EFED-4FEE-748D-C33721A450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DEE984-5ACE-DEBF-B7DE-847B596BC1C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B6F171-5041-E9D0-235D-560DD349B46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1CE5FF-97A6-F49C-4018-F3D8D4CA9B2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D9905F-D760-35B0-A41A-BBD438DDE10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6A9EDC-1003-BC0A-FDB8-C8AA4123480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445DDB-6AEC-BAB3-3351-4B4F45FAF9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35AFAD-300C-1626-D31F-228560E0408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768FD1-7175-D202-7377-7F40F2A56B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9D6F2A-E28E-E9D9-6079-1DC7B5E89E7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586E4A-3EED-55EA-9F69-EEABDA2F0C0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1A6351-CB8E-AB13-838B-D409E442B9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097B8E-D293-627F-97A5-69DA2EAFE36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B73150-3524-B1DB-8177-A4759367CE5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5C0209-2DFF-99AE-12CA-D7EED39949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4FFC39-CA88-CC99-6684-2905A230739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4127D8-83F3-BB02-1919-8870BD1EBD5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07DBAA-88F9-2681-5F2E-DE855E0BEA0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63504A-8E20-483D-B9B3-603FD672C4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EC0E90-1921-EB03-618F-FF3E902CFA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8D1088-17FD-A907-0872-81996CE868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1146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7013-F951-9DE1-1C40-E68379BC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BA56E3-451E-08E9-FBB6-3F4D24CAE6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6F36C4-5298-01AF-96E0-F611D814A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DFB01E-F8D6-0288-15F4-DCA9510B2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5C372F-ACBC-92D7-BD3B-DD0B7278C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519999-CEDD-C51E-EE3A-8FD867C84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B44A0C-9C8E-3679-816D-677366BED2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24DB0-B959-D7F7-4D46-EB353DEFF2B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2A3C4-5644-163C-45CD-C59D9DE1667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C1486-89D2-F616-2491-B5CFA741C8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54A4ED-A416-18B4-9F22-859F18FE6C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B18D6-07F8-E788-1BBC-FF0E9D935D4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64C01C-1527-2905-B8D1-2A8283321C5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A953F-5328-04A8-49D4-15AE6E6735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903739-6410-A682-99E2-A4CB73E8CDD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273372-04B2-47DD-B19F-3E85539FF5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9944A3-2C97-5DD3-2FF5-57E21A5DDBD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A734A6-C66B-A43A-F105-1CFCD3D468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006986-50C1-9F93-99DD-D508686A70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F66874-CC7D-F84B-EE6F-59BF7D9E70E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EAF06B-5347-3BE2-6267-D2ED6D3040F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98578A-660A-8A56-BC93-0B114694570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DC8EAE-FBA2-6E54-45A6-CF94024040F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D5C2C2-2A6A-41CA-CE42-7CBF8A9E06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0686B0-7ED5-B144-B884-3748BD3AE0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EF2F5B-2FDA-504D-F1CC-804B7A5144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BA298-31BA-FEB7-1957-ACCD06527D2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5BB415-D86B-E1C2-5690-53B4CD74872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A4F5BA-CF8C-F11C-A6B3-7C90B9B241B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2DCCED-AE9F-8D81-008A-E36A04788F9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A9F965-C0CD-51D7-AB3F-2D13C66EF9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8AC5E7-0B43-8ABC-1B0D-F866E5B2CD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FF383-B024-39CE-40B5-EB8EA2348B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0449B-72E4-DFB5-8AB4-0090C3DD70A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530F53-57A2-A21A-D5DB-55CA4E63758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8D51DB-8680-C072-19A7-11666AC7A1A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80F11-1A60-4BC8-F91B-75BF8A7F14D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48A32-1C62-EAD7-79CE-32BD51FA9CE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85DEDE-20CD-3530-CCB9-08C61BD2FF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885F0F-CCE9-7D62-D936-21A317F39D4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B70F04-F442-B006-0F79-709068A6D89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124A23-A9B9-FB5E-BD13-B347A16C1E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98F161-00EE-B5AD-E542-E28842AEFE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05705B-37F9-D083-F2AE-16C375A47EA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C2191-13AC-9051-E69F-E2F7695CCD5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58E60-2A11-4E3D-01A0-F64318EE3E0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12E361-DCE7-6C74-F3B1-9702FC3BA50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7E7B49-216E-B08A-01DB-5664977CA9F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5F2294-F03C-18E2-875A-766A03FA7D5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2F53C2-5977-D7AF-3F4D-7BF26241DFD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8F013E-0005-3353-CD86-6028ED91D9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E76255-5CB8-B37F-16CF-A3F3468212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9C509E-6889-7425-8310-26C909ADEB6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E58E33-423C-2517-5E06-EDB0B9127A2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9EF7A3-1341-61CD-88EE-2AF58990365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015BB6-AC84-A4B3-1181-2452887D520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B39181-CFDC-19F3-0742-98FA23CB309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3B8E73-3619-D930-BCA0-0E6C96C285F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AE17F4-AFCF-41B2-6997-276EA5FC7DB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DE8A92-BD25-4FCF-95D2-0A825BC58BA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FB1A38-9A40-283A-6664-4E93A5B51F6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48DB3A-FFE6-2941-5300-F0E74598B6C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1459F8-8D64-EC79-AB90-5A8084E76B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A7888A-BB11-41AC-9A7E-16A1149777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D8FC45C-23EE-D82D-E937-D302272C6CE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5B2555-3801-8D7C-274C-82320BAA1C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2340A3-65D4-CA4A-F8FA-6457BBF407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A3E55-2C31-62DB-0C8B-28EC5FC8F7A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9741A-187F-C735-97DF-16A522A412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FB9DD-B455-8F8E-C806-7F8A7A97FBB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C1B6FC-9929-125A-574E-023C5F14456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503DAD-7E37-4572-96A1-4A9D3EAC3EC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CA2518-773D-61AA-96F6-A79620589CF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30FC14-94EB-0574-A3BC-4A4C2C6837E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5391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F131-E5AF-A938-D22C-F09EC1B7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E5FB1A-64B3-F503-6075-0364A8C941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045F22-5DDA-6ECD-3368-96FBC0CD3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E9C88B-8A5A-E1B1-4BEB-EBA9B9020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AC65C1-8F96-1C4C-3114-8E79DE2B6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9C1D36-1217-0091-FD2A-43AFA78A7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210D0D-8AFC-4BE4-1D68-01DC5C0E93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6DE49-EE44-EABD-82CF-E6D914A4191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07F3C-3403-688A-AB19-CE28DF2949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F42F3-D214-91D0-5EE7-346DA32A54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9C2158-F661-7C9A-4049-B202C490BFE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F9DC6F-4DDF-A14E-D283-1396D8D069E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16AE3-72F2-459B-261A-6F424E9472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BB2D67-4C16-9436-8C40-A399BC67FF9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AAEBFC-B603-3E09-299F-3C6A3447A2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C178B3-343B-F494-8F7B-55CAE99CE4D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E31F45-CBA6-015E-CC9D-DBD5FE2C3F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312B1D-747B-A9A3-99B9-56C18334886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0E6484-68D5-03F6-0248-865430B314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0C4AD-D5F5-C4FD-4D1F-FB0CDF8707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79BD3B-9139-B614-1B19-5A6A382F07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02E927-F937-8748-1C81-15801D925BA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3B0C9F-8E77-B0D2-0F53-F9DA34608A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EBE0D1-2323-5641-F498-EC28FA82A3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9E19D1-62D1-CDC5-5EBD-1D3B751EAE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B72E8C-5B71-44DD-DFB7-90F60339F8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2928E0-6DB3-30A3-55AC-FF5909AB3F6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2D188-FFE7-8C30-04A9-E0F366D1BF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6ABF28-A497-E393-E5E2-B48BB53B69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9EC54F-685D-EC21-711A-6990BD90D4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72808A-3585-0F68-B6D9-45DA8D76F4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26318C-1979-6892-1B1D-56B0750DC1B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E1944F-D7F6-937C-C9CE-C37D2A66ED0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208BBA-39B0-37EC-9F45-B1AE92DA34F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D23A48-745E-0DEF-F2D0-960413B1208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4FC8DA-60F1-E6B0-3DCC-F5E1EA4A5E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BF2A6-2EF6-1BD8-6958-1EE6B56D8F2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49F2A-BBC3-E289-34EF-5720AE4E5E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7570F-B50C-E644-E2EB-48544718B4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4D3AC2-2FB0-F90A-33BC-1F85B7DB8D0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148685-DC6E-D75E-41A4-06B41C8ED21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C1EDB-90B0-C7C6-2033-4EB53331AE5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BF0B2-91AE-2D0F-E70E-75875F40FBC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130A4A-2179-974D-CD33-76EFE1F1C9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541047-9F93-DB5A-85FF-4789452014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FD475A-1D86-14A5-60DE-66764AD99D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EB9F4A-5CB0-026E-C0FC-E0975BFC3F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0AE6A1-17E3-B104-776C-D5D8A1CDEB9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B2E21C-B13B-AF97-67CE-5A35612317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2D7ED8-6694-47F1-925D-64234FFE72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BC1C21-EBFC-1CD8-A5E1-E4107E9BFDE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F37B23-080F-0C28-7FF6-5402E083576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30F86C-7F0D-328D-C8B5-3B5F155CC01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0AC5C3-2AAF-B277-551F-0FB7C0BE32C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D598A0-7A80-2AFF-25C6-55F96C3D08E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D82B76-C2DE-66A4-A704-BC32180A62D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41672C-0080-BE0F-7B41-50AB56B8907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454C1-FD5F-07DC-5CFA-71512A1F7F0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22D088-9D16-5A28-113C-BEF5CF98BA5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F33613-2526-34C9-8CC7-635D2058F5B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356257-F5B2-78DD-12BB-1168DCCEC68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0A54EE-923F-E622-DC8B-05E72533D56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0030FB-6DA4-0D6F-4BD8-FFED2BF7174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97A75C-630A-0D3B-B622-4E8B84F082E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DB7C59-5F4E-EF2A-BB58-8606A6D617A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B3ED4E-D603-B4F5-FC56-DFF09CFD896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70BA3-88B8-275A-5069-3C9C6BF81B2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851AC5-B22B-DD0D-BC4D-C815519B96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CCBA8C-19C3-4EB4-15E9-14677880B0E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F8B0D1-160C-B29F-B3FA-46323BE459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50AA51-59FA-7F0E-DDB5-ACA6B488115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0D56BC-907A-7255-7614-6D13DDDACF8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5417F3-E6EB-1946-9FBB-92A65B6592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6B38DC-A607-78E0-B9C4-603BD15E34B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397968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E1565-3CD1-1305-D7E8-AC249F96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508B1D-B85F-9344-7A40-EF4267180D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0521A8-3615-FAF0-610C-66824FB66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491A9D-AD41-CC15-E473-CFC688CE9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4CA0A4-2C1F-A986-CEDF-D980EF8E6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8DEA3B-1AF9-575D-F327-BD9427F19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4051A9-ABDE-B509-79C9-17EA4FFD51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0FE05-0B42-CF88-D4CA-D61C6033F3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7F600-6A89-D0F8-FB1D-5EE352B76E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C539B-6A4E-E8E1-E93F-5CB39DC704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1AF148-AC84-CC09-037E-AF512CE030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472433-6EED-9767-3F58-D7043B69380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47833-6234-7B18-B313-3D3BC48C9F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5C8117-C066-A3DF-1D44-E8313F3484D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23BBA3-4820-6F2D-EEB5-E8DE35B004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268B88-C509-CF39-4C3D-462BFBD49A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12C968-2BC9-BC5B-685F-270B662F1F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6BF32D-A31F-856C-1330-CD3777174B5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BCBDE1-0CA0-A2F9-6D8C-C405B43624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28CC4F-583B-1219-EDD4-05B449822F1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D5F95A-7432-B499-11B3-A8A43331F3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35A78E-96A3-16DD-F494-5532DE1CA75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454D1-A4CF-7023-BADB-86AC7199EF1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8811D-7427-C155-A54B-53B2C50E1A0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A0FD5A-29AD-FEBC-6707-575A304DDB3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8FBA9C-912E-9390-3BDC-6718D8CBC58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95EA94-7A76-589E-4F46-12EF700D9D4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98EF5E-1647-8DD7-9022-455DD00ACF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BED309-8A79-BBD6-AA35-592AC379D85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27C9B7-21EB-8777-E5AB-D9767058017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AD748F-9C83-8805-37A0-A706C0DDB2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77B278-E7B8-6576-E463-79F6FF8BF90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B2CFC-61E7-0553-C049-1C511622A8A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3D42E-0C7B-08C8-18A8-1FAE0B7EE79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1892E9-4600-3838-25C2-0A7EBB9E26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B601E0-F20A-9CE2-BCC1-2A142B4ACC3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19199A-6908-DE7D-4210-C75FB9C0E8B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81A9B5-8F46-9E9E-B0A9-EA280F5769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876389-76A5-670F-D5C7-39217C913A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8DC9B-C4C6-05D9-A01A-B9600DA1A2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83693-F020-7B81-61DD-06C23F17C02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BF5B7C-01D9-7CB0-8E05-BC286900A2E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05AAE0-E9C8-C641-5B1D-2DF2B269F74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D29772-3954-3035-8FF9-0BBC77538AF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7B0859-CBDC-5809-6592-960BB78205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3542C6-40C6-4F28-4497-230FF9DF74C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8D15CE-8E75-F5EE-D71D-8D7D1C1073F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46068F-28B8-C738-E53A-13F687DD996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A01D16-C4B5-308C-5A81-9E1036A54CA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526A6C-970B-AB20-9D31-8B68951D097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D3B550-15DC-D928-8C5A-F300553AF2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924F1F-1C2F-A330-47A9-EC86842252F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C72613-0D6C-7A99-C4BA-EA7CA88AD8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B767D0-9B49-515D-00C2-D87B20DE14E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4F8068-6DF7-375A-F030-3A760EE4B15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975303-9797-6A91-42BF-A41D2313AD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96991C-479B-1F97-3AA7-CC8216B9F21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9D147B-FD38-DD72-1E83-501C301585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6D22E3-054F-5E16-4469-B86DB9093C1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FA6CD1-A112-B120-C5CD-1956D3D59C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283DE4-EC14-449F-648C-9CB942045F9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A06596-1597-1E43-F295-EC21D4798E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B0276-03E4-CBD8-EF39-AA92F58B5A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C19A0F-D74F-1D0A-5D99-C87D624EF7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0C4A29-3E56-BB1F-FF00-03195173730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1552E-0573-F3BB-7955-5D0039CCAFB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1FE1A3-00DF-8782-54A0-1BFF927AB2F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56BE3B-E3C3-F718-8C82-D52B0C06C74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9FF566-97C3-8A5F-EF58-86FE5F9646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FFB3B4-63E7-D27C-14E5-5175398E736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9D727-B43F-A725-9E32-1FCE8C03B56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D17D9B3-4C20-71E2-08B4-7DC9C4788DE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DFCB3F-A22A-9600-0A05-EF9F8BD411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2CE61C-F240-9D33-3140-ABB23716864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05557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4723-F887-A82D-EB79-71DEAAF7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33113A-1396-524F-AB13-24CB4E8E78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F7DF4D-3F26-95A7-006A-4DE0D217E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55A0BF-CD3A-812E-E456-EB2D6D655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8023F9-29A1-8572-06FF-F663B5115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7D638C-C4FA-BED0-CC19-B553AACFF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A8F112-5040-BA22-9BF1-7379415566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F0F23-A1F6-516C-3533-D8D3C5E7802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A11AA-F4E5-8B5D-B16B-03C64770FF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DBF6E-5352-D764-9824-D74B5ED202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DAFF5D-EFAB-D989-E0DF-47C4CFD782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F26314-C8D6-8483-3960-3AB0E1B957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21D78B-837D-9C7F-F3F0-8E1AAB2A7FB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565D08-5C18-6B41-2F5A-C84E0DCDD1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DA4E5A-F2A9-46F2-0C89-7827E1445DE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78569B-1642-406A-C1E8-1A0479513C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6DDCD5-51D5-1DB0-51A7-3E1564F286D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832CE2-6573-D68D-A31C-E95F33B317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27EB54-76BB-A065-3C97-9847C8749DA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95BA7A-D7AF-F36C-A078-20EE561528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C3D5F6-E05C-5F9A-252E-B9F1B7C3827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42776A-74C3-FF81-71F6-BF9D6394A69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BB119-A38A-DB71-F5B9-AA55E8907B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3F410-356B-7116-E233-A1E16B503B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8F134A-DEB2-CD1C-E26A-12B428541FA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D641E0-ED73-B729-A895-BB4D9112237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32FF37-3BFB-37F1-0F2D-4A1CCE15E93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D3D8EB-0D66-317B-0624-0DD87F23AC4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A0B973-92E5-2FB0-9F1A-0CB3A91E49F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EC6934-DD63-71FE-6A78-038E8D98AFF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F1B1BD-394C-8A52-1595-36B6CB8F86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E60FC6-950D-59D1-DB68-1674E32D0AB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13D0B-918A-8232-927A-14F471B335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215EF0-7D14-E3A4-9F4A-1CE296137C3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7207AD-39D3-7708-8212-A0084691392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FF065D-3EA8-B35D-3B95-812B26680AF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CF87D4-56C2-0127-58DB-4BFA11DE3C1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32E4F-C8AC-D156-B035-7176B6BAE6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97C1B4-A4D5-ADFC-1C9B-AEA6BEF2C44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1198D7-B22E-93DE-65E9-3668DA631F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2718A-7A67-59D0-C4DD-9691B74C011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F9F943-B169-3C2C-6C02-351835F583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E44661-DFF1-181B-71B8-14A96C6C8C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B33FB7-5ED6-0F97-B169-BDEE925EEB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022387-FB8C-3975-C536-8F542EE737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1A566-0B07-A525-0A20-B8AE066CC0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4C6324-24A2-E856-788F-DEB5E161B8F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D64564-EF48-BF7A-2461-55DA6A35034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BEC1E9-3E74-2E2F-060A-F72FA96DA7A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A366F5-3F60-9188-4724-D534B3BA3F3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19211E-715D-A244-EF04-3FB7E5DB7E0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CE4C4A-6AF6-1F9D-5CDA-46F282A093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B97AE1-A1DC-F2E0-2E9E-7A7C8634AE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51087C-595C-9126-30AF-FD9EF92B4B3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6CA068-15BC-CE09-48EA-E9283FB9A0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9A2826-8760-427C-28FC-293DDD51B4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FD36BD-2B3C-0ED2-E6EC-90E4C9C62CB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59B3E6-3817-E2B6-B0A6-0714489E2F5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FBC3D2-8071-5E74-EBC8-B282A931C91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CA17CD-5556-146D-AC14-50A5AACB816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16C049C-070F-7868-79DA-3637F6CF0A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E331B4-87B5-9BD8-FD54-B0006D91FD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E35E4A-35E7-A985-2C79-6382A68AFE1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443105-1D22-5EA0-CAB0-3E66074D76E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A5B19-F515-9714-884D-7C0B748B322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7F43A5-4D14-F658-5B48-F15430B650E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6CC99A-EF8C-192E-6FB4-D3719C8439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3BA0F1-40A1-C895-C322-0D38E878243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08C2F1-CC42-C3AC-77D3-3D55908F3F6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2E9A35-766C-E0D3-D71A-470A179AE0C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ED613F-6D99-EF98-BAF0-5B25988941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FA1202-99FA-7DCD-47A1-FA54535AD7A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F9D216-5767-7C81-0B34-2B7176406A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D36B2D-BDD5-4C84-CE61-1741A2588FD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BF44B-EB5A-F194-F924-73A08184C19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10102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3EBA-98E9-8B1E-69B7-9E76CF50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71353E-5005-97C4-E7EF-875F7C3DF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08F5FA-EDDB-886B-80C1-C366CE8B5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CE2D1F-D3C6-5D4E-89EF-3BB015291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7B2B3C-919F-E5DD-21C0-41C820676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7CD72D-D692-62AC-E515-AD79EE4A3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EEF95-69A5-50A6-195B-1EC551A2362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AD0EA-3D0C-C6D1-0F3C-4F7F89769B5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9B1C9-0B3B-4684-8999-6E541A0B83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E4642-D63B-FA7E-FCE3-BC1614B01E6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B6DB02-7117-C42B-8708-ACC43CCDBB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FA33E2-861A-4BB8-09D4-820CC0C660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F33582-EFA0-A450-239B-0AFCDBBF89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6AFB0F-AD38-09A2-79E3-A408BB7B08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49AA11-1055-801C-6F77-C638D8922B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67A8AE-6D13-C720-7993-E2B0F9DB251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4442DC-AC48-BFE0-114B-E022377E6EC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F598F8-E32C-F704-1DA5-AA567EFC779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51067A-A5A7-D086-DAE9-92B8A54D8B9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F5AB65-D56D-4B2B-972B-278F1CDC57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613F41-20C5-9695-0B84-D3A436995A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B3108A-D593-1BDB-92BD-C600841EA7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5608B2-A6EA-870A-9CCF-465C09D96A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A0D0F0-1BDF-A9EA-6121-18FFD0B85AA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ED1A2-BE79-495E-A83F-2F208497CC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1DEEFA-912A-B47C-EDFF-E9B3BA67001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9C902-8BA9-2171-1886-3C76AC003E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FA2B2B-C161-D25C-09C8-2EACAE7A4B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C1282A-6BA8-D4B8-B19E-954632109E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677BF9-57F8-AA7B-7523-375950230E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6EB6F8-8DC4-36EE-B862-13B5D3D224C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AF6C53-20D7-4DF7-E5CF-F67E2206542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4A3AC-D83C-F1C1-12E9-14FD8F91CF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4717AA-F83B-1923-DFB9-954AE71121C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DB132D-9104-6ED9-1D6E-0366B0BB63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FBA29E-3F6A-6DCE-BC2D-A18922D34D3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66AD70-8633-CFF0-5862-7A5319747D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71C6E-D11F-6588-2C8C-AB9E513D646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07BC71-F6BD-58B7-E9BC-90C32EFD093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DC92F8-092A-4BB5-04F0-0AA6E20EAE8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F6B10-0635-E609-3BBC-3196D106DE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192F63-BC1C-DC99-CD8D-D59AAE4869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E0EFB5-5EA4-2B3A-1767-C84448A779F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32D12F-1B5E-ABAA-91D3-7FD96AD29FD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8762C4-D35D-8403-A5EC-0F11871F69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7D6F38-AAB4-9139-0ACF-71FF083A0A2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7ECCC9-9564-71FC-8482-2524D11973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5AFA06-2B46-5A9E-544B-428C358C9ED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336386-9DB0-462D-7CBE-5B3FAFFA045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8C0FF2-6307-E589-5C1F-6034CF7FFF5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055D4C-3E54-2784-4954-AEC458D266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0AAD8E-A5AB-44A6-7FD3-71B9044EB0E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968776-4185-55AE-FCC2-7F836E6498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D234E9-126F-F3C3-353F-35EA06CD652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59F734-A9E2-D45F-DB18-E1DCECB1A0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813928-E397-5403-BA91-66DA5AB73E4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3343B-CB63-F17E-00B6-B038D86474C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E87B09-DC97-0C1B-465D-CF0A076E205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7FE9E8-1080-D095-9FF8-539AF2F3FD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49A580-C09B-263C-4E27-AB17421BFB8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28648A-25C1-E562-2DED-7C86DA8277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576849-D81C-CFA0-4524-88178A74AC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8B307-B3B8-102F-A368-12EF27586E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1D2A21-9B38-5005-CB4B-7F8A87BADB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682262-389D-18C6-76A9-48E315B7752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019D7-5863-5C7B-09C1-A5F8ACE3F2C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96BBF3-8480-4C58-78B2-8557543912A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85E43F-9CC8-BA3B-5D78-3C43ADFBF40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688454-D65E-BB2A-BC0E-03132FEFE4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C11861-8CBD-DEE3-1E26-A066FC8568C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AAEAAC0-0389-78C0-7431-0E50D79033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62BF15E-DEA0-1CF0-36EB-9E5DBA11FD2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77F6C9-9B33-DE51-1822-A9CB44F776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414C20-88D3-0251-4210-98BB08FD40E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C6661D-C9DB-D3D0-5F04-F56CB88656D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485399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169A-6C97-BBA2-51A7-0B9DF659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DEE967-3085-4325-54FA-5EAFF67B40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[45 in 9].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921DE4-8C5E-EAD0-1C9F-AE1451E25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6E6E1E-32F9-CC37-CBC5-863638F10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9D9221-5E4F-624B-9633-72F0681D3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CFDA83-39EB-3A94-CADB-1B9FE521C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3794-34D2-54C4-F87B-7A30DE9B5A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F278D-BF0D-244B-B3EF-D41C326EEB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6DD5B-6B6A-CC52-249E-7838640A21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6617C-405F-535B-9071-441C280F46C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DEEF5E-482D-CBA8-B9BC-F489D16CBAF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8E3E22-B9E4-6D6C-C19E-E9802FD4837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A0F539-DBB9-A9EA-5C3D-24BE11A710B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AEC1B1-9976-34BC-2B48-2B73CC8BFB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C7160D-6AF8-631A-CB7B-EE7C6295E6E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FB55A9-1842-AE7F-D45B-2BCD436FEA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BFAD58-83D1-BB93-F1E1-9284535C14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EB58F-8D95-DEDF-D654-D794CF464F2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A1A1B1-8D0C-DC8B-2B00-DC0E9EEBB6C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1AE1F1-DB78-0D8F-9ABC-288A5A63C85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C51B64-04BE-64DE-53F5-5C1DAF03E3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F40B03-60B9-4F9E-1DD8-8894BC3F7F9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C0868-CE53-4972-F5DE-4D56CC785F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F8BDE-8536-CB6C-2FA3-C657C4AF36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C10F2-CDFB-212B-75E5-2FDB733ACC6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360F3B-0110-5E80-9E9F-4C229F542B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0CAE71-D908-7E7E-0347-DEC336B36B9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354D99-6A4A-2866-5C33-294E3135679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8125EF-D55E-0054-FF9A-89CF2B967BE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56A6AE-4E1F-4B2F-DAF4-9D917BF292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62F394-0381-6205-4011-6E351E9A8F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EA5FF5-DAEB-8F16-05A5-8EFA3F8E82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64E0D-2687-939E-487E-61FB0B23222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1568D3-19AC-77A2-CE0E-3224978E864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FD7BCC-6826-EAD6-1CBF-45A48980F68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0FF74E-4409-A3B3-070C-E03E66173BE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58036C-FB62-B765-1B03-D402D3A8AE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787F0A-8E06-2B62-5E9C-A27D2FE7ED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BEEF15-B6CD-D257-6B76-6E8332EEA7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005366-08A0-8183-0137-9B6513A836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343EA8-904B-C8B0-AE64-6AC3282B70E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904D22-E438-C9BF-2D55-AB510B1422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F278C-67C9-FDF8-2521-6ADED8A05F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60FA57-A0F7-A15A-F9F5-C9DB0F72D13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3A2FB8-5734-FBA1-4C39-21CAAEA3C1E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87BE3A-3CE0-EF0E-79FB-D78141867D0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AC46E1-0970-008F-1DC9-E7C0C584432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8D26F5-04C6-0C6A-9CA0-9354C0B7E9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003F06-53A1-6A16-2EFA-9888E447FB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3D561C-6B6C-8422-E8B7-2C816DC47E4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8E9EEB-25FC-52A7-015F-9E55BCDD76B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FA0F7F-7495-4488-0BA6-4E47B15453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2D3131-7776-591D-831A-B3F5201E841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2D0C4B-2709-C1B3-2C72-F39ABE5DB0F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5E7D2E-5DBE-39D3-5BCD-755264180EE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719557-4EE0-73E0-3521-7D458F4EE1F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3D9E9A-E0A0-EF5D-9EC4-CC5ADB69CAF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9F6005-3975-CB7F-23D4-7304853803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F60C54-DAB6-45A1-5618-E558978159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C3F023-D1DF-5DA8-34DE-C03649AD1B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97F0BD-E4BE-4548-9C83-8AC1A5DF39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CCD7FE-176B-EC1A-A22C-A9E96261B4F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7782B-ED00-7595-172D-17B929B8B4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CA2599-36A7-A099-ED4B-D37F0EF93B6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F808A-FF41-FDBF-9DD3-704A71ED6F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13B18-73CD-12C9-DDF5-09D8380ED92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E82D9D-19E2-4307-3714-2F61699F570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AAEF45-1823-40C5-DD26-53F026AA5CB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09D08F-EF82-660F-E0D1-21FEAA161E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3535DFE-8F4A-C288-5252-4AC1E914D5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E35AB2-3C0A-545A-D120-390D4EF60BE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852892-5D40-0AB5-2CEB-60B7D57CA74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5BD58D-D408-0390-EBF6-955EFC87274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BC865B-6F10-7B92-8ACD-7112B962AD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3A73C-8D0C-EA02-E081-9E4E6DF944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92E7B-33CE-A96B-FB95-DD3F0EB20A5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59D940-C817-7D8B-BADA-97439EE2F19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5434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1765-6756-9C1F-4964-5041A24A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D1737A-B146-7920-A723-20EC5B98D8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984629-CF2E-4962-98A6-31D21F2E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A7123C-A134-7F1F-0E43-35AF3E5B5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681DC4-3115-86E4-7303-D2B1EA20E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A06098-4DDD-725D-80F0-A33E4F205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438646-75A4-1705-8A6E-7485B188CA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3578E-40E0-6EE9-2D91-07ADC7EE1D8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22F56-E1AF-993C-3B42-0AE3DC4145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9D418-1A26-92E8-D2A8-AB215D4047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7BBF98-07A6-915C-142D-FE89F47D1E7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BFCC5-2112-7B6C-C924-780E1A3927B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BD17F8-E5E7-83E1-ECA4-5985DFE521D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FA982F-9475-1DF2-3E97-77186B4923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9DFD1F-C2BF-075B-4473-69A3C98E8E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97CC96-659D-42DB-4F14-C86184D5BA2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F6C2DB-A2E1-702A-C54F-110811C1F90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33DDD6-282F-0C4F-FDD7-B97959A793F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1FFE23-C697-865A-0395-D28117A08D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8CD57E-0833-B122-7033-4401DF75FD6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B4AEED-2C3B-ABA1-49A6-3F9F335773D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D91FD3-C73A-4B89-0BCE-A7514348953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7CC620-3875-DF70-CC3A-F248C6DB5F9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5A8A2-7DB1-8E88-AAE9-2071D1BFE9C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80790-8CE2-E7B1-EDC6-25882727F93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EE525B-2E21-7EDB-38C5-8A5914FBB2D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945505-DB96-93AF-9AD2-335756BEB1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837269-5393-4C5F-6028-49EB55C465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48A766-02F0-56E0-86C7-FB8D7FACF10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F95C05-D6B0-4EE4-12CD-412E1A9C36E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84B754-EAAF-9DA7-9D24-443C5D63DE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BA4609-E367-E1A6-761A-B9621E8E9A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31942-DF3B-37CE-A958-28E694DF2E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6CCEA-9B58-35A0-90F5-78A3B07037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02CEE7-AB71-BDCC-180B-3E87816DBCD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C73665-9D38-4CFB-67E0-DEAF7609E79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32A295-B590-081E-7849-8305B85457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E943D-A01A-07DF-EFF0-3605FE093FB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D70D32-4F01-0BC2-E0A1-4D6342C011B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3A6760-D3B6-1C30-DD8B-752A5AD059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A1F85F-15F7-328C-FA98-FCD5737C46C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BDD34B-5406-5717-7BDD-2E04268D946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7B2A6E-94E6-B36D-E07F-7EB55AE33AE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FFE61C-224E-A97E-FA55-577A863A2B7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A87B8-9A33-723F-CEE5-6B89C69B315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92FDEB-AEDD-ADAF-EE08-4176D8BCF96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A32F42-03B6-A3B7-6DC9-0F0A2434508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B1EFCC-8572-6715-81D2-4F50AFDC2ED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A4AB70-0633-98DE-B724-10C2EAA30F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F674F4-9E6B-0559-7923-89A1EA7D380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61CB0F-B0E1-0CF6-6EAD-8C2ABF06804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D921AD-85B1-0F25-DF24-2AE8F32232E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11DB73-A4D3-96C4-89F5-ABF5882802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132007-0287-C071-F996-92E42F01D9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763FD7-C460-F7B7-9A24-EF12FD3A23C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90F73E-7447-898C-5586-F5B9218D1AA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20D735-E980-075B-CF30-9515CF741B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5A0290-603D-37C2-4B07-499472D8275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080E28-F825-CC07-E1A7-8577AEBD70E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BD9CC1-0169-A82D-F820-7B94617E2A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A208FD-A5F5-570A-ADE5-93BADCA398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3A1041-5090-0129-B98E-C26ECE697F2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84D22-1112-5F25-D311-9172BA67226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D5E62-020D-199B-7EE9-B5B7E569EB6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FC04F3-A601-60EA-BAE4-8584FCD64B8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9D5EA3-E714-B7F2-FC71-F1BB264BA39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4F1E97-FF6C-BC13-0B91-E98BCB3338C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45B73B-7795-0ABA-F4D6-36BD182670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0AC17F-2BB8-42F3-A80C-40207BEB9EE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92548D-BCC4-BC82-A907-5F18303B5D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7A5790-0CCA-1C97-3E38-CF196BAC93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EB5FB3A-60F0-51ED-6AA0-F5046F155B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D95B20-4B3D-05D5-766D-DEA08D5430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B8AB4A-22F7-5F60-A2BB-0F742BD67C5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81C7DC-39D0-C1FB-E48B-FC86AE7F138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002EA1-7C48-3CC2-F672-24410AFBA4F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BEDC58-C283-33F0-C0F3-255C49D247E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06700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4E6A-4FF0-DDA9-EDE3-9A44EE2D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3DBE67-8D68-FEB7-3FCB-FEB8E3E4B8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16FE14-0785-147B-AB40-0D2ABBD9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BBAB7B-C3D7-BCDB-AD9F-33CAC6F84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DA90C7-1D88-EAA6-546E-A64E1D91B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D14D53-E82C-4772-95FE-0A7A6EF18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31D286-50D0-2A9A-43F7-5B9658896D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D51B6-90CD-19B9-D6B9-362A8DC3EA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7FD24-7475-5EB0-2E97-811915F41FF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3C4F8-2A12-2729-41CA-A1373A6CD5A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24B64A-BFA2-A654-D98A-7D76BA623F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BFDAE9-1750-8DE7-B270-86B75607F42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3214C-A68F-AA41-E9E3-6E6E5B817C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86BE94-9A7B-0EE1-3D63-AF40224814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C74032-8755-A71A-0367-92724E7A767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2D6D5E-0E4A-A4D5-24FA-6EAB45B546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FA031C-C8A0-5727-75C3-B8DE44D66DA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3DCC0B-A35D-4045-8C26-01EE488B0BA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26F00E-FB2F-16E7-C270-E7E27F68F0A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27D7A8-11F7-17D9-F2B5-BB4B5E3082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3B3FF3-534E-52E1-A0C8-810074CDB13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8C3987-4A3D-FC8B-2122-E26DE774E0F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98984D-0379-B9E1-EB27-60910938037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AC169-9191-7A27-6050-D1FA93C2577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562D52-0167-1222-6D66-0F904CE9DE2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753898-F8FB-14E1-8A8B-68C78FD6763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603932-A2F6-9EEC-7649-D52CB5AB46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0FB144-C77C-140D-6C15-2477FBB9A3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C18DB-5D4A-1B26-D253-811515881E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A8B34E-8095-2AB4-908E-FB3CDBA6DE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1FDE89-2629-CFEA-DFDD-AB6C9D3F8E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2872AC-B8C2-E8FA-06A9-9C5DE05562A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9E3321-F1B7-1A83-52A8-07E3D69628F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6FF22-8479-F8D0-C677-77C1D42354D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F24C8-EADB-8F41-8DDF-C21096B098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004830-FB37-F6A5-D6BC-FF7BA4D497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D69F72-80BB-6BE6-F734-842F6E4060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AFDC6-040C-E3B3-FF30-9379592F0A1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9DF133-8D57-BE8A-ED13-154CAE63CB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F7C242-D6C8-FF96-8568-F7863DEA89F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5E362D-376E-ACC1-FACD-154952F8DBB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398C06-E6C6-A339-0899-D04EEA408E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248BA-12FD-3437-1A2D-EEF9070FA8E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85E10C-BF91-E1DC-1127-0E75986CE50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4C74D6-2073-1BE3-871A-5F31DEC0CD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696F58-231C-9C4D-D68B-AEAEFB9F5E0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84D8BE-6538-B523-5005-5DDEE1A9BFC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2597B7-4752-2D66-E5FA-399CD27E951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C249B2-8B8C-6BB6-5764-AB0BCAFDE08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0AE6AD-9D09-2C46-56BC-0CBBFB3DEE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3E2AAF-3155-5E2C-1446-78E83AB545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96C4C1-31DD-746D-04BE-D3A15232FE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9A6D6B-EAA6-E286-E9A2-11FBDADB605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2CF7B0-78F4-38C2-2CFE-BDFB64118D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734C68-D9D5-E4E5-20E4-63AF24AC4B7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5B8C11-5291-3357-F8C0-1BF321FA759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D10F02-B0BF-93EF-1F74-F17E3C1191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FBF6CC-FF03-D76E-7686-1CE0F49AB84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6D1EC2-F602-5926-814F-218C35A068E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7D5D4A-7BD3-8DA3-CD17-1954029D34E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BED51-2EB4-B77D-89A2-B91B631772E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17B308-B5E7-E70E-E2F7-8EB4190F52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07D88-4C1D-FDCD-BE81-424DF8526F2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2CBB5-E157-8153-B725-BD10A05715F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9AA741-3E2E-DC62-D9CC-DB341AEB0F0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732F2F-5A49-BB42-9707-C62B875C817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E9A699-0F74-8624-FD42-0BEF156B79E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25A046-7EAE-50C8-7B06-E25D463CAD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92F19B-9F01-BE5C-0CEA-452156D5C19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BBE104-398D-CE14-4535-C1C6E937CA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22AE82-080D-BF93-0BB0-706C9FBF664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91DA24-B3AD-D2CC-0873-F28927D6E18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84118-6963-1881-BA5A-014A8B9DD34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BD14D-9B59-2464-8F99-0613B327A0B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53E3EF-C71C-251D-3910-D4AEAF96B3A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98A74-D456-A146-2881-73BC22A6AB9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DFA7BD-BFF9-F5B4-1C5A-05A7E695FD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821E31-22B9-6A4D-E1F5-7E67015B79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7019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F286-BEF1-B307-2426-81DA6AB4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662CA-3DF2-23FC-C756-F427A15865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1354A1-49CA-6C6A-2997-FCBCC876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2F326F-A092-0038-9043-4C1CA6FED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B06532-A0F0-196E-F8AD-F7BEACBB0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54A2B2-B958-E920-72B6-C176E6EDD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763F6C-C89D-6B58-961D-E6C106B1AC9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3B46A-4C18-965A-6E59-C3AD0A30303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DD832-9714-3F40-4547-4F082EBC0D4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221C0-3E31-D3B6-2705-64C80A93EC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F34F8-3E52-2F49-7178-B5726AF5AB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C64D0B-7DA9-27F0-544E-34973A208DE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501F1-0383-C0E4-1167-F209527EE03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FE8194-B5EC-E315-6010-35A8C34787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DE7997-D20C-FC5F-8DBD-2CF65FD2F19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547F18-32D4-9706-84BA-1AFD315E1C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0EC3C9-EE68-46FF-E91D-C16FD5CACF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69A033-84ED-F9A9-DBA4-6CE6EB5453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33C085-F14A-8487-9379-FFEAC5CD385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518905-85F2-357A-A2F2-A81309AC4B5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1A7DE1-96F7-84E5-46B7-20CF73E0E79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C2749F-F65F-0344-A39E-084D514E5C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3E4486-D15A-BF9D-013C-4F2D8C4AD4B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5C337-F075-CCA9-456F-046F53A91B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D482A-7A67-27D6-8F3E-7FC87FBE7F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D1F0A6-64C6-1944-CFA3-5341066F3C9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C1057F-210C-4D40-201D-EF1C74FC7D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9E78A7-EB77-B6C4-5F1C-5A5FFA455A4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1FAA40-D583-2FBB-2E43-1E193CE874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DA0ECA-1509-8689-5CBA-592FED59518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143CBD-415C-DCCC-3047-1D2FABAF839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FC5305-5405-6946-0A95-F48E145044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BC37C-1930-D484-F566-9DDD11DBA56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29052-5C94-9B56-A7BB-576F83B675B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CEE88F-B7F1-B8BA-028D-D44D35001C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CE48C2-E24B-827B-E3DB-EEE78623E30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30D9F3-A310-640A-C2F3-AAC143C855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B50CB7-7E52-DD48-834B-9F932BA458F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ECBD1E-C47A-3596-34B4-9D2D05E2759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1C4FCD-F4AF-C8E5-EA7E-48B4426ECFF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10F4AE-8378-916B-578D-830DB55C38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FE86F3-575A-D0FA-1C8D-7BA57F3B781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3EF8B-2ABE-006E-464C-9016398B45D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C2A155-4DD9-DD84-F78E-45174A40B4F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5251FE-FF22-E5F7-A00D-E842DB82F3E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3DFEF-905F-C269-47F0-19AEA7F9B5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ED795D-F97A-ED1A-C0C2-FDAA42DFD1B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1ADF83-17B7-2972-F50C-EB2A74E420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C56F26-C264-6432-5FC2-321DBC0EC04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20D185-5DBC-BB58-9552-1FAC11ED426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B41B63-2A55-26BD-3F9C-99D4F03E6D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2BD15-B811-3F06-2A24-2CE4A16E8F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7FDD99-AB1C-5978-BE58-DF5FFBA2E0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A2808F-DB15-07A0-CE21-48DE3DD170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627C0C-120E-93F2-EA60-9E849D82843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85FA14-7767-8D42-B6CF-8C2F37CC107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17F67D-4599-6D50-CD52-9F2A382349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6C9DCA-5009-65D1-E3EC-8E35CAC4831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A008BD-F286-162B-8E8D-19BF5C7B4F8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4E84EA-5BB4-7483-D819-59D84608D08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FF5F98-75D0-7CBD-94A5-E8272ED207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6B4C25-3B2C-2FBC-50AF-121103015A2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EC4A7-C70D-C616-8D1F-FC21FC57065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FDA65-ACCC-0B6B-40A2-A69AA61123A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948746-3E6E-6C1B-2A85-B06CC084D45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80B8B7-3F37-2630-3B31-EDC0E828F88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2F8EFD-EABC-1C86-BE62-B18549F6548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7BB27B-6E5D-7F3F-E3BA-BAEB79CCE93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8AC5354-D448-47D1-E86C-1514E38941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922271-F5F8-3956-0A55-B6045C18ED1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77AB5D-62C7-1C4F-0E5B-B9CBBCD623D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301CFC-A17C-D8E2-3792-DBC3BAAAE89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0006A-6314-631F-0130-3AA957FAA0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DB9416-9D61-6911-F0C5-700167B0F6E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F1D8FC-B5B2-2BBA-ABA5-034C5A7A08C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38188F-1A86-DA57-97D4-7970B1EDE38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CEDC11-31CF-A29F-020F-C6451ABF27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6A5DF4-0EF1-0259-0A82-C68A911FA63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D8AD1C-4EA8-2C6F-CF6A-9E4A26BED4F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D63E85-5731-3EA6-3806-C7F436F9943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B52CDD-A945-0EC9-ADCC-87A93A7737B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E96C12-2CF2-C683-1ACE-AD7B9604C4C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EC14CE-26A5-382A-91BD-1B03008C849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136674-9C18-AE9A-3826-C8E32395123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35C13ED-9B5F-E4D7-02EC-23C4EF958E9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7032BF-B99E-B2D6-F29F-B3AEA36049E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A6CDB1-C250-38D3-067F-CBA83024ABD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</p:spTree>
    <p:extLst>
      <p:ext uri="{BB962C8B-B14F-4D97-AF65-F5344CB8AC3E}">
        <p14:creationId xmlns:p14="http://schemas.microsoft.com/office/powerpoint/2010/main" val="2864792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BE08-788D-0255-432A-EE061D5A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1CFFD0-A92B-C0A7-CC9F-1C8D3CCB57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18A09B-F37F-7C51-DE63-149F96081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AE7A43-EDF3-279F-4018-00B875A00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8310B5-1CAF-33EF-E665-AB80B6EFA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658E41-9F3D-65BB-F14A-4F28D67EA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0F8820-8628-68B0-94BD-0D131FA619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A4932-7602-A456-D4E5-0397871F29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18282-78A6-A091-157A-B47ED3BB93C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5535C-9FED-583A-8DE1-68292E2204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09542-E53B-6B59-BEED-B032F9DFAAC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C5DF3-6903-0A72-86A8-412C4BB72AE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23CBD8-6B97-0BEA-127C-21636641945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E2643F-82BA-903C-AE2C-E87E02020F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35F8AA-7617-A4BD-7713-966E86C649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B23667-48D2-3A72-7837-2479BCA8957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8C1F09-25E3-62A4-0401-10F1AAA8E5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ED1A6F-6C45-2DF6-4DFF-9D8FBAB87F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892EE7-B7E2-C77D-82B5-97C7918372B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671D5B-F5A7-B6EF-34B0-7C8FCBFDDA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92E75C-B7A1-9EF1-39BD-BB5341DF06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EAAD73-A93E-464D-610B-A80C850F21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844C2-DB01-C7E8-C6E1-A3D6807E7F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8F20A8-A4FA-DF8B-CA12-9116B206A7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87AC4D-4EAE-6E75-E124-07C457144E5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92437A-420C-64B5-ECD3-7A1D47D084C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C07F9A-6E5B-7FB0-BF4B-66A519AE6B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74A861-3E22-8679-FAD6-C2A1BBA716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574AC4-6AF2-928C-C673-27A857966B5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050FB8-741A-0A98-76C7-56D18D8D083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53919E-45D8-EC8F-E306-A2A894E6C1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9309CC-F8D6-6B6E-2C07-B3EE7ED8A1B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5631E-EDBF-C890-077C-A0BBBD1D78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9EE20-2759-7197-D1C9-A998C138C03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75A362-C091-0FF7-88D9-649D2F9E55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45B9C-9CE4-9E90-EDCE-9BBA9EEAAF5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5A22D8-3561-6AEA-26DB-2EE74253BD9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259FF-4431-0BFE-1E2E-02F3DFB80B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328564-2A04-A5D6-F677-8844B5C130F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6B30B4-00BC-5F4E-8A2D-5653200A43C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D2E0E8-C0C1-24D5-F993-FA3717DD9EE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9D391F-52A4-15B6-811B-C33BCCC1755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619788-CD7F-FBAC-CF90-23538C66AA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590804-B74A-CD69-1DBC-4CD3E82903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9E5300-5A2A-99BC-061D-EBC06B60366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2D6517-F18B-12EE-6194-D7D9754786B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32CB6-9A25-2F4D-551D-1BAB7E8DBC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7D564E-93C3-F3A6-95EB-E227B4F835F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C1F642-0C14-1E6D-202C-5E0EADF7A73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EB22D7-1C9F-4B2B-7FD7-C51D8B254F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63D407-6DBE-7001-8EA2-57A3651B8D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B4D189-0361-9553-981D-EA2643AF63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E71DC53-1BB2-043A-825C-9FD2286DCA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4BCA36-DEA8-071A-8A48-4FF0B8ABB8D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904F8F-A55C-9FE2-C846-5AFCD7D87AF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9C758F-CE99-39E6-0303-D030EA02199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A36D58-31C5-61A9-0F40-35187EBD970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F32D2D-7F27-CB02-0BA3-C1CAEC91DEF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ADE260-A18E-367B-0BAF-1D8CECEBB3F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319171-5D49-CB13-9C2B-816B82A817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D932B-CB72-AF93-A12F-4C10348887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45952B-492E-B54A-EE5E-5C51796964D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7F537-2C06-C1A8-A5D6-ACBCC93C3BC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9DBF3-7037-3E45-8982-0EF52B26824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834EC9-BDC5-6BB0-FE0F-510D7A506F4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84B79-CAD1-2A92-7517-AE5B585954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097A64-E8B2-ED75-9C73-2FE2124D0E5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807FD5-7040-EFD2-6662-EC342B581F7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8398BE-6A4C-E495-8CE9-F3944C75339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C921B0-DB84-757F-E98F-DACA9D6AF04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6D798A-2D2C-EAB3-8024-4D4CAB98534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99B50B-5345-1ADE-3CAA-A1AEE8D866A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2B234-2887-207D-41CF-7D741239938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82C92-472A-C4E9-0FC0-1F6B282E745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F0F44F-7547-07E2-B710-CB3AF5CA64A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776495-6333-4A2E-E7CE-04FDF75BB1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B91134-52D5-EFDA-FA09-5ACFD24C81D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79E679-5B02-C189-61EB-8752B1D477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B07B9E-6B45-44F8-3E89-083469191D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45A70F-63BA-4B2C-F019-2C5F8E34E90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64C700-7CB1-73D7-1C73-32A43D4C42B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4E32357-1B68-A674-37A1-274C23F51D3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42EA16-DA57-BCBD-3749-3980039C8ED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4D65193-17A0-8886-F5BB-FFA62DC14AF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C3685C-625E-AD87-122B-8A4D6BA862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AD8537-C724-4892-06AB-C119BBB64D9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496DDA-36CC-ECEC-5F2A-2AABBAB3B48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5612039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727E-A51F-5760-0CD2-1DEF637A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0696E8-3CE8-7EDC-09A1-189334DA1E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upper center block, [16 in 3] is three of 356789, which sums to 38. We need to drop three that sum to 22. The two possibilities are 679 and 589. That is, 9 is always dropped and 3 always stays. Further, 3 is available in only one cell, and one 7 has no matching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3BB837-4EF0-85A7-A1B8-22EF79A7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BE7727-2E37-2C33-229E-9E23B9AC8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A71E2A-0AF7-56E0-E351-AE747183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F88298-CFF9-49DE-3195-9D06A2FD7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B3CB00-8361-2FDB-04B8-81EAC399BC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DD28B-0B0E-553C-0C8F-20314CC225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9CB2E-68AF-FEF7-544E-50A976627A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31DC5-EBC2-857B-1263-8B9B82C7E1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D5601-766C-55D7-4BE4-C2B6F96413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28C6CD-6CA0-4A68-DC4E-DDAC5A2971E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D30F34-205A-C243-82AE-AF99E39BEE9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7A5AD5-47CD-8A16-3D62-8AEB0FC5F5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07B5FB-9103-5762-6D63-6E590B4F5E5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E53992-50DA-F93D-CC6D-F2B535F6D8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CA384C-2BF3-488C-92EC-21E2E3995E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0EF4F4-9B34-2563-806E-B7406DFD2AD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FB9529-F0F9-E7FC-42E9-7A3F833E7E4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E6A9C5-DD1C-DC1F-100B-643D01B483E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77066E-4ACA-EC46-C3D8-5C78FBA7D2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F61225-FE19-DCC0-EF39-9843C654D5A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1DD624-65D4-6256-FE0B-58B486884E0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0BCAC-FA5E-5298-D3E2-FECCA751D7D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9F7281-2C2C-0FDC-BC8E-D1A4A856D3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87C4F2-647F-F763-3BBA-9CCCFE42C37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DB72D4-F1FC-3438-3026-CB42FF7411F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88B8D2-F623-73E2-BFDD-BA14B3633EE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F23A6A-0031-1BED-A5E2-79C695C68B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AE8F6D-7A08-5053-A2B9-73E971095B1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4FF155-7DD5-BFC2-77F5-DD8F6A35B9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6090CC-A2E7-B17D-BB23-E38DDE97B42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DDFB8-3AC4-D413-146C-CF0CC9A7C8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8CB26-0691-6F68-6781-0DAE0948DDD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8BF073-9DDC-16FC-1BD6-3E27A9EB411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A9DF2-69DD-C698-0739-91AFB6C3DE7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29CF5D-2755-9FF0-0BCC-00192DFCF88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01480-526D-ABEF-CF93-2BF00E2E95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FD14E4-8C99-F0F9-492B-F1C0E66B684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2989EA-CC95-5816-1121-307827CBF6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BA6512-2F5D-D447-248D-D2DA6428C5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73B7EC-37FB-84AD-829C-1F0808E3E8A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818CD4-D6C7-CCCA-6BEB-9314A491C9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F53B3E-98B4-405B-71C7-AC8892114E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3C40BA-CBEF-14B2-5154-2539E7CEF4F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959523-558B-5115-4F56-F7411848C29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1DC1E7-1090-6A35-B715-6DBCD25CF8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B1C5F8-8439-FB56-8FE5-69629959D79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2285D5-A51F-31DA-5009-FC431C43D54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7F2D0B-E701-3A86-36F1-9BCC701824B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1787CE-703C-00F7-ACA8-D4FC52369D4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BF42A-9FED-7CB7-A889-E6A7468CA0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E1DF03-B9A1-0EB9-58C9-45F7C95708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36D690-19B2-E843-2CED-3A3BBA5B9F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02E6D7-2E2C-5B4D-8D8A-458BB52846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96666F-BC3D-D90D-C1BC-5644D0F45B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8C7D50-E7E5-2CA8-B8C5-8E7EF6A5F2F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D6DBD19-E2FC-ED76-306C-EB28C5EA939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9A87FE-6476-F6D8-BB95-5E433700965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E7502C-E95C-6612-65BC-5C9788CE9C8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DE482-C74A-3965-5825-0AFAEC95CA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26A229-D387-1142-CFA8-42631E463E0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FE3255-91F4-1ED4-3012-02A2691615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38D34-2047-7538-0539-30F58A8D447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DEE408-FEC8-A828-7CD3-52FE741908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753C98-E8B9-A88E-E727-9BE29F2D24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28ED02-C52D-201C-8EDE-B64F3332CA2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696EE6-3D32-00FD-9376-1E791C33470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525075-220F-B225-2211-B9145C11FC0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7D2B79-363F-BBE7-4545-EE7972F754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3F532F-B372-2344-88D8-1C757800E53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421CD1-48F0-56F4-4A93-339FD0A2D4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8104F-2E4D-A875-56CF-4A6E6F571B3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75818-CA55-6886-F5E3-8F98AFA83C4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C081F6-5725-5FB2-E9E5-94F85399212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820B34-2E30-9275-9710-5DC6C577E9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A0E50C-1BF8-4C5B-A80D-A6FE305487A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98619E-564C-E9B6-01CF-7FF9A2608F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43A33B-2C87-D6B2-E7B6-716EF21CA8C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2BADE1-E98C-DBFA-8F6A-AC954B19B76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3364C1-9341-E125-6C61-34A230C73B3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7D19BE-7B4C-C58D-863C-2AA28C6F775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A47C15-2E6C-9764-0EF5-A170BA321A2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8EC4E5-4B56-6807-356A-D895F43BD06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4EDD5F-BA62-785D-3ECA-AE5471E4D88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1308BC-32F5-2C9B-BD1E-8D1BB70C8FF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986409-5248-56FC-79CA-C836949711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8493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AF72-B215-4EC5-5B9B-33DD9154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9710C-A079-336B-0F9B-28C08B6708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95CF53-424D-77D2-5092-1C9D7F078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85ED64-4593-72F2-0729-7A3047EFC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2DD6DE-04A1-41DD-09C9-8850EA5CC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5FCBAC-DE46-4D2B-3500-9B7E04370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66B0FA-7D34-2BF5-3593-5362136D068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2A3C2-07A6-E7B4-847C-4A5E47A1F85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87D4F-5EA7-B3F2-1458-738719E573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2711C-6DE2-2041-A825-B48442A33AB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5FBDA0-E519-EA6C-69F6-2476BDA63B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F3A58D-BC52-51AA-C6F9-257C945627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2B9C93-CFEA-4E69-EC4F-130599D2EAF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F80CAE-FA6D-54C2-EC21-FB92FA73CD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BE70A-2857-46E5-7F44-054A851E8A7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87DE54-7475-5129-CDB4-0A4E6FC26F9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B1A43-13FD-EE8D-DFE8-6030D2276A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63D212-3272-9C03-34BD-9D65CA36165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DB4B90-698A-B361-33C7-EA5E267738A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46633F-4C0F-7FBD-F76A-40F788CE80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D5ABF5-E30C-C3F6-672F-E2A3219A58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3ABC6D-BCBA-E994-D459-1B69521551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3B51BA-5C79-EA38-13E6-68CC157901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40565-91AA-04A0-B6F1-CE52AD4446A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93679B-5896-1A67-43E5-B4DFD29B8C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4DCE23-F156-5DDC-B87C-EF756DFBB4C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E3250-7EC9-2AFA-90FD-34BE0AC9CA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CE30A2-0F5A-E6A6-EBD2-B9FFFAF6A9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79176A-7FD7-31D6-09BD-ED9ABDCE66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12C408-3351-4090-8DE3-B9756AC05A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D5B9B5-6359-E936-D1CC-2BEEB83BB08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244056-1A19-9EBE-8727-D5F2DF1A1F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ACAB2-F4AA-6EB4-AD63-F0F0C7C6A9C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4768D-D11E-B8D1-43AC-B240A107328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7E93E-5227-A369-A218-091EBCD468C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129279-F983-8D65-A91E-A238E360E1B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382DAB-8178-FAF9-EE59-AEDF81D08D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097F1D-7840-FB9A-69EF-CB38B34786C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EB1F42-D662-3BD4-11E0-13E55193FE2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B607B7-5EA2-4FBC-AC2A-12E6FECCDE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916B5B-C5EA-1355-8586-4D90AAB92D7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9AC57A-5912-4237-7DE4-DFD84D1BF6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6BED26-8A75-46DA-640F-726CD07996E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2D6415-12CA-5722-314C-05C84A7E60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553248-2A69-28A3-209D-8C9C481719C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87340F-B808-8CAC-2497-F680A45D09A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E5814C-050C-0ED3-7817-D446A69C7A5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3851D4-A444-53D0-746B-ED4F1C1BB20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9E04F7-7A91-0BF9-A273-14116DF34D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807E09-219B-E5F8-B364-51DD1E6B3D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16B7DB-7742-2B40-9792-7647B301BE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2B7EA4-AE44-821A-BAB6-71D1DA83CE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8C372F-3D59-3298-787B-9909CCEBE07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731AFB-7573-FE5A-A102-107AD5F68B1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8F439A-42D1-F8E9-4F6E-806B3756D53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1A66BD-73B7-8AD4-7149-911D28D5D9E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BCE755-0C5E-0805-4874-8EF9921EC12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75C623-83B5-010D-21A8-9B0970E689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974ACC-AF9F-0668-5CA5-CFAD42CC98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E65BC-4A11-32C2-1B0E-5885867A8B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659B67-3F55-17C2-0C37-2953AFD457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22167-4BF7-8266-7BD7-50A4CD0455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AA1FF8-3C10-72A9-A597-888D583BC7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BD3A6F-E949-31EA-08BF-251E53C85D0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97270B-F0E6-F311-D2C3-CB1B398DD9C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16D3C7-BBEC-6748-9401-441206BDC4B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AA7765-1B9D-A00C-31F5-22C6B7D499D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368278-8C06-22A4-D871-AD663A2BEAF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F15277-215E-61D3-FA4C-5BA6F1A5BB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4555B7-F1BB-C1F6-5B3D-90B6C51D477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968EF0-E157-2E64-4D80-6C8147F23D6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0C9FD-C776-A4E1-C782-E58BEDE6FE7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656A5-806C-71AE-77BC-6E841260720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DF557B-6A7A-D2B5-13A4-BE43D901AC6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15FA84-A40E-A898-B62B-D2638AF8BC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3344E5-ACC8-B401-EA0F-F2D41452A6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105465-4C7C-E532-C295-B3F2BECEC2A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39AC2A-018C-C18B-4149-BDA3172FECD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54B20E-596A-929B-AF73-C035C3BA8E9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832629-772B-A356-4CF6-E256A2C185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92C6FC-80DD-E31B-D02C-032B9E5BA3F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1AF1BCC-D9BC-572D-AFCE-51E016F9033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6B98A2-F1FF-867A-717C-5200DCE877B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DC2E3A-3676-08C0-99D7-E8AFCBE84B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AF6DFB-3118-7217-DC90-0B77D60CF3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DCF1530-46F8-4824-3A79-2ABC93D720F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DAFE12-A4C2-CF69-8C62-2549BAD1E6D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66664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0B10-A7EC-480D-01AF-325F8A32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E8D8F2-963B-FA21-87A0-86D3DACD36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[29 in 5] -&gt; [13 in 2], of which 58 is the only possible solution.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777832-D1BA-3384-1B16-CA165AFBD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7AE2C1-67EB-385E-0B0B-12765E40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5E10E6-3A5C-ADF8-1DBE-20548AE69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94D1EF-CEFC-6633-74CE-EDB124575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C25D6-9703-D943-41BC-82F37DA58D7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F47C74-7EEE-033E-21FD-7E39315269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5798D-E046-D8A5-81FE-3BA5130601B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DC019-5A8C-61E5-5C56-8B30302B3F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45ACDC-421F-4BBD-88F7-0A56A76D0A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F829B-1B7D-73D3-4FB7-A7F2657E203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885B6-DD70-C52A-01C0-BECBACEE3A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FED7F8-9B7F-A49A-9B9E-53B13CBADB3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42E4D0-B6F4-EEAD-0EA3-D46C9D9891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553A54-8C41-0080-055A-67AC9FAF64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9965E9-2AB4-E60A-D346-35C5FE46DE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03E75E-A808-60F3-0C81-F04C98643AD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BB775C-5FCD-2322-204D-1AEDE160F45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EE1E5E-B647-FADC-12A3-48AE9FC2905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6583F7-16ED-7B51-BCBA-C4F141AC716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FAB4B8-B685-8DDE-86C4-2EE70ED1D6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81E2B5-D4A7-D46F-35F8-DEE96199925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C38827-51C4-D427-1C95-F41FED9030D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E6614C-877B-E883-F3B2-A9996E6A728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6173DE-386C-DA51-9519-16999AC5CD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D05F8C-914E-FBF9-33E4-C3EF58433D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88E723-7FAC-C67A-00E2-A9F86DA3701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19A8C1-43C8-9669-8048-51466BC55AD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19DD23-2790-4C1A-551F-B42B0B4240B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1206D6-F38D-FD1D-5900-412A3FC675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7F6252-5C35-49B6-5F9D-4866EC6F35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02B93-DD8C-CAF7-0ABD-E9EDA668487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8ED110-6CCC-387F-5EC5-F5BF5EEA27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7CE4E-6BC4-7DB9-DD32-B42C199AAF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CB9C74-1F27-A17C-7DFA-8E0C3EEAB7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9B714F-2866-2050-005C-93DD4740A3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A2BD26-7E4E-2C88-CE08-6C75322F461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DDF7B0-E34A-E73A-F25D-DA46F0B778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2D04E5-15F2-4F42-3DE5-0380F6D15C9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1F367E-93CF-30C7-EAB7-AE32CE37DD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E15F1D-D2F3-738D-8983-9954691256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3B7B0B-FE5D-F6EA-4A74-B478031B72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96C92-B604-6464-FC52-39BDDF803B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49A859-8ECA-3AF0-734E-88848601944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3B20F6-7732-03C2-9439-D27ED92CA3A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AF6C2C-B34A-1230-4377-1AB2B97552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D6C9DA-B535-8369-F050-8A45D2B5F2B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48FA70-CDEF-90FA-591D-C059CBAE20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664FEF-0BE5-83E9-3F43-33142794748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6B0285-9A29-5BEA-C9FF-F8BAB19E35A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8AF06D-7590-4A51-2A54-49EAD40FB4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A1F830-0556-8322-035E-44E6D9AE4A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56749B-F42A-A894-5ECB-2B0F3524D7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496347-1254-2A17-B2FD-B360B737CC4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803FF8-DA87-1D6B-FED0-D08FB6CF8F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F520C-C2D8-7863-96A4-2E5817020D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1AAFE0-57DB-4A2C-D4E6-686793A903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01BE82-2918-4C01-5D60-AE4668D202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63493-7149-FB59-7933-2EE5833B5BA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CE96F1-A392-C64F-479A-6AB852DDCBF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6F074C-BC5E-08B0-207D-B4F0197772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389FE5-20C0-8DC6-0F97-968AC8A421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2F008A-2CDA-3B08-79B9-95CCEE78B3C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AE4B4B-A0FC-8698-4008-6E44C21E65E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5CC6D6-96A4-CF35-7BA4-F0EDEA5394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EFB1EB-4605-D7CD-5919-3078F5E8E4B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831722-9FD9-7A2D-F9D8-3A6CC877DC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E6FEF8-9869-4759-60A7-2B50CFE135D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D5CBC6-42DB-0ECA-9EA5-ECBB5732EE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46446-8FE1-5E21-57EF-0EB139C4047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37CFFD-91B9-03FD-B95E-B9ED96122A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C24DE1-B241-1C28-B4AD-FED6CEC6F8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BEA903-946B-435D-2953-F44DF758272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6D8BB5-EB5F-3F39-C1C4-EC817FC699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57B31C-0A91-190C-FD26-2C2C86DE2E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FBB96D-9992-E349-91C5-09DCE7292C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414BC9-B646-BB07-C127-1BBB1D4E8BA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DE8319-1337-099C-3ABC-ADD9DE03015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411D43-4C5F-28B9-8636-21E66BE81D9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B20BEA-9A9B-9E9D-AF57-63CFED48CBC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952962-8988-0869-3D2A-9DEE6DC39C3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754BAE-B0A8-4B97-8296-03615470AAD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1B62365-A5B5-9449-205D-3AFAB8DD666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FD0285-ECBE-AEFC-FF04-793798C818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09E0ED-A9D6-14BA-D1D6-15194CC3D4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BD9D9E-BF70-617B-ECEA-677712C8ED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04776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C327-0671-09F4-65BF-4F8FE177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EDE6B9-A4B1-0A46-24FD-645783CC31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342DE3-A514-B9ED-2E8A-1B2B19C7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DC5920-85FE-52AC-5C0F-A90C714C4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C98091-E540-4977-499B-0DA0DF3B7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402837-AE07-5B3D-BD15-78DB7A90C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515733-16D2-B2B1-7D65-E1070FD90BF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527F54-6910-1AAF-3161-6F4FFAE5B6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7D0BC-9581-8F2B-8302-2FC1EBFD039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8B0530-C336-21E3-1768-1898CEA1B08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3B427A-1505-AFB7-B893-74E6E271056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D4DBDA-41AB-1EA6-83F1-C320F43FC3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DFB0E-7D9B-63E8-1754-247D9D378F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C8E097-31D4-D606-F0BD-EEEE76E071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F53936-A63E-5283-C201-4CE0BBA2FA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CB016E-9C1C-11FE-DD5E-5BF217AF3E0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4CBF92-34EE-DD3C-E6BC-35B6B254489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16DEC5-0E2C-DAFF-9317-4CC1696B53E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9A91D-2C11-DD78-97C5-8793F88C9A0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7D286-09DE-A3F9-52D4-33E6FD4AF63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02B1A-D939-EBB7-8D05-4297C5AD94C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238F27-8030-BE14-CF15-FE0DB39F429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36F219-54DC-753C-6939-E192E19263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87E6B2-2395-4073-C7C3-3A0E78EC091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81AA44-A0F6-7A15-B41E-27D3E497C6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CB3AF-6937-0537-1279-14842DBF5D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916D92-9F77-E2CC-B7AB-E4A10341CB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E52EB1-CEB4-8F3E-5A66-F57376757EF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A4A2E-B30E-C593-51A4-0835358F62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B87FD-52A5-262C-B3AA-D47139C4D4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13A7E0-D29F-A423-54A9-01E9E02BC6F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56A945-C9B1-3400-0716-41B126A738D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531874-A9E8-CDC8-3B91-F1C329D06DA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C2E7DD-8B18-5B66-1D46-A01945766F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C40D94-2319-1EC4-6505-2B035C901AF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C74689-EFC7-DE0E-8F83-6F70768591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0794AB-A1C9-A225-EFD0-F3C4F1DAD11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D3D72E-217D-77AE-B1A9-E7BEA8310AF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F8BDF0-13F7-3580-ECED-507D5A7C093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C967AB-1B45-DC45-D502-285FE726A7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200C14-7F5F-BE22-2FA6-A2485C14D3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712957-6E00-D0D8-E82D-6069732CB7F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E80BD8-61AE-B7FC-80FF-A4C5D39FCA8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7BDD55-2A9A-FEF3-8217-DE4A5EFB016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187AF7-6399-4A23-F11A-EF578E4905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52484D-6A84-2513-16FB-AF445C2E1FF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D5FF27-2A67-F4C0-E1A9-2580A55FFD1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ED3424-3499-2B34-4F47-A40404E0FCE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0183C-C458-72C2-EF1D-AD286C07D4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787B03-0F9C-7201-C6FD-904EA05C958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9CA78-1ACE-3417-5E6A-9691388D7E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E445BC-1A47-1E30-9ADE-DA59EC35AF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2AABC-0648-C89F-A22B-B890BABDCA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5804CF-D5D3-F649-D116-33F61F00475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691ACF-7691-E140-E26B-849C6F8F63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B3DDB2-984F-30BB-02E1-AE3B456880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C85958-F779-17AC-B645-8CF1EC0EC7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794E45-745D-A2C6-225C-DBD3119460B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67CA3B-67FF-AE6C-9BE8-0D6C473C495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EAC480-56D6-C526-7C64-A0F57C0207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FFFBC4-432D-7C5B-F1AB-D80CDDA148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40D12B-66A7-E49F-44E4-177A1030AA9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73F172-DBF9-5D32-E129-E0010FA2C9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F26F73-BFB3-BF09-6245-4F07259819F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4FF37D-FC30-D554-E91E-6ABCDDA40D2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FEE64C-C341-9888-89BD-A392E13C5A9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55B5E2-E2AD-E083-7ABC-370202E7615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3B6E2F-C032-BABA-F237-31DFD8E48C4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0FBB72-C8B7-EC79-DDDB-FD80212F24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268CD6-4E57-DDB5-4D8B-151B3041EB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D5C9BD-CF35-2204-ABBF-439E96C3323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62AC47-BF4F-5BD6-259F-EA643C46D0C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33801A-34EB-B6A1-ADE9-F7E0E0B3EC5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7E9A47-E069-9B20-9134-A27A97FCE8B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D41A47-B897-CE19-7D31-6424EEACE5A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749300-29B1-CA12-79FE-4A55756330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42A631-ED98-10CD-5E9A-010BF9A83A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F7369D-421A-05BE-DB20-CF7DB028E97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1954E1-9154-7CBF-2B60-73D303D452A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219F93-AE57-54AB-2E5A-425D1102D4D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0EB0B4-C39C-12D6-CC2B-C1F2D4E59B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A1C3A4-C96E-B3ED-60FB-8A1C8A30D24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D47444-04D7-12C0-87E1-0DAFB4A0D6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BA1057-1378-1216-477A-E1AC8362E48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382584-7953-F974-ADEF-14F84551363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1CE9A21-1535-C124-0FA0-E3A8C90D65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1814BD7-51C2-67FA-8E14-BDCCC1E6C6C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85941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4BAD-917D-6E81-9A29-6D0582CF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971B59-58D6-530F-492C-42F5A4D03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2707E1-DC39-B922-E961-6410C2B1A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E1CFCD-65A6-63C8-97C3-A1D06C6F7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C487D8-2FB0-0C5F-07F1-B2CCF3128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C18034-47D0-17ED-D4B0-AE87546A7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E1F0AD8-6D06-9930-46A8-18077EA871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702397-302C-79A7-F8BB-CC908E5B92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F99F3-3B54-F18B-F280-63C5C8962B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2B04A9-6335-4B4B-792B-0E47036F76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801E1-4274-B53C-2FB1-22677CE706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20D9FE-80D5-EC15-42DF-D1C0C48BFB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313B73-BE07-E395-75C8-BB438CB81AD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C49ADD-37F4-99C1-946F-EB15DC7A491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DE7F38-A5FD-02FB-1DA3-82536169DF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213224-76E4-C441-E9EE-284D668E66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49E66F-D307-3829-B31A-C0404CE25CA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7077EE-4C8F-AFFF-F13B-A63E319FD7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56622D-F14C-DDC3-6EC1-07183A97618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E86D3-7300-2401-098A-42D24C59E6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F551F3-275B-1A9F-72F6-624D1A4F040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3E9BE5-C3EC-04A7-B28A-EAEC7EFD95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24F3D1-6BD3-472D-78AA-4C0DAC07282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32785C-879D-0CE2-E3E4-916B5C8D7C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F6AA10-3672-48E1-A79C-C7956758212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5FCE0B-32CA-87CB-3AC3-A40DB7B757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EC5BAA-FDBA-BE2A-2759-AD61B14CE0E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EAB217-2F65-E5B5-F08F-5422F4A328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08DA6-99B8-7669-5058-1BF2A07645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FB1DD-FA73-2681-92D5-432506740B9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383BDC-FA81-A457-4DD7-78C7FA1250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B9519D-977B-6853-524E-464474F9FC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6604A9-BAC8-EA57-6094-C3A60AF8F63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C231D-2754-8027-F1E8-A4473808D9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AE510-3361-4A0E-F4FF-8CE8BDF7454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39D365-0CC2-2C22-143F-EEBAC6A9482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735D7C-9C84-FDFA-A81D-BACF08470EB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BE1D9D-F671-F5F2-AB54-08100C7D84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0B611E-8C62-4107-68CA-08908C9FB39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EF9465-2438-C48B-4DB4-56F9AF7A91B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643160-3528-4168-8655-C900056D0BA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108771-97D0-38E0-6A36-DA31E146E01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54692-02B5-B0B6-7240-E1CDCABD0C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78B707-E817-BBA6-5F84-1577097B7AF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D38246-9351-49FE-6487-6B43E8F910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1D8441-4349-2CFA-8B8C-6D8095D2EF1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894D01-9421-4A12-BD05-7AB34C555B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886756-6FC0-0E97-8369-4CF9267C50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9AFE47-C65D-DE60-3EEC-CC6948A05E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755363-9D5B-4C8E-1C7C-9C8EA501CD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4BCB75-A438-A5C4-A277-DC31B4E520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46879-B6E1-46AE-19B1-5F17A555972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2251E-287B-8225-2FA4-05E97ADF857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145E51-3DE8-EF2B-1B79-AA572AF1C54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14C008-13FE-33BA-DC32-05B0AF09C54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1487D0-702B-6155-3E88-505423D2BA0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AECEAB-7ACF-A7C2-A9D3-EDFEC125ADD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7F5774-0858-8E4A-80B6-CDEE69E8E5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BA0D18-570A-9347-AA0D-4A64C5556B0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D11A66-166B-950E-8DE3-E244C86C6E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99129C-C38E-8A32-403F-FC7900F6EE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974FB1-E1E8-9959-3D1C-BC5D6DB8DA0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F8388-2437-79BA-432C-3C813C01D0D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BABBAA-4544-5E99-BBDA-8F66C2DFC82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A715B8-A6E4-CF1C-2EE4-9352AE5BCB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7B1C9C-6D3F-73FA-FD04-E41A90E5AD6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6CF0B9-4273-A646-BC93-F32A9800EA8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D00910-146E-82DA-B52E-1EB20590E6E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B3A7F9-453A-B3A4-8D18-A0567E32BC4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5EDD3C-2FB2-B856-30C6-45841439910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C7E161-2EC7-6F58-7544-B91829C9A28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37FADE-4EFB-AC54-66AB-343380905A0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6F4D81-F9C3-87B5-33DC-00F16C1A14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B5C7EE-A090-08F6-C901-83D2C5B4FDB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CED3C2-21D2-7A36-9C93-242C9267994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BAF630-E8BC-E4CD-FE4A-B1645BED87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07C835-3090-E9DF-5C6C-BBD8F70D674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10AB36-A0BE-B9FF-E3AB-CAC7FEE83E4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694853-DDD4-18D5-E1C0-001EDD31F8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9F1F50-37B8-0F79-174C-7006D3F75E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25CF2E3-1E02-1D26-0060-E277014214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8D5556D-A959-C77B-B218-9D909BC438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7F167BA-25EF-261E-FD1E-821DB95F49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8507EB6-CE74-2BFE-2F7F-AAA5052779A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061D12D-1149-805F-0244-79FD355E22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E75F40F-046F-1310-81EE-353AAC0D341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9DF32-22C1-AC18-31D7-6FF2AA723E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183371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A11D-FBE2-F63F-D792-34C0D813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DBC752-76B5-DA5E-F288-EF5B14C40D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D7F7BA-86C1-D9C9-19F9-B36AA3E7F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0E5507-C476-CB78-8F5D-E2BE79318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1814E9-FBCB-444C-6F4F-885814740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625970-BB57-BE09-622A-0ED02CBBFD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C1B88E-56E4-249E-EF84-78D39AE947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A8EC75-532A-4473-159E-CE245E8078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39978C-A5F8-1768-48F2-FB064C28D91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BE709-29FF-1845-13DA-0FF2D6341D1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B47D64-1670-F9F5-4C91-E6B890806D2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21CCAA-D55B-8119-C66B-6B9D175034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823EC7-F843-7166-7CB1-8652347B3C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FA8F01-BE15-41FF-DD74-0440877BC29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E7E93C-A4AB-3E4C-8375-C52CAA1608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A3A8B3-AA74-FAB3-FC31-1226E153AC6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3C3739-FF93-7454-08D2-59DF4515F0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A936D6-BA98-B69E-F45E-284458013A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EE8028-92CE-58A2-8CFD-0D1F020E6D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B7554-C446-18EA-FA18-64DFA02DC8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9CD302-27C4-BF71-44B1-2F76035AC60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038DD9-E646-2D32-4098-14FE057C94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D5223-09A7-5877-CFF2-310D4B2B4D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B359C1-60B5-4077-183F-B67F232C4E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D6C81E-47F0-578F-C468-CA2626E7C5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61CD33-415F-390C-C6A8-9ABFECFB0A0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BB4463-0DC7-6584-6502-CBC6CA0647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60941F-0450-BBF2-A02B-2BEE522D82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0E337-2F4B-612E-8CD8-EBF12FF3AFE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C896E-CF88-A8E5-93DF-5C7A04FB70A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9BA249-6D17-CECB-7422-E8ED288DBDF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40CB62-D056-0C05-CCB8-B98E59CF900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F5B847-E61B-AC8C-3D8F-DA82FCC78FE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96075-B234-7644-FBEC-4F1E3E85FE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2C126-F57E-38D4-57B0-713E6565D2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36F379-A9DC-6806-01A7-8E193B7E27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1D066-BE1D-D478-1795-34555CF314B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893B8B-44DB-2EA4-A029-5E9E327D6D9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6663C-5076-B26C-F085-D6EBE4E9AA6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A6F0ED-D902-011D-F93D-C8A5CA5AD69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8FC1E-87C6-E468-ACA5-1190803844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6E381B-EE27-A2D0-A176-EFABD78B72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2A068B-3E72-5631-23FD-6F40E190BAE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1FCC4F-2AD1-45D1-315A-FCA12C85FEC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FB433A-B6D8-444F-6AAE-3E5116E8EBA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88C7CE-79BA-18E4-674A-DCA7115900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E6677C-FAFE-F4C1-48A4-1D9E9B671A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50CDA2-BA3B-3B28-8C8E-2E036B8BE3D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65D8DE-6C13-6706-7BE9-A39491DB1D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0B781F-1473-E5E1-579B-B11E5628B7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45E6A-C9B7-6BC7-D858-DE6A93DBDA6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456FE-D464-C1A9-CDC2-5380341E7E7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51089B-99E9-9F64-02A7-6F4F80AD324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FA616-F3B7-EA92-49A3-8E638E05BA9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E670F6-E449-C29E-F849-1162FC29334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EBB862-2449-DDD2-2E5B-D5B941114E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2D0525-29C5-4F03-8D81-409C5D2D5C1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4D5F78-88D2-C6EE-AAF3-3A927C3F84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C04481-BAEA-3F4F-8C48-DB044D3E4EE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012F36-3361-244B-6BCD-78498EA96B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9AB2BA-8094-EA34-9B63-A27B43BCAD6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AE44D-7FD7-DE41-F402-DBB24AFE34B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5A9C6A-AA18-045F-4D48-4B87ED3CEF9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2EAFC2-F60E-EC34-D880-4BEEF0DF7C5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3C1C06-8EE3-8104-3EE0-6937DB2B23E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F9A506-DD99-E2D0-A96C-203CC704257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FAF1767-F27E-7B52-FCAE-86B811FA493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69E3B49-6A2B-641D-BBD8-668AC351C26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13D6A8-4EAB-E5C3-42F0-2C3EF5B5B7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FE939F-F9C7-1C3C-F1E0-0C431E424FF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ED9A1-8313-A45E-0A7B-DDAFFFEF855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B5B141F-19E7-C696-7857-7030142579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853B21-4AF4-509C-AE0E-8A451308C5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01DB9A-2F15-A69D-AEDD-08DE396B8C5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8C60C3-9483-35BC-65E1-B6DC2230F9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6E278A-43EA-9F4E-67B3-FBE84DDBBB7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4BD7DB4-3B4C-E723-FDA9-65F855ED6B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2D9CCBD-5772-4B47-CD41-F7C26F33C8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51497DF-ABC8-EFB5-F75B-4B36306CC0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C411F8-ADEC-108F-C3EF-B0E2E43C021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D7A6DC-03A8-5611-C0FF-685DD39C510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AA977-95D8-91C3-0D51-54336410B8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E9EB0-20EC-C989-1650-634A3C813D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9ABF7-3F75-65ED-55DA-E567FE3206C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6003F-BEB0-7B74-1537-8387E938313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01FDAF-0DDF-5D2D-ECC5-FA5CF3A07FA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8E1417-4237-662E-EFCB-DA4E0643B3E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601463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7847-8F90-C365-72D4-EE2A7C26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76156D-C370-FBAA-27BD-7D1512F52E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90D57B-CA34-13AE-CFB8-39E284DA0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F9A86F-7F1D-830C-4344-5FE95CBC3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BC9DDC-DF4E-580C-D6CE-6A1150A06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0DBEA7-E09A-45D4-FEB4-83411950C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B48A16-61EB-CDB2-3595-8C27D37F507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705076-B590-3681-05FB-1D78AB4D3D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D6809C-3F6C-AE51-853E-F594DEEF6B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41D828-C5A5-CD3D-1CBF-C1403712F6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526868-9EF7-DCF3-5B41-4A137440563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146FB6-C0D5-4B40-2458-1B0A4D8A9C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88628-F478-6E16-FAD3-704662A63D5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20C22-390C-A5E9-517F-98EDB9E7395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37B073-6DA9-BB28-C11E-792476BC776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9B66C5-22D7-BCC4-D4A7-C2D6CD35D7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3CD71D-4B6A-E639-E059-C983E73EFD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AB332F-4E5A-5292-C4C9-43BE210FABB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CA1327-C18E-E72D-560D-4853C698A98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41370B-D60F-4BB6-69E4-856E0E5ED1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64854D-2A46-7271-DE2F-2DE11C2261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790860-5F47-A171-CF18-09F50E82D6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BC66E-11A3-49FD-EE69-FFE610EB6D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E97BB-69EF-9192-6A8A-12823AB084B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D9A104-0B44-DD7F-7FBE-5CA6BE8F387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0A3E9B-88A8-A88E-6E2C-4DA8F6658F2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42327E-2FFB-285F-F8CD-88741534700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01D7C-4577-59D3-144B-74BB767C687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7DD977-A630-4C57-14F4-A969B59DA4F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E372BE-369E-111A-F663-3086BCE45F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A7571A-4497-3A7F-F689-3470E2B5606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410F37-2198-BEDE-3D6E-A65B8D54DE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D531E4-D5C7-022C-D189-670158C80F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7A2954-30ED-603B-6BAA-B90CD29420C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14EBCC-D61E-D16B-B449-19C560937DF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342DEA-6E66-2EFB-2EC4-24B31C5F722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B9DE91-A275-9AF8-8B9D-774AB42D8C7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8F4E28-69AA-DD53-35DC-E62C71B12F7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F17D6F-68DF-8BDE-BD9E-38CE735AA8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683368-A958-B672-8A11-F52E8B1E0EA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8785F8-07B6-8CAA-01E1-D871145449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98CF81-5041-6B20-2EC2-B2EEB5DC775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FCCBB-7635-81CA-03EC-9F069F147D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0AE77D-2B54-3680-F8D2-711030AA71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7FE30-3A2E-9561-A127-3D27A087507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54C27-B4AB-CB7D-1D26-32554843729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1C8FB5-FAA4-EB46-D64C-9468FEE5D4A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883DC9-E12C-2AC3-6838-F9E6DC5A32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3B6B1F-FEF0-AA2E-4409-89E2DD9870C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69F232-3136-2E72-EEB8-8101A9D5E7A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7028B5-6400-97AE-BF84-34684D284C7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447FAA-08FF-B53A-1703-D23552B90D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A04F0-3324-4A58-83A3-B89D40F109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A64EB1-C80C-9E77-DDEC-A4627F9A29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95F631-0B6F-BEEF-418D-C937EB5ECB7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F10E01-DE54-20C3-7914-000028B39B7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FE62B0-ED51-6D7B-796C-C50A2A9D29C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B8C6BB-4F91-67D6-7541-D7907DD3C5E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F99760-869F-85DC-E73D-AB623C8EFC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44F1B5-4232-84E5-7037-B7D7A9FDDB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359869-772B-2042-AE4B-56A9328E61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AE1F2D-5C5C-E12A-3C96-1AFEC148711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4B475C-E05C-EDF4-ADBE-461704AE4A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EB3CE0-6D79-FA86-A973-5999A4DFEBD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8EF944-7E70-9CC6-76CA-C868EFD51DD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A9F473-1E65-433C-51F3-1F8FE5DF44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1ED2BF-D5B8-84C8-5792-076381217DF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F59AD8A-9F0B-EDA9-520A-2B91C9F0E7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ED1FDF4-AB4E-AA1B-6E8A-8BE560EBFC8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C9924C-9EEF-C5BD-8AB0-FBE19A0AB2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0047C-DD98-3947-C69D-D4082680DB0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C9238-F8C1-803E-33F2-959BA3333B8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83EFF-3DAB-0F0F-D10A-499A8D49A4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DC8C4-8A72-7A12-0655-DBFFD1C47AE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D98F88-9DBF-82D6-137C-2F6291B2DF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59892F-2A4C-FB68-BF70-F29A44BDC83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DC42C2-7109-6D65-0666-6BEA021863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B0735A-8C09-7F36-9740-0DCCC552E46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FA910B-9643-6256-BE9A-4F169DAE46D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B77E53-AA5A-0556-7B6C-617FC2F3475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71AE82-CF5B-C213-D963-016F318CBD3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907628-9291-8098-21A2-47D14EDAF53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BFB762-8B03-7838-D70A-0BBD242D8E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B407D2-5AEC-DD4E-FD52-65577475A9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702C47-1E8C-658D-D73B-20221C9F72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BB949E9-E105-5A35-B2FA-2AF867C61CA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8B12B34-2883-27FF-DA1D-D64654FE33B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598669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B85F-89CF-88E7-6FCC-0FD73CD9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69E1A-A4FF-359F-C17C-7BEAFDB0D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E82FA1-CC6F-3B85-1F7F-ACE7D6B4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6FE2E0-8297-64C5-54F5-B60EA3870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CB4B7A-D9B2-D62C-566D-C8597B1CA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7AB997-25DD-8B75-81A3-6F53C8F95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B68331-358D-7AD2-72E0-416F7B96BB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35B2B8-A843-FA21-1113-5C458434955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FF21BB-E704-7457-7DFA-44F655AAEA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731488-B664-021C-EA50-06183870AB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D83497-C39E-8CC5-9567-BDAD81FB9B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859F3F-320C-354F-E9FA-C5721FE3BE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3BD2F-7E1F-233A-F532-90AE23102A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A0CD3-7EB4-0912-5807-CA4ECD8A6C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6E362-0D12-A114-7EE0-43921118D18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7891A5-2418-B329-30F7-ECCF87E35C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FF407D-EA2C-0D85-E2A5-CD7E0C9D9B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AA496E-847E-7119-CF42-943A140362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4F7935-600B-0B9A-32F7-198468E921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98F3AF-EF48-4381-A364-979E144D37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740D72-CD17-DD2D-2F89-8914321A74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44B7B6-90C8-B55E-9BCC-B32B97FEA89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04905-0D2E-D9E9-6955-BBFF6CDAE0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47EF7-1EE0-C54A-EB95-22704399AD0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42E54-16C0-99C9-0C82-BD0E23E621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97F7FB-6EF6-3C34-EB1D-88DC52EE743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A3825A-772C-57A7-5641-95B1049938F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9E94D-3F7E-57F4-B180-FD94E50D37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D2476E-4DD7-386E-8AF2-13008F6EC0E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490740-06F4-058A-E361-550F8938C31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76A691-C508-5861-DC73-5882F42FB03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2C1E90-B405-B80B-D1C6-4A4FE53605B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3A3373-94C9-5269-B473-B9493CBFFCB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557141-6BE3-E574-D2CF-D97993B07C8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BDC19A-61ED-3E36-9923-74CF6B9F95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7CB66A-D059-7C03-793F-9C295B1F8CA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A155A4-028C-2EDA-C976-7716CD7729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25EFFF-4C88-586B-4AF3-1A139DB62C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129A7E-3C76-BECA-6E93-7577123D821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0661D6-16E3-68EF-E22C-C0BED66D22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1664F6-2F26-4EB8-D8DF-A0F14A7A18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B2805-A664-B1A1-080F-D9EE16E7A0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C3AD65-DB32-73CF-E6D9-36F4E811E9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7E7CE-7413-13EF-7D6F-C7CC98A8533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C6951-97F7-786E-00E7-6431DA9004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468331-009E-CC25-E961-ACB6DDD1B6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919C7D-EB94-EE2F-FC80-5950731B8DE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95277D-65F0-E663-E18F-FF3FEAB659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4C1781-D8CD-DA39-85F5-C4B42A15FE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AE8C07-2F15-ABD1-6AE0-0B9C7323E5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5BF8B2-2583-2EBE-49B8-3D7F067D96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8D20E-198F-F113-8EF8-548F5DE359C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DB6A0-5B5A-D791-E7CC-115867A8759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E528A2-E436-E896-3FA1-A5C3102F0C0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ECD761-028F-4C77-493D-23445986F7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D7EF059-56C2-09B7-FA5B-178C45E578D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ACE09F5-9953-6DED-9D7F-39C9A82480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E674B8-0E49-B915-5E35-10A8128B403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3D248D8-D501-0331-2E9F-C1959AB5AA8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9B5983-3880-B378-846B-2A1B4E3C0CD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DE31D6-C8ED-7314-EC0C-CF9D4B06261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C0082A-CB87-4685-1306-B1F0206D9AA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E5A095-9A07-6927-7797-ABE4E6F7B89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74A2C2-4AC2-DCCB-4215-91F90DFEA8C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8119A0-1C19-CD4B-B014-7944C51E046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7B74DC-23C3-1C13-EAB2-ACD71622CD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E40413-B891-42A5-B317-54CE4C5F117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11C1B40-F9F4-49AB-28C0-AC5E3FE94A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A280F-1DE0-7F33-214F-7A1781D7AC8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5CEE9-E172-67FC-0955-BBD3C8BD32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44A3C-97E2-E17C-9615-9F8C91DF048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9253F-CAA7-E88A-2B71-47AEB080E81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ED58E2-9F7D-0CE8-CE8C-AEC2C7EC20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76D5B3-8086-2BD9-8AA0-6EDFDF3790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AACBD1-F8D9-5A54-BEED-AAAB02625F0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36E60D-1A5E-C047-E605-152D103D5D1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CBC047-AE23-5B65-546C-F3A562A45C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076162-797C-B301-E04A-B82F9285072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E50ADB-81ED-E776-96E4-E5228750AC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EBB737-0ACF-D552-FD0E-85F6C1F2E2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36A039-28A9-C9D4-6B93-11BC4E07110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513FCD-F8DF-BE16-B3AF-05A839D822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DD11D6-2100-3636-F8BD-EFEC099FCF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71C400-E8BA-3979-F103-F60A5B8866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318BCCB-0B2C-24CF-B538-71A129714C1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04AEF-230A-8044-63E3-06032479FF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DCB211-CB20-C066-2CDF-6A5112B9E4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56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9951</TotalTime>
  <Words>4160</Words>
  <Application>Microsoft Macintosh PowerPoint</Application>
  <PresentationFormat>Widescreen</PresentationFormat>
  <Paragraphs>3732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400</cp:revision>
  <cp:lastPrinted>2025-12-02T00:08:17Z</cp:lastPrinted>
  <dcterms:created xsi:type="dcterms:W3CDTF">2024-03-19T02:13:08Z</dcterms:created>
  <dcterms:modified xsi:type="dcterms:W3CDTF">2026-06-11T21:11:29Z</dcterms:modified>
</cp:coreProperties>
</file>