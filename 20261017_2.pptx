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457" r:id="rId2"/>
    <p:sldId id="531" r:id="rId3"/>
    <p:sldId id="532" r:id="rId4"/>
    <p:sldId id="533" r:id="rId5"/>
    <p:sldId id="536" r:id="rId6"/>
    <p:sldId id="534" r:id="rId7"/>
    <p:sldId id="537" r:id="rId8"/>
    <p:sldId id="540" r:id="rId9"/>
    <p:sldId id="538" r:id="rId10"/>
    <p:sldId id="541" r:id="rId11"/>
    <p:sldId id="542" r:id="rId12"/>
    <p:sldId id="543" r:id="rId13"/>
    <p:sldId id="544" r:id="rId14"/>
    <p:sldId id="545" r:id="rId15"/>
    <p:sldId id="546" r:id="rId16"/>
    <p:sldId id="547" r:id="rId17"/>
    <p:sldId id="548" r:id="rId18"/>
    <p:sldId id="549" r:id="rId19"/>
    <p:sldId id="550" r:id="rId20"/>
    <p:sldId id="551" r:id="rId21"/>
    <p:sldId id="552" r:id="rId22"/>
    <p:sldId id="55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18"/>
  </p:normalViewPr>
  <p:slideViewPr>
    <p:cSldViewPr snapToGrid="0">
      <p:cViewPr varScale="1">
        <p:scale>
          <a:sx n="111" d="100"/>
          <a:sy n="111" d="100"/>
        </p:scale>
        <p:origin x="16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61490-3CE8-CB02-DD21-5A4B2304D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EDD63-30F4-4B15-3F3C-376F6BBAF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46E59F-1D5C-8285-0392-8C8E6A404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B6116-A0ED-03EE-9FB8-08E9AF263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65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CDE73-92FC-E4AF-529B-010B60276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F0AABE-66A4-760B-C3EB-158DEF11E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53A73-9291-928A-B80A-F5A628EA2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7B569-FEA6-08A3-6258-F44301702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96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4D83D-480C-63F3-9DE6-BFA7C5119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B7F3C-433B-AF22-1106-3A6A3DB27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B6907-A929-1FA2-E14D-EF8B3C793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55554-ABBA-D914-9A87-A646BACB7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18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6BB3E-A1B9-325E-7D5D-7097F368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F4125-AAD7-B2CA-2A60-127D4A6A2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9DE3E-CB70-9694-94E0-2DE7D164F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AC151-7E62-94D9-D4ED-12F9CED01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99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A167-71A7-4240-AA38-DC88B7017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A7B81-68B4-4167-D7C1-B7710D879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36C5A-EB35-838B-8779-9868811AB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4ADE8-6F34-65E4-2651-00BACEB80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54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5FB01-6EE9-396B-1F8E-6EA16F3F2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F7A6F-9C50-96FC-C211-527ED728D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3D062-3035-31C6-22F8-3F08FCEA7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E300C-40E1-A512-C8BF-E0B6921AD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23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3D00B-AEC8-6288-5561-331087AAA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2FF5B-6944-CAA7-8929-7B3ACE702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53CDD-41DC-799A-7154-137AB4BAD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613BA-005C-CBD4-42BB-2C4091E49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06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1CD8C-B76C-5DD7-07D4-7D3C14CA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0BECE-D898-5229-98E3-8040CD1D4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52A66-407C-A38B-0C0E-FF9201963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0A7E2-755B-7486-F247-15EEED505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25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20B5C-6ADB-22FD-B796-695EC2659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3220C-4E61-FA52-C977-DBAC50467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E3B20-C9BE-966A-3CA7-C2E050724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80430-35D6-4DCE-9419-76B370570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84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7C56F-15A9-D439-A651-54B998772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3DE68-E8DB-7B84-7002-59A474AF4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41A36-8B53-1827-9F1A-3FF55021B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25F6C-6857-4FAC-FD3E-AEE1706B7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37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A3B9D-EA1E-50E0-90B2-ECA2CB7DF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34CB1-4A38-46B8-AC57-84D019D2B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399C6-9C6D-CFD4-49EE-257E1CD91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B6581-2AF2-A198-8F83-7DC85516D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99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9FDD3-B5BB-8034-E624-43E135355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AAF31-057B-A4AF-22FA-72C7243B5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47843-9521-5F4E-60C4-887524DF5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7A096-3993-46D3-6752-AA67439E3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5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2F76D-2C10-2A86-86F3-132D34FE1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BF5D3-ADFB-399B-EB12-419AA5ACD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74375-8A15-0E93-40C3-A3C62170A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85A01-1CE5-4879-8BF8-583019B5E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66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292EA-CC33-5D76-27F3-2C077D873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1D8E8-BEFE-8959-1CF9-8F7156AE2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D2955-F58B-4365-B18E-2848B6DA7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25137-9706-D43A-8869-9CCD54C26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15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36D5D-08B3-54FA-6774-FF230537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B33E24-A105-5840-DCBB-812241282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792C3C-F579-1532-4FDE-DA6A2768B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5FF43-3387-6F7B-31A0-5408B9129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88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B52F1-6DEC-C1FC-0757-8583B7982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E741D-FF70-0CA9-1AC5-B9498F835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810BC-E674-B14A-9644-F7D5B98CF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E6BED-E976-DD4F-ACF6-33E60CD1A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290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568A5-F143-C8BA-A841-A82E1A17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F7DA3-0DA7-B75B-AC13-024EC5844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1837B-D292-6231-260C-29E959761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70DFB-F539-C371-DC56-CDB4E269E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595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17BA-081E-BC67-4990-4E712CDE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FDD8C-49E6-B7E0-A385-1B3539B81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A0CAB-6ECD-8895-E657-8780F330C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1E010-814A-6BFF-CDDA-7DA74F0D1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271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390BE-B459-F3FE-08CE-E6D9C4F6F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F1472-1964-180F-ECE7-C2562CD9D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677E1-6721-3566-8B8A-793F2A328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D3F4A-69EF-159C-CB71-53DDF001E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465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6FD99-2989-BB61-ECA4-67D7E3EA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BD710-BE1A-E79D-44A4-8FC0A852A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707E2-0DB4-D1CD-990B-C62C8874C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66971-8126-2028-80D4-8334DBA30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03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E1E7E-5485-932E-15F8-83F1D53F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25763-C6B4-D76D-119C-8FE8BFE0A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CC231-248E-4666-71E6-BEF7698A2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F89A1-FA81-CC9E-25A2-63914238F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5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247E9-E990-9201-6897-C677AABE10EC}"/>
              </a:ext>
            </a:extLst>
          </p:cNvPr>
          <p:cNvSpPr txBox="1"/>
          <p:nvPr userDrawn="1"/>
        </p:nvSpPr>
        <p:spPr>
          <a:xfrm>
            <a:off x="270933" y="166629"/>
            <a:ext cx="116501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 Arms by </a:t>
            </a:r>
            <a:r>
              <a:rPr lang="en-US" sz="14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CtC</a:t>
            </a:r>
            <a:endParaRPr lang="en-US" sz="14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 sudoku rules apply.</a:t>
            </a:r>
          </a:p>
          <a:p>
            <a:r>
              <a:rPr lang="en-US" sz="1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clue outside the grid shows</a:t>
            </a:r>
          </a:p>
          <a:p>
            <a:r>
              <a:rPr lang="en-US" sz="1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sum of the indicated</a:t>
            </a:r>
          </a:p>
          <a:p>
            <a:r>
              <a:rPr lang="en-US" sz="1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diagonal.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7D57B-E815-6B77-EECC-74C16D0D16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0975" y="757230"/>
            <a:ext cx="4540774" cy="45407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4883C9-104D-ED81-E9A7-2F67FB1663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95043" y="111692"/>
            <a:ext cx="5305465" cy="526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05AEE-7E30-C012-93C6-C9D6B78DE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8FA99D-760E-8648-FA65-DBBFE409AC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the largest possible digits on the 31 diagonal are 6 and 7, which fit in only one way. To reach 31, the other digits on the diagonal must be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7E069C4-8A25-47BF-6873-80B5C904E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650F460-2728-8736-6747-75EE91F9B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32082D8-C6C0-DAE9-5DE7-F3713C1C9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6623FD8-8FC6-2E51-2DB8-53E0DE4957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D57D93-77C9-ED3E-1074-93421ECD390A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69FFD2-16B2-58D5-3FC4-DDBE05D3993B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038F5-5686-7C80-043B-81D31A90E4C2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93D58D-1896-ABE3-E8DD-6CB3D267A14F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16120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96325-9DB0-8D5B-ACBC-0D84326F3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301256-1EE0-329B-547D-1F8D884690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7 in the upper center block.</a:t>
            </a:r>
          </a:p>
          <a:p>
            <a:r>
              <a:rPr lang="en-US" dirty="0"/>
              <a:t>Then, last possible 6 in the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E948D55-241F-EE0A-D13B-F98B9AFE2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EF07A75-57C9-3E3A-1CC2-7827EC838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F88FE6A-C156-A615-3F0D-60224404D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AFB766-293F-EB09-835D-459443EF99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BC58EC-C436-E8DB-35E5-05B13A9CB333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CA627E-525E-7AF0-06C4-57EF4366FC5C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5C541D-BC33-632E-8761-2D109E4937E2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A3F556-5164-367C-E7FE-6C3E6DF61202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347240-C1F2-D615-BA4F-7D5D905B0ABA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711387-9D79-DFB0-DB8D-9E01C8E59B3D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63429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E08C5-DE16-DB6B-829E-AEAC9886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5ACD60-B317-9AAF-4B6A-86E88CE8A9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 the 11 diagonal, the least possible contribution in the upper left block is 1 and 2. The least possible contribution in the left center block is 2 (because of the given 1). Since these add to 11, they must be the solution.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3EFA3B3-BA7C-68E7-3492-04D33A8B4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E19DFA3-2A35-CFBA-6BA2-45342F505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94848AE-03B5-FEA0-E848-DC4ED2A85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5F1711-AC72-AF76-4B5A-39FAE7C351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96DF07-0143-4108-438A-7A4580041E47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E5FA89-11DB-000A-3A97-77A96A3892BC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AD974E-F74E-8EFD-399A-F31E36E6E6A9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077534-3557-1BA2-D96F-197C1519D839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A4E354-9A9A-B891-851E-21DD17C41521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E722D-D811-C083-347C-70C839530E8D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B6BCE7-0C9F-963C-655E-F0C1600294F8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5F2157-D5DE-BB52-9669-039B09C06E46}"/>
              </a:ext>
            </a:extLst>
          </p:cNvPr>
          <p:cNvSpPr txBox="1"/>
          <p:nvPr/>
        </p:nvSpPr>
        <p:spPr>
          <a:xfrm>
            <a:off x="4143022" y="11135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D9C2F1-67FC-277F-DA4A-96E9C321557E}"/>
              </a:ext>
            </a:extLst>
          </p:cNvPr>
          <p:cNvSpPr txBox="1"/>
          <p:nvPr/>
        </p:nvSpPr>
        <p:spPr>
          <a:xfrm>
            <a:off x="3640666" y="16144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40086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5DF83-712E-EDF2-CC18-D09C68ADA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AFB8A2-F48D-97A5-0E9E-348E673A48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FCBB60-923D-56E6-0C86-8CEF239CF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1DE585D-D071-A3F8-A441-851F29D34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3FCAED8-A313-85E1-061E-B90077FB97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3F017A-9818-B462-AF2A-62FC1E0C89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DEB0C0-7A97-7C10-534F-11937C32D625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E2242A-5D06-9684-C635-8D11A88E1D55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280E2-5295-DE6D-F89B-0A012019DA19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7A6DF9-0A83-4521-915F-55E0FD533348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ADEA77-5C60-1E37-2562-364D48255D6B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7DC0F2-80E3-5CA9-8A14-15CEC4A0182F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838C3D-91B5-D1CE-B705-10CF423C7167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C94C92-46A4-717B-7BB8-DE0341452D17}"/>
              </a:ext>
            </a:extLst>
          </p:cNvPr>
          <p:cNvSpPr txBox="1"/>
          <p:nvPr/>
        </p:nvSpPr>
        <p:spPr>
          <a:xfrm>
            <a:off x="4143022" y="11135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D5B550-C662-EE48-16F3-21A9A2D17E0A}"/>
              </a:ext>
            </a:extLst>
          </p:cNvPr>
          <p:cNvSpPr txBox="1"/>
          <p:nvPr/>
        </p:nvSpPr>
        <p:spPr>
          <a:xfrm>
            <a:off x="3640666" y="16144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A36CFB-002E-9AF3-B0E5-BD8B7BC57DF8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12361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E528A-4B69-4987-27BC-F14B18B63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2B3769-1426-CA9A-226F-8D1821FFB5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On the 29 diagonal, the most the lower left block could contribute is 6+7. The remaining two cells must sum to at least 16. Since the given 7 precludes the use of 7’s, they could be 8+8, 8+9, or 9+9. However, the 9 in Column 1 precludes 9+9. The two cells in the lower left block can be no less than 5—5+7 or 6+7. The 7 fits in only one place.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9512D72-748E-E59F-2DBB-E98567D25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ACBD540-BE00-EFD7-FBF8-637BF1625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C8A0642-EBBF-97D2-285D-B943E7A71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BAE810B-0C1C-E5F4-C390-1394B1186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609A8E-188E-DC98-4211-84376DBD076F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8057AC-C0EB-FF4E-97FC-DFBBDF4E1B3C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CB9C1-227D-85A0-9625-2FC01DCD465F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86F612-A41B-FF04-D0F6-F3AC112D110E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38B83B-B6E4-328E-FF9E-F9DAF39B6A65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C5E4FB-8EF7-3887-3C83-17B093373476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C0EE75-A77A-4605-B18C-3C3776C67B38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038D12-F789-89D1-F36D-C75FDEDBBB12}"/>
              </a:ext>
            </a:extLst>
          </p:cNvPr>
          <p:cNvSpPr txBox="1"/>
          <p:nvPr/>
        </p:nvSpPr>
        <p:spPr>
          <a:xfrm>
            <a:off x="4143022" y="11135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041846-7343-8EEB-6E56-437650DF0579}"/>
              </a:ext>
            </a:extLst>
          </p:cNvPr>
          <p:cNvSpPr txBox="1"/>
          <p:nvPr/>
        </p:nvSpPr>
        <p:spPr>
          <a:xfrm>
            <a:off x="3640666" y="16144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91F262-D2D5-FF2C-522E-5A1F6E8B1267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543819-E0DE-278F-0112-6D28C5A01D2D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09FD5B-6299-9534-14BD-B981DA8906F9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75E2A0-0C02-25D3-93E8-6A8DE4B8470B}"/>
              </a:ext>
            </a:extLst>
          </p:cNvPr>
          <p:cNvSpPr txBox="1"/>
          <p:nvPr/>
        </p:nvSpPr>
        <p:spPr>
          <a:xfrm>
            <a:off x="3640666" y="36182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935403-91C4-D155-72CA-8ED76EEA0FE8}"/>
              </a:ext>
            </a:extLst>
          </p:cNvPr>
          <p:cNvSpPr txBox="1"/>
          <p:nvPr/>
        </p:nvSpPr>
        <p:spPr>
          <a:xfrm>
            <a:off x="4645378" y="46201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425116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7C1F0-D137-918E-4893-5D69D73CE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697E72-540D-5ADC-53D0-82BCA75979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7 in Column 1.</a:t>
            </a:r>
          </a:p>
          <a:p>
            <a:r>
              <a:rPr lang="en-US" dirty="0"/>
              <a:t>Last possible 8 in Column 2.</a:t>
            </a:r>
          </a:p>
          <a:p>
            <a:r>
              <a:rPr lang="en-US" dirty="0"/>
              <a:t>Then, last possible 7 in Row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86EA059-6FB5-7424-0864-2875E3A38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632C62-AE9B-9733-FCD0-3425A3A75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F6B70E-FD01-5E07-3949-3412EA526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85927B-EDCC-60C4-64C4-349F8FB01E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CE64CF-D6D0-0D21-A262-D42C17EA2D33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56FBEF-750F-C8AB-057F-B60B658B3B5E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4E623C-8B3E-9066-A2BB-2BD3ADC2BAE2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7FBE29-1992-3A7C-18D9-DEF0D166F15B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5DC530-4930-3961-A9F8-C87A27F702BC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B3400D-6E43-8B66-E079-250D6EDB4DF5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D91228-E5DB-9D89-1A26-53767A694E87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9B4E55-0BBA-683A-36D2-2EF7A3EDFBB3}"/>
              </a:ext>
            </a:extLst>
          </p:cNvPr>
          <p:cNvSpPr txBox="1"/>
          <p:nvPr/>
        </p:nvSpPr>
        <p:spPr>
          <a:xfrm>
            <a:off x="4143022" y="11135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8BAB61-7FFA-D1EB-1ACC-9C979E2CCD5A}"/>
              </a:ext>
            </a:extLst>
          </p:cNvPr>
          <p:cNvSpPr txBox="1"/>
          <p:nvPr/>
        </p:nvSpPr>
        <p:spPr>
          <a:xfrm>
            <a:off x="3640666" y="16144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EE3224-1764-4CD2-295D-89F7B960222D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C3912A-BAB8-4794-D5D1-724F0F209987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4699C3-35EF-FCE0-9932-7F5C62186A3E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E41ACE-0B2C-03A7-6E1A-0D97ECF43A36}"/>
              </a:ext>
            </a:extLst>
          </p:cNvPr>
          <p:cNvSpPr txBox="1"/>
          <p:nvPr/>
        </p:nvSpPr>
        <p:spPr>
          <a:xfrm>
            <a:off x="3640666" y="36182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071103-F136-C3D2-E549-2C89579985B0}"/>
              </a:ext>
            </a:extLst>
          </p:cNvPr>
          <p:cNvSpPr txBox="1"/>
          <p:nvPr/>
        </p:nvSpPr>
        <p:spPr>
          <a:xfrm>
            <a:off x="4645378" y="46201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CD0B73-EBC7-A17F-28A4-2CA7070488C9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4D8E2C-BE52-DBD8-636E-443994FFDB45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EC40AD-7E50-2D31-726A-398AC9C4302D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25169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50E52-D26C-2DF5-1AC5-0ABA94E4A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BA25B1-7980-1F77-7CD0-24C624C94B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left center block, 6 must be in Column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6593AC4-3E03-75B2-52F5-E6206A215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51EAB9-8741-0E8E-9852-95F0E0B8D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80EE67-373D-5697-A75B-01CEE122D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2144A14-851C-52AA-60C6-14046BC29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0D209C-5367-96A0-B38F-E63F6761B6F1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9D3D7A-87E9-8B86-4C03-C97D6EDAE7D9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E71BB-B022-FE64-F8A6-609B6EB0274D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98EFE9-A9A0-484C-37EF-CF4D8D172494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43B72-7D87-F7E1-05F9-36B575012773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2AC0BF-3AE4-1093-AEE2-C3D808CA4A31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688251-1353-2D3C-852D-1D30FE2406D0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8FE2DF-781A-75D8-2798-5F43E631B619}"/>
              </a:ext>
            </a:extLst>
          </p:cNvPr>
          <p:cNvSpPr txBox="1"/>
          <p:nvPr/>
        </p:nvSpPr>
        <p:spPr>
          <a:xfrm>
            <a:off x="4143022" y="11135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11831C-2237-8CAA-0470-80B0F53C1BF3}"/>
              </a:ext>
            </a:extLst>
          </p:cNvPr>
          <p:cNvSpPr txBox="1"/>
          <p:nvPr/>
        </p:nvSpPr>
        <p:spPr>
          <a:xfrm>
            <a:off x="3640666" y="16144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45BFAB-CADC-7279-730A-A023DFBA1569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7FEBF0-6CA1-778B-2E37-33785FC5D57A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8BF951-8122-11F5-FC1B-98A5E222A79D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6239B3-3A4C-8E51-8008-246AF6BBCA0F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6046DF-FD2D-3E00-34E8-BB04315262DF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D490FB-681C-82B6-BCBC-FF94346DE9FE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F77863-0234-2167-708D-A0C67D78950A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99F79D-204B-BBA3-6757-4CFB87AC2A93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62938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69000-34AA-1465-8142-69E3D64ED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C10803-DC79-E08A-24CD-377C64CCB2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8 in Row 4.</a:t>
            </a:r>
          </a:p>
          <a:p>
            <a:r>
              <a:rPr lang="en-US" dirty="0"/>
              <a:t>Last possible 9 in center block.</a:t>
            </a:r>
          </a:p>
          <a:p>
            <a:r>
              <a:rPr lang="en-US" dirty="0"/>
              <a:t>Last possible 9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8C78BC5-8CD9-B1A9-0026-5910CAFD6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08BEB33-1001-E494-52EA-13CF33A6D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181269E-B3A9-8D53-6A2A-468E037336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BEC5C57-A9E6-5A4E-E95E-202A14DCC6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E0BAB5-FAE9-7C0C-17FB-5FCAD0405F8B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25A38-391E-F42A-DBE0-840C0701CEF8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9322E-D14A-4FB3-CC13-1A4814049093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21C385-1843-3E3B-6B3E-26F94717BD79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6EE9C6-CA5A-01FE-2B14-EE3983AF441B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EC9DC3-1E9F-91E2-8C6B-7F0F3F9B19A4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C0A0C2-5C11-6661-9CCE-5872DDBB286D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4BB94A-6F51-97A3-BF60-DB1BCA0E5599}"/>
              </a:ext>
            </a:extLst>
          </p:cNvPr>
          <p:cNvSpPr txBox="1"/>
          <p:nvPr/>
        </p:nvSpPr>
        <p:spPr>
          <a:xfrm>
            <a:off x="4143022" y="11135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15C8BB-D609-2165-AD96-82540D3A3FBF}"/>
              </a:ext>
            </a:extLst>
          </p:cNvPr>
          <p:cNvSpPr txBox="1"/>
          <p:nvPr/>
        </p:nvSpPr>
        <p:spPr>
          <a:xfrm>
            <a:off x="3640666" y="16144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4DC89D-2542-5353-92E0-A96B509DF6DB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130928-0F23-4CDF-088E-E36C100565D1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8A6A4D-52C3-6AD3-F6C5-FADA2BAA8E4C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B155F1-0C54-19F8-CEEC-D7CCB885B54A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B74B55-C11D-25BB-5D6F-DDFAB46D86D5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EF5CE6-5214-AC3D-AE07-35828675E162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764621-614C-0B76-9AA5-EFBE1DE79714}"/>
              </a:ext>
            </a:extLst>
          </p:cNvPr>
          <p:cNvSpPr txBox="1"/>
          <p:nvPr/>
        </p:nvSpPr>
        <p:spPr>
          <a:xfrm>
            <a:off x="5215469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248AF8-7DE8-25FD-6E32-E4DFFBBF8A7F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3A849A-8BC6-2CDE-937D-5C0BB646317A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75C3A3-FB4B-39F5-404C-F5AA2137A795}"/>
              </a:ext>
            </a:extLst>
          </p:cNvPr>
          <p:cNvSpPr txBox="1"/>
          <p:nvPr/>
        </p:nvSpPr>
        <p:spPr>
          <a:xfrm>
            <a:off x="5215469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431A08-D8C2-7913-13B5-B381773386DA}"/>
              </a:ext>
            </a:extLst>
          </p:cNvPr>
          <p:cNvSpPr txBox="1"/>
          <p:nvPr/>
        </p:nvSpPr>
        <p:spPr>
          <a:xfrm>
            <a:off x="6714071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46814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168C5-84F7-9DF7-5019-EF72F0CAF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992677-F7F2-0C6E-FCB4-C0172EC639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center block, the remaining digits (26) fit in only one way.</a:t>
            </a:r>
          </a:p>
          <a:p>
            <a:r>
              <a:rPr lang="en-US" dirty="0"/>
              <a:t>Last possible 9 in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BBFDA1-8198-EC22-2056-156A664A0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212F4A-9665-6312-8509-0AF55B35B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0BBDBA-53E0-1D88-2E9C-D0700394B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B27A69A-4BDB-50DC-92BF-7E9E9C7505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97B595-5D38-AD8D-20DB-32E506A10043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7F3753-FC29-10CF-EC96-44D1DE5244C5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56DCA-AA86-F14B-A7BA-E42C909E2D9A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0B820-9151-BFB0-04AF-E905C951BB8A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09E511-A080-4287-10AB-1279C13C8690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69F136-A28F-BA28-4378-9E33BA9BADB0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E57EF7-24DF-FC41-E92C-3FB44633A584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521D1A-7552-081F-6A7E-90B565EE91CA}"/>
              </a:ext>
            </a:extLst>
          </p:cNvPr>
          <p:cNvSpPr txBox="1"/>
          <p:nvPr/>
        </p:nvSpPr>
        <p:spPr>
          <a:xfrm>
            <a:off x="4143022" y="11135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B7C95F-035F-FFDB-85C2-5DECDC70F7DB}"/>
              </a:ext>
            </a:extLst>
          </p:cNvPr>
          <p:cNvSpPr txBox="1"/>
          <p:nvPr/>
        </p:nvSpPr>
        <p:spPr>
          <a:xfrm>
            <a:off x="3640666" y="16144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6FA2EA-B492-2AF1-22A9-EA46AC29F73A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581DC6-3C8A-D7EE-3E5C-5223E8DA90BE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FC1427-BDB1-F8F9-9457-95E0E95EE22D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6C999F-0E74-F19E-EE60-C0824CEB1F12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21AF70-70C6-D2B7-B6F4-FE370E7DD5E6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947F6B-946C-3B1A-593C-EF4E02D741EC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C1D9BE-64EF-CD74-503F-D70690A58990}"/>
              </a:ext>
            </a:extLst>
          </p:cNvPr>
          <p:cNvSpPr txBox="1"/>
          <p:nvPr/>
        </p:nvSpPr>
        <p:spPr>
          <a:xfrm>
            <a:off x="5215469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D5B6C3-38E7-3CA2-4C5E-2786173BF906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B0B14D-CEDC-9627-8061-6650194E0762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6383BE-AF9B-3A62-A0CC-3C263CFE7D59}"/>
              </a:ext>
            </a:extLst>
          </p:cNvPr>
          <p:cNvSpPr txBox="1"/>
          <p:nvPr/>
        </p:nvSpPr>
        <p:spPr>
          <a:xfrm>
            <a:off x="5215469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CBB058-E341-E091-08F6-18D356047438}"/>
              </a:ext>
            </a:extLst>
          </p:cNvPr>
          <p:cNvSpPr txBox="1"/>
          <p:nvPr/>
        </p:nvSpPr>
        <p:spPr>
          <a:xfrm>
            <a:off x="4715935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50BC2C-2604-222F-F21E-15FDD645ADA8}"/>
              </a:ext>
            </a:extLst>
          </p:cNvPr>
          <p:cNvSpPr txBox="1"/>
          <p:nvPr/>
        </p:nvSpPr>
        <p:spPr>
          <a:xfrm>
            <a:off x="571500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E157EB-B81C-6978-7921-65A2474668AD}"/>
              </a:ext>
            </a:extLst>
          </p:cNvPr>
          <p:cNvSpPr txBox="1"/>
          <p:nvPr/>
        </p:nvSpPr>
        <p:spPr>
          <a:xfrm>
            <a:off x="421640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752DF6-0FDD-5686-F88E-2F002AF0A5D7}"/>
              </a:ext>
            </a:extLst>
          </p:cNvPr>
          <p:cNvSpPr txBox="1"/>
          <p:nvPr/>
        </p:nvSpPr>
        <p:spPr>
          <a:xfrm>
            <a:off x="6714071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4027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48A2-0DAA-0BE7-9B8B-79D1896FF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526C55-15FB-3A6C-1C50-950ED50B69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a 9 on the 12 diagonal, the remaining three cells must be 111.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6C26DDF-64AA-C9A2-781E-95DB124C1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BBC127-3A17-11D3-AFA1-5370CEB5D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93E886E-4059-DB1B-FE8B-746A24AF21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8DD0A80-0EFB-C3AA-59E5-C46A9307EE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AEBFF3-2536-ECFD-2E5D-FEA247131A2A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0988E-8CB8-358F-C723-9C5036C84342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83D8A-C212-0E87-D69E-850D306C131B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E8775-2417-61BB-1A45-65BA409E774A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A08373-58CF-1BF6-CFB6-89E5E1910BDD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C5F92C-A3EA-E7CF-440F-BD0F5E39EAFA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45D8A-B320-9756-5D80-1C29213DDC61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114FC4-D921-1E0A-526C-21496C1B9307}"/>
              </a:ext>
            </a:extLst>
          </p:cNvPr>
          <p:cNvSpPr txBox="1"/>
          <p:nvPr/>
        </p:nvSpPr>
        <p:spPr>
          <a:xfrm>
            <a:off x="4143022" y="11135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871D9B-85CF-17DF-1248-7B81CC9DF8B3}"/>
              </a:ext>
            </a:extLst>
          </p:cNvPr>
          <p:cNvSpPr txBox="1"/>
          <p:nvPr/>
        </p:nvSpPr>
        <p:spPr>
          <a:xfrm>
            <a:off x="3640666" y="16144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8DCB91-B0A0-C4EA-AF88-61631BD5F5A4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73B7C6-B7C2-BB9A-E87F-400AA1D950FE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DC9B14-256F-CD34-24C1-048ED9BFBD04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69B185-31C1-3C3B-950E-BDC51D5AAA14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B81D62-F5EC-8A33-0A1D-3E2B04BE01D9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A978BF-3BEF-A414-DB1B-A8D629CD1CC9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1A44E2-4481-F1B2-AF4D-6F55D3262B19}"/>
              </a:ext>
            </a:extLst>
          </p:cNvPr>
          <p:cNvSpPr txBox="1"/>
          <p:nvPr/>
        </p:nvSpPr>
        <p:spPr>
          <a:xfrm>
            <a:off x="5215469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E5F0CE-9D14-AFEC-AF25-CC0BCD12D719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6A8240-6875-8637-3902-206EB665CE88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5071E9-4EA2-91AB-429E-341EFD8863F5}"/>
              </a:ext>
            </a:extLst>
          </p:cNvPr>
          <p:cNvSpPr txBox="1"/>
          <p:nvPr/>
        </p:nvSpPr>
        <p:spPr>
          <a:xfrm>
            <a:off x="5215469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BA753-B828-C4ED-EF50-4D0B1C0866BE}"/>
              </a:ext>
            </a:extLst>
          </p:cNvPr>
          <p:cNvSpPr txBox="1"/>
          <p:nvPr/>
        </p:nvSpPr>
        <p:spPr>
          <a:xfrm>
            <a:off x="4715935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EF9D65-E4D6-636D-3C2F-9B8DFF005969}"/>
              </a:ext>
            </a:extLst>
          </p:cNvPr>
          <p:cNvSpPr txBox="1"/>
          <p:nvPr/>
        </p:nvSpPr>
        <p:spPr>
          <a:xfrm>
            <a:off x="571500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D3942C-CAF6-5CEA-3296-B0C2414FB32E}"/>
              </a:ext>
            </a:extLst>
          </p:cNvPr>
          <p:cNvSpPr txBox="1"/>
          <p:nvPr/>
        </p:nvSpPr>
        <p:spPr>
          <a:xfrm>
            <a:off x="421640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1BF11F-9382-B26D-E539-CE90A1ED5427}"/>
              </a:ext>
            </a:extLst>
          </p:cNvPr>
          <p:cNvSpPr txBox="1"/>
          <p:nvPr/>
        </p:nvSpPr>
        <p:spPr>
          <a:xfrm>
            <a:off x="6714071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7D56EA-2065-C40A-6A77-46CE32B414CD}"/>
              </a:ext>
            </a:extLst>
          </p:cNvPr>
          <p:cNvSpPr txBox="1"/>
          <p:nvPr/>
        </p:nvSpPr>
        <p:spPr>
          <a:xfrm>
            <a:off x="7213604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A397FA-8ED2-0723-F735-56C2E106A031}"/>
              </a:ext>
            </a:extLst>
          </p:cNvPr>
          <p:cNvSpPr txBox="1"/>
          <p:nvPr/>
        </p:nvSpPr>
        <p:spPr>
          <a:xfrm>
            <a:off x="6214537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372B6C-8182-C17B-E5C5-57B59A10E3C2}"/>
              </a:ext>
            </a:extLst>
          </p:cNvPr>
          <p:cNvSpPr txBox="1"/>
          <p:nvPr/>
        </p:nvSpPr>
        <p:spPr>
          <a:xfrm>
            <a:off x="571500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94730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BFD42-7A91-1DFE-750D-E72E81D0C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D78BA6-73B6-3D78-E465-A31D1D8B68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1 in Row 7.</a:t>
            </a:r>
          </a:p>
          <a:p>
            <a:r>
              <a:rPr lang="en-US" dirty="0"/>
              <a:t>Last possible 1 in Row 5,</a:t>
            </a:r>
          </a:p>
          <a:p>
            <a:r>
              <a:rPr lang="en-US" dirty="0"/>
              <a:t>which resolves the 11 diagonal.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D687375-3533-E32F-5848-7B7F60825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ADCE341-A8C0-8AB0-C7F1-2EF57326B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8BE8CC3-B5C1-2DFE-65A7-2D748E1BF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8E68C96-80CA-7A04-0EE7-9EF527056B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E46874-EA90-55F6-A998-EE1612B00641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D93533-F92F-2EE5-66C7-615D97E6B6D9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3C3D07-DD6C-2123-96B8-5CBCEAD374D3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BC07DB-F20D-AFDB-619E-1FA4DE6AEF96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95D210-92D0-7EC2-29D9-97BDDB662117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363B50-DC20-C119-5D33-69C1E3997777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421C10-402C-4D5B-83FE-CEB536F893AD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581BED-A94F-6B52-F39C-CB7C09804489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DF81D0-CF58-EA57-492B-FFFF29E0F8F5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062A7A-DF75-FA13-FC08-C97B0EB2074A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7C238F-FB68-4DB0-09DA-BB0556D50A92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EF53CA-847D-6CA9-6C74-D4962A1B045D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4CCEBF-536D-8644-95B1-B9C3A13D5887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837D64-DF2D-041C-4586-AAC155215445}"/>
              </a:ext>
            </a:extLst>
          </p:cNvPr>
          <p:cNvSpPr txBox="1"/>
          <p:nvPr/>
        </p:nvSpPr>
        <p:spPr>
          <a:xfrm>
            <a:off x="5215469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A78767-75E9-47FE-027C-0AFDA15E80C9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6AE00A-5752-748B-8050-BF82F6A6FCC0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D5A441-C70E-C46D-A73D-397572690039}"/>
              </a:ext>
            </a:extLst>
          </p:cNvPr>
          <p:cNvSpPr txBox="1"/>
          <p:nvPr/>
        </p:nvSpPr>
        <p:spPr>
          <a:xfrm>
            <a:off x="5215469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40488E-4AE8-DDF0-C6BA-9BB0F53FB2D4}"/>
              </a:ext>
            </a:extLst>
          </p:cNvPr>
          <p:cNvSpPr txBox="1"/>
          <p:nvPr/>
        </p:nvSpPr>
        <p:spPr>
          <a:xfrm>
            <a:off x="4715935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7ED6ED-FB6D-3FF4-A26E-A208AA0DF864}"/>
              </a:ext>
            </a:extLst>
          </p:cNvPr>
          <p:cNvSpPr txBox="1"/>
          <p:nvPr/>
        </p:nvSpPr>
        <p:spPr>
          <a:xfrm>
            <a:off x="571500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E42888-2978-9395-2DB6-FCEBBAE2E599}"/>
              </a:ext>
            </a:extLst>
          </p:cNvPr>
          <p:cNvSpPr txBox="1"/>
          <p:nvPr/>
        </p:nvSpPr>
        <p:spPr>
          <a:xfrm>
            <a:off x="421640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A47DE1-F967-2EDD-A803-7D53FE5F609C}"/>
              </a:ext>
            </a:extLst>
          </p:cNvPr>
          <p:cNvSpPr txBox="1"/>
          <p:nvPr/>
        </p:nvSpPr>
        <p:spPr>
          <a:xfrm>
            <a:off x="6714071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1AEE2B-B2D7-DFF7-03F2-1446C731815E}"/>
              </a:ext>
            </a:extLst>
          </p:cNvPr>
          <p:cNvSpPr txBox="1"/>
          <p:nvPr/>
        </p:nvSpPr>
        <p:spPr>
          <a:xfrm>
            <a:off x="7213604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0ED6F2-4A3C-C43D-A978-2A00080A7CD7}"/>
              </a:ext>
            </a:extLst>
          </p:cNvPr>
          <p:cNvSpPr txBox="1"/>
          <p:nvPr/>
        </p:nvSpPr>
        <p:spPr>
          <a:xfrm>
            <a:off x="6214537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9AB843-9FFD-F803-0F66-5B7C9B25814B}"/>
              </a:ext>
            </a:extLst>
          </p:cNvPr>
          <p:cNvSpPr txBox="1"/>
          <p:nvPr/>
        </p:nvSpPr>
        <p:spPr>
          <a:xfrm>
            <a:off x="571500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97951E-8F72-76AC-B028-6064068BE8C1}"/>
              </a:ext>
            </a:extLst>
          </p:cNvPr>
          <p:cNvSpPr txBox="1"/>
          <p:nvPr/>
        </p:nvSpPr>
        <p:spPr>
          <a:xfrm>
            <a:off x="4216401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6E43E6-3006-50C0-B676-57A51633A156}"/>
              </a:ext>
            </a:extLst>
          </p:cNvPr>
          <p:cNvSpPr txBox="1"/>
          <p:nvPr/>
        </p:nvSpPr>
        <p:spPr>
          <a:xfrm>
            <a:off x="3716867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D20959-D1BD-0E84-D51A-2F6277EE1D03}"/>
              </a:ext>
            </a:extLst>
          </p:cNvPr>
          <p:cNvSpPr txBox="1"/>
          <p:nvPr/>
        </p:nvSpPr>
        <p:spPr>
          <a:xfrm>
            <a:off x="371686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F8DDB6-91D3-CD53-FC08-21BB6CDC0D99}"/>
              </a:ext>
            </a:extLst>
          </p:cNvPr>
          <p:cNvSpPr txBox="1"/>
          <p:nvPr/>
        </p:nvSpPr>
        <p:spPr>
          <a:xfrm>
            <a:off x="321733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98743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39013-C3BF-BED4-949C-6C466586B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F003C5-9D9D-7D34-FDF2-EABDCAF336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2’s in right center block and lower left blocks.</a:t>
            </a:r>
          </a:p>
          <a:p>
            <a:r>
              <a:rPr lang="en-US" dirty="0"/>
              <a:t>Last possible 1’s in upper center and upper right blocks.</a:t>
            </a:r>
          </a:p>
          <a:p>
            <a:r>
              <a:rPr lang="en-US" dirty="0"/>
              <a:t>Then, last possible 2 in Row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0631BB5-C1A0-A980-5C57-107E5068C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077CEBF-9F80-C679-CFCA-D20DB22E4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6478DC5-C82F-D1CC-2EC4-94E62449E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E78543-4869-68E1-56A3-7283166CF9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55A447-A70D-10EC-A74E-C2A8F5A7A218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484B2-1642-6369-BA7B-B50D28495DDD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A8DA8-5B03-E7EB-E71E-DA61AC98E63F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9AAF68-F646-4A6C-F52E-ED812A074673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5A149D-A8C5-3D24-3043-3EE726222E9E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16BCB4-1C6F-FC7F-5CD2-2849D840893D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81935B-1031-71FA-DA54-6AE973C52405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9E3819-C873-79DC-754C-327F58D7093F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0641E6-E6EA-ED27-2D7B-4CF6E9387D0A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59E493-4996-976D-7A8A-94BE5CD3168B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0CF4AE-3096-B0EB-DED2-379E436520A5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745BA-59BD-261B-063A-9F4AA2ABC3C0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F56A6D-B97A-0B40-143C-4796DEB144F6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16E522-DCDA-3ED7-BAF6-A09E9E8A6F48}"/>
              </a:ext>
            </a:extLst>
          </p:cNvPr>
          <p:cNvSpPr txBox="1"/>
          <p:nvPr/>
        </p:nvSpPr>
        <p:spPr>
          <a:xfrm>
            <a:off x="5215469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230272-8D21-4ABF-11E6-3CD394DBA493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406887-6277-53DC-9C59-B0017837A6FA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F3E91B-3DE0-10C9-9ACE-AEDCE9EB25F3}"/>
              </a:ext>
            </a:extLst>
          </p:cNvPr>
          <p:cNvSpPr txBox="1"/>
          <p:nvPr/>
        </p:nvSpPr>
        <p:spPr>
          <a:xfrm>
            <a:off x="5215469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30B2BF-D71C-12FF-4E94-9F36729F319C}"/>
              </a:ext>
            </a:extLst>
          </p:cNvPr>
          <p:cNvSpPr txBox="1"/>
          <p:nvPr/>
        </p:nvSpPr>
        <p:spPr>
          <a:xfrm>
            <a:off x="4715935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0A6EBB-554D-9201-7A37-24CB091E94A1}"/>
              </a:ext>
            </a:extLst>
          </p:cNvPr>
          <p:cNvSpPr txBox="1"/>
          <p:nvPr/>
        </p:nvSpPr>
        <p:spPr>
          <a:xfrm>
            <a:off x="571500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B70057-10B3-4DE6-CEB9-F8A293B05FA4}"/>
              </a:ext>
            </a:extLst>
          </p:cNvPr>
          <p:cNvSpPr txBox="1"/>
          <p:nvPr/>
        </p:nvSpPr>
        <p:spPr>
          <a:xfrm>
            <a:off x="421640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3192D5-B394-02D6-B6AF-5C7A18C5C5EF}"/>
              </a:ext>
            </a:extLst>
          </p:cNvPr>
          <p:cNvSpPr txBox="1"/>
          <p:nvPr/>
        </p:nvSpPr>
        <p:spPr>
          <a:xfrm>
            <a:off x="6714071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2E0EC2-F007-F74E-F570-1381CC6DD63B}"/>
              </a:ext>
            </a:extLst>
          </p:cNvPr>
          <p:cNvSpPr txBox="1"/>
          <p:nvPr/>
        </p:nvSpPr>
        <p:spPr>
          <a:xfrm>
            <a:off x="7213604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E51E46-879F-CA03-E663-DF8CADC06CA6}"/>
              </a:ext>
            </a:extLst>
          </p:cNvPr>
          <p:cNvSpPr txBox="1"/>
          <p:nvPr/>
        </p:nvSpPr>
        <p:spPr>
          <a:xfrm>
            <a:off x="6214537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7244BD-EA2D-04D2-6689-259CB1D279FF}"/>
              </a:ext>
            </a:extLst>
          </p:cNvPr>
          <p:cNvSpPr txBox="1"/>
          <p:nvPr/>
        </p:nvSpPr>
        <p:spPr>
          <a:xfrm>
            <a:off x="571500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F53EB8-C96B-A5E9-9E00-1B424D72D226}"/>
              </a:ext>
            </a:extLst>
          </p:cNvPr>
          <p:cNvSpPr txBox="1"/>
          <p:nvPr/>
        </p:nvSpPr>
        <p:spPr>
          <a:xfrm>
            <a:off x="4216401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E09692-EC35-CE37-AEC7-A07C22A6239B}"/>
              </a:ext>
            </a:extLst>
          </p:cNvPr>
          <p:cNvSpPr txBox="1"/>
          <p:nvPr/>
        </p:nvSpPr>
        <p:spPr>
          <a:xfrm>
            <a:off x="3716867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A339E8-D435-4C47-C68C-693BED0FAF39}"/>
              </a:ext>
            </a:extLst>
          </p:cNvPr>
          <p:cNvSpPr txBox="1"/>
          <p:nvPr/>
        </p:nvSpPr>
        <p:spPr>
          <a:xfrm>
            <a:off x="371686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25D422-84F8-EEA5-4DD4-D1DC6790114C}"/>
              </a:ext>
            </a:extLst>
          </p:cNvPr>
          <p:cNvSpPr txBox="1"/>
          <p:nvPr/>
        </p:nvSpPr>
        <p:spPr>
          <a:xfrm>
            <a:off x="321733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A28331-34A6-2CA2-FFB1-DEED4150D853}"/>
              </a:ext>
            </a:extLst>
          </p:cNvPr>
          <p:cNvSpPr txBox="1"/>
          <p:nvPr/>
        </p:nvSpPr>
        <p:spPr>
          <a:xfrm>
            <a:off x="671407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6EF8C0-9062-1D59-C519-3EED3C2EB809}"/>
              </a:ext>
            </a:extLst>
          </p:cNvPr>
          <p:cNvSpPr txBox="1"/>
          <p:nvPr/>
        </p:nvSpPr>
        <p:spPr>
          <a:xfrm>
            <a:off x="5215469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8C2DA9-0DAA-66E3-F788-6C8C73BF9F6A}"/>
              </a:ext>
            </a:extLst>
          </p:cNvPr>
          <p:cNvSpPr txBox="1"/>
          <p:nvPr/>
        </p:nvSpPr>
        <p:spPr>
          <a:xfrm>
            <a:off x="7213604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853029-CEAB-75DA-2B67-4D22E5EF0019}"/>
              </a:ext>
            </a:extLst>
          </p:cNvPr>
          <p:cNvSpPr txBox="1"/>
          <p:nvPr/>
        </p:nvSpPr>
        <p:spPr>
          <a:xfrm>
            <a:off x="671407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320784-3CD1-6736-6595-DBCE5123572B}"/>
              </a:ext>
            </a:extLst>
          </p:cNvPr>
          <p:cNvSpPr txBox="1"/>
          <p:nvPr/>
        </p:nvSpPr>
        <p:spPr>
          <a:xfrm>
            <a:off x="421640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0618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98A8-1664-5375-9B01-7390F5C6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E60748-68D2-5C3E-D81A-4841BFF407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5 in left center block.</a:t>
            </a:r>
          </a:p>
          <a:p>
            <a:r>
              <a:rPr lang="en-US" dirty="0"/>
              <a:t>Last possible 7 in bottom center block.</a:t>
            </a:r>
          </a:p>
          <a:p>
            <a:r>
              <a:rPr lang="en-US" dirty="0"/>
              <a:t>Then, last possible 7 in bottom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18ADF99-FDB5-0444-F4E0-0C4717D79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38B3860-96BE-8B70-A8B0-37D7B2C34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46388A4-CA24-F854-0027-5517E2D6D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0CBD84F-1451-CD1E-9045-4320DE4F3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D4FE2A-C75A-53D2-2E53-260CF76548F3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A3C4F-5168-1452-750A-8E83F31C5A74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45A0C-4038-ACC0-F4BE-B0B62A49EC80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83A82-D830-6075-B1B9-C5B7BAAFE126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26A0AF-56BD-C884-0E12-828F2158C6CF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B7F91A-5F8C-EE25-112B-CD43867ECF61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52A47-6B04-8165-2DE0-59519B114379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7F7F8B-DD46-2BDB-1F48-DABB7E29B9D6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797935-CBB6-1BD9-2B2D-30C6D79A11E4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F9B742-9548-C632-50F8-DA92DC550166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1BC774-41D4-9002-53EF-FF989C7F65A3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AC4246-AE68-ABB4-EE82-22E07679963F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67DA94-78AA-0ABC-1033-B1877821DE5A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EE88A6-3451-BB0C-CB00-70469B5C948F}"/>
              </a:ext>
            </a:extLst>
          </p:cNvPr>
          <p:cNvSpPr txBox="1"/>
          <p:nvPr/>
        </p:nvSpPr>
        <p:spPr>
          <a:xfrm>
            <a:off x="5215469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979B11-D5D8-D845-62D1-6953129FBBC2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A40606-3AE8-762D-AB5C-A1DBA771015E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85593E-135E-E490-2950-E03BBB6C68E3}"/>
              </a:ext>
            </a:extLst>
          </p:cNvPr>
          <p:cNvSpPr txBox="1"/>
          <p:nvPr/>
        </p:nvSpPr>
        <p:spPr>
          <a:xfrm>
            <a:off x="5215469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AFB397-EDE0-9A17-8393-376E4845189A}"/>
              </a:ext>
            </a:extLst>
          </p:cNvPr>
          <p:cNvSpPr txBox="1"/>
          <p:nvPr/>
        </p:nvSpPr>
        <p:spPr>
          <a:xfrm>
            <a:off x="4715935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A8EE90-2189-98D3-B0BE-D012EFC7EF36}"/>
              </a:ext>
            </a:extLst>
          </p:cNvPr>
          <p:cNvSpPr txBox="1"/>
          <p:nvPr/>
        </p:nvSpPr>
        <p:spPr>
          <a:xfrm>
            <a:off x="571500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E5F617-E1D4-9570-1F66-59E35F023ECB}"/>
              </a:ext>
            </a:extLst>
          </p:cNvPr>
          <p:cNvSpPr txBox="1"/>
          <p:nvPr/>
        </p:nvSpPr>
        <p:spPr>
          <a:xfrm>
            <a:off x="421640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5B2E71-26F2-F668-BAF8-2757296E3947}"/>
              </a:ext>
            </a:extLst>
          </p:cNvPr>
          <p:cNvSpPr txBox="1"/>
          <p:nvPr/>
        </p:nvSpPr>
        <p:spPr>
          <a:xfrm>
            <a:off x="6714071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F7A2D3-E6DE-8A89-A975-42E555FF4C1A}"/>
              </a:ext>
            </a:extLst>
          </p:cNvPr>
          <p:cNvSpPr txBox="1"/>
          <p:nvPr/>
        </p:nvSpPr>
        <p:spPr>
          <a:xfrm>
            <a:off x="7213604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56DF03-5E3A-B980-A31B-84A907AC0283}"/>
              </a:ext>
            </a:extLst>
          </p:cNvPr>
          <p:cNvSpPr txBox="1"/>
          <p:nvPr/>
        </p:nvSpPr>
        <p:spPr>
          <a:xfrm>
            <a:off x="6214537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BA6EA3-D3F8-23D8-D882-C3011B0F8777}"/>
              </a:ext>
            </a:extLst>
          </p:cNvPr>
          <p:cNvSpPr txBox="1"/>
          <p:nvPr/>
        </p:nvSpPr>
        <p:spPr>
          <a:xfrm>
            <a:off x="571500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A187DC-C5BA-F57F-691F-B8C4305EE2FE}"/>
              </a:ext>
            </a:extLst>
          </p:cNvPr>
          <p:cNvSpPr txBox="1"/>
          <p:nvPr/>
        </p:nvSpPr>
        <p:spPr>
          <a:xfrm>
            <a:off x="4216401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7916F0-17F7-7B32-4873-BF725746FEF7}"/>
              </a:ext>
            </a:extLst>
          </p:cNvPr>
          <p:cNvSpPr txBox="1"/>
          <p:nvPr/>
        </p:nvSpPr>
        <p:spPr>
          <a:xfrm>
            <a:off x="3716867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B12EB9-756F-7F90-D551-448DF7976DC6}"/>
              </a:ext>
            </a:extLst>
          </p:cNvPr>
          <p:cNvSpPr txBox="1"/>
          <p:nvPr/>
        </p:nvSpPr>
        <p:spPr>
          <a:xfrm>
            <a:off x="371686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8D402A-BAE2-3EFA-CB04-F8629C41E33A}"/>
              </a:ext>
            </a:extLst>
          </p:cNvPr>
          <p:cNvSpPr txBox="1"/>
          <p:nvPr/>
        </p:nvSpPr>
        <p:spPr>
          <a:xfrm>
            <a:off x="321733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7239D9-A629-8721-B528-07F8D8AEC1E8}"/>
              </a:ext>
            </a:extLst>
          </p:cNvPr>
          <p:cNvSpPr txBox="1"/>
          <p:nvPr/>
        </p:nvSpPr>
        <p:spPr>
          <a:xfrm>
            <a:off x="671407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9220C7-1CAE-9805-B90B-8B33D15CCEED}"/>
              </a:ext>
            </a:extLst>
          </p:cNvPr>
          <p:cNvSpPr txBox="1"/>
          <p:nvPr/>
        </p:nvSpPr>
        <p:spPr>
          <a:xfrm>
            <a:off x="5215469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9DFD39-62E1-BD64-975D-503F90213FEC}"/>
              </a:ext>
            </a:extLst>
          </p:cNvPr>
          <p:cNvSpPr txBox="1"/>
          <p:nvPr/>
        </p:nvSpPr>
        <p:spPr>
          <a:xfrm>
            <a:off x="7213604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39938C-20D9-7A77-C056-27124C454950}"/>
              </a:ext>
            </a:extLst>
          </p:cNvPr>
          <p:cNvSpPr txBox="1"/>
          <p:nvPr/>
        </p:nvSpPr>
        <p:spPr>
          <a:xfrm>
            <a:off x="671407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B9CF47-EC55-6F2B-1761-896C3E1AFF47}"/>
              </a:ext>
            </a:extLst>
          </p:cNvPr>
          <p:cNvSpPr txBox="1"/>
          <p:nvPr/>
        </p:nvSpPr>
        <p:spPr>
          <a:xfrm>
            <a:off x="421640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884621-DCA3-492D-3528-99406A71C1A5}"/>
              </a:ext>
            </a:extLst>
          </p:cNvPr>
          <p:cNvSpPr txBox="1"/>
          <p:nvPr/>
        </p:nvSpPr>
        <p:spPr>
          <a:xfrm>
            <a:off x="421640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DD5093-1CD7-FCB8-D9BC-61F71C4BD19B}"/>
              </a:ext>
            </a:extLst>
          </p:cNvPr>
          <p:cNvSpPr txBox="1"/>
          <p:nvPr/>
        </p:nvSpPr>
        <p:spPr>
          <a:xfrm>
            <a:off x="571500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884194-4B48-B76D-DD11-7D06880E76AC}"/>
              </a:ext>
            </a:extLst>
          </p:cNvPr>
          <p:cNvSpPr txBox="1"/>
          <p:nvPr/>
        </p:nvSpPr>
        <p:spPr>
          <a:xfrm>
            <a:off x="7213604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28990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F99DA-18DC-FEF8-7510-0BFE8057D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3A2990-E26B-9671-182C-E987088CB8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value for this cell.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4BD9C5-5F32-27D3-0193-8CEE83123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3DC85D-4B83-E9CF-5D71-CFE2F54B2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44E78F-2AD4-0FB5-8EAD-C9802EDA4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508A2B-FD50-23A5-D3F7-158C4A0C7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F15383-EB7D-55E9-27C6-8E80393F96A3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1A972D-BEA0-0D4A-CA2E-F3545647DE0C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9EF6D-1A14-4926-06D0-0CF2E5759581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7313B2-E9B6-409F-4D96-C01368396E76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DA808B-8B92-1253-4BAB-7ACDC5D20BEC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AC0893-75E4-A8DB-FDAE-7038625C2DD2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03A055-F01D-7E30-44D2-2CBA1AA38FDE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51175B-E6CD-0EE4-6B60-FA06FDB10D7A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F5B112-5465-DC7A-E92D-946002E61535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F4C2E7-467F-AEB0-ADBA-349054507E52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DC300F-28BE-37EA-3392-88C9036CE17F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E47C5-A50F-0038-AC21-64A8A13ECC40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0E0F0D-49B8-BFBE-C668-8F9BDA534FC4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B56ECF-712F-28AC-A0FA-A5A63C3F7877}"/>
              </a:ext>
            </a:extLst>
          </p:cNvPr>
          <p:cNvSpPr txBox="1"/>
          <p:nvPr/>
        </p:nvSpPr>
        <p:spPr>
          <a:xfrm>
            <a:off x="5215469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143D41-1020-2AC1-DEC7-BCF8BAF48FBA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067F67-2466-98D2-187E-A1A93BCA2C06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1BB0DB-EEA9-4847-1313-1E91CDCD8EB0}"/>
              </a:ext>
            </a:extLst>
          </p:cNvPr>
          <p:cNvSpPr txBox="1"/>
          <p:nvPr/>
        </p:nvSpPr>
        <p:spPr>
          <a:xfrm>
            <a:off x="5215469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326505-1894-693B-A890-00A411448406}"/>
              </a:ext>
            </a:extLst>
          </p:cNvPr>
          <p:cNvSpPr txBox="1"/>
          <p:nvPr/>
        </p:nvSpPr>
        <p:spPr>
          <a:xfrm>
            <a:off x="4715935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6C7B2D-9D6F-5EEE-A935-300E09EDB77C}"/>
              </a:ext>
            </a:extLst>
          </p:cNvPr>
          <p:cNvSpPr txBox="1"/>
          <p:nvPr/>
        </p:nvSpPr>
        <p:spPr>
          <a:xfrm>
            <a:off x="571500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18E746-A3F7-E447-379B-498489061C36}"/>
              </a:ext>
            </a:extLst>
          </p:cNvPr>
          <p:cNvSpPr txBox="1"/>
          <p:nvPr/>
        </p:nvSpPr>
        <p:spPr>
          <a:xfrm>
            <a:off x="421640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355A5B-6AC2-AC04-0DFE-41939A13BB5A}"/>
              </a:ext>
            </a:extLst>
          </p:cNvPr>
          <p:cNvSpPr txBox="1"/>
          <p:nvPr/>
        </p:nvSpPr>
        <p:spPr>
          <a:xfrm>
            <a:off x="6714071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700CCB-51AD-2F99-F16F-187EC35584DC}"/>
              </a:ext>
            </a:extLst>
          </p:cNvPr>
          <p:cNvSpPr txBox="1"/>
          <p:nvPr/>
        </p:nvSpPr>
        <p:spPr>
          <a:xfrm>
            <a:off x="7213604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39879A-D46A-C411-2F42-3FD7C86E4C2F}"/>
              </a:ext>
            </a:extLst>
          </p:cNvPr>
          <p:cNvSpPr txBox="1"/>
          <p:nvPr/>
        </p:nvSpPr>
        <p:spPr>
          <a:xfrm>
            <a:off x="6214537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35CB7F-A3AD-821D-E31C-EF13CBD391EB}"/>
              </a:ext>
            </a:extLst>
          </p:cNvPr>
          <p:cNvSpPr txBox="1"/>
          <p:nvPr/>
        </p:nvSpPr>
        <p:spPr>
          <a:xfrm>
            <a:off x="571500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4CC0C5-6A66-25DA-C85F-1E78C0D998BB}"/>
              </a:ext>
            </a:extLst>
          </p:cNvPr>
          <p:cNvSpPr txBox="1"/>
          <p:nvPr/>
        </p:nvSpPr>
        <p:spPr>
          <a:xfrm>
            <a:off x="4216401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E11028-8A60-1664-12F8-6012E434DF09}"/>
              </a:ext>
            </a:extLst>
          </p:cNvPr>
          <p:cNvSpPr txBox="1"/>
          <p:nvPr/>
        </p:nvSpPr>
        <p:spPr>
          <a:xfrm>
            <a:off x="3716867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A8301F-8362-11ED-ECB8-ECBAE892DE41}"/>
              </a:ext>
            </a:extLst>
          </p:cNvPr>
          <p:cNvSpPr txBox="1"/>
          <p:nvPr/>
        </p:nvSpPr>
        <p:spPr>
          <a:xfrm>
            <a:off x="371686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364FE3-5BCD-E621-3BE2-C9A8F1F1566F}"/>
              </a:ext>
            </a:extLst>
          </p:cNvPr>
          <p:cNvSpPr txBox="1"/>
          <p:nvPr/>
        </p:nvSpPr>
        <p:spPr>
          <a:xfrm>
            <a:off x="321733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0A467E-1CE5-60B6-3FAC-A2DDFC3EB27F}"/>
              </a:ext>
            </a:extLst>
          </p:cNvPr>
          <p:cNvSpPr txBox="1"/>
          <p:nvPr/>
        </p:nvSpPr>
        <p:spPr>
          <a:xfrm>
            <a:off x="671407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209F1D-E86F-2BCA-B955-1B8EF5E96AD8}"/>
              </a:ext>
            </a:extLst>
          </p:cNvPr>
          <p:cNvSpPr txBox="1"/>
          <p:nvPr/>
        </p:nvSpPr>
        <p:spPr>
          <a:xfrm>
            <a:off x="5215469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B06E9E-9ED0-F057-8A5E-51864B6256BF}"/>
              </a:ext>
            </a:extLst>
          </p:cNvPr>
          <p:cNvSpPr txBox="1"/>
          <p:nvPr/>
        </p:nvSpPr>
        <p:spPr>
          <a:xfrm>
            <a:off x="7213604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15192E-A6A8-48E3-8FB4-D66039CBE66D}"/>
              </a:ext>
            </a:extLst>
          </p:cNvPr>
          <p:cNvSpPr txBox="1"/>
          <p:nvPr/>
        </p:nvSpPr>
        <p:spPr>
          <a:xfrm>
            <a:off x="671407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49E58E-E2EC-9D24-626A-790976790D33}"/>
              </a:ext>
            </a:extLst>
          </p:cNvPr>
          <p:cNvSpPr txBox="1"/>
          <p:nvPr/>
        </p:nvSpPr>
        <p:spPr>
          <a:xfrm>
            <a:off x="421640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2CD948-F2DB-B880-9AA9-B8F2DA878BF2}"/>
              </a:ext>
            </a:extLst>
          </p:cNvPr>
          <p:cNvSpPr txBox="1"/>
          <p:nvPr/>
        </p:nvSpPr>
        <p:spPr>
          <a:xfrm>
            <a:off x="421640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976C1D-0ED5-DA6C-827F-7807E1B7645D}"/>
              </a:ext>
            </a:extLst>
          </p:cNvPr>
          <p:cNvSpPr txBox="1"/>
          <p:nvPr/>
        </p:nvSpPr>
        <p:spPr>
          <a:xfrm>
            <a:off x="671407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04F5DF-2CE7-3F68-FE1B-BBC424786F58}"/>
              </a:ext>
            </a:extLst>
          </p:cNvPr>
          <p:cNvSpPr txBox="1"/>
          <p:nvPr/>
        </p:nvSpPr>
        <p:spPr>
          <a:xfrm>
            <a:off x="571500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F9A1C0-11F0-83C9-F3B0-E0E7401B2C5F}"/>
              </a:ext>
            </a:extLst>
          </p:cNvPr>
          <p:cNvSpPr txBox="1"/>
          <p:nvPr/>
        </p:nvSpPr>
        <p:spPr>
          <a:xfrm>
            <a:off x="7213604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38506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AA254-8A17-9B19-A6E3-2DDA4859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9FB1DC-C911-6AD3-F5A1-F47B7F8808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6 in right center block.</a:t>
            </a:r>
          </a:p>
          <a:p>
            <a:r>
              <a:rPr lang="en-US" dirty="0"/>
              <a:t>Then, complete Row 4 and Column 8 (with 3’s.)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3A1E9C8-EB98-BEF9-43E6-05606A863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3920CE-874D-9422-DDBE-9171AB1EF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C43B38-929E-8E7F-F787-0712F8DEE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D3073D0-51CE-EBE1-E909-EB19A0F7C4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1E1F5C-5A1A-616F-B7D5-2CFDF9345281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9BDDB2-AE00-27AD-F2D0-2FDC40975846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3285C-B9BD-C25D-0A8C-1349021AD703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95B1A8-F981-36DC-15F3-28CE52DBD25C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C8B21F-F615-B896-64C7-41AE45905475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9AC866-5719-ECEA-1A21-F5082EACA5FC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ED852F-19C5-582D-9F4E-AA5CF96D0D32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9E2088-0C09-8DE5-779F-052B79ED3066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6D346A-E8FD-CF7E-5CE3-10FEEE237F93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BD9A88-3F49-3E46-8B4D-54B1117F260C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A8EF54-4C86-0878-03C7-B74D659CEBE8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3627EF-C977-EE50-6514-9D6F139C1456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0839A6-D5FE-EB71-2DCC-D06BD8C49274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E307A-E7AC-661A-BF76-CE57CBC5A183}"/>
              </a:ext>
            </a:extLst>
          </p:cNvPr>
          <p:cNvSpPr txBox="1"/>
          <p:nvPr/>
        </p:nvSpPr>
        <p:spPr>
          <a:xfrm>
            <a:off x="5215469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1C0ACB-AB5B-4E32-1C06-2E6C599FC81F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7E8277-73BA-66F6-35F6-FB4362EDEC32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79030F-09AC-C8F9-A696-1155E399423D}"/>
              </a:ext>
            </a:extLst>
          </p:cNvPr>
          <p:cNvSpPr txBox="1"/>
          <p:nvPr/>
        </p:nvSpPr>
        <p:spPr>
          <a:xfrm>
            <a:off x="5215469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7DE698-1CC6-52D0-E533-8F353EF372E4}"/>
              </a:ext>
            </a:extLst>
          </p:cNvPr>
          <p:cNvSpPr txBox="1"/>
          <p:nvPr/>
        </p:nvSpPr>
        <p:spPr>
          <a:xfrm>
            <a:off x="4715935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E6B951-AD6D-5A20-70A7-144EE0FF4BE3}"/>
              </a:ext>
            </a:extLst>
          </p:cNvPr>
          <p:cNvSpPr txBox="1"/>
          <p:nvPr/>
        </p:nvSpPr>
        <p:spPr>
          <a:xfrm>
            <a:off x="571500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BB79A5-7A43-32C5-D2C9-95647C09D301}"/>
              </a:ext>
            </a:extLst>
          </p:cNvPr>
          <p:cNvSpPr txBox="1"/>
          <p:nvPr/>
        </p:nvSpPr>
        <p:spPr>
          <a:xfrm>
            <a:off x="421640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799F19-6401-647E-8942-E346E4E7B933}"/>
              </a:ext>
            </a:extLst>
          </p:cNvPr>
          <p:cNvSpPr txBox="1"/>
          <p:nvPr/>
        </p:nvSpPr>
        <p:spPr>
          <a:xfrm>
            <a:off x="6714071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D0CB48-E750-AF8B-1CD6-CE2DA38223BE}"/>
              </a:ext>
            </a:extLst>
          </p:cNvPr>
          <p:cNvSpPr txBox="1"/>
          <p:nvPr/>
        </p:nvSpPr>
        <p:spPr>
          <a:xfrm>
            <a:off x="7213604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A41529-2206-0199-86A2-5301FBA290A7}"/>
              </a:ext>
            </a:extLst>
          </p:cNvPr>
          <p:cNvSpPr txBox="1"/>
          <p:nvPr/>
        </p:nvSpPr>
        <p:spPr>
          <a:xfrm>
            <a:off x="6214537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0F15F8-FBAB-2131-C93F-FE6B0CE45220}"/>
              </a:ext>
            </a:extLst>
          </p:cNvPr>
          <p:cNvSpPr txBox="1"/>
          <p:nvPr/>
        </p:nvSpPr>
        <p:spPr>
          <a:xfrm>
            <a:off x="571500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A87BA6-8F52-A3B0-CC91-7E014ECF36D9}"/>
              </a:ext>
            </a:extLst>
          </p:cNvPr>
          <p:cNvSpPr txBox="1"/>
          <p:nvPr/>
        </p:nvSpPr>
        <p:spPr>
          <a:xfrm>
            <a:off x="4216401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52F08F-D4BA-01FB-FEB7-C860AEA8DC11}"/>
              </a:ext>
            </a:extLst>
          </p:cNvPr>
          <p:cNvSpPr txBox="1"/>
          <p:nvPr/>
        </p:nvSpPr>
        <p:spPr>
          <a:xfrm>
            <a:off x="3716867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BCE58A-E50F-F8E4-F138-DBBE7918924B}"/>
              </a:ext>
            </a:extLst>
          </p:cNvPr>
          <p:cNvSpPr txBox="1"/>
          <p:nvPr/>
        </p:nvSpPr>
        <p:spPr>
          <a:xfrm>
            <a:off x="371686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44BFD9-5272-D3E9-EF48-E30FE6773C00}"/>
              </a:ext>
            </a:extLst>
          </p:cNvPr>
          <p:cNvSpPr txBox="1"/>
          <p:nvPr/>
        </p:nvSpPr>
        <p:spPr>
          <a:xfrm>
            <a:off x="321733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03E27D-111E-4A3B-B984-B2919572CF65}"/>
              </a:ext>
            </a:extLst>
          </p:cNvPr>
          <p:cNvSpPr txBox="1"/>
          <p:nvPr/>
        </p:nvSpPr>
        <p:spPr>
          <a:xfrm>
            <a:off x="671407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C243DF-44FD-B62B-97DC-078B57F3BEA0}"/>
              </a:ext>
            </a:extLst>
          </p:cNvPr>
          <p:cNvSpPr txBox="1"/>
          <p:nvPr/>
        </p:nvSpPr>
        <p:spPr>
          <a:xfrm>
            <a:off x="5215469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9E8F1C-7832-0F8C-16A6-44767F67A518}"/>
              </a:ext>
            </a:extLst>
          </p:cNvPr>
          <p:cNvSpPr txBox="1"/>
          <p:nvPr/>
        </p:nvSpPr>
        <p:spPr>
          <a:xfrm>
            <a:off x="7213604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A95EEB-E3D1-F782-1837-6076C401569F}"/>
              </a:ext>
            </a:extLst>
          </p:cNvPr>
          <p:cNvSpPr txBox="1"/>
          <p:nvPr/>
        </p:nvSpPr>
        <p:spPr>
          <a:xfrm>
            <a:off x="671407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D20BC1-B2A6-90CB-6496-DF26503A6C29}"/>
              </a:ext>
            </a:extLst>
          </p:cNvPr>
          <p:cNvSpPr txBox="1"/>
          <p:nvPr/>
        </p:nvSpPr>
        <p:spPr>
          <a:xfrm>
            <a:off x="421640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CC9C2C-EE31-EEB9-A4E6-AC2A4B79475B}"/>
              </a:ext>
            </a:extLst>
          </p:cNvPr>
          <p:cNvSpPr txBox="1"/>
          <p:nvPr/>
        </p:nvSpPr>
        <p:spPr>
          <a:xfrm>
            <a:off x="421640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C80672-00E2-A56E-D0CC-E4961DCE9216}"/>
              </a:ext>
            </a:extLst>
          </p:cNvPr>
          <p:cNvSpPr txBox="1"/>
          <p:nvPr/>
        </p:nvSpPr>
        <p:spPr>
          <a:xfrm>
            <a:off x="671407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9BB337-9F4E-821E-260B-F654951E1F71}"/>
              </a:ext>
            </a:extLst>
          </p:cNvPr>
          <p:cNvSpPr txBox="1"/>
          <p:nvPr/>
        </p:nvSpPr>
        <p:spPr>
          <a:xfrm>
            <a:off x="571500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83027F-F130-6186-08D7-CB3353B27BEE}"/>
              </a:ext>
            </a:extLst>
          </p:cNvPr>
          <p:cNvSpPr txBox="1"/>
          <p:nvPr/>
        </p:nvSpPr>
        <p:spPr>
          <a:xfrm>
            <a:off x="7213604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EA1723-EE40-CBD0-B2D3-DDB9CCB316C6}"/>
              </a:ext>
            </a:extLst>
          </p:cNvPr>
          <p:cNvSpPr txBox="1"/>
          <p:nvPr/>
        </p:nvSpPr>
        <p:spPr>
          <a:xfrm>
            <a:off x="671407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667707-C50C-4989-3D6B-823F4986E9CD}"/>
              </a:ext>
            </a:extLst>
          </p:cNvPr>
          <p:cNvSpPr txBox="1"/>
          <p:nvPr/>
        </p:nvSpPr>
        <p:spPr>
          <a:xfrm>
            <a:off x="371686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7AA88A-ABF5-D45D-D533-6DC703077562}"/>
              </a:ext>
            </a:extLst>
          </p:cNvPr>
          <p:cNvSpPr txBox="1"/>
          <p:nvPr/>
        </p:nvSpPr>
        <p:spPr>
          <a:xfrm>
            <a:off x="671407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0362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BA0C9-8759-D510-A721-F25C74CE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D82A75-65C1-BC2D-71C1-D01A6722D4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6 in left center block.</a:t>
            </a:r>
          </a:p>
          <a:p>
            <a:r>
              <a:rPr lang="en-US" dirty="0"/>
              <a:t>Then, complete left center block (with 4).</a:t>
            </a:r>
          </a:p>
          <a:p>
            <a:r>
              <a:rPr lang="en-US" dirty="0"/>
              <a:t>Last possible 3 in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395AB51-F49F-F43E-8709-88867AF67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05C43D-4BB6-DC51-5A44-6B984A147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905777E-7A57-0187-D45E-E5889F705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D317DD-FD45-6C24-BA66-2CA357C3EB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B884D1-ADB7-E2C7-E3F1-1F910BBF7C9C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140C9E-5C09-55FF-240F-C4A76F1ECF75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2288F7-465B-0FFE-FA24-6D75BEFEEB8C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F8D12D-27CB-C6B2-0BE5-3D0C6A09F713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14AA48-2D81-8F5E-8FCA-246BA31AAF61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ADC0DC-5CD6-CC7E-8A2F-54213B3F154D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FDD330-2141-BC3B-02F3-DCAFC2D5CD3A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B2001F-CD71-8759-95B2-9C96337F68A2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BEA254-DCCE-4E23-03C8-F5EAA5E6A302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1A7147-153C-F5D0-8903-DFC96332A7C9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341D87-F7D6-EF98-E1B2-A0DEC10700E0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D7F2D0-AA75-5F0A-3143-1CC4733AFCA5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8D96B9-9BAC-BD5C-5D9B-C0D301797D0D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759B36-C6FF-8EF4-7E79-BBAD8C7BFB0F}"/>
              </a:ext>
            </a:extLst>
          </p:cNvPr>
          <p:cNvSpPr txBox="1"/>
          <p:nvPr/>
        </p:nvSpPr>
        <p:spPr>
          <a:xfrm>
            <a:off x="5215469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A1CA5C-93F9-5C14-E8C6-0F7C543EBB99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EEE1F6-869D-31F8-95D0-B6BCA86F0BEF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169196-A288-6972-0089-993B4BB34CCF}"/>
              </a:ext>
            </a:extLst>
          </p:cNvPr>
          <p:cNvSpPr txBox="1"/>
          <p:nvPr/>
        </p:nvSpPr>
        <p:spPr>
          <a:xfrm>
            <a:off x="5215469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83C0F7-EFF2-990F-CCC9-6D91DC4AEF84}"/>
              </a:ext>
            </a:extLst>
          </p:cNvPr>
          <p:cNvSpPr txBox="1"/>
          <p:nvPr/>
        </p:nvSpPr>
        <p:spPr>
          <a:xfrm>
            <a:off x="4715935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62F47F-94AC-E1B7-FD7B-2839A4AEC5CD}"/>
              </a:ext>
            </a:extLst>
          </p:cNvPr>
          <p:cNvSpPr txBox="1"/>
          <p:nvPr/>
        </p:nvSpPr>
        <p:spPr>
          <a:xfrm>
            <a:off x="571500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EA1D04-39A3-4EAF-EB21-9FABD34F15BF}"/>
              </a:ext>
            </a:extLst>
          </p:cNvPr>
          <p:cNvSpPr txBox="1"/>
          <p:nvPr/>
        </p:nvSpPr>
        <p:spPr>
          <a:xfrm>
            <a:off x="421640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4AEEEC-217F-5183-D0D5-CE18856E65F1}"/>
              </a:ext>
            </a:extLst>
          </p:cNvPr>
          <p:cNvSpPr txBox="1"/>
          <p:nvPr/>
        </p:nvSpPr>
        <p:spPr>
          <a:xfrm>
            <a:off x="6714071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0EECE9-772A-3BA0-2764-DF39845E82AA}"/>
              </a:ext>
            </a:extLst>
          </p:cNvPr>
          <p:cNvSpPr txBox="1"/>
          <p:nvPr/>
        </p:nvSpPr>
        <p:spPr>
          <a:xfrm>
            <a:off x="7213604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10B2CA-4F56-DB2C-C4A2-952B87506DAD}"/>
              </a:ext>
            </a:extLst>
          </p:cNvPr>
          <p:cNvSpPr txBox="1"/>
          <p:nvPr/>
        </p:nvSpPr>
        <p:spPr>
          <a:xfrm>
            <a:off x="6214537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759452-8DAE-850C-AA6C-DDCCDD59DB8F}"/>
              </a:ext>
            </a:extLst>
          </p:cNvPr>
          <p:cNvSpPr txBox="1"/>
          <p:nvPr/>
        </p:nvSpPr>
        <p:spPr>
          <a:xfrm>
            <a:off x="571500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4EAE2D-64F1-8849-B258-6268F12359DA}"/>
              </a:ext>
            </a:extLst>
          </p:cNvPr>
          <p:cNvSpPr txBox="1"/>
          <p:nvPr/>
        </p:nvSpPr>
        <p:spPr>
          <a:xfrm>
            <a:off x="4216401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6AD75C-BBA9-E947-8DCB-BB230E6AC6AD}"/>
              </a:ext>
            </a:extLst>
          </p:cNvPr>
          <p:cNvSpPr txBox="1"/>
          <p:nvPr/>
        </p:nvSpPr>
        <p:spPr>
          <a:xfrm>
            <a:off x="3716867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A45E7A-3D2F-F427-640D-16DFD52ECC9D}"/>
              </a:ext>
            </a:extLst>
          </p:cNvPr>
          <p:cNvSpPr txBox="1"/>
          <p:nvPr/>
        </p:nvSpPr>
        <p:spPr>
          <a:xfrm>
            <a:off x="371686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24A17-A3B7-A6E6-1089-DAF22F56B2E6}"/>
              </a:ext>
            </a:extLst>
          </p:cNvPr>
          <p:cNvSpPr txBox="1"/>
          <p:nvPr/>
        </p:nvSpPr>
        <p:spPr>
          <a:xfrm>
            <a:off x="321733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54CBD4-D5DE-DF87-65AC-0C3E605C4FAD}"/>
              </a:ext>
            </a:extLst>
          </p:cNvPr>
          <p:cNvSpPr txBox="1"/>
          <p:nvPr/>
        </p:nvSpPr>
        <p:spPr>
          <a:xfrm>
            <a:off x="671407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84FBC1-1525-D5C0-10FD-B00AF677FBF1}"/>
              </a:ext>
            </a:extLst>
          </p:cNvPr>
          <p:cNvSpPr txBox="1"/>
          <p:nvPr/>
        </p:nvSpPr>
        <p:spPr>
          <a:xfrm>
            <a:off x="5215469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642622-0D33-0574-242E-21F1EFF6ED0E}"/>
              </a:ext>
            </a:extLst>
          </p:cNvPr>
          <p:cNvSpPr txBox="1"/>
          <p:nvPr/>
        </p:nvSpPr>
        <p:spPr>
          <a:xfrm>
            <a:off x="7213604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C5A142-AABB-7EA6-9E72-46D29C101F61}"/>
              </a:ext>
            </a:extLst>
          </p:cNvPr>
          <p:cNvSpPr txBox="1"/>
          <p:nvPr/>
        </p:nvSpPr>
        <p:spPr>
          <a:xfrm>
            <a:off x="671407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5168BD-B583-5AF8-7D3E-AC14A36190AD}"/>
              </a:ext>
            </a:extLst>
          </p:cNvPr>
          <p:cNvSpPr txBox="1"/>
          <p:nvPr/>
        </p:nvSpPr>
        <p:spPr>
          <a:xfrm>
            <a:off x="421640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181309-E462-C7F2-4846-143EF71BD916}"/>
              </a:ext>
            </a:extLst>
          </p:cNvPr>
          <p:cNvSpPr txBox="1"/>
          <p:nvPr/>
        </p:nvSpPr>
        <p:spPr>
          <a:xfrm>
            <a:off x="421640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CF29A2-1ED3-D9B5-980E-F6E6E660BEB0}"/>
              </a:ext>
            </a:extLst>
          </p:cNvPr>
          <p:cNvSpPr txBox="1"/>
          <p:nvPr/>
        </p:nvSpPr>
        <p:spPr>
          <a:xfrm>
            <a:off x="671407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E3F553-8A94-7B12-375B-73EA30763BC9}"/>
              </a:ext>
            </a:extLst>
          </p:cNvPr>
          <p:cNvSpPr txBox="1"/>
          <p:nvPr/>
        </p:nvSpPr>
        <p:spPr>
          <a:xfrm>
            <a:off x="571500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319513-95B3-5C71-A095-69089225CA83}"/>
              </a:ext>
            </a:extLst>
          </p:cNvPr>
          <p:cNvSpPr txBox="1"/>
          <p:nvPr/>
        </p:nvSpPr>
        <p:spPr>
          <a:xfrm>
            <a:off x="7213604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82571B-BD43-56E3-ED75-22AD310BDBE0}"/>
              </a:ext>
            </a:extLst>
          </p:cNvPr>
          <p:cNvSpPr txBox="1"/>
          <p:nvPr/>
        </p:nvSpPr>
        <p:spPr>
          <a:xfrm>
            <a:off x="671407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44B2C2-AC49-D9CA-4B32-07D090B8BCF5}"/>
              </a:ext>
            </a:extLst>
          </p:cNvPr>
          <p:cNvSpPr txBox="1"/>
          <p:nvPr/>
        </p:nvSpPr>
        <p:spPr>
          <a:xfrm>
            <a:off x="371686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3BE0EC-7DB1-F8A3-D097-F5D630591FA1}"/>
              </a:ext>
            </a:extLst>
          </p:cNvPr>
          <p:cNvSpPr txBox="1"/>
          <p:nvPr/>
        </p:nvSpPr>
        <p:spPr>
          <a:xfrm>
            <a:off x="671407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2CB8A84-BF7E-AC7D-2664-A5FE7351D923}"/>
              </a:ext>
            </a:extLst>
          </p:cNvPr>
          <p:cNvSpPr txBox="1"/>
          <p:nvPr/>
        </p:nvSpPr>
        <p:spPr>
          <a:xfrm>
            <a:off x="3716867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725400-3E36-732C-8F75-0DEA7FAC67D4}"/>
              </a:ext>
            </a:extLst>
          </p:cNvPr>
          <p:cNvSpPr txBox="1"/>
          <p:nvPr/>
        </p:nvSpPr>
        <p:spPr>
          <a:xfrm>
            <a:off x="421640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7BC874-B2D4-C6E9-A5CF-A6194DE4EE12}"/>
              </a:ext>
            </a:extLst>
          </p:cNvPr>
          <p:cNvSpPr txBox="1"/>
          <p:nvPr/>
        </p:nvSpPr>
        <p:spPr>
          <a:xfrm>
            <a:off x="3217333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8928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86038-61D6-FDDA-EC0A-DE997F26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83E711-17BC-AE51-859F-D6BBED49B3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lower left block, remaining cells (46) fit in only one way.</a:t>
            </a:r>
          </a:p>
          <a:p>
            <a:r>
              <a:rPr lang="en-US" dirty="0"/>
              <a:t>Complete Column 3.</a:t>
            </a:r>
          </a:p>
          <a:p>
            <a:r>
              <a:rPr lang="en-US" dirty="0"/>
              <a:t>Complete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4667619-456D-5076-E7E9-30D7B87C7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7B4DD2F-B5C6-6484-3B45-53F26AFAB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4561D7-E2DC-44FE-0E8D-8A0E0DA0F4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938A103-C976-C176-4270-A50D25936E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81F7CE-5BBF-2C9B-3855-8B434D2C9952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6E3C1-C439-34F4-C651-D7CB8A2B1BF0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9D2022-2555-1083-0E22-063912792494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6A64A7-342B-C7E9-311D-9742D3916CB9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4B93B-984A-8C94-56DB-037C4EA01D24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A5E497-9EBC-A047-80B4-91B28BCFA124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F11610-6298-689D-9BB2-4482C622B7E9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BFB1C3-3C88-BD6A-E381-EAA008E14424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C219F8-7A77-D251-8263-7FEF08E70E25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49BD7C-AFA4-9F2A-EDDC-7BB00C1820E7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99CBDF-28CF-E91F-72BA-45ACDC7676AA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B10243-2D03-5C59-6EC7-575B159D2415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7E22E7-9F2D-D5B6-7937-4F87B72D7827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762024-9533-B5CB-047E-99AAA3E5F68F}"/>
              </a:ext>
            </a:extLst>
          </p:cNvPr>
          <p:cNvSpPr txBox="1"/>
          <p:nvPr/>
        </p:nvSpPr>
        <p:spPr>
          <a:xfrm>
            <a:off x="5215469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326801-17DE-5C95-DCB8-29118BB5CC92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00C5E0-5077-4435-68BD-1328501BEEB3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30748E-CD46-6B2D-AFDF-55DE1A8FDEAA}"/>
              </a:ext>
            </a:extLst>
          </p:cNvPr>
          <p:cNvSpPr txBox="1"/>
          <p:nvPr/>
        </p:nvSpPr>
        <p:spPr>
          <a:xfrm>
            <a:off x="5215469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55615F-F9EE-60C2-FF7F-4D26D6093531}"/>
              </a:ext>
            </a:extLst>
          </p:cNvPr>
          <p:cNvSpPr txBox="1"/>
          <p:nvPr/>
        </p:nvSpPr>
        <p:spPr>
          <a:xfrm>
            <a:off x="4715935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ABC060-1C2E-5864-F21E-E28578127D40}"/>
              </a:ext>
            </a:extLst>
          </p:cNvPr>
          <p:cNvSpPr txBox="1"/>
          <p:nvPr/>
        </p:nvSpPr>
        <p:spPr>
          <a:xfrm>
            <a:off x="571500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BF566A-7E25-6358-572F-042E14B64170}"/>
              </a:ext>
            </a:extLst>
          </p:cNvPr>
          <p:cNvSpPr txBox="1"/>
          <p:nvPr/>
        </p:nvSpPr>
        <p:spPr>
          <a:xfrm>
            <a:off x="421640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9F206B-E804-3C31-8B28-2EA2F84C7933}"/>
              </a:ext>
            </a:extLst>
          </p:cNvPr>
          <p:cNvSpPr txBox="1"/>
          <p:nvPr/>
        </p:nvSpPr>
        <p:spPr>
          <a:xfrm>
            <a:off x="6714071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F0AA0B-233C-6022-19E0-34F2B2CA2C78}"/>
              </a:ext>
            </a:extLst>
          </p:cNvPr>
          <p:cNvSpPr txBox="1"/>
          <p:nvPr/>
        </p:nvSpPr>
        <p:spPr>
          <a:xfrm>
            <a:off x="7213604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817823-8711-6B0B-EBB9-C1F9879F7F71}"/>
              </a:ext>
            </a:extLst>
          </p:cNvPr>
          <p:cNvSpPr txBox="1"/>
          <p:nvPr/>
        </p:nvSpPr>
        <p:spPr>
          <a:xfrm>
            <a:off x="6214537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62566B-F793-5B70-9432-6A0CD1B49280}"/>
              </a:ext>
            </a:extLst>
          </p:cNvPr>
          <p:cNvSpPr txBox="1"/>
          <p:nvPr/>
        </p:nvSpPr>
        <p:spPr>
          <a:xfrm>
            <a:off x="571500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2C8241-2405-F5E4-378C-0610921567C9}"/>
              </a:ext>
            </a:extLst>
          </p:cNvPr>
          <p:cNvSpPr txBox="1"/>
          <p:nvPr/>
        </p:nvSpPr>
        <p:spPr>
          <a:xfrm>
            <a:off x="4216401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72B24B-2584-4CF1-E3B2-9C1613A79B07}"/>
              </a:ext>
            </a:extLst>
          </p:cNvPr>
          <p:cNvSpPr txBox="1"/>
          <p:nvPr/>
        </p:nvSpPr>
        <p:spPr>
          <a:xfrm>
            <a:off x="3716867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36B56D-B98A-9AFE-E4D9-AB73C9DA7826}"/>
              </a:ext>
            </a:extLst>
          </p:cNvPr>
          <p:cNvSpPr txBox="1"/>
          <p:nvPr/>
        </p:nvSpPr>
        <p:spPr>
          <a:xfrm>
            <a:off x="371686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16CD4F-36EA-26DB-8E89-EA40C25E2B50}"/>
              </a:ext>
            </a:extLst>
          </p:cNvPr>
          <p:cNvSpPr txBox="1"/>
          <p:nvPr/>
        </p:nvSpPr>
        <p:spPr>
          <a:xfrm>
            <a:off x="321733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A3B34A-82D9-62CF-D89D-3E88CE826286}"/>
              </a:ext>
            </a:extLst>
          </p:cNvPr>
          <p:cNvSpPr txBox="1"/>
          <p:nvPr/>
        </p:nvSpPr>
        <p:spPr>
          <a:xfrm>
            <a:off x="671407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30E687-3EA2-55BC-74F9-C668A5C351EC}"/>
              </a:ext>
            </a:extLst>
          </p:cNvPr>
          <p:cNvSpPr txBox="1"/>
          <p:nvPr/>
        </p:nvSpPr>
        <p:spPr>
          <a:xfrm>
            <a:off x="5215469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23039D-69BF-5245-7BF9-13C8FBA19FE4}"/>
              </a:ext>
            </a:extLst>
          </p:cNvPr>
          <p:cNvSpPr txBox="1"/>
          <p:nvPr/>
        </p:nvSpPr>
        <p:spPr>
          <a:xfrm>
            <a:off x="7213604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3F7737-B673-125B-130A-63408E450EAB}"/>
              </a:ext>
            </a:extLst>
          </p:cNvPr>
          <p:cNvSpPr txBox="1"/>
          <p:nvPr/>
        </p:nvSpPr>
        <p:spPr>
          <a:xfrm>
            <a:off x="671407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E33058-DB49-7828-B9F0-944D5A01BF1E}"/>
              </a:ext>
            </a:extLst>
          </p:cNvPr>
          <p:cNvSpPr txBox="1"/>
          <p:nvPr/>
        </p:nvSpPr>
        <p:spPr>
          <a:xfrm>
            <a:off x="421640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EC4D09-D620-BF93-2D6F-08463D19215F}"/>
              </a:ext>
            </a:extLst>
          </p:cNvPr>
          <p:cNvSpPr txBox="1"/>
          <p:nvPr/>
        </p:nvSpPr>
        <p:spPr>
          <a:xfrm>
            <a:off x="421640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406B4E-0186-06B9-AD66-BB8434C19B88}"/>
              </a:ext>
            </a:extLst>
          </p:cNvPr>
          <p:cNvSpPr txBox="1"/>
          <p:nvPr/>
        </p:nvSpPr>
        <p:spPr>
          <a:xfrm>
            <a:off x="671407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DE4F1-4C42-99E7-D102-36BB68659426}"/>
              </a:ext>
            </a:extLst>
          </p:cNvPr>
          <p:cNvSpPr txBox="1"/>
          <p:nvPr/>
        </p:nvSpPr>
        <p:spPr>
          <a:xfrm>
            <a:off x="571500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D97EF6-8A72-ED5E-5D60-C7F2844E01DB}"/>
              </a:ext>
            </a:extLst>
          </p:cNvPr>
          <p:cNvSpPr txBox="1"/>
          <p:nvPr/>
        </p:nvSpPr>
        <p:spPr>
          <a:xfrm>
            <a:off x="7213604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0CA5CD-9722-429C-B882-A63FA073BD46}"/>
              </a:ext>
            </a:extLst>
          </p:cNvPr>
          <p:cNvSpPr txBox="1"/>
          <p:nvPr/>
        </p:nvSpPr>
        <p:spPr>
          <a:xfrm>
            <a:off x="671407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46A971-6878-97DE-AB71-29B84988B8EC}"/>
              </a:ext>
            </a:extLst>
          </p:cNvPr>
          <p:cNvSpPr txBox="1"/>
          <p:nvPr/>
        </p:nvSpPr>
        <p:spPr>
          <a:xfrm>
            <a:off x="371686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F71578-7A84-16C0-399F-E0A7ABE0635B}"/>
              </a:ext>
            </a:extLst>
          </p:cNvPr>
          <p:cNvSpPr txBox="1"/>
          <p:nvPr/>
        </p:nvSpPr>
        <p:spPr>
          <a:xfrm>
            <a:off x="671407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F3E7A7-DC80-6AA2-CD02-3EE4B121BDAD}"/>
              </a:ext>
            </a:extLst>
          </p:cNvPr>
          <p:cNvSpPr txBox="1"/>
          <p:nvPr/>
        </p:nvSpPr>
        <p:spPr>
          <a:xfrm>
            <a:off x="3716867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152286-35E5-AC29-6B88-B08BD99361D8}"/>
              </a:ext>
            </a:extLst>
          </p:cNvPr>
          <p:cNvSpPr txBox="1"/>
          <p:nvPr/>
        </p:nvSpPr>
        <p:spPr>
          <a:xfrm>
            <a:off x="421640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67E48E-0CF6-AD0B-F2A6-399A506A37AF}"/>
              </a:ext>
            </a:extLst>
          </p:cNvPr>
          <p:cNvSpPr txBox="1"/>
          <p:nvPr/>
        </p:nvSpPr>
        <p:spPr>
          <a:xfrm>
            <a:off x="3217333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C26A66-2C13-1302-27F3-06946BEFFD17}"/>
              </a:ext>
            </a:extLst>
          </p:cNvPr>
          <p:cNvSpPr txBox="1"/>
          <p:nvPr/>
        </p:nvSpPr>
        <p:spPr>
          <a:xfrm>
            <a:off x="421640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45A523-C8DD-214E-A64A-D4C6BFF592ED}"/>
              </a:ext>
            </a:extLst>
          </p:cNvPr>
          <p:cNvSpPr txBox="1"/>
          <p:nvPr/>
        </p:nvSpPr>
        <p:spPr>
          <a:xfrm>
            <a:off x="321733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88D6FB-1938-7F21-6A38-405CC43FE5B4}"/>
              </a:ext>
            </a:extLst>
          </p:cNvPr>
          <p:cNvSpPr txBox="1"/>
          <p:nvPr/>
        </p:nvSpPr>
        <p:spPr>
          <a:xfrm>
            <a:off x="3716867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E3F059-1214-8839-45A0-7C3564173301}"/>
              </a:ext>
            </a:extLst>
          </p:cNvPr>
          <p:cNvSpPr txBox="1"/>
          <p:nvPr/>
        </p:nvSpPr>
        <p:spPr>
          <a:xfrm>
            <a:off x="6214537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56077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1B804-2730-E7EF-9AC0-FFB25D3CC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999945-14EF-50D3-B5BB-C13AAD2EDC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Row 9, remaining cells (58) fit in only one way.</a:t>
            </a:r>
          </a:p>
          <a:p>
            <a:r>
              <a:rPr lang="en-US" dirty="0"/>
              <a:t>Then, in right center block, remaining cells (48) fit in only one way.</a:t>
            </a:r>
          </a:p>
          <a:p>
            <a:r>
              <a:rPr lang="en-US" dirty="0"/>
              <a:t>Then, in lower right block, remaining cells (56) fit in only one way.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B276780-60BF-426C-3B80-F3BA95AAC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372329-4C0A-600C-2E63-06431B738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1D9721F-93F3-ACE2-2750-1C10161FA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DA792D-297D-4CBA-4232-4507E16AB8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246246-AD97-01EC-06E1-21D2A24E2AFA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2B96C7-8A48-B1A0-F124-BA013BCC2C1D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F0ECBB-1B6C-6A00-0BD1-F9291D287D5C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BEB750-E210-0DE1-D807-D062FE2F5D12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0522DB-16FA-B580-BB89-463C182F6C11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46B58-C49F-8DA3-3115-76ED1C6030CC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5C5DA2-34C7-73D8-95F6-3EF1E85A8798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14EA03-0DB3-9EB6-AA88-E94512A39F58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1AC6D8-556C-7639-AF9A-BDE6A2E9B58D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38373D-638B-F67D-F22A-55CD1E920CA3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07952D-FBCD-661F-2314-65A05DF27638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037729-B66D-0181-A70E-B5A311E303E8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44810F-7BA6-EC24-6FAD-A376101D6107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46C369-0ABB-F57C-E21D-CA75D8A35A94}"/>
              </a:ext>
            </a:extLst>
          </p:cNvPr>
          <p:cNvSpPr txBox="1"/>
          <p:nvPr/>
        </p:nvSpPr>
        <p:spPr>
          <a:xfrm>
            <a:off x="5215469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134479-7D2D-167E-3929-C3C98126A189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AC623C-85DA-FF31-23DE-C593EE017F92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660631-ECFA-0F1D-8151-1D8C1E852B67}"/>
              </a:ext>
            </a:extLst>
          </p:cNvPr>
          <p:cNvSpPr txBox="1"/>
          <p:nvPr/>
        </p:nvSpPr>
        <p:spPr>
          <a:xfrm>
            <a:off x="5215469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422F3A-4AAB-2696-571F-8D30FB31AB06}"/>
              </a:ext>
            </a:extLst>
          </p:cNvPr>
          <p:cNvSpPr txBox="1"/>
          <p:nvPr/>
        </p:nvSpPr>
        <p:spPr>
          <a:xfrm>
            <a:off x="4715935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A3ADF8-5D11-D726-4318-B39D4E97140F}"/>
              </a:ext>
            </a:extLst>
          </p:cNvPr>
          <p:cNvSpPr txBox="1"/>
          <p:nvPr/>
        </p:nvSpPr>
        <p:spPr>
          <a:xfrm>
            <a:off x="571500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22F591-7DB1-8D67-2B86-64B6E4744B74}"/>
              </a:ext>
            </a:extLst>
          </p:cNvPr>
          <p:cNvSpPr txBox="1"/>
          <p:nvPr/>
        </p:nvSpPr>
        <p:spPr>
          <a:xfrm>
            <a:off x="421640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7FF27B-52E7-75D0-E74A-C6470037F7EF}"/>
              </a:ext>
            </a:extLst>
          </p:cNvPr>
          <p:cNvSpPr txBox="1"/>
          <p:nvPr/>
        </p:nvSpPr>
        <p:spPr>
          <a:xfrm>
            <a:off x="6714071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7CD8F0-9BE3-E1C5-964A-266A4955C119}"/>
              </a:ext>
            </a:extLst>
          </p:cNvPr>
          <p:cNvSpPr txBox="1"/>
          <p:nvPr/>
        </p:nvSpPr>
        <p:spPr>
          <a:xfrm>
            <a:off x="7213604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2BEA9C-5FEC-BE1B-95AB-E37EE09DB8BF}"/>
              </a:ext>
            </a:extLst>
          </p:cNvPr>
          <p:cNvSpPr txBox="1"/>
          <p:nvPr/>
        </p:nvSpPr>
        <p:spPr>
          <a:xfrm>
            <a:off x="6214537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097FE6-4EFE-28E5-98E3-04B262D3E3C5}"/>
              </a:ext>
            </a:extLst>
          </p:cNvPr>
          <p:cNvSpPr txBox="1"/>
          <p:nvPr/>
        </p:nvSpPr>
        <p:spPr>
          <a:xfrm>
            <a:off x="571500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F9DA0E-EF8A-8548-D1C8-5ACFFE282E34}"/>
              </a:ext>
            </a:extLst>
          </p:cNvPr>
          <p:cNvSpPr txBox="1"/>
          <p:nvPr/>
        </p:nvSpPr>
        <p:spPr>
          <a:xfrm>
            <a:off x="4216401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AF0887-1002-4A70-7FD0-6E9957B1CF68}"/>
              </a:ext>
            </a:extLst>
          </p:cNvPr>
          <p:cNvSpPr txBox="1"/>
          <p:nvPr/>
        </p:nvSpPr>
        <p:spPr>
          <a:xfrm>
            <a:off x="3716867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0057A8-8AF9-A8B1-9409-B0F0BC026F20}"/>
              </a:ext>
            </a:extLst>
          </p:cNvPr>
          <p:cNvSpPr txBox="1"/>
          <p:nvPr/>
        </p:nvSpPr>
        <p:spPr>
          <a:xfrm>
            <a:off x="371686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21E4E4-0B43-5631-E493-C1519311B04E}"/>
              </a:ext>
            </a:extLst>
          </p:cNvPr>
          <p:cNvSpPr txBox="1"/>
          <p:nvPr/>
        </p:nvSpPr>
        <p:spPr>
          <a:xfrm>
            <a:off x="321733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24E4ED-EAD0-3040-49B3-050B03FDCC5B}"/>
              </a:ext>
            </a:extLst>
          </p:cNvPr>
          <p:cNvSpPr txBox="1"/>
          <p:nvPr/>
        </p:nvSpPr>
        <p:spPr>
          <a:xfrm>
            <a:off x="671407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9BDC5E-DF69-0BCC-67C6-AA009D5A3F3D}"/>
              </a:ext>
            </a:extLst>
          </p:cNvPr>
          <p:cNvSpPr txBox="1"/>
          <p:nvPr/>
        </p:nvSpPr>
        <p:spPr>
          <a:xfrm>
            <a:off x="5215469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745A9B-5C79-915F-1F73-D17B7BE36FD1}"/>
              </a:ext>
            </a:extLst>
          </p:cNvPr>
          <p:cNvSpPr txBox="1"/>
          <p:nvPr/>
        </p:nvSpPr>
        <p:spPr>
          <a:xfrm>
            <a:off x="7213604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155E77-F293-2083-B984-1D95898CC526}"/>
              </a:ext>
            </a:extLst>
          </p:cNvPr>
          <p:cNvSpPr txBox="1"/>
          <p:nvPr/>
        </p:nvSpPr>
        <p:spPr>
          <a:xfrm>
            <a:off x="671407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0467BE-8E81-AF11-1E14-BFE019DA1730}"/>
              </a:ext>
            </a:extLst>
          </p:cNvPr>
          <p:cNvSpPr txBox="1"/>
          <p:nvPr/>
        </p:nvSpPr>
        <p:spPr>
          <a:xfrm>
            <a:off x="421640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80D92D-943D-3B0A-970B-D83732B01C34}"/>
              </a:ext>
            </a:extLst>
          </p:cNvPr>
          <p:cNvSpPr txBox="1"/>
          <p:nvPr/>
        </p:nvSpPr>
        <p:spPr>
          <a:xfrm>
            <a:off x="421640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4BD9D0-55A7-1DFD-3AFB-7018561132BC}"/>
              </a:ext>
            </a:extLst>
          </p:cNvPr>
          <p:cNvSpPr txBox="1"/>
          <p:nvPr/>
        </p:nvSpPr>
        <p:spPr>
          <a:xfrm>
            <a:off x="671407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003F28-0E15-F253-AF5A-E98AE31C4AED}"/>
              </a:ext>
            </a:extLst>
          </p:cNvPr>
          <p:cNvSpPr txBox="1"/>
          <p:nvPr/>
        </p:nvSpPr>
        <p:spPr>
          <a:xfrm>
            <a:off x="571500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E2ABC9-0601-B283-F279-2B0AAF5B930F}"/>
              </a:ext>
            </a:extLst>
          </p:cNvPr>
          <p:cNvSpPr txBox="1"/>
          <p:nvPr/>
        </p:nvSpPr>
        <p:spPr>
          <a:xfrm>
            <a:off x="7213604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BAFD40-105F-8C32-F8FB-54B4C57B5F1A}"/>
              </a:ext>
            </a:extLst>
          </p:cNvPr>
          <p:cNvSpPr txBox="1"/>
          <p:nvPr/>
        </p:nvSpPr>
        <p:spPr>
          <a:xfrm>
            <a:off x="671407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6D6D24-FA01-C565-6C22-CA1CA1406074}"/>
              </a:ext>
            </a:extLst>
          </p:cNvPr>
          <p:cNvSpPr txBox="1"/>
          <p:nvPr/>
        </p:nvSpPr>
        <p:spPr>
          <a:xfrm>
            <a:off x="371686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971326-7E53-B423-C1A3-14B80AB8EAFC}"/>
              </a:ext>
            </a:extLst>
          </p:cNvPr>
          <p:cNvSpPr txBox="1"/>
          <p:nvPr/>
        </p:nvSpPr>
        <p:spPr>
          <a:xfrm>
            <a:off x="671407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6F752D-888F-8526-329D-27ECD4B8F6E4}"/>
              </a:ext>
            </a:extLst>
          </p:cNvPr>
          <p:cNvSpPr txBox="1"/>
          <p:nvPr/>
        </p:nvSpPr>
        <p:spPr>
          <a:xfrm>
            <a:off x="3716867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10CE99-69FF-7E71-7AB8-8E4D63C4A22D}"/>
              </a:ext>
            </a:extLst>
          </p:cNvPr>
          <p:cNvSpPr txBox="1"/>
          <p:nvPr/>
        </p:nvSpPr>
        <p:spPr>
          <a:xfrm>
            <a:off x="421640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C34039-1872-C21D-CC54-D6FBB1A40CB8}"/>
              </a:ext>
            </a:extLst>
          </p:cNvPr>
          <p:cNvSpPr txBox="1"/>
          <p:nvPr/>
        </p:nvSpPr>
        <p:spPr>
          <a:xfrm>
            <a:off x="3217333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9CDD77-4702-20AF-7FCB-84FAC2317461}"/>
              </a:ext>
            </a:extLst>
          </p:cNvPr>
          <p:cNvSpPr txBox="1"/>
          <p:nvPr/>
        </p:nvSpPr>
        <p:spPr>
          <a:xfrm>
            <a:off x="421640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AF0D59-479E-3C6A-178D-DE6FF5CF20CA}"/>
              </a:ext>
            </a:extLst>
          </p:cNvPr>
          <p:cNvSpPr txBox="1"/>
          <p:nvPr/>
        </p:nvSpPr>
        <p:spPr>
          <a:xfrm>
            <a:off x="321733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968944-C4D9-6F40-C3B9-27F81F765D06}"/>
              </a:ext>
            </a:extLst>
          </p:cNvPr>
          <p:cNvSpPr txBox="1"/>
          <p:nvPr/>
        </p:nvSpPr>
        <p:spPr>
          <a:xfrm>
            <a:off x="3716867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705CB2-1976-1EFF-2ED4-5E191CCFA4F1}"/>
              </a:ext>
            </a:extLst>
          </p:cNvPr>
          <p:cNvSpPr txBox="1"/>
          <p:nvPr/>
        </p:nvSpPr>
        <p:spPr>
          <a:xfrm>
            <a:off x="6214537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9248BF-99AD-CDF5-F97C-B3333E4840EF}"/>
              </a:ext>
            </a:extLst>
          </p:cNvPr>
          <p:cNvSpPr txBox="1"/>
          <p:nvPr/>
        </p:nvSpPr>
        <p:spPr>
          <a:xfrm>
            <a:off x="5215469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8A2F22-0A43-0ECA-010B-F333617EC9D8}"/>
              </a:ext>
            </a:extLst>
          </p:cNvPr>
          <p:cNvSpPr txBox="1"/>
          <p:nvPr/>
        </p:nvSpPr>
        <p:spPr>
          <a:xfrm>
            <a:off x="6214537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446CCB0-23E0-2E42-2049-C39CB4735CA4}"/>
              </a:ext>
            </a:extLst>
          </p:cNvPr>
          <p:cNvSpPr txBox="1"/>
          <p:nvPr/>
        </p:nvSpPr>
        <p:spPr>
          <a:xfrm>
            <a:off x="621453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5FE0135-13C8-174F-B436-3A02EE3336A5}"/>
              </a:ext>
            </a:extLst>
          </p:cNvPr>
          <p:cNvSpPr txBox="1"/>
          <p:nvPr/>
        </p:nvSpPr>
        <p:spPr>
          <a:xfrm>
            <a:off x="7213604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18FED2-5190-BF24-C42C-A08A153FC15D}"/>
              </a:ext>
            </a:extLst>
          </p:cNvPr>
          <p:cNvSpPr txBox="1"/>
          <p:nvPr/>
        </p:nvSpPr>
        <p:spPr>
          <a:xfrm>
            <a:off x="7213604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7BB048-8CF8-516C-7858-2E178016D6CE}"/>
              </a:ext>
            </a:extLst>
          </p:cNvPr>
          <p:cNvSpPr txBox="1"/>
          <p:nvPr/>
        </p:nvSpPr>
        <p:spPr>
          <a:xfrm>
            <a:off x="7213604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37737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BAEA9-5909-12D0-F1CE-4D258B95E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A8B1BA-8528-B387-061A-340E7EC39F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Row 1, remaining cells (45) fit in only one way.</a:t>
            </a:r>
          </a:p>
          <a:p>
            <a:r>
              <a:rPr lang="en-US" dirty="0"/>
              <a:t>Then, complete upper right block.</a:t>
            </a:r>
          </a:p>
          <a:p>
            <a:r>
              <a:rPr lang="en-US" dirty="0"/>
              <a:t>Then, last possible 5 in upper center block.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CB4CC2-0029-BE60-98F5-E76EFDA2F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CDC288-A574-CA5B-6B33-97577BEA3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0781FB-F117-E6F6-43F6-884513D711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18CAA0E-865D-EB41-7314-03E1444DC8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507A03-B7A2-FBEC-C164-8821A7606422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6D48FA-9C0D-C145-B2DA-2962C4453F99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15AE49-89E3-9E6B-3F5E-D056C4404CE3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20D70-C89B-F078-3F25-871B0755186A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08A4EB-8489-FF1A-7F7D-CFA71DC398FC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150725-CB7B-7DCD-74F4-478156577217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9D42E2-1769-5D62-545B-5B67B71BDE8A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4FB139-9C7F-690F-2482-D2A539DB94A2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D0DA0D-23E0-7EC8-746B-BF0C625FF6EC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4E3E5C-AD25-5A06-2DFF-7DD4A7DD983E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CEF0FF-4584-C374-4A42-555D2E9B5088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659E4B-1035-C2B2-BFC3-87B7BDD8D18F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2081C1-7B6A-7F81-7832-907D5FB38082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027D6-FA9C-DE98-B8BF-E7E8055D1113}"/>
              </a:ext>
            </a:extLst>
          </p:cNvPr>
          <p:cNvSpPr txBox="1"/>
          <p:nvPr/>
        </p:nvSpPr>
        <p:spPr>
          <a:xfrm>
            <a:off x="5215469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1E3CFD-61B9-E210-A6DD-C35BBE6AD1D6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3D77F3-8E2F-4890-0D9E-9097145BCC38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511ED3-EFF5-A6E9-D90B-78F00588E261}"/>
              </a:ext>
            </a:extLst>
          </p:cNvPr>
          <p:cNvSpPr txBox="1"/>
          <p:nvPr/>
        </p:nvSpPr>
        <p:spPr>
          <a:xfrm>
            <a:off x="5215469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C16DCC-DF09-1CCE-ECCD-08C003098C9F}"/>
              </a:ext>
            </a:extLst>
          </p:cNvPr>
          <p:cNvSpPr txBox="1"/>
          <p:nvPr/>
        </p:nvSpPr>
        <p:spPr>
          <a:xfrm>
            <a:off x="4715935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C36BD2-BC24-0AA2-F2A1-DE78B5450428}"/>
              </a:ext>
            </a:extLst>
          </p:cNvPr>
          <p:cNvSpPr txBox="1"/>
          <p:nvPr/>
        </p:nvSpPr>
        <p:spPr>
          <a:xfrm>
            <a:off x="571500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45E750-FA90-26E1-21A1-58D05D3F2689}"/>
              </a:ext>
            </a:extLst>
          </p:cNvPr>
          <p:cNvSpPr txBox="1"/>
          <p:nvPr/>
        </p:nvSpPr>
        <p:spPr>
          <a:xfrm>
            <a:off x="421640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95D4B2-C2E5-E01D-6D34-6A07645468F0}"/>
              </a:ext>
            </a:extLst>
          </p:cNvPr>
          <p:cNvSpPr txBox="1"/>
          <p:nvPr/>
        </p:nvSpPr>
        <p:spPr>
          <a:xfrm>
            <a:off x="6714071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D67CB5-EAF1-3317-E581-8525851327E7}"/>
              </a:ext>
            </a:extLst>
          </p:cNvPr>
          <p:cNvSpPr txBox="1"/>
          <p:nvPr/>
        </p:nvSpPr>
        <p:spPr>
          <a:xfrm>
            <a:off x="7213604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BE007A-03E9-93A7-8B33-5C18AE98BF2D}"/>
              </a:ext>
            </a:extLst>
          </p:cNvPr>
          <p:cNvSpPr txBox="1"/>
          <p:nvPr/>
        </p:nvSpPr>
        <p:spPr>
          <a:xfrm>
            <a:off x="6214537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6A047B-4E52-72C2-E4B2-7FCCF48087E6}"/>
              </a:ext>
            </a:extLst>
          </p:cNvPr>
          <p:cNvSpPr txBox="1"/>
          <p:nvPr/>
        </p:nvSpPr>
        <p:spPr>
          <a:xfrm>
            <a:off x="571500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40DFD1-13E0-B6CA-D392-576DEA138F02}"/>
              </a:ext>
            </a:extLst>
          </p:cNvPr>
          <p:cNvSpPr txBox="1"/>
          <p:nvPr/>
        </p:nvSpPr>
        <p:spPr>
          <a:xfrm>
            <a:off x="4216401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B5FAE5-7A7C-89B0-5EA9-BD2F229A8CD6}"/>
              </a:ext>
            </a:extLst>
          </p:cNvPr>
          <p:cNvSpPr txBox="1"/>
          <p:nvPr/>
        </p:nvSpPr>
        <p:spPr>
          <a:xfrm>
            <a:off x="3716867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79FFAC-C871-92E9-A61D-BF1B95BB34D7}"/>
              </a:ext>
            </a:extLst>
          </p:cNvPr>
          <p:cNvSpPr txBox="1"/>
          <p:nvPr/>
        </p:nvSpPr>
        <p:spPr>
          <a:xfrm>
            <a:off x="371686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C7A306-783F-48F4-B209-C59B01B80E28}"/>
              </a:ext>
            </a:extLst>
          </p:cNvPr>
          <p:cNvSpPr txBox="1"/>
          <p:nvPr/>
        </p:nvSpPr>
        <p:spPr>
          <a:xfrm>
            <a:off x="321733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9A86F4-0534-E478-9417-53969D0AA0EC}"/>
              </a:ext>
            </a:extLst>
          </p:cNvPr>
          <p:cNvSpPr txBox="1"/>
          <p:nvPr/>
        </p:nvSpPr>
        <p:spPr>
          <a:xfrm>
            <a:off x="671407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6A719A-D00C-FC8F-8A8F-C9473C0C3FAB}"/>
              </a:ext>
            </a:extLst>
          </p:cNvPr>
          <p:cNvSpPr txBox="1"/>
          <p:nvPr/>
        </p:nvSpPr>
        <p:spPr>
          <a:xfrm>
            <a:off x="5215469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A4E0E9-BFFB-576B-386E-34120C8CD534}"/>
              </a:ext>
            </a:extLst>
          </p:cNvPr>
          <p:cNvSpPr txBox="1"/>
          <p:nvPr/>
        </p:nvSpPr>
        <p:spPr>
          <a:xfrm>
            <a:off x="7213604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262D76-EED1-D359-3618-5BE18761C7E9}"/>
              </a:ext>
            </a:extLst>
          </p:cNvPr>
          <p:cNvSpPr txBox="1"/>
          <p:nvPr/>
        </p:nvSpPr>
        <p:spPr>
          <a:xfrm>
            <a:off x="671407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5E3DEB-7261-0852-52F8-FB22E22157D4}"/>
              </a:ext>
            </a:extLst>
          </p:cNvPr>
          <p:cNvSpPr txBox="1"/>
          <p:nvPr/>
        </p:nvSpPr>
        <p:spPr>
          <a:xfrm>
            <a:off x="421640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575818-3ABA-3756-02C0-F1BDE36256E1}"/>
              </a:ext>
            </a:extLst>
          </p:cNvPr>
          <p:cNvSpPr txBox="1"/>
          <p:nvPr/>
        </p:nvSpPr>
        <p:spPr>
          <a:xfrm>
            <a:off x="421640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3ADE68-0956-2795-E975-408B8C5C85CC}"/>
              </a:ext>
            </a:extLst>
          </p:cNvPr>
          <p:cNvSpPr txBox="1"/>
          <p:nvPr/>
        </p:nvSpPr>
        <p:spPr>
          <a:xfrm>
            <a:off x="671407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3423F7-21A3-BBAE-3197-FA60712D2D9A}"/>
              </a:ext>
            </a:extLst>
          </p:cNvPr>
          <p:cNvSpPr txBox="1"/>
          <p:nvPr/>
        </p:nvSpPr>
        <p:spPr>
          <a:xfrm>
            <a:off x="571500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5A92D4-501B-78EC-783F-C9C48163D6DD}"/>
              </a:ext>
            </a:extLst>
          </p:cNvPr>
          <p:cNvSpPr txBox="1"/>
          <p:nvPr/>
        </p:nvSpPr>
        <p:spPr>
          <a:xfrm>
            <a:off x="7213604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4726D9-CAA5-5407-5424-CCC4BDEC6B25}"/>
              </a:ext>
            </a:extLst>
          </p:cNvPr>
          <p:cNvSpPr txBox="1"/>
          <p:nvPr/>
        </p:nvSpPr>
        <p:spPr>
          <a:xfrm>
            <a:off x="671407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50B4F8-6792-0562-1BAA-EDA65203B26A}"/>
              </a:ext>
            </a:extLst>
          </p:cNvPr>
          <p:cNvSpPr txBox="1"/>
          <p:nvPr/>
        </p:nvSpPr>
        <p:spPr>
          <a:xfrm>
            <a:off x="371686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0F9C61-77DF-B26C-88D6-29E5E2822C91}"/>
              </a:ext>
            </a:extLst>
          </p:cNvPr>
          <p:cNvSpPr txBox="1"/>
          <p:nvPr/>
        </p:nvSpPr>
        <p:spPr>
          <a:xfrm>
            <a:off x="671407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5EED727-0689-2C9D-2926-4747D73BE3FA}"/>
              </a:ext>
            </a:extLst>
          </p:cNvPr>
          <p:cNvSpPr txBox="1"/>
          <p:nvPr/>
        </p:nvSpPr>
        <p:spPr>
          <a:xfrm>
            <a:off x="3716867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558F58-452B-70DB-79C5-04AC2AF46DFF}"/>
              </a:ext>
            </a:extLst>
          </p:cNvPr>
          <p:cNvSpPr txBox="1"/>
          <p:nvPr/>
        </p:nvSpPr>
        <p:spPr>
          <a:xfrm>
            <a:off x="421640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D46A9F-29A4-2657-F8D1-8299961912C4}"/>
              </a:ext>
            </a:extLst>
          </p:cNvPr>
          <p:cNvSpPr txBox="1"/>
          <p:nvPr/>
        </p:nvSpPr>
        <p:spPr>
          <a:xfrm>
            <a:off x="3217333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76887A-C035-5D82-51FE-B30F48EF9C12}"/>
              </a:ext>
            </a:extLst>
          </p:cNvPr>
          <p:cNvSpPr txBox="1"/>
          <p:nvPr/>
        </p:nvSpPr>
        <p:spPr>
          <a:xfrm>
            <a:off x="421640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95E65C-8291-C161-9575-E66663151BE5}"/>
              </a:ext>
            </a:extLst>
          </p:cNvPr>
          <p:cNvSpPr txBox="1"/>
          <p:nvPr/>
        </p:nvSpPr>
        <p:spPr>
          <a:xfrm>
            <a:off x="321733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7D5D69-375F-CE7D-9582-C26AAE82D1A3}"/>
              </a:ext>
            </a:extLst>
          </p:cNvPr>
          <p:cNvSpPr txBox="1"/>
          <p:nvPr/>
        </p:nvSpPr>
        <p:spPr>
          <a:xfrm>
            <a:off x="3716867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489D48-5A84-8B65-230A-EFFC8138E649}"/>
              </a:ext>
            </a:extLst>
          </p:cNvPr>
          <p:cNvSpPr txBox="1"/>
          <p:nvPr/>
        </p:nvSpPr>
        <p:spPr>
          <a:xfrm>
            <a:off x="6214537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0B086B3-2CAC-FE45-EC47-FABEC84C024D}"/>
              </a:ext>
            </a:extLst>
          </p:cNvPr>
          <p:cNvSpPr txBox="1"/>
          <p:nvPr/>
        </p:nvSpPr>
        <p:spPr>
          <a:xfrm>
            <a:off x="5215469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39F097-BB62-7838-9F74-B2D3994A4CF3}"/>
              </a:ext>
            </a:extLst>
          </p:cNvPr>
          <p:cNvSpPr txBox="1"/>
          <p:nvPr/>
        </p:nvSpPr>
        <p:spPr>
          <a:xfrm>
            <a:off x="6214537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423E73-DDE2-BD18-C927-51C934DC7F24}"/>
              </a:ext>
            </a:extLst>
          </p:cNvPr>
          <p:cNvSpPr txBox="1"/>
          <p:nvPr/>
        </p:nvSpPr>
        <p:spPr>
          <a:xfrm>
            <a:off x="621453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512AE1-B6ED-8241-8C27-65D876057247}"/>
              </a:ext>
            </a:extLst>
          </p:cNvPr>
          <p:cNvSpPr txBox="1"/>
          <p:nvPr/>
        </p:nvSpPr>
        <p:spPr>
          <a:xfrm>
            <a:off x="7213604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B2386D-20DF-5505-20BD-96E880DF970A}"/>
              </a:ext>
            </a:extLst>
          </p:cNvPr>
          <p:cNvSpPr txBox="1"/>
          <p:nvPr/>
        </p:nvSpPr>
        <p:spPr>
          <a:xfrm>
            <a:off x="7213604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A3074E-B37F-308B-9CDC-E686D687C85F}"/>
              </a:ext>
            </a:extLst>
          </p:cNvPr>
          <p:cNvSpPr txBox="1"/>
          <p:nvPr/>
        </p:nvSpPr>
        <p:spPr>
          <a:xfrm>
            <a:off x="7213604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728FFF-AC85-F92C-4CC5-3AF62D3C5FC3}"/>
              </a:ext>
            </a:extLst>
          </p:cNvPr>
          <p:cNvSpPr txBox="1"/>
          <p:nvPr/>
        </p:nvSpPr>
        <p:spPr>
          <a:xfrm>
            <a:off x="321733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D5AE840-F8C1-1341-7B14-27800924B130}"/>
              </a:ext>
            </a:extLst>
          </p:cNvPr>
          <p:cNvSpPr txBox="1"/>
          <p:nvPr/>
        </p:nvSpPr>
        <p:spPr>
          <a:xfrm>
            <a:off x="621453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12FD8A-96FC-B73D-C5E5-7805719C55F7}"/>
              </a:ext>
            </a:extLst>
          </p:cNvPr>
          <p:cNvSpPr txBox="1"/>
          <p:nvPr/>
        </p:nvSpPr>
        <p:spPr>
          <a:xfrm>
            <a:off x="3217333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F41B6A-7F25-54B6-259D-1AC904D3F0F8}"/>
              </a:ext>
            </a:extLst>
          </p:cNvPr>
          <p:cNvSpPr txBox="1"/>
          <p:nvPr/>
        </p:nvSpPr>
        <p:spPr>
          <a:xfrm>
            <a:off x="4715935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51812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2AA49-83BD-BC57-6927-3B21B4D5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9FB730-6CA8-C4E6-EB31-6B7BDCA0AF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Row 7, remaining cells (34) fit in only one way.</a:t>
            </a:r>
          </a:p>
          <a:p>
            <a:r>
              <a:rPr lang="en-US" dirty="0"/>
              <a:t>In Row 8, remaining cells (268) fit in only one way.</a:t>
            </a:r>
          </a:p>
          <a:p>
            <a:r>
              <a:rPr lang="en-US" dirty="0"/>
              <a:t>Then, complete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D0C7486-3EAC-DE54-DD80-8652653A4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C75EF8D-3B4F-6DAA-BB3F-012952864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066195-65C2-627E-6288-F098344D6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3537C7B-6B1D-118A-DA6E-4DD8E327AB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5FFCE1-52DE-7D94-72B8-889A3DA9CA74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346A9-E707-D1FD-99A9-E58366BCE02A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B11FB8-CB16-D145-2D57-8B51511B48F0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15C98-7D31-0BB5-EA44-4B2D4440E7D1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4B909E-1C71-4700-471C-D5F92D060118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6D4C24-3FB7-E7E7-5120-ECB7FB225132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503D47-8219-E55C-60AE-ACFEA0522730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60CD14-A1F4-9E6C-A35E-3DCBC324CB42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38AE6E-4AEC-C4BB-0B9A-3BF483EE7651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B6C0E7-249C-5D10-7E11-22DF026940FC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7CFA44-5615-A38F-2E11-D927D01C58C3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1953A2-B296-8688-0122-E08880DFAECE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A79DE0-0AC5-B749-99AA-9BB37E911496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C7949C-E762-4C02-FC1B-C2D6117399D7}"/>
              </a:ext>
            </a:extLst>
          </p:cNvPr>
          <p:cNvSpPr txBox="1"/>
          <p:nvPr/>
        </p:nvSpPr>
        <p:spPr>
          <a:xfrm>
            <a:off x="5215469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8510EE-DF09-9C60-DCCB-F520194C00D7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236BE4-30A0-9BAA-2950-5FDAA4EFBA7C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50FAF-612C-3713-F2BA-5E2ACDDBED32}"/>
              </a:ext>
            </a:extLst>
          </p:cNvPr>
          <p:cNvSpPr txBox="1"/>
          <p:nvPr/>
        </p:nvSpPr>
        <p:spPr>
          <a:xfrm>
            <a:off x="5215469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6F5532-E0B9-48E2-EBE1-946CA3F40D65}"/>
              </a:ext>
            </a:extLst>
          </p:cNvPr>
          <p:cNvSpPr txBox="1"/>
          <p:nvPr/>
        </p:nvSpPr>
        <p:spPr>
          <a:xfrm>
            <a:off x="4715935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E698A6-1A1B-798D-7ECF-B2EE73827451}"/>
              </a:ext>
            </a:extLst>
          </p:cNvPr>
          <p:cNvSpPr txBox="1"/>
          <p:nvPr/>
        </p:nvSpPr>
        <p:spPr>
          <a:xfrm>
            <a:off x="571500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02E499-7831-82AB-811C-3A0FB06011C1}"/>
              </a:ext>
            </a:extLst>
          </p:cNvPr>
          <p:cNvSpPr txBox="1"/>
          <p:nvPr/>
        </p:nvSpPr>
        <p:spPr>
          <a:xfrm>
            <a:off x="421640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9E80CE-EF46-5D8F-EF32-DE0EA264ADDC}"/>
              </a:ext>
            </a:extLst>
          </p:cNvPr>
          <p:cNvSpPr txBox="1"/>
          <p:nvPr/>
        </p:nvSpPr>
        <p:spPr>
          <a:xfrm>
            <a:off x="6714071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B12DF1-8ED8-FB5B-2FE2-2D20DBCC5747}"/>
              </a:ext>
            </a:extLst>
          </p:cNvPr>
          <p:cNvSpPr txBox="1"/>
          <p:nvPr/>
        </p:nvSpPr>
        <p:spPr>
          <a:xfrm>
            <a:off x="7213604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666D01-A6F0-845D-378B-E9CA229C43B5}"/>
              </a:ext>
            </a:extLst>
          </p:cNvPr>
          <p:cNvSpPr txBox="1"/>
          <p:nvPr/>
        </p:nvSpPr>
        <p:spPr>
          <a:xfrm>
            <a:off x="6214537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D11A0E-0303-C939-AA0C-611BF1E476D6}"/>
              </a:ext>
            </a:extLst>
          </p:cNvPr>
          <p:cNvSpPr txBox="1"/>
          <p:nvPr/>
        </p:nvSpPr>
        <p:spPr>
          <a:xfrm>
            <a:off x="571500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6F83CE-AE48-F808-7697-ACE9F8E8913A}"/>
              </a:ext>
            </a:extLst>
          </p:cNvPr>
          <p:cNvSpPr txBox="1"/>
          <p:nvPr/>
        </p:nvSpPr>
        <p:spPr>
          <a:xfrm>
            <a:off x="4216401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51737A-58C5-C688-4145-A2EDE144F2A8}"/>
              </a:ext>
            </a:extLst>
          </p:cNvPr>
          <p:cNvSpPr txBox="1"/>
          <p:nvPr/>
        </p:nvSpPr>
        <p:spPr>
          <a:xfrm>
            <a:off x="3716867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9F5B1D-C56D-8FD8-538B-641DD2139370}"/>
              </a:ext>
            </a:extLst>
          </p:cNvPr>
          <p:cNvSpPr txBox="1"/>
          <p:nvPr/>
        </p:nvSpPr>
        <p:spPr>
          <a:xfrm>
            <a:off x="371686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6A3142-DF8E-5478-B143-6067128E7138}"/>
              </a:ext>
            </a:extLst>
          </p:cNvPr>
          <p:cNvSpPr txBox="1"/>
          <p:nvPr/>
        </p:nvSpPr>
        <p:spPr>
          <a:xfrm>
            <a:off x="321733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2E50F8-1269-A7EF-1A70-7F9544224B7F}"/>
              </a:ext>
            </a:extLst>
          </p:cNvPr>
          <p:cNvSpPr txBox="1"/>
          <p:nvPr/>
        </p:nvSpPr>
        <p:spPr>
          <a:xfrm>
            <a:off x="671407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9D57B5-1523-05BB-312B-8BF88224855E}"/>
              </a:ext>
            </a:extLst>
          </p:cNvPr>
          <p:cNvSpPr txBox="1"/>
          <p:nvPr/>
        </p:nvSpPr>
        <p:spPr>
          <a:xfrm>
            <a:off x="5215469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A4ACEC-33F2-3E25-5C28-E134BD11206D}"/>
              </a:ext>
            </a:extLst>
          </p:cNvPr>
          <p:cNvSpPr txBox="1"/>
          <p:nvPr/>
        </p:nvSpPr>
        <p:spPr>
          <a:xfrm>
            <a:off x="7213604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2E1E4F-B60C-CC6C-EE2A-B5E63BACD660}"/>
              </a:ext>
            </a:extLst>
          </p:cNvPr>
          <p:cNvSpPr txBox="1"/>
          <p:nvPr/>
        </p:nvSpPr>
        <p:spPr>
          <a:xfrm>
            <a:off x="671407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F6A0D9-BBE2-4A80-22AE-63A7F6120752}"/>
              </a:ext>
            </a:extLst>
          </p:cNvPr>
          <p:cNvSpPr txBox="1"/>
          <p:nvPr/>
        </p:nvSpPr>
        <p:spPr>
          <a:xfrm>
            <a:off x="421640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C73733-24E4-5B04-DC67-E9108D9764B5}"/>
              </a:ext>
            </a:extLst>
          </p:cNvPr>
          <p:cNvSpPr txBox="1"/>
          <p:nvPr/>
        </p:nvSpPr>
        <p:spPr>
          <a:xfrm>
            <a:off x="421640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331F2E-52CE-567B-B46B-A2A777F741C7}"/>
              </a:ext>
            </a:extLst>
          </p:cNvPr>
          <p:cNvSpPr txBox="1"/>
          <p:nvPr/>
        </p:nvSpPr>
        <p:spPr>
          <a:xfrm>
            <a:off x="671407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34E7A5-0F30-55A4-C014-2722D436AE11}"/>
              </a:ext>
            </a:extLst>
          </p:cNvPr>
          <p:cNvSpPr txBox="1"/>
          <p:nvPr/>
        </p:nvSpPr>
        <p:spPr>
          <a:xfrm>
            <a:off x="571500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AF60C5-FE4D-2BB9-C112-2A41E42DF7AE}"/>
              </a:ext>
            </a:extLst>
          </p:cNvPr>
          <p:cNvSpPr txBox="1"/>
          <p:nvPr/>
        </p:nvSpPr>
        <p:spPr>
          <a:xfrm>
            <a:off x="7213604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2BA2A4-9226-9886-BBB9-70510C840A84}"/>
              </a:ext>
            </a:extLst>
          </p:cNvPr>
          <p:cNvSpPr txBox="1"/>
          <p:nvPr/>
        </p:nvSpPr>
        <p:spPr>
          <a:xfrm>
            <a:off x="671407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BCFC29-CDC3-3A9D-2D74-8417232AE676}"/>
              </a:ext>
            </a:extLst>
          </p:cNvPr>
          <p:cNvSpPr txBox="1"/>
          <p:nvPr/>
        </p:nvSpPr>
        <p:spPr>
          <a:xfrm>
            <a:off x="371686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0234F4-6A5D-A401-D69B-C49D494010CC}"/>
              </a:ext>
            </a:extLst>
          </p:cNvPr>
          <p:cNvSpPr txBox="1"/>
          <p:nvPr/>
        </p:nvSpPr>
        <p:spPr>
          <a:xfrm>
            <a:off x="671407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E6CC2C-CB03-50C1-3787-C748E7745F89}"/>
              </a:ext>
            </a:extLst>
          </p:cNvPr>
          <p:cNvSpPr txBox="1"/>
          <p:nvPr/>
        </p:nvSpPr>
        <p:spPr>
          <a:xfrm>
            <a:off x="3716867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ACA182-7C69-E392-9B8C-8599ECA091CD}"/>
              </a:ext>
            </a:extLst>
          </p:cNvPr>
          <p:cNvSpPr txBox="1"/>
          <p:nvPr/>
        </p:nvSpPr>
        <p:spPr>
          <a:xfrm>
            <a:off x="421640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D4E843-3730-072A-CEE0-7E206FB378A5}"/>
              </a:ext>
            </a:extLst>
          </p:cNvPr>
          <p:cNvSpPr txBox="1"/>
          <p:nvPr/>
        </p:nvSpPr>
        <p:spPr>
          <a:xfrm>
            <a:off x="3217333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9994D0-E036-8F83-5863-6D5570A0D2E7}"/>
              </a:ext>
            </a:extLst>
          </p:cNvPr>
          <p:cNvSpPr txBox="1"/>
          <p:nvPr/>
        </p:nvSpPr>
        <p:spPr>
          <a:xfrm>
            <a:off x="421640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360D8D-D99D-248C-A4CC-FF3AF1FA858C}"/>
              </a:ext>
            </a:extLst>
          </p:cNvPr>
          <p:cNvSpPr txBox="1"/>
          <p:nvPr/>
        </p:nvSpPr>
        <p:spPr>
          <a:xfrm>
            <a:off x="321733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92A358-728B-AEBA-8C3A-7D5697918353}"/>
              </a:ext>
            </a:extLst>
          </p:cNvPr>
          <p:cNvSpPr txBox="1"/>
          <p:nvPr/>
        </p:nvSpPr>
        <p:spPr>
          <a:xfrm>
            <a:off x="3716867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105465-5EB5-74F7-B091-5A60141B91E0}"/>
              </a:ext>
            </a:extLst>
          </p:cNvPr>
          <p:cNvSpPr txBox="1"/>
          <p:nvPr/>
        </p:nvSpPr>
        <p:spPr>
          <a:xfrm>
            <a:off x="6214537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3DFC42-2223-44D5-DD2F-3644CD0459FD}"/>
              </a:ext>
            </a:extLst>
          </p:cNvPr>
          <p:cNvSpPr txBox="1"/>
          <p:nvPr/>
        </p:nvSpPr>
        <p:spPr>
          <a:xfrm>
            <a:off x="5215469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0C94CC-0E19-D2EC-5B5A-742BA22EB6C4}"/>
              </a:ext>
            </a:extLst>
          </p:cNvPr>
          <p:cNvSpPr txBox="1"/>
          <p:nvPr/>
        </p:nvSpPr>
        <p:spPr>
          <a:xfrm>
            <a:off x="6214537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CA882C-80BD-FA98-C1DA-6A9DAB87640D}"/>
              </a:ext>
            </a:extLst>
          </p:cNvPr>
          <p:cNvSpPr txBox="1"/>
          <p:nvPr/>
        </p:nvSpPr>
        <p:spPr>
          <a:xfrm>
            <a:off x="621453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15FD57-5D6B-8B53-2F5B-EDB91C83592B}"/>
              </a:ext>
            </a:extLst>
          </p:cNvPr>
          <p:cNvSpPr txBox="1"/>
          <p:nvPr/>
        </p:nvSpPr>
        <p:spPr>
          <a:xfrm>
            <a:off x="7213604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9E25B3-E24E-56FB-BF87-91B9EF0837FD}"/>
              </a:ext>
            </a:extLst>
          </p:cNvPr>
          <p:cNvSpPr txBox="1"/>
          <p:nvPr/>
        </p:nvSpPr>
        <p:spPr>
          <a:xfrm>
            <a:off x="7213604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83E013-234A-1EDF-B7EE-C497CC69967E}"/>
              </a:ext>
            </a:extLst>
          </p:cNvPr>
          <p:cNvSpPr txBox="1"/>
          <p:nvPr/>
        </p:nvSpPr>
        <p:spPr>
          <a:xfrm>
            <a:off x="7213604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15B661-CB9E-788B-B6A1-A0E4EFC050F4}"/>
              </a:ext>
            </a:extLst>
          </p:cNvPr>
          <p:cNvSpPr txBox="1"/>
          <p:nvPr/>
        </p:nvSpPr>
        <p:spPr>
          <a:xfrm>
            <a:off x="321733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CAE5FB-822D-5141-6269-263D275A38CC}"/>
              </a:ext>
            </a:extLst>
          </p:cNvPr>
          <p:cNvSpPr txBox="1"/>
          <p:nvPr/>
        </p:nvSpPr>
        <p:spPr>
          <a:xfrm>
            <a:off x="621453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DD5295-BCAF-F2F4-C675-27826B909F69}"/>
              </a:ext>
            </a:extLst>
          </p:cNvPr>
          <p:cNvSpPr txBox="1"/>
          <p:nvPr/>
        </p:nvSpPr>
        <p:spPr>
          <a:xfrm>
            <a:off x="3217333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56438EC-03EF-78EA-B301-59BC146807B5}"/>
              </a:ext>
            </a:extLst>
          </p:cNvPr>
          <p:cNvSpPr txBox="1"/>
          <p:nvPr/>
        </p:nvSpPr>
        <p:spPr>
          <a:xfrm>
            <a:off x="4715935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428A6D-3CC7-8012-C988-FEDDEF000AAC}"/>
              </a:ext>
            </a:extLst>
          </p:cNvPr>
          <p:cNvSpPr txBox="1"/>
          <p:nvPr/>
        </p:nvSpPr>
        <p:spPr>
          <a:xfrm>
            <a:off x="4715935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C3913D-F822-723C-3C70-0672DE2F8F63}"/>
              </a:ext>
            </a:extLst>
          </p:cNvPr>
          <p:cNvSpPr txBox="1"/>
          <p:nvPr/>
        </p:nvSpPr>
        <p:spPr>
          <a:xfrm>
            <a:off x="5215469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1584F5-6A05-D350-8194-DBB7165A62A7}"/>
              </a:ext>
            </a:extLst>
          </p:cNvPr>
          <p:cNvSpPr txBox="1"/>
          <p:nvPr/>
        </p:nvSpPr>
        <p:spPr>
          <a:xfrm>
            <a:off x="4715935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FB8CE9-80ED-BB58-4F89-22072E562EF0}"/>
              </a:ext>
            </a:extLst>
          </p:cNvPr>
          <p:cNvSpPr txBox="1"/>
          <p:nvPr/>
        </p:nvSpPr>
        <p:spPr>
          <a:xfrm>
            <a:off x="5215469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0B7C1B-E7D6-4BDB-0D43-4945A6815344}"/>
              </a:ext>
            </a:extLst>
          </p:cNvPr>
          <p:cNvSpPr txBox="1"/>
          <p:nvPr/>
        </p:nvSpPr>
        <p:spPr>
          <a:xfrm>
            <a:off x="5715003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DCE59CB-A56D-3098-9586-9A187DB176E2}"/>
              </a:ext>
            </a:extLst>
          </p:cNvPr>
          <p:cNvSpPr txBox="1"/>
          <p:nvPr/>
        </p:nvSpPr>
        <p:spPr>
          <a:xfrm>
            <a:off x="4715935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61496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53169-451E-D293-C546-127FD0EB5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F12EF8-4E21-7286-BBE3-32E87B255B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Column 9, remaining cells (34) fit in only one way.</a:t>
            </a:r>
          </a:p>
          <a:p>
            <a:r>
              <a:rPr lang="en-US" dirty="0"/>
              <a:t>In Column 8, remaining cells (38) fit in only one way.</a:t>
            </a:r>
          </a:p>
          <a:p>
            <a:r>
              <a:rPr lang="en-US" dirty="0"/>
              <a:t>Then, finish puzzle.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53BBE72-7382-025E-C0E9-5F0ED7213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3FD69A-78A6-7D1A-2E77-978EAFD00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328CF1-7A90-108E-5615-77BCB9DCA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CEE30A-3877-42F0-9261-804B41BABB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11B848-9F9C-64A0-7EE7-342E8F31D32C}"/>
              </a:ext>
            </a:extLst>
          </p:cNvPr>
          <p:cNvSpPr txBox="1"/>
          <p:nvPr/>
        </p:nvSpPr>
        <p:spPr>
          <a:xfrm>
            <a:off x="6214537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5F0B56-C24F-78E9-D584-6B7E45487646}"/>
              </a:ext>
            </a:extLst>
          </p:cNvPr>
          <p:cNvSpPr txBox="1"/>
          <p:nvPr/>
        </p:nvSpPr>
        <p:spPr>
          <a:xfrm>
            <a:off x="571500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850ACC-EB48-7532-6436-A5575D9FEF05}"/>
              </a:ext>
            </a:extLst>
          </p:cNvPr>
          <p:cNvSpPr txBox="1"/>
          <p:nvPr/>
        </p:nvSpPr>
        <p:spPr>
          <a:xfrm>
            <a:off x="6714071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71C2D7-F22B-E73D-8302-6C006A0F52EB}"/>
              </a:ext>
            </a:extLst>
          </p:cNvPr>
          <p:cNvSpPr txBox="1"/>
          <p:nvPr/>
        </p:nvSpPr>
        <p:spPr>
          <a:xfrm>
            <a:off x="7213604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1836FD-385A-A8E6-8333-258AFE19651F}"/>
              </a:ext>
            </a:extLst>
          </p:cNvPr>
          <p:cNvSpPr txBox="1"/>
          <p:nvPr/>
        </p:nvSpPr>
        <p:spPr>
          <a:xfrm>
            <a:off x="4715935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32D72-D716-5BB2-7CB1-8CAF7157693B}"/>
              </a:ext>
            </a:extLst>
          </p:cNvPr>
          <p:cNvSpPr txBox="1"/>
          <p:nvPr/>
        </p:nvSpPr>
        <p:spPr>
          <a:xfrm>
            <a:off x="5215469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085ACB-EFFA-1D4F-97B9-51F6CC2B3DCE}"/>
              </a:ext>
            </a:extLst>
          </p:cNvPr>
          <p:cNvSpPr txBox="1"/>
          <p:nvPr/>
        </p:nvSpPr>
        <p:spPr>
          <a:xfrm>
            <a:off x="3217333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FE51A5-7020-041E-274F-11A626FCC1F2}"/>
              </a:ext>
            </a:extLst>
          </p:cNvPr>
          <p:cNvSpPr txBox="1"/>
          <p:nvPr/>
        </p:nvSpPr>
        <p:spPr>
          <a:xfrm>
            <a:off x="321733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85B8D5-8374-AB14-2A11-AAAC053FFE60}"/>
              </a:ext>
            </a:extLst>
          </p:cNvPr>
          <p:cNvSpPr txBox="1"/>
          <p:nvPr/>
        </p:nvSpPr>
        <p:spPr>
          <a:xfrm>
            <a:off x="3217333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155F65-F579-AEFE-F8B9-F618518985A3}"/>
              </a:ext>
            </a:extLst>
          </p:cNvPr>
          <p:cNvSpPr txBox="1"/>
          <p:nvPr/>
        </p:nvSpPr>
        <p:spPr>
          <a:xfrm>
            <a:off x="4216401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C2216E-7379-EC6D-21B7-D21C875FDCD6}"/>
              </a:ext>
            </a:extLst>
          </p:cNvPr>
          <p:cNvSpPr txBox="1"/>
          <p:nvPr/>
        </p:nvSpPr>
        <p:spPr>
          <a:xfrm>
            <a:off x="371686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E07224-CFB2-EA67-4556-1C1F1C112761}"/>
              </a:ext>
            </a:extLst>
          </p:cNvPr>
          <p:cNvSpPr txBox="1"/>
          <p:nvPr/>
        </p:nvSpPr>
        <p:spPr>
          <a:xfrm>
            <a:off x="321733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4E13CC-C45D-EC9C-AAA0-6C7D7B4CF989}"/>
              </a:ext>
            </a:extLst>
          </p:cNvPr>
          <p:cNvSpPr txBox="1"/>
          <p:nvPr/>
        </p:nvSpPr>
        <p:spPr>
          <a:xfrm>
            <a:off x="621453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0586FF-449D-50DA-3C36-8C83ECD4F272}"/>
              </a:ext>
            </a:extLst>
          </p:cNvPr>
          <p:cNvSpPr txBox="1"/>
          <p:nvPr/>
        </p:nvSpPr>
        <p:spPr>
          <a:xfrm>
            <a:off x="5215469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A6B0DD-DD19-5461-7C26-B68278DB4D44}"/>
              </a:ext>
            </a:extLst>
          </p:cNvPr>
          <p:cNvSpPr txBox="1"/>
          <p:nvPr/>
        </p:nvSpPr>
        <p:spPr>
          <a:xfrm>
            <a:off x="3716867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7DB439-C704-7C46-EF4E-2DF6B8C1CDF4}"/>
              </a:ext>
            </a:extLst>
          </p:cNvPr>
          <p:cNvSpPr txBox="1"/>
          <p:nvPr/>
        </p:nvSpPr>
        <p:spPr>
          <a:xfrm>
            <a:off x="4715935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D7D5AE-1751-AD7F-37A5-69AFB45A30D2}"/>
              </a:ext>
            </a:extLst>
          </p:cNvPr>
          <p:cNvSpPr txBox="1"/>
          <p:nvPr/>
        </p:nvSpPr>
        <p:spPr>
          <a:xfrm>
            <a:off x="5215469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CF476F-D40B-FE6D-790B-64FCA061A9C2}"/>
              </a:ext>
            </a:extLst>
          </p:cNvPr>
          <p:cNvSpPr txBox="1"/>
          <p:nvPr/>
        </p:nvSpPr>
        <p:spPr>
          <a:xfrm>
            <a:off x="4715935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34A575-C58E-F22F-A58F-3B7FBC85141B}"/>
              </a:ext>
            </a:extLst>
          </p:cNvPr>
          <p:cNvSpPr txBox="1"/>
          <p:nvPr/>
        </p:nvSpPr>
        <p:spPr>
          <a:xfrm>
            <a:off x="5715003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EA3DB6-25FC-1228-1FBD-7381B0E0FE49}"/>
              </a:ext>
            </a:extLst>
          </p:cNvPr>
          <p:cNvSpPr txBox="1"/>
          <p:nvPr/>
        </p:nvSpPr>
        <p:spPr>
          <a:xfrm>
            <a:off x="421640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B6CD25-FF78-B666-9E82-08090FDC50F9}"/>
              </a:ext>
            </a:extLst>
          </p:cNvPr>
          <p:cNvSpPr txBox="1"/>
          <p:nvPr/>
        </p:nvSpPr>
        <p:spPr>
          <a:xfrm>
            <a:off x="6714071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D71986-376D-31D5-452B-F37401BB5201}"/>
              </a:ext>
            </a:extLst>
          </p:cNvPr>
          <p:cNvSpPr txBox="1"/>
          <p:nvPr/>
        </p:nvSpPr>
        <p:spPr>
          <a:xfrm>
            <a:off x="7213604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DD38C9-3E86-31A3-AC35-8BB264D1014D}"/>
              </a:ext>
            </a:extLst>
          </p:cNvPr>
          <p:cNvSpPr txBox="1"/>
          <p:nvPr/>
        </p:nvSpPr>
        <p:spPr>
          <a:xfrm>
            <a:off x="6214537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148EB4-7A2E-4386-01E7-F5062BEE8795}"/>
              </a:ext>
            </a:extLst>
          </p:cNvPr>
          <p:cNvSpPr txBox="1"/>
          <p:nvPr/>
        </p:nvSpPr>
        <p:spPr>
          <a:xfrm>
            <a:off x="571500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A4EC34-10EE-DBFB-EE6E-EC94E5082AA7}"/>
              </a:ext>
            </a:extLst>
          </p:cNvPr>
          <p:cNvSpPr txBox="1"/>
          <p:nvPr/>
        </p:nvSpPr>
        <p:spPr>
          <a:xfrm>
            <a:off x="4216401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7FD7CE-47B0-B744-1A4E-A6B43ABD2033}"/>
              </a:ext>
            </a:extLst>
          </p:cNvPr>
          <p:cNvSpPr txBox="1"/>
          <p:nvPr/>
        </p:nvSpPr>
        <p:spPr>
          <a:xfrm>
            <a:off x="3716867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793DBA-AE8F-BE00-0721-9A38A9ADC676}"/>
              </a:ext>
            </a:extLst>
          </p:cNvPr>
          <p:cNvSpPr txBox="1"/>
          <p:nvPr/>
        </p:nvSpPr>
        <p:spPr>
          <a:xfrm>
            <a:off x="371686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672F94-E7CD-C643-78D4-90C8F6CE1D32}"/>
              </a:ext>
            </a:extLst>
          </p:cNvPr>
          <p:cNvSpPr txBox="1"/>
          <p:nvPr/>
        </p:nvSpPr>
        <p:spPr>
          <a:xfrm>
            <a:off x="321733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A9CA2D-84C7-C59C-ACCF-3003A36716D3}"/>
              </a:ext>
            </a:extLst>
          </p:cNvPr>
          <p:cNvSpPr txBox="1"/>
          <p:nvPr/>
        </p:nvSpPr>
        <p:spPr>
          <a:xfrm>
            <a:off x="671407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A3662B-8983-7468-509C-707EBD288F32}"/>
              </a:ext>
            </a:extLst>
          </p:cNvPr>
          <p:cNvSpPr txBox="1"/>
          <p:nvPr/>
        </p:nvSpPr>
        <p:spPr>
          <a:xfrm>
            <a:off x="5215469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4E72E6-B77C-38DF-3EF2-EA57A5FEABFF}"/>
              </a:ext>
            </a:extLst>
          </p:cNvPr>
          <p:cNvSpPr txBox="1"/>
          <p:nvPr/>
        </p:nvSpPr>
        <p:spPr>
          <a:xfrm>
            <a:off x="7213604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F7C3EB-331A-6BE9-F2E7-88D23087F949}"/>
              </a:ext>
            </a:extLst>
          </p:cNvPr>
          <p:cNvSpPr txBox="1"/>
          <p:nvPr/>
        </p:nvSpPr>
        <p:spPr>
          <a:xfrm>
            <a:off x="671407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AC08A2-3BD7-F944-9155-66D9A71ADADA}"/>
              </a:ext>
            </a:extLst>
          </p:cNvPr>
          <p:cNvSpPr txBox="1"/>
          <p:nvPr/>
        </p:nvSpPr>
        <p:spPr>
          <a:xfrm>
            <a:off x="421640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C46FAA-A448-2F76-DE42-91619550F3E6}"/>
              </a:ext>
            </a:extLst>
          </p:cNvPr>
          <p:cNvSpPr txBox="1"/>
          <p:nvPr/>
        </p:nvSpPr>
        <p:spPr>
          <a:xfrm>
            <a:off x="421640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AD28C6-DB42-9A5D-3C90-6D32C43EA385}"/>
              </a:ext>
            </a:extLst>
          </p:cNvPr>
          <p:cNvSpPr txBox="1"/>
          <p:nvPr/>
        </p:nvSpPr>
        <p:spPr>
          <a:xfrm>
            <a:off x="6714071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F8080E-A316-D4D3-38E7-FF90DDBADC32}"/>
              </a:ext>
            </a:extLst>
          </p:cNvPr>
          <p:cNvSpPr txBox="1"/>
          <p:nvPr/>
        </p:nvSpPr>
        <p:spPr>
          <a:xfrm>
            <a:off x="5715003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23DAC6-8D71-5492-ADB4-2513872F7911}"/>
              </a:ext>
            </a:extLst>
          </p:cNvPr>
          <p:cNvSpPr txBox="1"/>
          <p:nvPr/>
        </p:nvSpPr>
        <p:spPr>
          <a:xfrm>
            <a:off x="7213604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74C560-8460-760A-0C24-3A5492815192}"/>
              </a:ext>
            </a:extLst>
          </p:cNvPr>
          <p:cNvSpPr txBox="1"/>
          <p:nvPr/>
        </p:nvSpPr>
        <p:spPr>
          <a:xfrm>
            <a:off x="6714071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AFC5CE-1843-A582-FDC2-FB942AE26EA9}"/>
              </a:ext>
            </a:extLst>
          </p:cNvPr>
          <p:cNvSpPr txBox="1"/>
          <p:nvPr/>
        </p:nvSpPr>
        <p:spPr>
          <a:xfrm>
            <a:off x="3716867" y="195342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436095-A635-E218-BDA0-226449446E10}"/>
              </a:ext>
            </a:extLst>
          </p:cNvPr>
          <p:cNvSpPr txBox="1"/>
          <p:nvPr/>
        </p:nvSpPr>
        <p:spPr>
          <a:xfrm>
            <a:off x="6714071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AC31B2-AFFB-7C7C-C21D-D0D125CC8F58}"/>
              </a:ext>
            </a:extLst>
          </p:cNvPr>
          <p:cNvSpPr txBox="1"/>
          <p:nvPr/>
        </p:nvSpPr>
        <p:spPr>
          <a:xfrm>
            <a:off x="3716867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A060C8-560E-E3D7-8514-856A0630E22F}"/>
              </a:ext>
            </a:extLst>
          </p:cNvPr>
          <p:cNvSpPr txBox="1"/>
          <p:nvPr/>
        </p:nvSpPr>
        <p:spPr>
          <a:xfrm>
            <a:off x="4216401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82769C-9036-E3E5-1903-55EB7B489F66}"/>
              </a:ext>
            </a:extLst>
          </p:cNvPr>
          <p:cNvSpPr txBox="1"/>
          <p:nvPr/>
        </p:nvSpPr>
        <p:spPr>
          <a:xfrm>
            <a:off x="3217333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E7CD63-D24E-4467-EE4B-5E6D0579797D}"/>
              </a:ext>
            </a:extLst>
          </p:cNvPr>
          <p:cNvSpPr txBox="1"/>
          <p:nvPr/>
        </p:nvSpPr>
        <p:spPr>
          <a:xfrm>
            <a:off x="4216401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1AA55F-2C3C-970A-0BEF-92957A1901A7}"/>
              </a:ext>
            </a:extLst>
          </p:cNvPr>
          <p:cNvSpPr txBox="1"/>
          <p:nvPr/>
        </p:nvSpPr>
        <p:spPr>
          <a:xfrm>
            <a:off x="3217333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FBE1AE6-F6C4-99BE-A3BB-477F6542F110}"/>
              </a:ext>
            </a:extLst>
          </p:cNvPr>
          <p:cNvSpPr txBox="1"/>
          <p:nvPr/>
        </p:nvSpPr>
        <p:spPr>
          <a:xfrm>
            <a:off x="3716867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A8DDA6-8C7F-BAC0-60EF-7BCD5C44BC3E}"/>
              </a:ext>
            </a:extLst>
          </p:cNvPr>
          <p:cNvSpPr txBox="1"/>
          <p:nvPr/>
        </p:nvSpPr>
        <p:spPr>
          <a:xfrm>
            <a:off x="6214537" y="296009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F68303-0C52-5E6E-9565-1B7A0104D78E}"/>
              </a:ext>
            </a:extLst>
          </p:cNvPr>
          <p:cNvSpPr txBox="1"/>
          <p:nvPr/>
        </p:nvSpPr>
        <p:spPr>
          <a:xfrm>
            <a:off x="5215469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9E395A-EBAF-E8C7-1388-F7EDFC53BB91}"/>
              </a:ext>
            </a:extLst>
          </p:cNvPr>
          <p:cNvSpPr txBox="1"/>
          <p:nvPr/>
        </p:nvSpPr>
        <p:spPr>
          <a:xfrm>
            <a:off x="6214537" y="447010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CFC506-7ECF-90C3-EBD0-EF87F428C16C}"/>
              </a:ext>
            </a:extLst>
          </p:cNvPr>
          <p:cNvSpPr txBox="1"/>
          <p:nvPr/>
        </p:nvSpPr>
        <p:spPr>
          <a:xfrm>
            <a:off x="6214537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4B56FD-9570-3B38-3454-2D5556BA414E}"/>
              </a:ext>
            </a:extLst>
          </p:cNvPr>
          <p:cNvSpPr txBox="1"/>
          <p:nvPr/>
        </p:nvSpPr>
        <p:spPr>
          <a:xfrm>
            <a:off x="7213604" y="245676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38E6A0-DB57-8FA7-704D-FA598683BAF9}"/>
              </a:ext>
            </a:extLst>
          </p:cNvPr>
          <p:cNvSpPr txBox="1"/>
          <p:nvPr/>
        </p:nvSpPr>
        <p:spPr>
          <a:xfrm>
            <a:off x="7213604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C26D66-E556-A527-2079-CCF18C3201C6}"/>
              </a:ext>
            </a:extLst>
          </p:cNvPr>
          <p:cNvSpPr txBox="1"/>
          <p:nvPr/>
        </p:nvSpPr>
        <p:spPr>
          <a:xfrm>
            <a:off x="7213604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54E3FA-2DC1-BFCC-31DC-97EE100B6477}"/>
              </a:ext>
            </a:extLst>
          </p:cNvPr>
          <p:cNvSpPr txBox="1"/>
          <p:nvPr/>
        </p:nvSpPr>
        <p:spPr>
          <a:xfrm>
            <a:off x="3217333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9C326B-23E2-C22F-11C1-98B88FA60A23}"/>
              </a:ext>
            </a:extLst>
          </p:cNvPr>
          <p:cNvSpPr txBox="1"/>
          <p:nvPr/>
        </p:nvSpPr>
        <p:spPr>
          <a:xfrm>
            <a:off x="6214537" y="44342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C131F8-1F0A-48E7-6CAD-908AC3B317F8}"/>
              </a:ext>
            </a:extLst>
          </p:cNvPr>
          <p:cNvSpPr txBox="1"/>
          <p:nvPr/>
        </p:nvSpPr>
        <p:spPr>
          <a:xfrm>
            <a:off x="3217333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487B62-13B4-E6E8-C9B8-1471663FA56F}"/>
              </a:ext>
            </a:extLst>
          </p:cNvPr>
          <p:cNvSpPr txBox="1"/>
          <p:nvPr/>
        </p:nvSpPr>
        <p:spPr>
          <a:xfrm>
            <a:off x="4715935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5B387C-DF3B-A6E2-4720-6A2D32B0D669}"/>
              </a:ext>
            </a:extLst>
          </p:cNvPr>
          <p:cNvSpPr txBox="1"/>
          <p:nvPr/>
        </p:nvSpPr>
        <p:spPr>
          <a:xfrm>
            <a:off x="4715935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7B4E5EF-4F18-8BB2-F247-3F086C1413E3}"/>
              </a:ext>
            </a:extLst>
          </p:cNvPr>
          <p:cNvSpPr txBox="1"/>
          <p:nvPr/>
        </p:nvSpPr>
        <p:spPr>
          <a:xfrm>
            <a:off x="5215469" y="346343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131DFF-7C61-2092-F44B-BC25AA927CF8}"/>
              </a:ext>
            </a:extLst>
          </p:cNvPr>
          <p:cNvSpPr txBox="1"/>
          <p:nvPr/>
        </p:nvSpPr>
        <p:spPr>
          <a:xfrm>
            <a:off x="4715935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8F603E-7EA2-04A7-CD86-706037E477D5}"/>
              </a:ext>
            </a:extLst>
          </p:cNvPr>
          <p:cNvSpPr txBox="1"/>
          <p:nvPr/>
        </p:nvSpPr>
        <p:spPr>
          <a:xfrm>
            <a:off x="5215469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ECA00B-6C72-84A5-F047-B183EB34F318}"/>
              </a:ext>
            </a:extLst>
          </p:cNvPr>
          <p:cNvSpPr txBox="1"/>
          <p:nvPr/>
        </p:nvSpPr>
        <p:spPr>
          <a:xfrm>
            <a:off x="5715003" y="396676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59123A7-8D98-3704-8DB8-11CE502DF01E}"/>
              </a:ext>
            </a:extLst>
          </p:cNvPr>
          <p:cNvSpPr txBox="1"/>
          <p:nvPr/>
        </p:nvSpPr>
        <p:spPr>
          <a:xfrm>
            <a:off x="4715935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DC0D9A-F590-3F24-E79D-77420E9B9388}"/>
              </a:ext>
            </a:extLst>
          </p:cNvPr>
          <p:cNvSpPr txBox="1"/>
          <p:nvPr/>
        </p:nvSpPr>
        <p:spPr>
          <a:xfrm>
            <a:off x="7213604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5086ED-58F8-ED34-E157-20CA9B3DFAD6}"/>
              </a:ext>
            </a:extLst>
          </p:cNvPr>
          <p:cNvSpPr txBox="1"/>
          <p:nvPr/>
        </p:nvSpPr>
        <p:spPr>
          <a:xfrm>
            <a:off x="7213604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2856BE0-0870-CFA6-DB27-6E648DAA8983}"/>
              </a:ext>
            </a:extLst>
          </p:cNvPr>
          <p:cNvSpPr txBox="1"/>
          <p:nvPr/>
        </p:nvSpPr>
        <p:spPr>
          <a:xfrm>
            <a:off x="5215469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389F25-796B-6B4A-AD2D-0B32326BA859}"/>
              </a:ext>
            </a:extLst>
          </p:cNvPr>
          <p:cNvSpPr txBox="1"/>
          <p:nvPr/>
        </p:nvSpPr>
        <p:spPr>
          <a:xfrm>
            <a:off x="5715003" y="946759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24C41B-3EAE-F621-F2BF-77646097B5D0}"/>
              </a:ext>
            </a:extLst>
          </p:cNvPr>
          <p:cNvSpPr txBox="1"/>
          <p:nvPr/>
        </p:nvSpPr>
        <p:spPr>
          <a:xfrm>
            <a:off x="5715003" y="1450094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49204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9943</TotalTime>
  <Words>1282</Words>
  <Application>Microsoft Macintosh PowerPoint</Application>
  <PresentationFormat>Widescreen</PresentationFormat>
  <Paragraphs>720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396</cp:revision>
  <cp:lastPrinted>2025-12-02T00:08:17Z</cp:lastPrinted>
  <dcterms:created xsi:type="dcterms:W3CDTF">2024-03-19T02:13:08Z</dcterms:created>
  <dcterms:modified xsi:type="dcterms:W3CDTF">2026-10-15T17:46:01Z</dcterms:modified>
</cp:coreProperties>
</file>