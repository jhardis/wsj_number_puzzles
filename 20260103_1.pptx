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3" r:id="rId22"/>
    <p:sldId id="550" r:id="rId23"/>
    <p:sldId id="551" r:id="rId24"/>
    <p:sldId id="552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67" r:id="rId39"/>
    <p:sldId id="568" r:id="rId40"/>
    <p:sldId id="569" r:id="rId41"/>
    <p:sldId id="570" r:id="rId42"/>
    <p:sldId id="571" r:id="rId43"/>
    <p:sldId id="572" r:id="rId44"/>
    <p:sldId id="573" r:id="rId45"/>
    <p:sldId id="574" r:id="rId46"/>
    <p:sldId id="575" r:id="rId47"/>
    <p:sldId id="576" r:id="rId48"/>
    <p:sldId id="577" r:id="rId49"/>
    <p:sldId id="578" r:id="rId50"/>
    <p:sldId id="579" r:id="rId51"/>
    <p:sldId id="580" r:id="rId52"/>
    <p:sldId id="581" r:id="rId53"/>
    <p:sldId id="582" r:id="rId54"/>
    <p:sldId id="583" r:id="rId55"/>
    <p:sldId id="584" r:id="rId56"/>
    <p:sldId id="585" r:id="rId57"/>
    <p:sldId id="586" r:id="rId58"/>
    <p:sldId id="587" r:id="rId59"/>
    <p:sldId id="588" r:id="rId60"/>
    <p:sldId id="589" r:id="rId61"/>
    <p:sldId id="590" r:id="rId62"/>
    <p:sldId id="591" r:id="rId63"/>
    <p:sldId id="592" r:id="rId64"/>
    <p:sldId id="593" r:id="rId65"/>
    <p:sldId id="59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3C9C-9B55-370C-2FBA-9A91CD5D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99861-EB9D-551F-A8EE-2377E6A35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CD8F3-7324-5C8A-41CC-C73EE8E85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C07AA-776F-79C9-0AA6-97FE48433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29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3C29-0281-A640-3604-4700DEB3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BC976-09CD-C47D-CEB9-5CE35332C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47FFE-36FD-93C3-634C-D0A56392B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CF802-ABEC-3220-348C-C36D281EE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76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8F9F-BB85-AEF5-1059-088DD1F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08CAB-1E3E-6582-8914-10BEBBF06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8D364-9DD8-66B0-E675-54981FC14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FA10A-40F4-5CA6-3CC8-2044575F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13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63AF-E573-ECB2-2F6F-4558753B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E8FE7-7F0F-0BC6-B1C9-26FC6F7C8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35EBC-ECA7-8BB8-2A74-6B2603DFC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58263-C6F8-8564-370A-A3540E711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4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968F-9D79-F759-A868-EF6799BB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1A4AD-FF00-0A53-5AF7-31FECE1CF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BD3BF-D932-FBB1-93F7-AE280B69D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15DD4-DCA6-90B7-4487-56C07FF3C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21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E89F-D8A6-E31E-729E-651EED7B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241E0-B397-CB5B-D486-88CDB38B7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7FCF2-1763-2BD4-3A5A-5A5FC2E27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494DE-C4A8-A0BC-2031-52876B442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42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5813-B28D-5004-052B-FD8B6C30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C0137-AD97-265D-A9D9-762FDD409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E44E7-53F0-EBA4-E1A9-7805E4B8F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E6415-5E10-250A-700E-97C1E7609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05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03F31-5ADE-CE9C-0407-F87D8F72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1D298-2BCA-42AF-61B4-764DBCD19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0AC95-2E43-58E3-4770-95F85F1A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894C0-8F87-ECFA-F041-49A5C009D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83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4F116-7C07-3DCE-C95A-6275F84F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BF1A5-CBB4-2508-DBCA-76C839E6C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22C96-4642-3F4A-AF20-622180488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A3D44-8D5D-99E5-6ACB-B9653E418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31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EE38C-3210-DA85-5E39-7C7C2A93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2F34D-F1A2-A509-D5BC-CC30CEC21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EBE46-1F45-8717-40DA-046A98A28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722A7-A6DB-68C4-CAF5-A9FDFF738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64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77FA-E5C9-0049-ACE0-98F57BBB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4950F-926D-F511-2AF3-69F40E797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7B0E3-ADC1-A774-3CD7-9474FFE1F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61D4A-7DE7-2588-1C3A-EC1B1F036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4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EE3A-300C-1B8B-E252-5F4A1F32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F33F3-A1F8-9A8D-6E45-F63E1FC49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3EB5C-3E28-2F7B-6DD5-465FB5C79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E308F-B3FE-DCD3-5F61-AF2063543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78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95F0F-2600-3576-957A-D0E5DE87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4FE4F-123D-B8D7-A815-37A7E607C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19A40-DF67-C3C4-5BB3-151A49913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C8536-8159-602F-084E-BCE6352AB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72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277D6-D226-937C-E9FE-75586FBD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9BD2D-045E-D27D-549D-78989030B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D0C56-A039-B65E-6D16-A96F68A3F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CDD66-6FA4-A518-30B9-45F241E11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75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1FAE-822E-7377-8211-4D6936C1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D7047-2B87-EC4F-AA26-744C35301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DE8D4-5E48-0280-2654-98D050A0B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6CFAE-6AB3-1D9D-E10F-3DC9E2CFC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717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24BE9-3E16-58F0-B9D8-03173817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C8F96-7A48-F8A9-6C6E-680FEC4E1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2C879-FEEC-CFFB-A20E-AF9B7F422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842A7-603A-F81E-BCF3-336A45A08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65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78C3-D97A-0E00-FB2A-12BA5AD4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EA9AD-2E77-C694-E819-0202A7FA1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031DF-23FE-030C-7A3F-955743D99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7AD5E-6409-2CA7-FF2F-89BBE1D33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94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1ABF-CC42-7BCA-1404-5600177E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08B9D-5D47-9552-8601-FD675D7CC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60CFC-6F2B-D531-A065-A44D2F7AB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87C78-8ED3-B77B-724E-01F4CC9A8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347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FA4DC-0FE6-0155-046F-FBFBAE0A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DD2B6-2910-466E-3588-292A806A9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DCF53-8D3E-099F-2CFC-0F471E529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92F8F-2A9F-0309-5731-8655A0E56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2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E8D0-D98B-5BB5-52CC-FA9A9A28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CCD02-EC6F-B40F-BCFC-1F425F194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99848-8449-97FC-08A6-B732DD255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85BE4-EBC2-8D96-C26E-462CBA701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08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78D71-E6F1-86FE-F19E-400708018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A8AA8-8D9D-DBA4-9843-B99855122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D4F05-8B5D-4118-FAF4-3CE108E6B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92FD3-D6E4-A4D5-712B-92EE6934F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92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C93C-8DDC-C392-1655-E8C6FC74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336C8-CEA7-117E-B5E7-ECA286976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37EC4-1ABC-95A0-6587-1614677BE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464C6-828A-D3A2-A1BA-FC73F1F93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16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CDD39-5752-E6E0-2202-D28C760C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1104C-D129-679A-9A9D-1E9E572F4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239D9-F144-4D38-EF87-3B2135B14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EF013-3552-A313-A486-7DFFFAABB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33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6117-BD4E-281F-C7E3-BFC20DDC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79ECC-B0C6-7090-387F-FC3AF8DC2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15792-2C70-C54B-7D79-99C4786ED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06836-256C-B2D7-8AED-DE2063244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802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97AC-2A32-2BFF-C2B1-B160BFEE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EE8BE-7FC5-FEA6-9B99-3DFA04BFF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95A8A-09C9-0C65-A130-469D6EDB3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C6EB9-17A0-7500-58A5-B7B0D9328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61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8E224-04ED-48B5-3479-3064BDE1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E2BF8-4F60-A8D3-365E-7966778B2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62F28-46D3-BC1D-506C-00614FAEA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3EE6A-6027-9730-9D58-2797507A7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12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0C62-DA1F-628D-55D4-066D0B0A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4C4BE-17F6-D6FA-5A15-FFBA7186B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57285-87C3-51C6-66EC-D104095BB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2F99B-7819-22F3-A4D4-137107C28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91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E824-B314-7B96-0F74-9F58E5D4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953E0-AB89-8851-4E65-02BC5C2BC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A60CB-EDB1-FA0F-F9DC-16BFE166F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7F626-61AA-49FA-7F62-937380E8C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737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F803-0D8E-FED5-B26B-5B3FCFFE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71C74-DB3F-AFEC-BA31-42B000B72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8F4CF-96B8-CFE0-B996-81D7AC3E2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110AF-761A-0598-0C9C-04E52B650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618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27BD-7909-4793-5DAC-4B9C96C2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27DD6-0640-FFDE-B5AA-11AA3DFEC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B2999-6656-F823-8B97-561971513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C9B1B-215C-D18F-EA17-EFE6CF1AB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968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2F87-844D-772D-82B1-01E4FD58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244DE-C521-18A0-520A-DACED107C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AEC96-FA1B-0DF1-2248-AFAD646C4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7D395-7FB4-5710-E8A0-29B98DD85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36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C427-E5AA-E149-6CAA-9BE2E399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F3FB6-7E5B-89CA-EAEF-0A4BD110E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CBB026-20AE-24E9-83ED-8373EEDB9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2C965-E428-A7C2-0278-B6042EFBF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464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C936-3110-3AE7-D8A3-00CE07D5E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3F477-09C1-FD6B-15AA-ECED0049B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E0199-0C78-2CC5-FA9D-4EBACA6D1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94960-E814-1BEF-5DA8-D99624BD4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563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B892-451D-3041-FB46-FA7D5AAE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3EEC1-0ADA-F3C9-C5E0-C283190B9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235A2-EBA5-6A6A-5040-A1EB0CD43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2C71-2AC0-23BC-B364-4D99A06DF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691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29F1-F789-15CC-DF04-B2E96FE8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AFF59-20D4-8B05-30E2-CB54F1531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618C9-B565-7B5E-0A0B-DA76905C9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572FB-DD1D-DB5B-2D24-15E00E8E9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618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3EC0-0E9E-1C38-10F9-8565A5E3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BBF33-C103-767F-4CC2-5A5BC026B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E34E9-CFB5-EC94-147C-AE8CE110D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2207A-6E99-80F6-2504-2C4131B87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929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FB3D-6387-1D3D-38D7-3FB5715E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8913E-2390-F611-D737-DC48D2098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964AE-402A-3F5E-466E-665885580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C31F6-B26B-D208-A12E-B55AFD04A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848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4B0EC-47EF-2742-3004-D641FA14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E6471-395F-8FB5-E4E6-5F585FE00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C43F3-910A-BA0E-C7DC-AAA536A90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856F3-AA0E-6C1B-DD7F-34B7393F2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651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008AC-95BC-F4C8-D028-31793760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28C5B-3A80-CA07-CCE6-3D77EE012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155C8-C714-CBDF-D15A-D5ED1490B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6919C-FA57-29CF-327A-E82932027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149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1E74-B606-206E-4466-8ECDE722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234F1-40AA-A4BD-C336-6FF267CBD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D470D-C546-C529-05D8-8986A96EA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BDCF1-1181-0068-598E-882B7A0B1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171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7294-BEA8-F462-D109-7EC1A5D4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1D2DAF-396C-0EF0-497F-B1F36E749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FCA74-7B99-958F-E435-AC13C2B2A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F338E-34DE-59E1-3AF2-5EC987CB8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147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17D7E-03A7-4871-BEED-1CE3C52A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32DF8-60DD-F28F-FC2C-15F2EA02C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6F6FC-B0C2-ED5C-0452-4DAAFD9CF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FF75A-F65C-5D73-4BA5-D433BA780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574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531C-1B14-DAF2-E5CE-4146847E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8A718-1B7D-A6A3-D6D6-2188D5637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C41A2-E641-CB34-0661-3A7C82640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97FEE-71B9-2C55-2393-B1A988CB8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735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A4DA-5B31-99BA-2006-9C5B3AB4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DE5F0-9256-1C3B-EB44-A02731808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0475A-D7A0-4BCD-169A-BDD3476CC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7612-F2AE-CCA0-75BB-B5BD68320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37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BCD86-6AD7-8B00-93F1-0DEAEFF4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31EA5-6BE3-037E-5016-7182CED5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8A5C7-CFA3-A032-4447-E13A9C27B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32B72-AC6A-A4B5-F7B3-7E355FE43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669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BF124-E4CD-7DA5-BCF9-C4D1774C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8C651-BACE-F1AF-888F-A1CA91C4A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3EF6B-98D5-9DBA-7652-933CC99B6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58568-03D3-9C69-067A-5F94FAA27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351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78E3-695A-F88B-1C7A-C4099CB7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23871-81AC-9099-71C4-B155C5483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6B226-0583-3573-2DDD-CD8904B32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F6019-C2BB-9E33-6653-26E985806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6040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1469-08B9-A722-1CED-82DB59AD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0747D-47B8-B79F-2D68-AA2C069D6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EDBE2-30C3-355C-3037-EB793123F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03675-4815-A395-AED5-B4BE414DA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258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CE08-8484-D71E-5F8D-CD992F3D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6D92B-FE31-D164-24E4-D07BF7F58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7C387-CF2E-A1B3-63B5-C865D1B3D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09C18-7789-16DB-7E33-3976A1AD5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593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5351-B4A2-679D-78E7-92CCC64F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56CCA-B9FB-34B7-2A56-1A31DF28E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489C9-8328-8C8A-C672-BADBDFDB4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53983-A340-86A9-08C0-C8E61321D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486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35B1-C945-C59B-4787-D40CC0B73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A8B63-6E78-8DB9-9A35-170F57067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BD716-866B-2D1B-820B-02DB267BA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2070C-1280-427A-ED3C-3B6FD317B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521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7A019-24B6-F68B-8C7F-4080EABB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0B804-9B30-B9D4-D27B-3191FB27F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27195-DFB1-6FE3-8C82-BD4EDF44B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82F11-C669-741E-6C0D-B58E9AC98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490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35D9-E80B-F427-EAF6-6838ED12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F4DF5-06C5-0368-877F-D3DC1A51F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C9FCF-9236-930F-C17D-3A34E4DA9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7A13B-3B79-B1FB-E159-C52466C49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351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E59A3-9F3D-CBAE-F659-6EAB5454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5B846-152C-E7A1-0CA6-4F37197C7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42633-0963-1B3D-61CC-2DB93CC87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CDC71-CADB-4633-00C1-C90BCAECE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739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E3301-64E8-71B8-3DD1-0B4491EA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C282D-D75E-97E1-79F9-B93703CEF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7842C-4F52-96AD-F6B8-1FC62A5B0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8BD2A-6917-3F45-765F-24DAAE187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985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ADB1-4E8F-1FAB-7119-7BE20B03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0BE4E-B146-2BDB-561A-CB7C56D22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F1279-0B84-4D4F-0F63-920C5F3B3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AC283-C753-795F-EE4D-39A9FFC93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822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399E-0D77-4280-12A9-F54E1FBB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C6BE8-F28C-D410-C0F1-D0FEBE520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D8574-EDAB-5FD9-9C4A-373725523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DFA26-CDEF-8612-E772-D4695639D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6839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DC71-F078-719F-77DB-B22AB373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FEE3A-5984-B12B-24D1-5CAED568B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F4FA5-E5DE-C13A-328B-39E7ED6CF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DC4C2-4374-201B-FD85-247DC23F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47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7F4B-1859-C80E-8609-D4F8FDF3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63F0F-648D-75E6-44D7-6C913694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F6538-A1CF-424B-12EE-642A522AE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D733F-D8EA-48AF-BEB2-109949EF8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288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2911-59CA-2738-702F-22312301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30A9F-E40B-1A55-D74A-1E6F380AE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F1263-7697-D916-F9A1-D6A91C54C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F1E3A-AC0F-9CB7-026F-9C3F1EE05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099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09003-8EE8-2618-A4DB-F9D3AE5F7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5E00A-48B4-FE1B-5418-89C8BFAAA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C066C-7DBC-7AFE-EDEB-E8299DB7D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F5743-D4EA-B8D7-A2A4-B6D00572E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348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8F3F-D200-FBA6-0795-A61AC5A30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D4F1F-BBB6-6F8E-CE0C-266FCD30D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84AFF-9042-05C3-D85A-8641A0D18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47DDE-ACFE-0AC9-9F2A-884A5784B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261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A9D91-2168-E534-AAFB-832BADA7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FEC8F-4F9B-37A9-5F45-71FD5C274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108A9-BDF0-9243-B564-77D60F091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F2863-DD03-1781-DF7D-8CFE4B48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2446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9C9DE-B681-2607-74EE-7FB46C20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F6788-B136-CA57-F150-076E8F32D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D2C6C-BE79-9439-728E-094CD6F80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43406-D2FC-5C5C-C9E6-7C03F29E6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95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rossword puzzle with grids&#10;&#10;AI-generated content may be incorrect.">
            <a:extLst>
              <a:ext uri="{FF2B5EF4-FFF2-40B4-BE49-F238E27FC236}">
                <a16:creationId xmlns:a16="http://schemas.microsoft.com/office/drawing/2014/main" id="{D2818FFE-C85F-1E83-F245-C442677808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82105"/>
            <a:ext cx="4543224" cy="511589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BBF2-53E4-AB9C-B990-8AE44FCD4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B1EE03-90CF-0478-499C-4D67EA2DAD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 </a:t>
            </a:r>
            <a:r>
              <a:rPr lang="en-US" dirty="0" err="1"/>
              <a:t>initializable</a:t>
            </a:r>
            <a:r>
              <a:rPr lang="en-US" dirty="0"/>
              <a:t>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BE1DDB-F9B3-75EB-B7F7-A2A3DA46C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041614-8365-87A5-B8AD-43FD9F2CA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C8ECF1-EBF2-88F5-A42D-B75395CB1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14EA7B-5039-9D05-235D-D0F19B535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E20058-C56C-B0E8-C1E3-5EC6AE4BA25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761AF-4C20-B20F-81C9-E5EA686BADD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1E1ED-C0C3-6813-DCDE-B68ADA528BE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F7FDB-2B0A-15EE-B78A-58FB1CC412D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AD7D19-07A5-4F66-E008-4EB5AD9A66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3F647-1B39-065D-8A32-A247C8CE57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3C8EA-0CD3-43D5-77BC-EF9DE882181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C76F0-6C08-50F6-32F8-92EA2DB685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5980C4-08E1-D0CC-AFFD-45D75539B35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557DCE-6263-C574-DBE6-D08358254B4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D062E1-F1BF-1AC2-9894-607D7C29078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2872AC-5659-BFB3-F272-48A429B6C79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EAEC18-B3D4-ACA4-B7B1-9424E64BC49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CCE52-6A15-2385-6598-13886A3379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0074F-D096-C8D5-10A0-F774F17DD0C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AD6083-88B0-E6FD-BE7C-07B4AB38D04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34C975-9D99-CD67-6D1F-AE797405107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8749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DCCC-13BD-103C-0F41-48473001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2559C4-BC87-884A-4796-A3879E1A71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[8 in 3] must contain a 1.  Then, either 25 or 34.  However, it can’t be 34, because that would leave the [10 in 4] with too few options.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5C4539-BA4A-68EF-5443-BA4E8B857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8A7C5F-9C8E-B7BE-6FDF-55F89C65C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181C4D-DE2F-12B8-90EC-875291870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4C7D83-F3F7-79EF-4128-C69B80C83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B5DF2B-C0DE-81D5-BC22-8984662A237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D271B-0A8B-A18C-CCB1-86318C9A4E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F3348-BEA5-7066-4FC8-E2539BEEAE1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66EBA-D69C-9F14-28DF-F55BF73EB2B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60613-B59E-C8FA-793F-DECEADA2D01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5A7135-6FFB-A1B7-6A05-E00F273BB50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5EF57-766D-9A8F-615D-DD418D402B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D3A263-9386-BB02-C4A3-C55544B61EB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A6315-2984-BE61-9E72-799E78B0E7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B916FA-7466-808E-3A5D-3DF3B994DE9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046C0-6BF5-1EBF-85CB-DB889BEF81C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966CC4-C156-69D9-D779-4AFF8F5D0CE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46CA32-AE8C-3F52-377B-CA68A035436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1F7265-AB21-BB29-9BAE-38AD389DC23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8520DA-761D-EADF-F968-A92A00D2241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C53047-79C9-A4CF-C421-B95F6AD3FB3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FF3F5-299F-77ED-B3F1-1E60D17F6E1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17080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CED9-A74A-7C36-2125-B4E80407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C3CE06-1021-C374-C115-675AFF1EB5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7BA76DB-88D5-5F70-4B1B-A5E3181A2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6F72A9-0687-BC32-2330-94885866C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4E107F-E11D-D106-E682-C5807BE29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BD6EF9-98CD-3448-9A40-1F51D30A8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9E59FB-49C0-7EE2-49CD-9DA11AF738E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F7BD4-2D98-87FE-7A08-3DA7ED9583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C9F00-0251-6F76-B67F-DEE36C162B6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90440-16C3-26FA-0CB9-A6741F1FBE9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1F2F1-68BD-9BA5-F193-66252CBA9D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93013-06E2-EB32-7A37-12E13565591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EA32AC-B051-9E4E-350F-9CD49BBFF3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19BE3-0CC9-0C73-C403-F907C71E8FD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027AA-5E2E-18B4-25DF-9F09951687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21FAE8-07DF-5FA9-6857-4485187E5B6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B9E01F-CF19-C7C8-760F-6757048D83F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AA236A-64E1-4DC4-7C1F-391CEB6697A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68F1BF-42EC-7898-A343-F700EE76460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D43A92-A631-A613-BA62-E76AF63F80B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557BFC-C740-8DF3-70E8-391594A6CBC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C285FE-92E9-2D7E-C70E-CD6863BF8BF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43FE8F-8545-B6C0-ECA3-6ABB69A2F15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C7691-FB21-2366-467C-9D906731DCD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726783-9435-A792-43C1-48B1BA9EAFC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E793F7-EABC-F7CD-C1F2-43FB126DEB1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EBB1F4-82EB-7576-4979-5164F70E5EF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59356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36AB-3082-75D2-DB5A-A5B8BFAD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D79DBA-4720-C429-4B10-8DB7469636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Rows 1–2, 90–(10+29+8+19) = 24, in 3. It need not be 789, since one digit can repeat. 699 is also allowed.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7327B9-DA03-6E64-AA73-8A3F50618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306CD5-FEC8-B275-F3F4-4F74D4860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8F7965-2630-6F83-EFD3-E227C9063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A56908-E964-5E07-9164-8BAB9A1C5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B31DCE-1426-5537-BD0D-75B9BA43F7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1E7FB-7409-6847-B2C7-1A57BF4FBD7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9078D-9972-E356-78B7-E45934583F9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105C6-D282-58A9-63D7-AA81ADAAF2A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45FBA-3BE1-8CD3-13B7-E1A2968CDB3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315194-F597-D3B3-32DD-8788A6F689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BE1FE7-4C85-2C81-279A-C4FCE5779E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37A12D-8827-876D-19CD-6A5B53B548F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B46CB-0B59-0D0F-02E5-4970BB59DF2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7A4055-2AED-CA9F-D81D-85AB219D658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5E4850-373C-C6FB-6844-641EB1F71AC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D32B3C-DFBD-C833-A311-2EC71B32FDA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D8876-7E64-A5ED-309B-6492B044C29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17C0F7-2702-4A81-9228-32071F61A8C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2886B-F03F-1032-00AC-F9EADD26B57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1AB409-B822-AD73-B8CA-5F452CE6068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98A97F-DFF0-7945-6819-8984B0061E2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564ECB-4A7D-1C35-ADEA-B2BDBDA8CB7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2B93EE-9A70-4B8F-0132-DD012B1BEFA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A5FC8B-AEEE-A615-AB2C-E72C44354FB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969F2-74AB-4273-D651-FA9DE7B5E53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54F567-4367-D2BB-9BDA-22143C85386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015657-00B4-2F64-8450-74FA297CD4F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61807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151D-CB2D-D555-1422-D223503EC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1452E4-5D57-16F1-DC11-269FBF66A2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[29 in 5] must contain, in Row 1, 56. It also must contain two of 789. [29 in 5] -&gt; [18 in 3, no 1, 2]. The two of 789 could be 15, 16, or 17. Because of the “no 1, 2” it must be 15.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A05619-BA61-D21D-5BD8-6EFF90C4E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BDEC67-3428-D1C6-2EF5-DD1A35E59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238949-80C8-D2B3-06DE-24B704CEC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C34815-19C9-3932-95ED-F1C445F77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D55F48-1F2A-3E4B-9BE5-FDF9D0E8A8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A5D24-9B80-E8E4-76EF-832E57165C8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29ED9-0803-FADC-0BA8-084A6193C4C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03304-3C33-7048-8EA0-773046A8535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19AF5-712B-9D9E-2694-48CB27D03BC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9B8280-685C-1AC8-90E4-0D645BAD68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DA0E5F-A782-453F-E7FE-D1B4C0A207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35DB6-CB31-2726-0CDF-48E2ED92493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9827D4-1C9A-9937-18A1-C85434C58F5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833C3-6898-A7E1-6ED0-1FFE1CC62ED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AEC5A-BD6B-8AE7-FF6D-8449D4B7F8D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3E7813-8694-201F-5D1B-F4E2648F759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7FCDF-1198-BFAA-A891-1CDC4236C91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3D844-DCFB-300F-C236-1C35B6F005C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B17BA4-7721-3B01-07FA-AC640AE415F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72F3C8-8630-2CC7-DEB3-D496ADF320D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9BEA2D-D5BB-09EA-1B4A-6BC131C3893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0EAC1A-7253-9974-A452-6334B112B96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4E32C5-4664-7F1B-969D-6F4ACC26FD8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5BC0C2-B7C4-D4D5-18EF-99739C09E90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DC3168-EE31-A60D-A6F8-2F24E49677F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6584D0-2005-3A23-A66D-CEF7B69B775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ED4721-76D3-B6EE-FD82-4A6EEE8530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0A99F-B4F1-C01E-0D64-7222C2D77E5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9C3EF8-1744-FD31-6BC0-A35B8B8B82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86BD5D-40EB-B4CF-F036-A2812E71255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0CAD44-F725-445C-DDC2-354DEEA6B4D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8154F8-B0DA-7745-7B7D-19DBF30F5F8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40560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AF6C-AC79-4DCF-4585-FDBACD7A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081C73-9DD4-C407-D0A0-786F0430F4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115554-D6CC-19C7-6C21-F35888C5F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F6CD7C-5332-5367-8C35-325A1BCE3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644642-E4EC-CE3A-B967-3528F34DF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BBA3A1-D6F1-5BDE-4B3A-42293E262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14C4E3-4719-4612-ECFB-C7E0AE0208F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3CD46-1A5B-E837-BE17-D5279E5AD74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64004-E745-BA31-75F5-B801E7DF9D0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679674-6AAA-BB1B-E8A7-3486EE4871F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6A980-C727-BE76-8BD8-E969ACF23D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9E931-F47C-96CB-EC0F-FD6364E73C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99C03-E29B-7942-02F2-9693F0B90CD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2213E3-BAF8-D1D7-70EB-7925D11C350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656023-AB23-7013-8118-8CDFA9D8008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A2EF8-4B3F-9276-1AED-70749E322BE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2E5092-FA0B-4C5E-CA2E-CD2BA72F00A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56A0E4-E2EE-05DF-5F86-27AEEAB2E76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AA8F84-104C-7379-2F08-95CDC727B6C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2E112B-60DA-22EE-2DF6-44367AFB93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281298-59DF-7EFA-0939-23C7B19A272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A60624-0CAF-BF66-194F-8E859CECE08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CD906C-D2FE-140E-1641-FA2DCD81096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720E44-27E0-1FFA-71B3-B0941E283A4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B16645-673B-F7DF-AD3B-7EC47318D5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ACE9ED-C766-18D5-6375-BA207B14CA9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AC2A96-548D-F1B6-E46F-0B1EE0DD0D7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256C21-74DA-4B3A-EC19-9202129DD56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3F70D9-9461-3FE2-1B1B-6AC16859070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857B78-CEE1-1453-EE15-6C3C2BC33F8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74BC79-2B89-CEC7-01A1-A14C87084B5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924C41-35DF-CC65-CF26-96CD889085F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27F55C-7B1E-E627-E4ED-A1EEB6861E9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66598A-7B4A-97B5-E7F2-B600810D92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89329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8C72-B303-7389-D4AE-ECA15EF6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AB15E0-7756-2DC8-B287-86A9A9D07C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[19 in 3] must be 4 and two that sum to 15 (69 or 78).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AEFD8B-64A7-EA99-0817-F3E53EDEC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402BFF-8445-B3E7-3C1C-A466DD51C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204D54-9DE3-D759-C953-2729C8255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12E092-2F9A-18E3-3027-91C227BFD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E755D9-9612-23B6-CC44-07B524B6A90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5809EB-BE67-8D9C-5585-6E35B593307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F5EFC-AF03-1E8B-3C79-65A8DCA75F8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92AC0-5BF6-5682-A70A-FBF1B09387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389B9B-A545-34C2-55A5-D97B0062D56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37CD1C-8626-C6B5-5CD2-C51B7B5A8A7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9F871-35F5-207B-F6A1-BF218BB6D22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59D94-25A8-D6D0-4978-4A5DC1D49F8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A7DBA6-964B-76E1-095C-7D62964A160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AB728-FE84-7759-270B-D4A2720CA8C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126698-A9D8-FDBD-F18F-3E08478B7A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5F6D4C-80A9-3D49-784C-6FE85A60529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469159-4516-23C4-9D9E-CBB0567AA06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DC95E-7E5E-EF5E-691A-E564F40256A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B1C15A-9965-BC6D-5657-6137550FFB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1F2352-8807-B47C-43C0-75EBFE853D6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F787C-5C3A-23B6-A1B9-7C457536DB3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86DC21-F5EE-2020-208A-41EE004DD70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7B6128-3146-0B8C-ED01-4311EEFA431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34D2F9-03C2-1CCC-0894-10A01EB40CA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8C65B-F714-FA66-EF42-571ECCE6086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6633D0-C32E-5CB1-3A65-73FE79998E0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BDF06A-2F04-59C4-2537-995DBD84FEC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75AFF7-B43E-E85E-5827-9A37AEF80D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8D3BAB-2F95-8D33-29CD-7C581E166C2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E9EB13-EBAF-4E48-A79F-9C2DB65DD31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00FDFD-6CB4-9F96-7E84-38FC15D1351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F5B6A2-9CA9-8521-BCE4-2BEDAF1279A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E5884F-7931-9F2F-4F6A-E04791DF739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29081E-95C0-1F21-CEC6-AD0F06369A1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694B26-C3BB-3891-6E09-FB0A8D5EBCD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9522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B915-7ADE-820C-DAD2-F4065801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985DC4-5FDC-BDEA-60BF-13D8FFDB85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Rows 3–4, the three uncaged cells must be 90–(21+22+14+20) = 13, in 3.  In the upper right block, the 1 and 2 must be in Row 3, but they both can’t be in the uncaged cells.  One of them is in the [14 in 4], and the other is uncaged. The remainder of the uncaged must be either [11 in 2] or [12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AED7AA-61EC-F18F-694C-77CC46830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8156A7-7BBC-0076-0EDF-1E85DA4BF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A86CC0-F294-A4AD-F0E0-92DDE8456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9A5EAD-64F1-D406-C211-4E7FC2C676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95CEA9-3B5D-32FA-7ECD-45792543365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9B6B3-DE35-6A79-3EB3-BD597638A0D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754E99-383B-C09C-564E-30F53A6D54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EBC19-185E-5ED1-02C0-5F42A17CB97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D41A0-C4CF-471A-0D13-E2287C30E1C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825CB-9337-7444-3668-2722C69FC5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804267-F6AD-8973-EE1B-B2D88940BBE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6515D-CA80-3415-36FE-D13C300C68A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BA1C6-3322-7A0F-36FF-F7C613069C0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69587-2337-4EF9-FE5B-A77A62D400B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F90BF-D4C2-9EF4-36D7-60AC9E0D799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6E75A-C53D-5270-D6CC-ACB9FB651BF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0E109F-15B4-4126-1492-F7153DE466E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A034A1-E3EC-7AA0-AB24-B217F64AFF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492218-391F-7BF6-9FF8-1A726CDBAF5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68D373-8626-7F45-D9B1-1EBC39409BF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89622E-42CE-258F-772C-85FB7F62FE1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746B1E-6D21-A100-B0E0-D846B4B6BAB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C746CF-ABF5-EDAD-F4ED-442B1D6774D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F7C74D-D12B-7A4F-B1E7-B12F177E011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FA7CDC-BED6-013F-9C8D-BC0EC931729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97E0CE-E828-104B-ED86-6C1E53D5566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701A0C-A6F0-5831-65F7-1809A4256CE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8E143A-A029-AEE8-5415-DAB51BB9A13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7B98B8-5F7F-6396-D6C8-EE2A4D3C752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E16F78-FB3E-322F-19E8-578CDFF977A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E5AAF7-FD8D-3465-C368-951DB8C5C9B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5E8C46-5FCF-2CBF-AECF-9762D74BBC9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0F8709-F35D-5D04-D7E0-0C4BBDDB395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6D1614-80AA-8DFB-6174-4E9ED566D43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DC2CDD-3E93-2548-AB8A-745F329D1AE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4461D5-4050-8B87-536C-7B63290FB2D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1C7FB7-19F7-FA10-B359-7FA6DE6D9FA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33FE08-60F9-AD14-8EC2-B0F9F39A655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7CF11D-5581-2395-0407-E3545B42DBE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771564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6409-AD5A-DE26-E458-A4369B18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C4A28C-98F0-9D95-045F-4818AD679E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A0F516-08E5-98FA-F313-24EA76DBA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C94A54-8B9D-6619-0C48-48D499A7E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5C0FA7-9DA9-610F-0464-02A774104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DF2613-2974-96DC-298C-7EE6B613E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076B25-1EDE-1400-8C57-0B5614E63EA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16FB2-7BCD-7EEB-EE3E-46F68DEB591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F66F1D-3325-3080-E659-DC3E5328137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9918C-2A93-EB58-64B9-829B4C9C192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4D361-02D6-7080-9AD6-283FF3782AE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CBD267-44FF-85C5-C2FB-2806924E6F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AFA2E6-D18B-ECCB-F91C-3EFEEDE33C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E10058-E03B-7029-E628-2C1DC735917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D43F90-092E-2CE5-6F37-DA9500671D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1740B7-DD88-B01A-3B49-AC5705C3769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49A226-133B-863E-F330-288D4B4EBE4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184228-6962-71E0-443B-E2B9ABB1DAC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9A5683-516D-7745-3A09-2BFBCFD7B4A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5D6930-A462-6431-960E-79F9BBE5BB1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A3BD6-9494-12CA-AE8D-D86EC3FC9AE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C9160F-7E22-0A96-2C68-9D3BA04818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62DC23-4646-B4DF-1FE9-4424E0B7015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E24DFB-CAB6-7182-0A4E-81633814D39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682417-BD2D-C04A-E27E-4A9E503880F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3354E6-31A2-97EA-884E-17243114667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C6F9B5-B6B9-1A85-9146-86D418AD0D1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B8FACE-E8FA-8782-E81D-C90427E88FB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00A5BB-E7BC-43D6-0500-01B45F14314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F10C4C-246F-F464-1681-920B972F74C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919957-78E8-3B13-88FA-D0269240D95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1B7784-D79E-2FF8-C676-1A15F6C5530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D66F9C-AA2D-1545-9255-342DE538093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CD80CF-9AD2-D488-F96D-0D7BBAD43C3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9513A9-F13B-6F9E-8F70-5E226553CD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C007C4-B132-3585-7EE6-4D49A964CA2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7B07EA-60E1-76C0-129A-8715E2C91BD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B9C9AF-B999-3A00-8DED-33A8BF37DD4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41D9AA-3671-34DD-B5B1-6049D7209DE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23AF7B-4B1E-9938-0F3A-7DADD97193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06D406-0BE8-5256-165F-AF9396DAFBE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CFB476-A3FB-D35B-618B-593A35B0DE2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073A7C-BCC3-A431-14D0-2D9FEF62F9C9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D19109-B1DC-FA14-E54E-ADC787C4D44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32630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75C4-A846-A9D3-A2D2-AA0911EB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C1C0B2-E4A4-3DE2-75A5-7082BE115F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[22 in 4] is three of 3459, plus an extra.  Excluding each of these digits in turn, the extra would be: 4 (not possible, duplicates 4), 5 (not possible, duplicates 5), 6, or 10 (not possible).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7B435B-6E47-D6B9-9EDA-5D532A67C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C27C4D-C59D-B6DA-30B1-D5523C94C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FF32CF-72A9-42FF-7C70-C2D51FDF5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CE97A17-46F9-B1A4-E9C7-FECCCE73A3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E7C2B0-3BDC-2A40-F535-FE9AE644AB7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CE4949-9B16-7344-60A5-71B3BDD4DD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C07BE-3CB6-C4F5-ACE8-3EA27FE73AC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C8530-3787-05A0-6BB0-3CF51EA1885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466CF-ACA1-DBE2-BBAD-BCEA464832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6ACB24-49A5-50C6-EA9E-ADCE5EF08C9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765CA-5F37-932B-9B86-0ED7B27E1AA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5E246-E6F6-275B-CF74-D2B179474C5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24B6F-F553-6141-7EE6-0545C3AEF14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C92F20-F5BF-A999-D4B7-D789FFF4FEC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FD8C5E-851E-B028-5C4B-A2F61F2996B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497050-BACC-084D-3E2E-42377E59EEE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9B8923-E973-9258-132D-23B15815EEC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331152-F54F-290D-AE5D-8ADB444679C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E7A4F-AA45-D925-9FEF-57772FDDB7B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44DF6C-189F-ADF1-A16F-A032017B62A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061805-C745-4FB8-5BE2-78D1FE72AB1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A9750F-C2FD-EF98-D764-740AF57E0D5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830609-FEF5-B62A-4350-9F99CC90BF7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B72D51-98C7-00A8-1610-3148AFAD901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977E5E-09FC-051F-3054-420391B6814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FC357F-AF0D-8AC3-A9CE-E8C3FA40CCD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411A90-15AA-4095-E811-CCD5EFB87D3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440DBC-E537-2207-8C9A-0182B3CD5C7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F7620D-2C4E-7732-CDDE-8373F015F7B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0DB077-C76D-6AD8-B2CC-43BC5DE2C1C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B717CB-672F-95D4-7C6B-D0A3F83B879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F7AB3C-82DD-5CBE-954E-B48E6D3AD5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38D7A5-E873-90D5-1790-948570300C0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D9798B-5AB5-5C2D-80EC-9B7824E8793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75E42A-9A06-A18E-C62D-4628F7A49C1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30305A-7AB5-6EFF-931D-40395E897E0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EEF558-85A5-92F8-38A5-DF3B2146C4E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494D98-3F57-805A-1416-B684A0E89A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954B30-CECA-E03D-E496-178F25CE2A1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AC9D4A-33B5-BAD3-AB7F-80349DFE577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B41B56-9E6D-6CBF-752A-B4E7DF11F53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D05B59-460E-A2DE-AEA3-ACC395CACEB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96A029-93C9-29B5-3A31-0DCE5A79C16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46444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DCF1D-7375-4BB8-5DFE-1DD60CED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961FE0-9E3A-9591-86B2-0F123891CD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7B2D84-A1C9-C7D6-4922-DC4CC7967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CBD7A3-E658-0D9A-470A-C6ECCB079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86CC20-359B-9F67-AB1D-5F7293C3E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B121F7-B3B8-CE77-D3EB-995DE87CE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1B4BE-CE97-DCBD-6097-181D31082C1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4C133-E712-AFF4-83F2-D669C394AAC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243EC-17AD-0359-1BD3-6FBA1BC83B8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B43F-AE04-4AC0-4DDA-AD34F40FA82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9AC2B-DB5C-8B87-F9E3-2F53092FF4E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704096-86E3-3E74-8B8E-F0F7AD0D58F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FE9BE7-57E1-BC94-0437-FBD1C4857A0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C899B-31DD-647B-2503-CFB23FAF1BD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70C64-7AC4-B1D8-F684-67459811D56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0DC4F4-C272-BA37-642D-0FEAEC4D7D2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2BD3C2-D85D-9004-F323-4F1837BC496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00DAFE-AE43-7575-907E-4A88B7D364B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69D27C-716E-DB57-9C0D-F7B993AED73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AD0E58-2C8E-145A-9508-C2D9CFB6896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E10534-6133-8C16-4551-C10E7C274EE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E65877-3F83-21E7-F634-6D7E8761D56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EF5C1F-977B-1828-8FAC-D7FC382A4E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084C84-C3C4-2678-A343-5A69FCEE0F9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6DEB32-AB39-574A-4544-2245F8BD01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8CBBA9-9E22-745F-5E09-E7A661F1078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728530-FED5-48F7-FE0B-FAE081A0BFD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246CD3-7729-6119-20D7-0D61CD72AF9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D86608-3680-02AB-79D5-0452752064E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E77ECE-C6DC-F9F5-6728-0563045B22F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C6B79D-EA97-5884-6CF1-584BDE14717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FBC56F-246B-2B3C-E26A-A087E7142B1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FBE538-B2DB-47F9-5B1D-09ED55C15BC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3A715B-373B-F0CF-2662-5D5CA9CBF69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CD3276-6CAB-6380-6C99-72C7F563462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CAF947-EDDD-3472-945C-F58D2F84770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A48D88-6D9B-E24A-54B6-EA0F410CA3D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B6935E-0D66-D953-871B-D95C30197C3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83587F-4793-735F-4D90-B6BA956CDEF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687BF8-2B13-1FAF-08DC-CA39652B7C4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A3A796-2FB2-6233-0D7C-B7D2FC19629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E7EFD8-6F87-96F6-D2D6-FD4A4DBC0E9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67B8A9-73EF-A800-C09F-B559099363D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13A86B-519C-D00A-0701-4EC67F9C9CE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A9DFC5-193C-B90A-92AD-04FBE384CE6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22470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CB6B-BFC3-4462-2DC2-95F26C2B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E9A641-EADD-8A85-AD52-885C69C5C2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3E01C6-6CE1-37CA-D4A0-8C17A511A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F2519C-2AF7-8A13-6AFB-756F5E6CF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3816FA0-746A-7611-6A85-5E07B6E0B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CC1D0D-30C5-ED0E-FCB5-D24A9E658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27AEDB-AF66-46C1-3EB6-FF85499323D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0FDB0-D568-D955-F25A-073AD74F1C9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6A2EB-DEC2-CE7B-93C2-5E31C45BF37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336A1-B29D-3506-7ADE-004C0C5F417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CF394-CF16-B24C-3B19-A9EE712E7EB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6D2F8-E95A-170F-0EC4-A6B855734D8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5BD29-A11F-919A-ACE1-5D5B6739316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1A0692-FDD2-8F2E-F2C5-33A8E39BE93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51FC7-A293-F754-FE65-0693CCEEE54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E68DFB-6F6B-36C0-1193-7A1C67529DF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13FDC-9253-20E2-DCF4-1707273FBCD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5F147F-E47A-6BB0-E9A6-B967E6C20CF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D0F3F-A926-2828-309C-6E9B36342E0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FF2483-12DE-56E3-59DE-00730A8A78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710F74-9035-8640-2E71-8A0BB30E941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45042C-99EA-2A0C-1562-8C2979BEB00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8E9A68-2C84-F597-F1AE-9D7ED9913CA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38E340-22E2-A7B2-CA1F-A2A6C15F4BE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F67BF-5D3D-B91B-F4A7-995FC7E5385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6DC8BD-AE13-DD09-132C-2F36972AC32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6A082-9EF9-F2EB-2050-309112C5E9A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B22EC0-E806-6060-65D3-CD3017F812F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BF9670-7623-7D46-6DAD-626EFEE999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4DD251-52EB-22C0-FAEE-ACA9FABA002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89C777-7674-3DA7-A2AA-EFD87E56CFF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4B21DB-1BF0-1A69-6CBC-05BE4310C08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03D780-7D02-1121-346C-E87556BE9FE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13EB43-41A2-3C12-6E8E-A5C1822121B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B3595B-EE19-73BF-9B09-694845472B6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96BC2C-8960-071C-7AFE-F447DAC3CDF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FB04B4-64D7-641E-FCBF-17E0B9CCE42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BEF716-3477-E03A-8B6E-1B3D9BB6427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5EEADC-F45A-B9AD-77BC-BB3A103C59C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AF84C3-60B9-AB91-5754-C10B9D370EA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8A765F-F2BA-E5D0-84E3-E4F9B609C45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EC22D7-8727-ABD0-66F7-034E2E7CE68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F1E675-45A2-7187-B896-64ACB52D437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D85DA9-1AED-1C19-5FA5-A5B9DA24743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42D4A8-E84F-D1FE-CF19-54A8A278FE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135027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FDCE-DA74-2023-2B8C-BA3AB1281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D8F29F-077B-91C2-CD96-F6ED0168C2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D61AF9-B8C2-F042-3048-A77282D88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7FB52D-AAD8-730D-5B81-C87A666A0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0964B8-ACBC-DF00-CBD1-EDBBE4989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7BC77D-1B79-EB24-2E1E-8ED122CF7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CFF736-9D67-85DD-3E0F-80398CD041D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CA860-AA06-8E78-D4D1-AC1ED43C61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3FF85A-A7B0-5A0B-9108-6A76882E50D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8760A-95B9-3F65-56F8-2701C5DF75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BABF5A-F164-8071-DDCF-9731D34083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422ADD-852B-8FA0-4ED5-9390092D048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95F0EA-D6F4-ED7A-777E-857FA4742E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54465D-A5A7-BA35-70FC-F645B5A0F10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CFACFD-BB8F-932A-C706-26099185E3C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21F02-ED91-695C-A604-441B1DC21D3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94CD59-C9A8-93BC-91A8-4868B49C1B0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4B6C26-E60A-E8FB-87DB-4300CAFDA46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8FF693-C834-1D5D-BCC1-A6670797A7D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420909-B7FD-929A-0CC3-9CD2ACA0731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403DAF-75D1-2968-567A-F7A32E987C1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EAF2F4-F874-5B27-0BAA-A0FDF163322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C8C281-742E-9988-E787-2CABBB8BFFA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D31A6-A3EB-05CB-FB4A-5E75ACA4B7F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16F354-7910-DC94-9933-0B307181EC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C0D1F9-858F-AE35-2680-8F3B9CF74FE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0872FC-861A-34F4-7124-194C1059103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CFCE09-FFA1-D1AD-AE21-553B9924834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5D242D-31A6-D651-F761-2A52E678A16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A78DA8-24E2-923A-7D2C-CD22B345C93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336752-C110-DB68-73D0-216B518EBB4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E377D7-F79A-53E8-49FB-C142B737785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A3C73B-5489-69A6-841B-1F82EBC459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F54D9E-1FA4-AFBE-F715-F82500C9AEC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7F430D-B86F-50FF-00FE-EC422828C9F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7753E4-C443-C050-25BC-73C64D01D89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136434-ECB9-CF03-2F5B-0200A8D082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5B0A7D-B586-0B69-644E-F120618D41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AC1B07-9CB9-39BC-A552-9D1408B98B6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EB0251-819A-0B4D-81C2-5A5D35034F8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113E1F-3483-709E-8096-7C6098D164D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C71584-1E91-2064-3396-A60E6DAE08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BBDB46-0AF8-B1AA-F0FA-4CADBB14AA9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73C240-428F-94E8-AE00-FC5A58E5ABD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1942D6-432B-705A-DA06-D9A8E47F744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131462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AB0F-7216-020D-EEF8-5B146A27A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BAE929-41ED-E8B6-B879-2EF8F1DD46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[14 in 4] -&gt; [12 in 3, no 2, 6, 7] can be 138 or 345 (3 and two that sum to 9, 18 or 45).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CE232E-1F6E-BF5C-A452-CCB541056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D07293-C9E1-213C-D5A3-73FEFFDD9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2D9261-F0D7-79B1-96CE-5C1AEEFD3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AA2B45-9D4B-91BB-F13E-853171A1D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2F090F-1C9B-4B4F-2E77-1AD5E824FF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35EB7-A881-E04E-28FF-DB55A19F8ED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5FFE0-3D5B-6719-2688-A3F5B643C47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C323A-4403-3F35-7B27-57F251A2334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ED126E-AC96-B7CD-8235-E927FE2E817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1C8A3-1DFB-3220-6C89-F3C905087E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A3E039-AC2A-1ABE-E8AC-8967E6CBAF4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BBDF9-791D-42CA-67CF-CEEADE2952D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7D9CE6-DB9F-6815-EF40-361B8334DC6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936A8-3E0C-4D8D-F080-58BFFC2966D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F9C4DB-556C-748F-4DCD-62A296CAAAD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A413DB-ECA4-F85E-C45F-923E1EB5C4F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88525-0056-492A-293D-2814438EFC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C61E57-FF01-D107-B530-9B1E25D8880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A4271-D1B3-E8DC-3AC3-99689665013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F8DB80-CC48-CCA0-501A-1C25CDDCDB5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8E3365-4192-009F-782C-3CBE7E39F49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23A962-DCB6-2A00-D36C-E7FD34324A2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3DA275-7283-C734-B464-86A74A7E1F3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495D1-83F1-C3A2-D278-2692DDFBF5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7D2DCB-4DC4-5769-26A3-5FB74EF2064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1E91EF-EFFD-CB71-C006-746435FC05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4E3AC-E43C-39FC-D7F1-22591F5C135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E55509-E4D5-2D6D-6730-7760F617962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601FFA-D2C4-90EF-F5A6-F0AA247D300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A18EBC-A2AE-492E-2FFC-1BE5533930A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079FCB-AB15-5165-DAA5-5C626770A4E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57C596-DFAD-A7B6-2D0A-B741CB90E39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523F6E-11F1-6766-9FCC-EB6CD46927E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D9CA5E-83E2-A019-0185-A68B314BD62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24BB18-E7F9-3FA1-FC5B-AFB3E7DF12D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AB0653-548C-5AE7-62FB-EF9E5475124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4738CC-4300-EB67-2BDF-816263AB22C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4CD8DC-A268-AD82-B775-8FCA1072F26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6C01D8-A05A-81B7-8911-D77BDD689EA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36ABDE-91B1-515E-D9AD-B25F83ABF42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EEB460-E01E-AD9A-2B65-CE38909E458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AFF532-75A8-9B16-800E-7A8C417DCAE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59A733-F093-82E7-E836-4F16656263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822E4A-73D3-EC32-B855-45BC4DBA4E9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59DC37-644B-57FE-D52C-8E884047C82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4DFA52-C95F-DED0-13CE-86CFDF5F247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1743089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F965F-E938-0E2A-819B-1A95D638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7EF624-02CC-AE7F-97E0-8B4BC5DB71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So, [20 in 4] must contain 29 and the other of the 18 or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B220F5-6F91-6464-B0EB-B3DD343E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B981E8-A484-F16B-C092-9F14F1F31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8650A1-3562-E522-F9D9-C9A0E3033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2F34AF-333E-4CA3-501B-AAA626BC76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57CBAD-39C8-48D8-302F-6C149383E71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3A9234-9749-E01E-C2C0-922EF67F258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8023A-F163-4373-72DD-9C6486E9CB8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410FF-B170-FD33-E816-3C0194FD3EE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872A3-C61E-C781-7455-48ACCC825A7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95375-6637-EFFC-9476-7EC1871938D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15246-7E61-2347-BE84-8C8A56B876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06CBEA-18F3-24D8-784D-3D466867984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E20EE1-11A6-825C-A911-6E9C1B1F73F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A2E9B0-7CC5-5707-0301-46D85851F5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2790C5-F8EB-AF7A-5D01-85BED2B1311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0209C-F0B1-B4C7-1FA2-3FBB087515F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37C906-4493-33D8-99BD-55F8A00C00C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D4944F-09AB-2FDD-330C-70A1B47F4D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AC227-C6D4-B45C-5110-6DC19EF83A5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B6AE85-0FE3-8E4B-C248-29FE9167F09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12BA44-AC70-8823-9FCA-1B2EDE7BABF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BFDD76-2715-0FFE-EAB5-AA515C3957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7E06C4-92E8-835B-F040-BDAC8211561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27B51B-B0CA-C555-21CC-9A3F1863B5F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D5F091-875A-531F-0719-3D691FECF74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EED653-1E3F-DD57-073B-481BF739ADF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69E6CC-C5D7-4CD6-6BB4-6A2F62C32BD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1823A7-B9EE-FD08-F707-C07ED3C7EA2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7F643D-1EA0-1DBC-2A62-36EFAAD8837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6E5017-FE5E-3A5E-5C36-82803117BDF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859DD6-1CD0-2026-DE85-4949303B696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A5FAEE-5B3C-24D1-A3AD-EBBDBB22CA8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808DBA-65BC-1A0F-DDF5-D21990E1E4E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0CE194-CDC1-1F00-6617-AE6A5213AD2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76FD7-E55B-AFD4-8272-0BD00B9A39B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A8B836-1F83-D16C-7D13-2C86021630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161F15-106B-6947-A03B-A0BAF9397D8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0FBB53-B44C-6CB5-0479-4DCE103338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E0EF68-6CA4-623B-3464-6B429320B88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6DE307-3C49-5FE5-A630-45D4ADFCD74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1C629C-C83F-3196-34AE-A645A3678C5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86EA8D-9630-4668-9CF3-C2C29F312ED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BFA8FF-667C-0A8E-698B-AECCD7039C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3A74EC-E4A3-8622-418E-4D2AB33F29F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5B08F9-1430-8317-C3C9-B000E5C4960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E23FE1-C2EA-2F82-E87F-EA27FA7F5C1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0C51BE-F403-9F2D-0B1F-6098969F633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187927-59B7-A37F-130A-F9B1D1F1C91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7D040B-1111-2673-F796-C9D553F24D2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9BF15D-A9CD-89F3-3866-55F45D97ABA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4211287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4071-FF77-8176-322E-5B0E2B65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E7BECE-41E9-94C3-5D66-2BBB4D07CF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[12 in 4] must contain a 1 (2345 sums to 14) and a 2 (1345 sums to 13).  The 1 cannot be in Row 5. If it were, [6 in 2] would be 24, forcing the 2 in [20 in 4] to be in the center block, and there would be no place for the 2 in [12 in 4]. Indeed, [6 in 2] cannot be 24 for this reason, anyway.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9B9441-E762-400A-0DB3-1D4552F55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564527-EA6B-7F93-81D3-603BBC15C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E53AB8-634C-79A2-9099-5F0DF4DF9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C8C4EB-5783-05D9-88B2-AD955E5048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CB5D3B-9A69-3485-DB13-DC30C4475C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632FA-722F-5965-24E9-53A156E4C1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60373-8515-A534-A524-597B8DA00D3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D7CAB-F6E3-4D4D-7557-FFDAD8F3199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19FA0-FD29-2184-A955-99D83A7670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D9926-59DF-EFBB-CB0E-70F67F844F8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D4295-984B-0455-2C89-C0CF21B00FB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86F27F-3711-D485-1E40-7970D536393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6361B-89CF-10CC-ECCD-BE23C8056C2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9B8B4E-7A62-38A3-E812-C5DC0573183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6D0412-EEB8-963C-B4F1-3D86905A442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7360A4-8209-2D52-C201-A804D2898F8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E73FA-622A-9E4A-4832-529279C2F81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E6457B-4EC8-0237-2E2B-F9C38CB63EA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AD3A8-CAE8-1432-8E5B-D5DD88E9037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818944-A79D-BB9A-C734-9FB9351475A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E261A6-2185-F847-7ECB-A10953110C9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1C36B7-71A4-11F4-CAA9-BE50BB41A99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A78702-71D6-4CB4-023C-E0774E17FBE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1A5473-60CF-D0CC-B057-D9CDB96D2C5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A5FCBA-F932-40AD-6B69-FE19ED47785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FF8C2A-97F6-7851-71FD-E83B293A007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122321-20B1-3B94-3322-7B1BAA60895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C77646-5B2C-60A9-804D-9C7D20D0D10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FC852D-855F-EDDC-7EB3-7A2AD1B3488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881CC4-AB36-A271-FB76-0923007DEDD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6D2FE1-3CCD-1B7D-FECC-08BED2B9E3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3B0FCE-7A5B-3BAC-7EC6-045D2E750D0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54C054-1D8C-D15D-9CD2-64499F36911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B13345-18F5-ACF1-6C42-8E9151387BA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204A1B-C7B4-D259-2985-D41635D58C0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F86F20-51A0-5F86-A596-6ABABDA898E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6B8183-9235-D5E9-C805-15A37E27B9E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B9614-8A9D-0EBE-EE6B-53C2A2AD5AF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6AF6A7-8ABE-B7BB-393A-D59F1DB7307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797B2-2C9B-8412-E79B-B24BAD46B4B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FF0F99-6C0C-891F-E5CB-C0A042DD812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31458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71FEE9-16CA-7218-654D-71A195FDAA4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080B1D-247D-8773-F180-F45595EE6E4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4F2FB3-B29F-C82F-0A50-8E1B69C99C9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44BCA1-BA90-21B0-BB56-5D48A106628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86450A-E1C8-E7E1-B1F4-BD1360C05A6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291458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BF6E7E-E2AF-EA89-336E-FD3886537D4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73D2C5-8C83-A7B2-1DDF-BC1B3D1DD95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36204A-5CE2-8FAF-C485-209B6BB3A1E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76B51F-DAD0-1E13-D22D-ABCFA16D30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65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CCC1D-67D6-E988-210F-E8091B23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76DEC0-136E-3DA2-1B01-C43A93D8D9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2974DE-26A2-1313-A2F5-EC1575A60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DAF742-2DC4-EF81-60E5-C3EA135AE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B9A7D6-6A38-F295-EDAC-FA6F06CC2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095BBA-763A-0FBD-0769-3001713EDB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2E556C-4699-C571-6D2B-FCBBF958F8F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3D520-454D-960A-9696-761C3EC2CC5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A66E1-DDBB-7146-4AB3-7AAAC8FB09C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FFC5B-38D1-83E7-6191-A0B02037794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F8541-718A-8557-4443-D50AB3C1F15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8088FC-539E-E6E8-2013-285AC8D8D2E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44545-40B0-5003-3D5D-06E82F5A52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74A286-F74B-877A-30C5-77532DF3062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592313-64B8-A829-45D2-799EF2B8720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A9E67-7009-36E9-0244-1D293F2591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A7696C-C073-ED40-C9D0-5E21F200ABF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8F0CA4-B1E3-74E1-DC1F-7A0E2F34080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5ECD39-E7A1-BE0F-85AD-D066C8B7CC2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85DCA9-5389-C16D-018B-497C1F1171A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867C7A-A301-AA31-1418-CA312BBB391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F6E5F-44C9-2B5F-FC03-86EB588704C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F5911C-8151-CF2B-EA0F-E5E139BF0D5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3D35D4-449D-1B87-9D74-EDD008766BE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D4E1D-5B50-C66F-E45B-8F5A8213DF1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86D4BF-5D36-E4E3-F56E-933482DAFDC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46AFDE-4F39-7331-392B-5D3CC7B15D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32E636-429B-474C-86B6-11B6A52CD7A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773379-67CA-491F-EBE1-2B607444EEA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DFC07F-E9B5-5039-7DA0-1F7BA856726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23C7C1-30C9-40EA-4ADA-31CDB734464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538EA6-0C96-ADC4-B9F0-77DEC2FFB1E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FEB566-5963-8BD7-F8CD-A39AA55CEDE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27A7D1-F2A3-5AAE-C12A-5A66756CCD4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7151FB-46AA-07A2-3480-3776CF2DC5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36A96F-C71A-D7C1-643D-F33ED8D17C1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35FED9-886D-0814-F96F-DE5174C578C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0922D8-FC32-646A-FFA4-A21DC79F06C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6213B8-8685-D98E-6A67-B54AE07ECC1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71099B-7EA1-D333-2F8D-FF5653583BB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F49856-ADE1-D2D8-1826-F44FD9EF259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DE1411-9B70-BF8D-303E-86E04D6F6A8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F529BF-457B-1987-81F7-877066682BE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ACD0DD-8DBD-4725-820F-E832CC7B536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11A4E1-83BE-6A57-D611-1FF878F6B9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7708ED-63E4-F5C7-B11F-C825EE00DAE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8A9332-F870-3ADC-7FFC-FD56ADD2987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CAD127-8AD6-74CD-EEED-EE8EC44DBB1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CA5596-7648-C867-7D7E-5D7DC14EA3F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26AA1B-FE50-C3DC-7582-82C2249040B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740961-92B8-2B7E-AC2E-138F3F29176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54B761-91DF-4BB8-ACC8-FF02BB9B32E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28460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1710-A144-AD00-7C4A-3B28C129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B85887-A233-A1D5-4AEC-D04270774F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E18918-37E0-FEEF-4BBA-1A4DE474C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A218AE-AAA8-E990-114F-FC2356BD9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5E272F-70B6-646E-767F-A1D4D7C8A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CB4728-3F8D-2A32-0E6E-556B79286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CAA6D8-B910-0EFD-B71D-BD9B334C5E8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57336-756F-85A5-969E-3D5E75DEB13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D7058-5D79-5ABA-8430-2E6DF6FD72B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56432-056E-EC34-4B31-C74C3D96D02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A42DE-7331-9F82-F5D0-9A8FA223768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49204E-4F68-C217-313D-293B5948785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EBEF0-B998-17B4-46A0-630162963D2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07351-B1AF-F6E0-0291-21732589FD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4F2618-7A7A-F383-0E5E-55F83EDC751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99E782-5CD0-BC2B-E2F5-82727292FB5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1A2AA8-7F92-873F-2EFA-6BAE5984489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B4B0DE-B021-77F2-603D-FDAE45C1986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028E88-95AA-0DB8-E843-3C1B4FAA65D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C0C17C-A491-63CD-1DB7-9F77F3D537C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67D07E-3603-283A-BA49-C0B23E2E830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677B63-0A1B-FE21-4027-769C0BD4F61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8252A5-C841-9AA9-1FA7-9AC375992D8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85E459-1661-1ACE-E137-A29BB6E5BA6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2B0274-1E15-86C6-0C2C-9B21A8382EA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DB7441-60A3-805C-18F4-7DD24C3216D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556A3A-A553-2436-E1CA-EA29830100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A503A2-C33D-9EAC-DFC4-7E5DADEA4CC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016459-0A10-8AB3-29DD-6D428196D0E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2E233D-8462-355C-4123-42FF04BFFC5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59B831-7DFE-58DC-A12D-D0E62A43CD0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080F34-A098-EDC2-32AC-5E5703F3185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C466E2-F155-E995-1624-174194A06FF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6D17C1-1D41-9045-D316-E2EF2E370C8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216C2F-17F7-6F50-4E01-1F638FBEDD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D9C974-128B-FC02-4EB3-97EFA66E3AF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37CFF4-EE6F-078A-D612-143E3583755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85DD80-3FE5-581A-A5A2-C570C378165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640C5-9980-DDC6-DEC5-8C84750583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E0DD7C-47C5-372E-E3A9-3C09FCFCA03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858A89-994F-8D65-CBE1-A49F55E2329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FCE51D-361F-1E44-D789-DF758B26B92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F4877-0F37-EF11-433B-77A93F53834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B15A7-BF2B-7584-B2E5-4E278771BA7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4E48F2-5A47-3BCD-F742-642C29F26BC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44C626-3E58-9058-3BA0-2CB1B94D36A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B1F289-F3C4-4B4B-B299-1442A3F1606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DA5941-6D3E-FC64-B12A-53F77C6D41A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BBC29E-1552-D488-CF29-B1165340F3D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FD3936-7C4F-A565-6A66-9E5A0610956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C15D07-8F02-A1CF-7F28-A5EB4A130D8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93A75B-41DA-3BB2-7698-C377DBFE7CA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728030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C4E60-9B73-5292-5720-6E5CAEB4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9DD790-1706-FB82-542C-188094101D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CAF316-DDBD-38B0-DAB1-BE0CBC300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92780EC-E342-DB58-42D3-F7ECFD585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6037FD-547E-9099-3C6C-9BE0B0B91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60FF94-7783-C170-35E7-2A6D410A9B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BD5047-48FB-3481-B373-5B55B116B42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AA328-0CFA-564B-F619-3F27BFCFD55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C791AF-A2ED-B2E1-685F-76F7425AB0A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CB392-97F4-0760-3E9F-6EA5985E46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312AAB-67A6-8A66-4E6D-F86EE8C6734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F9220-23DB-5B2C-3788-99BD59773B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ACB73-EE9C-EF75-85AB-BB0EE8A6804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C6EB44-63CC-A553-D830-66E82F49039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BB5A64-5C56-DAA5-AEEB-EF424B9F424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64F372-D20A-DDE8-8195-7ECDDF1B1FD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34E89C-0F0F-0250-B6DC-67E6F026D74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515424-30BF-7364-E5D8-5887EACB9F0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C4913-5907-5643-90E7-EABF51FA194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6C81EA-5FCC-D192-DC40-69B89AD9442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464D2D-43BB-9B82-9B8B-DD89457BC93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D36F7F-9817-476F-9015-E6D132769FD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CF814-07BA-4691-DDD0-B1F26D9AB11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D6558B-EFD1-1B31-DAAB-56E7BF90FEC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89B6F8-F35F-2745-7E0A-0280BA3B81A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992341-F58C-FD14-E204-37DADC2BAD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0886C5-94D1-FF30-7716-C19CD2E1014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FA96CE-00B9-E9C1-1870-29F1D5A7606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CC84D2-1E54-77CF-5343-A1B2B3F6582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C1CFC1-E28D-5F1E-1F0B-061372680C6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5010D2-17C8-4749-2B97-8B4F702B858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B4B822-B3EE-27BE-6B92-91913F81AAF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8838EA-3AB9-3906-1E44-2D3FC0BF7BE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333197-590B-EE84-573A-A7D42A2D47C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AE0F33-4EC8-8CD3-E47E-45E60C767FE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E0EE8E-16AF-D2F1-2C08-5F5228569AE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4A8F50-84F7-DDF9-9639-538775CF627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E10974-925C-315F-24F5-E13BF86C53D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4B6C1C-0795-CE0D-20E8-127C5793C17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221883-8189-C657-D06A-29F9F85A28C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E69CDB-4847-1AAA-7BDD-5DFCEEFC21A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30903A-C994-06A2-1684-C36C3FC9628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27444-52F0-DA5D-EFD8-EB433254EEE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D31115-ABBE-77D1-63CC-AA0AB8D63EF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EF0878-8EE6-8164-9195-912D6693C4C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EA5D31-ADFF-7258-FA28-54B94A013AA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A97A5C-A4F0-6E24-DB50-D352F3157A0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0B545B-8407-DB89-ADA7-7328041059A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459445-6B59-1C64-3B8A-89BADE01005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2D187B-BBC3-CDB9-B6D8-F978EE95B89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24ECF3-D6C8-ABEC-3D0B-7573139E0BA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DE0E93-7BDD-47A6-9F55-5C4A3431DF5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38188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1A7DF-B8A3-D11A-8296-905CB4DA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A5F70B-8025-B8EB-B703-88C5BEF79A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4B5312-ADEA-29AC-D6A3-A692D4986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A4FFBD-03B5-9779-0318-D6681CE82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089821-3B22-0865-2714-47B40072F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9FD033-9A68-B7D2-DFBA-272510647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D06F0A-4067-07DE-972C-502158BC1E5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46445-6E94-E542-09F0-D793EFB0EF6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15C8E-5D57-F5DD-9518-8B22BF0B3BB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1189E1-3587-F4E2-353B-3F2FF45F95A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4C4C61-62AB-2208-BA94-16AB2ED5AA7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535357-232C-E0C1-1077-FBB872DC7C0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6DF4F-37B8-E162-64FB-95A0309ECDC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F742D0-2DEF-7907-9AE0-831BB99D565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44A0A3-7ED5-45B4-CB08-BF9DB0201E0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F26F3-B77A-D2A4-48A6-70BE833BA3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1D5ECE-0EFD-78C5-A729-6AACA8BAFB7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FB624-1F1C-7907-B015-BEB93E32BA0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42F47E-4E3E-5598-547A-CB85800F879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A53690-C43A-108C-6E40-4C35A5C4118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FF8CE8-98A5-0B50-8523-E8EB7D37F10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F87C2-E01E-E87F-C063-8E5A9E04BE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1F0D92-0C97-D64E-96CB-F06F822B562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CF2152-ECE6-3C5E-E5BB-23BDC792C26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DC72E-582A-71AD-4054-D7C8249F0F1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927222-DD3C-73C5-4AF9-02BDFFE3E24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72E4A7-C933-3A62-BC5B-425E77BE8FA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C45884-AB0F-8850-4E48-A9D72D2BCF9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29CD30-0DCB-D41C-AB45-B9987EFF224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0FD4E1-CFAD-FE9F-766F-4C1F7A67655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F91F7B-D9CD-3084-AFDD-BAF86A12813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3DE806-9973-4AED-67EA-F5539E4B6E6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27FD21-A18A-9363-7D17-7C82FFEDBF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88B4DD-530D-E874-4478-E284CE2298A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D9BB15-E6C2-A353-CAB4-FA26F977D00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D77D1D-9531-AA0E-48F4-3FF462ED439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64762D-8ED1-9AF4-4B11-15371CD41C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51E2B9-0A8C-56D7-53D5-441075E333D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FD6409-9759-0A3B-732A-76DD5CF81A0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EC10AE-71FA-7369-14A9-E62AA5F47E2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54DF2E-2FBD-1C8C-D15C-DD441B0B73A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E6A53-29F2-4F77-5B88-4415064BE07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60673-83DD-A285-3763-51C660F9264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ACB31C-579A-33F9-341F-0A094ECF37D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F57D9D-5E9D-0883-F683-43291C706E4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979784-0027-81CD-4DE4-F7EEA91F233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E719B3-ACDC-A042-4AE7-4D75A92F542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E58C37-0C09-29B6-7449-7FE303BE287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FE0E25-A81B-361A-8777-800848F010B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7D93A6-0855-142C-AB26-B3CDD9AF481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C1B1CA-C8A2-2F66-AE20-10267AD2D26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E4A329-12E1-CB78-A7F8-8258DE06D46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79083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7246-E993-60EE-80E1-2BCF9577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A1EECC-B9C0-3AF3-02A5-542881A585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left center and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D28F1C-7CDF-0BCB-E80B-A4450BAED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7713DC-DB5B-2425-741B-82CB9A8E8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2CFF18-9EB1-C385-66FD-410B7FE10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B41701-9FD6-64BB-587A-74599B4F8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16E530-354F-9E01-9B92-5EAB14A889F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44AD4-8759-121B-999F-3E566AE5971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F74288-3127-72B7-FFA4-762DAA39EB3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13D42-C215-842E-0894-48A6C17F7B4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E03B1-8DDE-09BE-F549-AC5B02DAA23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E2FB33-28F9-7639-1783-6633B77A04D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3A0E5-3652-9241-DCFA-582BB82690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7EAB9C-890F-C6BF-B31A-98D3760E9D9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F46C44-1E7F-6FC9-7FC6-858CD17464F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C2456A-B42D-1D74-9777-0B5DA19A909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397972-117F-5DF9-D2ED-9B7780BF819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10368E-115A-43D4-7371-016E550CCC7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56C97-B645-6421-82D3-8BF0C9B7EA4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09824E-29AD-C08F-9BCD-8F98F87636A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EAE394-8D93-E31F-76AA-54AC6FAB08E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918D06-01EF-E26C-79E9-8FDB62B8600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7398B4-D476-9E49-68B8-A85827A50D6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F1767-6964-1C86-0882-D106A52A539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27709-2775-EF82-9F4F-0FA01904A39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5924E2-FC70-88CE-B625-D714A8453C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D8E348-2ACC-55AE-BF1B-43E348AD7E4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FA8F1-4F91-BB97-03E1-DC743807706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848DC-F371-DEE5-3B9E-40931B608E5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3216A7-B5AB-8413-306C-98AD8DE0818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CA4F7B-B7D6-CAD8-8D59-46754D2A913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3133A5-E68D-F776-A764-8C204BBBC50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9417E9-1F8C-DE70-6DCA-1FE010F8266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33045F-7D3C-EA1F-757F-13E1F86B4BB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4E8EC-A32F-BF76-90C8-029252E6F92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D2453A-EA28-C620-E9EF-427C235233C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A49F5-32E4-5722-5C89-B4243FE15A5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F726AF-185D-182D-FD79-9FEBCA18E3E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FE4170-DA43-3F45-3216-D18CC6422CA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CB1F3F-627E-92B1-AB60-26D49F566AA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0BC8F6-6E4A-215E-D008-A30CD5FC15C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E9087-3ABB-FB08-A7FD-DBC056F7BD3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58C47-EFA6-C1C7-9485-3E462BA93E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B3C211-E172-B376-5D9D-CF1A45EE48C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FD08FB-5F74-920C-9253-CE6DD60EFD0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8A4E85-5A0F-CA4B-800D-2980D29764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487D37-F08C-264F-0EF4-6298FB01208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AEA9F6-A153-E502-7F99-7982594EBC3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691BE9-96E9-E223-8149-156BC528EFF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2DA80F-DEE3-B8D6-A268-E195645499A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BC5D00-4BA2-69B0-26B8-99C135F580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04F91A-AFDE-2F96-D9F0-3B933A1FD53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432C6-B5FD-4347-734A-A86F71340DA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CEC536-CBC7-BE92-3212-2AC6952E183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FCD7FB-B789-36C3-FC67-B6FC85FBD58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41E107-0136-6715-0ECC-62FBA1011FF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D62791-FAA3-F1AF-7C6A-B83FB54FF58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30FE9B-855F-0E8F-395E-5AC1DA280A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78624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C598E-B9D1-5AAE-81DC-7EC351CE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5461F-581A-88A5-0F2A-6170AFDBE0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A69AE8-6DC5-7F61-8E39-C02DEC049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B3E04E-D000-B8F9-C339-04B575B84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661DE5-3796-7ECF-A43B-EB23298E7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849A2C-AF65-8613-2F33-22C9B2691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BB4417-8BC6-55E6-9AE4-7D04CF80487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2FB67-DB69-FCDD-1DD9-08140C4DD61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895DFA-F0BA-956A-17F9-5ACB796ED38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ABFACD-70EA-CB91-220F-FAB8B60B062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5C347-81C0-9325-7D9E-E57B2477F3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58F1DA-8391-AC7E-9953-78AC272F24B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4803AB-1EF9-EDB1-1968-E3CA306F77C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9EA40-EF65-4D84-50C4-52B29FF3822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28611-58DE-1722-EB27-D9C02650FA3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086B45-FE75-DAE9-E98D-A8903340A52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F05353-65FC-436C-1DBF-EF0E873ADF9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3476EC-0243-47E6-B740-25F0A5C63E9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D99AF-BD42-491D-FF1E-D8339B7BE60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042AE1-2F5E-7268-FF3E-77DABD0F79C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63F3D4-2221-420A-16C7-324BFBEC719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E9A0E6-FA1B-67C6-01CE-516E8BBF7B9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3D31A8-56D4-56FA-4033-E229E4E1FCE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1A6517-F533-E880-8FC7-E26B495C33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3760A5-F0B2-03FF-7E19-4E86C0982DD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065AC2-2A38-94ED-FDC3-184CA5ABB75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F6F843-D51C-DECB-8387-C5B2262A182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CFC52B-A358-FF56-B7CD-CC7A3136F83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65DD1F-9CAF-3410-78C3-173EF6EEDA8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0054FD-9B64-E8EC-A66F-FF7262FE690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C7F72B-770E-D007-2114-D415614BA73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CFE46F-F268-E268-8173-214D3C15328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984B51-251D-EAD0-40A8-96DD22BCA77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6E5F4C-40BA-2050-C29A-07AC9E63AB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BA5FF9-3DED-815E-89B7-0997933B535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EBD07E-5F28-28AC-144C-C49B52DC20D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442B79-3E66-43B3-B500-BF6B1D33F3A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BD2954-7EDC-01E6-C912-9955B5CC81C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47A654-B2A0-C987-A9C7-56D34E087CF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F4E966-7868-00D3-FFDB-93C9CDF571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E47915-6703-FC5F-D187-A668F9A3F27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966BE-EC7A-4C23-FA95-069937B8673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544C5-8FC8-0508-081F-A19C322C755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7FBB15-E254-CFE0-E7ED-45554F8DC49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303AD4-B678-E8AC-1A63-D574591D70C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7545EF-0075-1EE2-82E5-99B92A269C7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580159-CC15-C934-E168-DA27C5042CF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DFCC06-0BEA-343B-E412-AAF015FF881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1B5C32-6940-C9A1-C9F4-43DC170657C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A14DDF-6649-52D1-1E2B-CE58AD3BD70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91ADB4-BC2B-D5FA-7BE4-727F9C4F4A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715729-CCA7-7A1D-73E5-07A6B96B09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32DC24-A0E9-6382-0FC4-15AD29DE42C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00715F-B9FE-F493-1541-2974351E59B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67F4C3-0B10-1D4E-6B37-5B3DFF28E1D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BA80A2-168D-3D53-4FCE-A78DA5867A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F2C442-AEF3-AEE3-44F8-0C18F46DAEB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F10B38-61DD-CFAA-651B-4135AB5BB81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03649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A140-351B-FA96-386A-8A376E78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E3AD5-3786-B726-6128-640DBDB0F2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5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8ED513-109F-EB6F-BBBD-94719C116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E68CF5-7573-341D-90A3-5005B2D4F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B5A4F2-E1E4-88E6-AFE3-8EDA8EB59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C7FC17-9EB9-9F06-C00C-9641EA09FD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554E63-3027-5C82-F22C-BDA0A8C6041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DB980-E277-1872-5D1B-F608A3C6533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EF2FB-E109-D34E-6527-A236313A7CB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770AC-C99C-F7A0-5396-DDE05BD2F9F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2A8C3-607F-1EB7-2530-0E88C3D08AF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F9451-50FB-4769-F407-74589410331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8DEC5-5435-B1E9-00D2-0E72BE230D2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8883F-0CAF-CF0C-46AD-CC15038B2DF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FEE9D-66DA-2DE7-09E4-F0154A81550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F3DA4-BC30-BCB1-B77D-A3B07BCC93F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A8BA74-898D-334C-B71C-086BD26E4E5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56784A-42A9-CD21-8066-8777214A92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A70AE7-85F1-A713-1AA5-670CC60A14A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55D432-F180-4D45-F467-9C72BFDD4FA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A9D265-9AE2-14E7-9C04-56C79A1D8E8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A20D24-8D05-233F-DF39-2DA0C38D7AB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DB7E86-7FC9-FB2E-30A0-6A666EDBD49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D959B6-B94A-A35A-37D7-D6E8CDC7FB1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88F35F-1927-86A6-EA2E-DEC9450834B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A7DBA4-7043-5D73-25E0-58F1796238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89336A-0F8D-F014-62D3-8AEDD649D6D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1672DF-3344-67A0-D8F2-3209AE79109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8BDBD5-932C-817C-6C16-6BB7134662D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0D433F-5836-C438-D226-B262947988A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33B2E7-3C84-EFCD-D3FA-2A509A9716B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98750-F76E-1217-9A2B-69B205DD80D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400F81-4898-2714-9F3C-EFE46256CE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6B5125-1208-758A-0DD7-F2393CF0838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9AD407-E46E-2581-18F5-7E3C32C0872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C7A098-B7E8-8984-236E-33146227515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C4EBE8-8CA1-3ADA-0C13-A43294F2B0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5373BC-8D15-E2AE-AC6B-F26BF5F6D4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1F2C15-CBF2-5A1E-55AE-5853FFAE8A0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FA5ADB-E157-16E7-10F3-78CA7CD5837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4CA732-E30F-416E-E48E-C6E9E9B593B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074657-05CE-CCD8-3080-096934505D6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D2680-7054-D14C-9074-3582C865B6A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2978F6-26D5-9956-AE5A-C58A4EA08B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CCE47B-8748-F367-4DC7-DC5BA8C68E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05F97E-6C94-6917-D30A-81D0F92EE99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B1D533-1CE5-D3C9-B9A4-32D5ACAC9C3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DF7521-BFDD-96AC-E94A-F38554AA939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773570-DA88-5B3C-0E37-B600D8E86FF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1C08E1-3937-C29C-AA14-008A57D599A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D1FABE-F7A9-EECF-4749-03AFC9D1088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5E2BC6-56A1-B20C-FEDD-2C0FB8824F8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57F5F6-F35D-BCF1-4669-44B59864740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D15E3F-6F7F-243F-784E-A98DBF22807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A5BD4F-D6E3-ED6E-6C56-4506F11397D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CDCA49-0F13-5D81-30F9-7D4FB727A77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E37CF6-085B-212B-3EBA-8BFADCE5994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CDC398-573D-A36E-992A-EF9BC324BC1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35578B-13B5-B852-53AA-CAA1F657C1D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FECECE-38B9-D93B-408B-8AA875DB675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8FB941-13BA-9E6E-3B1B-239B375648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23309E-96EF-0F7D-6936-5A516AA2499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250DD2-F948-21B9-FE05-199DC2206EA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F857DA-D4FF-F7A2-A96C-0B829B77BF5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15369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33114-E82B-C0B8-6C32-4A0AC1E4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65AEF3-ADE3-D782-887C-33102C6DB0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Indeed, if three of [22 in 4] are 479, the fourth is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1F07C9-55C6-0208-79F2-391F85656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0AE205-6364-ECEE-21C1-3569FC097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C34105-E44C-1B25-2B2B-6B505CB62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FFB9AA-995E-A40C-CC96-39B529769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332088-4FCF-EA08-06C8-3C439B20184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F8931-5334-E616-7414-AD580C06D0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55C767-6523-68F6-C118-583C40F6353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0DF424-6D04-0DC5-AB4D-7C970E82512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B37257-6A70-7249-D32E-FAD3FC1E57A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0A8C48-61B3-8866-70DF-812B39B08F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EBB68B-DB92-DDFD-AA44-35729AEAC0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945E28-DBCB-D43C-CB95-35DA429A169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4449DC-7FD6-7C43-8BD2-D3E0467603E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F99AD5-21A3-D278-7512-3DE0CAC6D5A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58692A-6CAB-A837-EDFF-17F89E96563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D2093E-42B2-B3A2-7718-B258A1D5EE1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B209C2-8E96-DD41-B03D-7408769FFD9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12AD4C-C2E3-DE28-CBD7-72CBE78CB73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FFE59-C232-7B55-305F-5AC4635F2BF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DE12EE-EA47-EAAD-D94D-2451EBEA582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816958-EDF2-AADD-EDF4-DCD8CD5B150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E26A5E-DB2A-14DA-7FAD-2AE9DA9DBAD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D3C1FD-D535-3706-427E-60536CF45A0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5A57FD-03C1-7939-2C5C-08E6595539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4DF3DA-E286-992F-91F3-B03915C6643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DD9DEF-EF39-71A5-9AEB-AC02410F55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0C25EA-A0EA-56CA-FF05-D59EAB12D89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222BFC-8808-9AF7-B906-97E298A172D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800544-8C91-3913-DF98-93307FF9059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4FBC69-8341-62BC-5C67-AA373F292D5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E8FC41-64F6-6CBA-A389-B4D1279CED8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A0BC42-A159-54E9-B592-FCEAA2E890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8D41B4-A050-609A-C2CC-81577E5D52B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542E93-8962-9256-D93D-1B90C304961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4DA5B1-BAC6-26CD-C06E-9511162D6A1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510E84-4995-D070-797A-C5ACBE38EB4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FA0CBA-DDA3-83F0-2E8C-DC9950EAFDD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2003BD-1882-B897-2BD5-133912A3A63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BAD5E5-58F5-8F52-DA98-E479B215A90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ED2D1-E283-2BF5-7469-2F6B6B1ECCB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9D80B-5DC6-284C-C6C9-9FFE934C63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325436-99AF-3C73-0708-B3C2DA8CC2C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006404-19A6-CFE7-F363-279F5F1D086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BE5A64-2198-09B8-324C-4669825E507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19DAD0-C8EA-AED5-5162-6567C1EA6E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1B6055-16D3-68BD-E7C3-AC4AD570EF8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CAF1D0-A74E-EB14-AF1B-5A778CAC508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59A3B2-387A-562C-469E-AC2B1F34813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CCD3C2-2535-9387-F69C-3ED32C82CF9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E644DC-5839-ABD2-9460-4A04C2037FA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58A2E2-D000-506B-83E8-3DA422EDED9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B383EF-F97A-309B-4E74-AB34ABE9398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85BC25-C78F-864D-7D90-72AC5EE79F3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9843DC-4AD8-4D9A-4190-59C7C25249E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F38B34-3F53-2C29-1CF9-6767B81808E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137165-02FD-5613-3E95-B6D064A5F55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A04A11-A038-EFE9-79D4-C8577DA1BAA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DE55DA-E8A6-A124-960F-3862D069916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995790-3918-3E81-0C6F-CE1192EBA19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AAE299-F91C-1E5C-E46A-53BEFA0C51F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EF89AB-8862-99CE-1CF1-A080CD45CB3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41C2B3-D51B-74CA-9011-D9821CB7CC7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5828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2A65-1A7C-DA2E-FB3F-B7000DCF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251F38-2A15-A6A5-CE8E-7B15F3E579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14B765-2855-4E59-C193-094B0DCB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619B96-20CB-D4AB-D890-1649A13D1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4730D8-181D-303D-E393-6D47CDFEC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DE89F2-A3FA-4A15-81CF-42E6F75C8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4EE607-28D2-3A5A-399A-17C1A8737E5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0A478-521C-4B56-95BB-829FA85CC78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A3BEE4-D3DE-8288-6AA1-02861944A6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F02A28-DA3B-3C41-0AFF-77D9CDD2C2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4DAB0-92FA-80E8-3391-722100D46D3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091AE-9D07-C8BB-1943-D10EAEB97CF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4EB969-815B-0498-839A-2285B8D2C7F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58FE51-DD3D-765F-5C8B-EA7624C0000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3D92F9-257E-238D-FC9D-21A0F78E1FB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AF8DCE-34C5-DFB5-9AD3-34B1C82346C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E3DB5-C843-1CB6-9167-FFDE9883D6E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9EBF8-A8E3-BDE1-F8E7-67CF9B7AADC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318E6-F5FB-23E3-0D78-90E2B1E36BA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EB45B8-4705-E278-2F3C-D9FF68B141D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9C8B96-D903-9ADB-A4BF-BE5D1704366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BCCBF0-9576-DDF3-2D1A-312BF0474BD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68D743-F3AF-9D01-52B8-675786F90F8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88C152-AD2F-4049-E753-76A83E12B16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B1D38D-8356-C2A6-1ACE-278B5931F04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1B4361-C9FE-5E1C-A1A8-CA7A0A51677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F7EECF-192E-21F9-CC6A-0F519EA5A75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30B75F-F810-6F81-AACE-27FB534C5F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BDAF84-8D77-3276-F024-40D43F408B7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3C5958-6B46-E425-3FA6-CB59B9222E6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1F3B8A-A281-8505-4737-24E1B681884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F98856-E1B0-0331-4D59-AEA5CF9BA2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93E93B-A20D-1EF8-069F-51D6C5111D5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1A9725-ED8B-46BC-35C0-8A32AAF378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4609D-3D97-EE9E-3ACC-732799590F5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CD5E93-DDF9-3144-CCB8-7B176610187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35C36C-519E-0AAC-28CC-271248A09A0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F5865D-C8BE-7B6D-01C8-40662AA2792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C86202-6808-3A64-6969-593F8FFF65E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08DA97-2CC3-EFA1-3AD0-270D8C5BF2D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473584-3702-FCE5-1CE8-1ABC8E8F737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A35A3-22E1-7AFC-E781-5256F96FFA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B11E1-6066-BD93-2E59-CCF277C17C4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0F3258-AA98-E5F0-2332-9D02FBE01C6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73E88-A4C5-EA92-BBBA-56AFC4C9FA7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7207E2-ABCA-F80B-F5DA-4263EE4AEB7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6D0B79-6889-145C-567C-019AF7D0D92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76D74B-25E0-83E9-67D1-EE58D338641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71DF77-2F24-CEF7-5B4D-6D39746AA27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62D611-279D-997B-EE5B-6E620F75A83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03C59A-402E-9FF4-43DF-CBD8B63D1DE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56E064-F5A4-C18D-48F6-153E569240B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202B1C-28EA-656C-5B05-FDFABC967B8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8DB0E7-A687-7B5B-FBC1-CF1EA2B5BF4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131F00-F8EA-5D1A-0411-2CC4D314558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6429A0-22AB-BAC4-1D33-7A3287B76CB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A57B7B-F7CB-A1B2-D3FB-E897F416E65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926977-8494-BFD1-9EB2-57B06C21AF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D2B15B-0B1C-2BBC-71C5-B3089B11F23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43C8C2-30F6-59C3-BDD4-DBBFA80EDD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1FF69F-416E-4D5D-A4A6-30C7178FDCA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1A0B3E-84FB-085F-7048-6C126C978B7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E6071CA-701F-6FA3-3451-E383728CD49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003505-38A0-1971-DCA1-5ED6048D7E5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0568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60008-A05D-B0A3-143B-3C969AC6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98DF79-B9CD-5DC8-4841-FEEC3E91A3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[22 in 4] -&gt; [11 in 2]. The complement to 94 is 27, but the 2 is not allowed.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FE417B-6426-1CA1-E48C-D82D554B7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4E9150-C578-CBAA-1902-6AEF96DA0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101AD3-530F-8F4F-AEEB-3931C604A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5E0561-6940-E428-7B94-6C6659305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499A71-EC9D-0D64-CE08-552B97AC9EE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CA976-2916-B974-4F05-7A99973DACB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52ACD-D817-AB42-12EF-F5481083D4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BD095-9DC7-02BE-D7F8-11E63491D5A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6D75B3-3712-F88C-98DC-D04F7824A5A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524619-08F6-CF84-EE1C-1FEC6B42333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FB98B-DFA4-9435-EC12-54694D92B3C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836033-F39B-8B39-E841-0B2B588B387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14947F-28B0-6FCC-966D-CA86FBD646F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8E8286-D344-6026-28BC-F1C0242B9D5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3BB52-D630-2C59-EEE8-59F981D9A0B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AE1A22-A24A-D514-5972-4F9F9882BBD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4E1195-2507-8377-7438-A389EAABC78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E15317-BD29-0E7D-E695-7C919A314EC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6FDF35-F85A-B851-9199-F3A358AC4A4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518317-6B9F-A309-C34A-B2E2BFF11A4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0F5E8-1219-B3E8-497F-5B7822985B9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FCDE10-F1D1-78ED-3301-F8D8CD366F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D069D-76C4-CA1B-6C41-BC9835A2A1B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E8835F-6E63-F49C-2061-D6BD1270E9B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0D0DC6-8B2E-FFB7-EE1B-874C4481421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E09A97-AE84-E63A-94FC-40A4E069F0E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A49461-3F3F-FFD1-928C-A9B2AF977F9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CEDFC5-DDA3-0D80-D741-71228CB038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2BF09E-11AC-4FC5-840E-EB0D6DB170D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C50445-9D43-0329-CF59-04C7592E4FE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28D02F-2A35-A9B4-173C-3362002BC0A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A60AD1-2326-8A96-1649-08AD15F6F75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257ACA-CD34-C181-E329-4DB910F4722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C1EC54-BB37-C0C2-190E-E4E82349A45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ACBF81-66AB-8BB5-94C6-5DEAE1F4FF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907355-2FD6-CF60-2103-E04F8C52BB1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50F5AC-2CF8-FDD1-9C99-05E6EDC66BD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A79744-6E20-85FD-A72B-A79FB87D967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2CCF2D-1002-0894-4489-996FBD97ADF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E7863-A0D7-595B-6512-7DED1F8E0C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3C40F-DC2C-B357-6519-8BC0E58B6D4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963A22-4730-8EC3-1825-72FF9F2C3E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1AFCD89-FD00-8220-30FD-ABA7C608179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126595-54F4-35C1-C8EE-3E1F3073C29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50D3CB-2778-9C75-EC9D-13712BF062C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E417F0-CE67-8335-AA40-42D50087452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4104C3-525F-ACFC-462C-CBBE3EA472F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D37659-1DEF-F137-FF74-F28EF758721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037CA0F-34C9-9EEB-F0D5-30F7BBA1298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BAF7F7-5CC1-5758-7A2A-721A0870B5F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4B2169-735C-6411-1176-1E4273E95E5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1F1443-5CA0-2986-ACA7-78C5A4C5E3B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9A337F-1391-FF12-81EB-AB4EF1CF289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7A5611-4CF7-C3E9-EF30-88416AEFA65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3FC11C-0D59-CA96-E52D-B2252C24E31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7C5311-C200-E5A7-C6AB-A2866B4E58B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763055-3606-B783-8870-CF3D02AB909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05E0CA-EB63-CAB0-482D-1988929EA9C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D27060-A28D-B45D-1864-649B8A8DFA4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F828EA-3120-AA6E-3397-93E686DA4AC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D0CA3-8C1E-7D74-949D-5A6AFCFA27D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BA8091-E1EE-4CAD-FA78-A04AFB46BB7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98BD49-89FA-8FCB-64F4-32694598DF3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42632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6974F-7ECF-E544-1CD4-75E8580A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351972-A568-C641-15A2-3ACD8DA555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155A19-FF21-ABDB-F011-389436A47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8EE13C-929F-B56C-EE3C-D4ACA1815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1AE893-4343-A387-DD69-291998937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FAC040-23BA-79A7-DBB9-88D4447FC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B6D905-9F08-B7AD-E69D-06FB6546B7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6D4E0-D706-815E-6AE8-651758BC600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14C3C-E165-6A4D-2EA2-DF23100355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6AAA7-EB1C-E44F-86A1-DE1C97B6C49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A44A4C-21E5-214D-3681-90A1C8002F8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4A6E25-CAE5-A321-4F89-4CA77895EA6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C74238-33F6-A556-0E50-9718FD1E073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4EE6F1-9D6A-6459-C4CE-A5923A15674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7CA82C-0AD5-A630-45BD-DFF7E3AA069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1164C-8237-060E-E0BF-99F38F9FD8E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F042B5-B27B-941A-6FF4-7151E7C5AE0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28DE41-1FDB-FB15-2015-0656243FE9E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0D5A1-3507-6A33-67C5-18EFE283D9D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CD583-A61F-D802-B08B-0F393D05CBF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4077E2-D18D-68D4-C93A-877CBD6D2BC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A46B17-97BF-2C34-6E4E-64130B77B5D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E25D59-277F-BCB5-CDBC-D72C3AEB2E4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C8CAE3-885B-70E8-BD23-CC8FFC87E4F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84185C-A60B-2474-B09A-6196AB3E96D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377B19-D872-8F2E-AA99-840CD0D1EB3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F1A3F6-93E6-48BC-04F0-F16307CA3DF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63CB71-7195-5AB9-2FF0-669B42EE98B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D29B2-3EF4-9828-1CD0-68439EF785A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3ED009-1496-66C1-2320-3A20DCDAB74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AE1966-12E9-9A90-8823-78DF8DF202D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E58351-3C21-2807-66E9-429680CC530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D1121C-914A-C45B-73BF-BD9E3BC6CC9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54E693-7984-9CC1-1F07-F548AB4F769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426338-CBFF-990C-497B-9E0C71B144E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99B482-D57B-18C5-D24A-8D5D2B1B414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13D118-9557-666A-E0D7-10089A2DD8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AA7069-7B2B-7EAE-3A59-93EB2DA436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C39050-4C18-558C-98AF-E5824F1FACE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C086DA-0A05-0A73-DE08-61C352680E1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6FBE6B-6E87-D03A-759B-D3694293173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B07D0-1994-B733-5ED2-A535ED67207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7E0E6-5BD9-155B-94C5-86CC4E79EFA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9AD381-3483-C75A-D647-AAC69185524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3ADDBE-78E6-A67D-AD7B-D912C590BE8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2F2C56-4A0E-A4DA-720A-11AD1908423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3CDBF5-C99E-529B-D972-E08F20A66C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97F0C0-58C1-1CEC-C40D-360D0F355F2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F2EB1B-1A10-DD73-E276-144181709DC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7B580E-49A3-0900-ED44-435E550E05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E1E295-6B77-4F7F-E295-C92B439BE30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389A8A-463A-DEDE-0923-3DFBB2193B5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268A3A-577B-88FB-D87F-0B0C4D12DFB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2B6C00-DD68-3810-53A9-BBA0491AF3C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9D2F56-94B2-97AE-E104-10515FDDB2A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E1166B-D06B-5DC8-364A-35D1D6F66C0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177C91-AA1B-23C8-46B2-6D2F5DD8C71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E767DF-757B-D3EF-62FA-C6757DF8585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2CDC04-8EAD-3CAB-402E-BCCC736FD09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39DE1C-EA08-8066-13FC-87CF1941555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AACFEB-4B60-306B-7B64-D896C93C41A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3EE254-A846-2790-D2EC-B8491401290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518A84-1C34-40D4-8D46-C0FB8EA97C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4CF5A3-C1BD-EFD4-3E79-8598331A472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56DDD8-8BFA-F4E0-EB44-8B329BA9028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51858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5460-6483-9000-EC59-D353C645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C1C98B-1ECD-FBA8-FA34-D007474C5B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0209B1-4E8E-8477-1856-FBB853EB6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A4ACDF-1543-0256-D03E-752C07C15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91CA87-C790-FFFE-1E95-DB0F761E7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6FCCC02-BFF2-853A-504C-9E36C25B1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024E89-3009-0F1E-2361-0A8F17028A5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E3C94-55CE-E68D-0AB0-A6699569C85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9CAD5-7573-2555-335E-69E5615E8C8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38545-51CA-5984-EFD8-3611D6B104A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0C3474-F97E-327A-8DA3-A9ECBCC2A12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3D3CA-C716-42E5-3D70-9386C84EA68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B4A04C-E473-0926-2E8C-4E778C59400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0295C7-C4C4-6ABB-D73E-11009F3A0E3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10DA65-2CA8-F057-DA79-B7EF850A6ED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373A36-4D6B-8C3D-635F-7571155E505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2FD3C-0EAC-1055-CE88-5582B41861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1E97E-DC25-D451-5E6D-192EFCA66D0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C186C-3CB0-AB96-B3AE-4CD7E628D67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010851-0B05-43F2-1FED-C831C8CE22F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79CC1F-71BC-96A2-AB98-2898A44741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5A55E4-47F8-B568-8BEC-EA0E284AE6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47F3B4-1F06-A9EB-4DBB-1106595CC0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8C94A8-74A6-9384-C055-57547403099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87EAD2-3DA5-F295-518D-D863A9167BE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B93D46-6BF7-E77C-A350-89AB74A5840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472D23-5FA6-5C0D-CAE0-8343EAC1F67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98964D-5A29-4227-846A-6D77313F37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02E355-AE16-2157-2BA3-082EF90523D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897C1B-886E-2270-7C07-708E2EA94F9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B1983B-EE23-6CFB-DE01-609A7A9D7FF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EC7081-09F1-7E4B-3BE0-2A258DC3BC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B304C3-234E-39CE-F427-15E172D8789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19038A-7546-EF0B-ADDF-D947F4D5DEE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821D42-032E-32C8-C186-A5083B36793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04C7D1-367D-45CF-C182-CEA9877E0AA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883FCF-7D1C-A244-45E8-2952284293A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1F3AB1-FE11-73ED-9677-F83560D5A1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AB3A0B-B46F-812D-D500-6266C1DAC99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F9CE3C-7345-7159-B718-9E1B5941D38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33A569-B629-10AB-EE4E-A0748FC9B49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B93A1-95DD-A340-F9CF-265DD760625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A663B-977F-9557-E6E9-208ACCAE194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DDFF9A-6B28-3C83-9FC0-868DEFEA3A0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926B21-853A-44F9-A750-CE78F39102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360C12-01C7-5616-93A1-A477C5D1FCD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8A45BA-DAEC-CDB8-A0D6-ABB5610F165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3678CD-D9ED-B8A8-4BDE-C443CFDB180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DD830E-6B6E-69C0-39D5-92A4C7AD2F7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959AB9-9A87-979D-3674-7C2407007B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54C0C6-1209-BD47-9D8C-15120F52ED2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CC0B9-65EA-8624-0DDF-BE5F16B9E1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5C645E-102C-867D-6095-BD848FCEF60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9BBD60-1262-C23B-FCF4-D0EF0A887B9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F1A003-44DB-401E-BF2A-B16BEA32273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5D41B3-7054-33D8-1DE4-706DDD453ED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19296B-DC15-7C5C-5645-63BAF0995A3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83E69B-BFFD-DD6E-6574-91EEBB3696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069C49-9809-B725-5214-7FA182CE430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08A65A-C54A-6457-C767-113EDC6995D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7D2A0C-45B9-CCFD-8F3A-4A9331C79D7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600944-B72E-0757-71D1-4BC758C5C93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21A86A-958D-E4F6-D514-717CAE6AD9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4DE008-7A55-B5AE-F5CE-1263EBACEB4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0AF456-A585-161F-5D20-3F9268A1CF6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111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EBFA-FC2D-C682-7C0A-3C0862C2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8E3FD9-0C49-DC62-2779-9A99FC3441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[23 in 4] -&gt; [14 in 3] is two of 378, plus an extra. Excluding each of the 378 in turn, the extra would be -1 (not possible), 3 (not possible, duplicative), or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962D6C-AF95-FC37-4A8E-D4C52F01E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95B6BD-F257-6B25-4D4D-68EF82E52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C9DCD87-D30C-F8CB-457E-5C34F1701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7EA598-B41C-B307-AAB4-273E1C3BF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8767E7-2B73-4E3E-DE3D-25C43EE52F0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7CD9D-AF30-47EE-7DA8-FD5CBEE0ECE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D381F-61D1-3251-9AA1-259BF6128C1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B05CF9-5B23-ACE2-4786-FA4C0AE3D7B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4AA70C-85E7-D7C7-2294-19EC3212603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97A859-3400-1E25-C5E1-04577DF1957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999010-E936-5D63-C79D-0AB0E0BFEA4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D0138-41AF-FFF3-86EF-2856C024819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817D0-A21E-D29D-56E1-975F753A58D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B14A9-54C7-35CF-F127-5DD41F33229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898BE2-C48F-17C9-4577-5E4AC9A013F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5E6F03-57E1-5773-1ED3-1234592C201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C1D2FA-7F38-4C9A-A2E2-2638DB68438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8E063E-BBEE-FDAE-8053-999B706AF52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0ABCA-88B7-84C3-F532-3F221600B1F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62B9D3-6DE3-6876-9B4E-0520ABCB9ED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A2DD66-B860-8B23-B03D-F51CDCCC2E8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E3E615-65BD-B974-31B0-20D67C19BF3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D296EB-ED95-8821-7A64-463C9FA827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213174-FBA8-83D9-9038-095BD0DC67E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C2B23B-948E-6035-5313-EEBC9888BE9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E7EF64-C44B-079C-BFAE-408E1D4314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AD297F-2ED2-73A7-F05A-4F68403422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28D9C4-E60E-9D11-50F0-2DE9E980F41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8D0EB4-A18F-5DBC-9B0E-CA1BE0262AE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57C0CA-9D64-29CB-2F1D-59E3D51C4BA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981A01-177D-A056-7F52-77609A10AAF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3BE0B-37A9-C678-53AB-0F3DC579E60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A45D57-265E-A3CD-0F07-B84287236E9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BFE29E-345E-5B0B-823B-02C4C7EA6D2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CD80E2-2B5B-A2CA-9D5B-B2BE2BA5F65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4D1315-E485-1102-7602-700E19A547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EB4600-3766-82DC-CA5E-C2C7E818CD7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3D716F-DFAC-0488-2B49-37E1C6B14B5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277497-71F6-57F9-69DF-3E8833AB9D3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E7BC07-9D9B-246F-B2C3-B9C56E290B4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167AB-D7CB-C5E6-D808-B4E19AF8838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ACE496-B4C9-00DD-AA0C-00463E09C8C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7DBF81-CD67-E5D9-0986-E1D0D7E1D04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439536-47E7-49C6-E901-286899F5682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70E350-4E16-C736-DF86-E8CE0623E1A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9D38CA-4C5C-D7C1-D9E1-A72020C09A2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41DACC-DFE8-940A-0512-E50536E863F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5A2791-B074-5AE3-1A0C-0B6CFF20DA4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F5DE16-48C6-9A1A-D720-02C85EC097D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A24D9D-77EA-C713-7738-5DC8F22FE03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072E13-FA37-996C-07CD-159B3B4DCDC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C6BA66-4829-D445-61D0-0F7811A7876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F85CC6-624A-8D28-43C2-048EE47A8F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C3FAA2-D390-F97B-627F-4BFB9332969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1231AE-1F0B-7453-37EF-94C4C71E5C5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21FFBB-3E64-5D49-1E9E-C4CFD3DB767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48CF45-B9B5-94E8-449F-90B898C719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A05F3F-76C4-9849-0E47-D0BAB84BF8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24813-B7A5-37C2-9CA1-D4C47F399EB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5A39D6-0EBB-4DB0-8553-4D474B39338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AC0EC7-2DE9-020F-00C7-8A5FBBCEFE6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5D2BEA-5A73-19D6-806C-06432BFE9BB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7319EE-6DFE-538E-F090-D2823662E2F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E902EF-11E3-84AB-C74F-B76A7EADC7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4268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A1478-49F5-185A-9338-7DFE6597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3FFC9E-4E46-0CC0-D9CB-99EBC5CCB1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115479-3EC8-3C01-1F10-34115066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DAFE7D-0BEC-A867-88C5-8C542B96B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59768A-B380-5EDB-A66A-CC48DF282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E78AF8-D475-C7D4-3D03-56255E594C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04A600-0713-810F-E5D8-BF2A77ED23F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F47B7-D626-CB1F-7B5C-CA2068C4F98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9E141-44BC-8883-2901-7A4E2B893D9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F79DDB-E560-CA97-0C2C-AB252B9A45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450C20-965C-FBF3-0853-3DD3A1B9C19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BC584-AA49-B55C-7330-D738ED6021D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487E3-549A-383F-1FB5-88C13533D99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4C9F43-1EE5-19B0-754F-E87AC85C591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3C0F43-83F6-3918-D89B-FA54A95AC75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DF189B-16AD-E1EC-0B3A-86F35E78C74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DB52D7-E52A-6516-D761-0EBA7B996D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AB5B5-5502-B57A-8520-55F9F31AF24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8ABE88-E8D2-06C4-8C06-92A7B2CD3B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07C7BC-99E3-D10D-DBB9-3E90CDB79FB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DEB57F-0744-107D-2D15-D6C0C0F13F8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E6BF74-3688-B949-6D42-8BF8E02F10B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06275B-121A-B797-A720-0B39F8BFA21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8D8EC4-07E7-E7D8-FCDB-BDD06A5166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7BB5C4-0B3B-FE53-A2A9-0D7A0CD2ECC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4F1007-7145-FB29-BBFF-F70F6EF0DBB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2BF6E8-F305-A9AC-C2B0-DBDD456AF04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0D30F4-F950-F629-12F3-85120D896A9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7AFE15-2F24-2C26-3995-DC85C37DBAB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116391-6737-BA40-6CC7-0617661A1A2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5F6AE8-8DBE-9253-B696-ED31A95CCAB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763857-B643-A727-ACE8-13BE5699614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01A82F-E786-0420-8700-25CEE03556B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EADFEC-DBF1-C354-028A-58F1E1D5F4F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E4BBD6-EC93-40C4-54CE-EA5A0BC502C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D705D9-6424-8603-32E3-0720F85B73D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BD633E-578F-AEDE-978C-2CCC6C00289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30BA77-63D6-1E19-6359-24D9D63ED75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50A53-157C-AADD-59A6-571EAC8A648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1F8AD-826B-4D5A-FE1B-32C2090068A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0FBA03-40E9-C594-E960-DA6878357CE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47D754-6438-55F1-B8EF-0D90E9668EC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97205A-9A95-D639-CE38-82F85034003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3A7E83-9F0D-03EF-2C85-5EBD04DF124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32C3C4-C751-D451-B13B-0FBE426DB9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A97E8B-4109-E00C-A9B7-C84ECC7CF12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3EA311-81D1-17C2-B4AD-A491E948865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6E9EFC-7244-6B9E-064D-998A12E27E7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BC4104-D39F-B21C-D512-0D597B99178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10D58F-6FC2-CB33-1F0D-68C0CF99F27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CCA9CD-586F-FFDA-2A86-33E10F32BBE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DA4DBE-9BE0-A88B-75F3-57C2100EFBF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D6811D-028B-7503-A4EE-A467DA60648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0C7FD8-1464-E9D3-531A-47A83E9927C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EB6A84-4E6F-EC25-BEB5-54BBC08BDFC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A8863E-88F7-15A0-8859-032C5F89AAB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568C1E-BCA9-0E20-C0A3-DF5AD273496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2C568B-65AB-E2B3-DA4B-AD558B343D5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5116BB-CFC9-A0B0-02F0-C5D3B12EA2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0AD41E-10B6-2172-C5E6-5E2CB8A37FE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B37CBE-87A0-A011-4A44-19BDC0022CD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3F79F4-1B91-AA28-5D5E-4738F9D5C40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FEBBC5-C588-0D5D-EC32-87A0899FB6E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F860FE-1BD7-EA64-2421-40D2C632442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ABA9E6-1E1E-CB90-F741-1F666BA1DC1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87E9ED-1D17-5E16-928C-10B7A760CA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22934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AEB3-CC89-A63B-4A7B-FE0C9AB9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A8052D-FBF6-0B37-488C-7ECABBD822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12E845-880B-5190-4F1A-D2F8901DF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8E192B-CA78-BE88-E5FE-62EAF9BEF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A74905-D224-F584-93F0-4D14E9CF8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3AF17D-1478-13F7-18A2-F1AA48C5F2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0F6CF-8FFA-1770-87FC-813EEEEEFE8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1DBE0-1498-1761-A738-70BFF260C83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7CA412-A5AA-2D67-6C4F-0B0197C926F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F68CB-DBEF-439E-6FDB-CE1CEA2D98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DECC8B-F749-74A3-185C-56D3215DBB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C0510-5A19-6956-404B-DF0294A22A2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61CC31-C9AB-4842-0420-C3DD88FAC48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DFCC51-2DD2-68F3-CFDD-679D4CC490E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8D6A2-AE8B-9430-72E2-A0CA401D7E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311982-255B-9265-18B8-34DFF91071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B286D-0D61-8DAE-6A97-D64014BA1E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923E0B-2C1C-213A-9D46-A217FE6D407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1FD63F-2ADB-D68E-3A28-A9E59CFA259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81559E-F6C7-5E90-4A79-82CD7CD43A1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F5F26C-04C3-551D-8C30-3C049F9C431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946AE8-9998-E7C6-1E8C-A4E97E7E3F4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3710A2-C038-76DF-CE2F-704A9051C2C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014B89-E20D-1EFF-DB26-ACF9274862D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DB8CB2-1FF0-D7FC-9621-322DD3CFE88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030EC3-38B7-3CD4-B376-22DF507056B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BFE4DA-C9A6-0153-EF75-38008F59AB8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126C9D-33F2-D9A5-6014-A91E0BBD9B7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848A85-D6B7-055A-D97D-F32C293461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148605-D4B5-3A05-DD9B-908D91BA5A0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98935-6633-BDB5-CBEA-55447841D5E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7332D9-F4EC-AC5D-548B-D16399BFE9F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2E4868-45B3-CE02-36E5-3761A38AE1A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D7229D-4ED6-2E12-E45B-2CFF534910C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6B9275-6768-9368-C839-8EFBA39ED7A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CD0609-22FC-6729-B07F-3B832E2E02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DCC7F0-A78D-5D5F-446E-E27DCFC7FDA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477662-F2D6-6A9F-7C32-E6EC5D3AF32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0D8D50-B43F-25C1-BDA4-077644A980C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D3146F-06AC-FB5E-DBF4-0C62934DE37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549E47-F124-8462-72F3-5923CE38B28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41B7F7-BEBE-CFEF-56D4-40CB6309D2B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6EA61A-50E8-6A9F-A1FB-7947338314F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AFE113-A49D-663D-A836-B2ED8AC9F20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B355A7-3F5D-6044-3CA1-2F29A63E7B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110B25-69B5-3817-60B7-2FD6433EAC8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A586BA-AC43-4F9F-1658-642B934267A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1E53B1-EC97-7D31-D92A-39DC5D70D52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6056E0-976A-7085-152B-C9603992818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A36BAC-C8BC-6E75-2722-211DF178698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338D16-5D05-D9FF-D2EC-831C6B542DF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F55DC1-E619-B5BB-E9F9-0AB69EC750D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997F2-963A-2B54-9503-BE65CF0BDC3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A3C3EA-BB6D-3D3D-F46B-DEE3283DD3C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07FFA4-B9BC-0F61-4E7F-4DEAAC66244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E653F6-AD91-BD09-6EA9-F6BE1CC97FB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AA3F0-E261-45AC-4B58-F05EE42D240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006B4A-CDC1-EC42-BC24-2712193134A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823014-CABE-E69C-A7E5-3D866FB01E5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B4EDBA-04B1-4190-347E-26550025AE2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615A7A-5BCE-CA9B-C046-3B8EDB1DEA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FB8527-3716-81A2-E8D1-E0CD1CFE759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9F7499-2125-41EA-D2D3-A866C5315FD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E557CA-8C21-314D-4F82-39D62DA9A24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B1A680D-B3EC-3431-6473-C31DB4F9D4A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F94A16-2B77-EBA4-9C99-3C076A20215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69458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10CB-F5D9-162B-C625-06A90DAB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C92DC2-EA88-E0EE-41A4-17F593638E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58551C-2FF3-879F-F808-CB536D07A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C23613-F881-29C7-FCC8-0B5ABF976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44795C-4C18-A407-387A-6F188CCB17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A0800C-F9F2-2221-E2B2-002F33988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9C6E1E-E7E4-CD95-6626-6967A7AA4E6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9EA95-1ABA-B91B-7386-E6AAD63D438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FC2F21-D5D9-D519-08E4-13F0F81F7EB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0F26B-C9FC-0F24-663E-23C8C5B5ED0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6C6937-935D-028E-1FBE-CC3D138551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E141CF-1520-5E73-C47C-EA41D88BB2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AAE79-1FB8-5A23-D9DF-2E95D8B7450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E6F32E-AD7E-796A-E971-B0CFCAD917E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2BACD-E2A4-93D3-1D00-E98B534D20F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C60D4-FA40-96BA-5658-9E20FA17D2F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8749BB-FD81-C108-B10D-E75959DEE87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897AA7-D634-2E97-E4E1-04AE768A13D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64AB3-4B88-A8B6-73D5-B13F6579A13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C03FED-82FF-985D-A1EE-7930FB1113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B0258F-8B3A-5A11-F887-0D91A7C7126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C27569-B91A-CA0D-DE53-C863F9AD529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638B65-62AC-3AAF-427E-D11875863F5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85A1CE-25DD-9269-124F-EDA0D998329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2CDDE6-09D6-FBD0-9EFF-83B37DD65FC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63659B-8809-34C4-99EB-EB1D46787DB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43F650-C73B-F8D0-44E6-2DBBEA2BD58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64A906-EE0F-2C5B-30C3-CDA90479E5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7D562A-3F2E-6C16-7D0F-526FD746578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83166F-1DA5-95CF-A627-7B5516EA855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6B53F5-C66A-3900-CC2E-CE5C8646B8C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E15D86-10E0-924F-4CEB-0713823446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434B6D-EC18-1E7D-0B40-7AD8B930F97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2EDA56-234B-A419-3475-4D7AFA9CBC7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E68809-52BA-0D5B-EC8C-039D10D4BE7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E4A224-5340-B24F-FDF8-FE3BF838679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64D80D-7F1E-6632-869B-3920D54D2EC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86BBCB-9054-9DDA-FD8A-6DA0DE7706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02423-9FB9-9C1F-17D6-0E7C5695781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2EF8D-CE17-9D7C-B060-A57AE5C7A5F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BBAC1F-D791-3FC9-1323-53DB0844C44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A1A125-3A7D-9501-F24F-FDBE8C27D8C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F5BAC2-9E2B-7DBB-C235-28A1CFAEC10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17C7D1-A33E-AD8C-14F2-51AE8D60A11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272FB4-63FA-6EA3-1391-90C7663D98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860499-0A79-4718-306A-7CF9465BA13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CA21E0-05CF-F77A-D19C-020C8E64001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AA4DFB-B951-42BA-7AB6-3B528A75A89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E43009-9D8E-173A-1F8B-AF81C59920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DA611A-1A5D-D704-464B-B326DC772D2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369173-5FBD-A9C1-2F65-8774466907C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42E6B0-4715-F42E-C5B1-8FB02D6B0E3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327E95-BE5B-04E5-5A4C-3F831076BB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A644FB-C4AE-8E9A-5AC4-1C04CAA059F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D4E047-46B2-606D-7671-0E8AFE5CA27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1BBFE4-A8D2-ED41-E913-573EB786A6D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4E7398-3C0A-3461-F673-2B1ACF7C140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5AAC9B-5179-2D21-7712-2EA2F0EA1F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A9E867-BBF1-6801-BB38-2F2480A15B8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3DE37F-247E-96A6-9327-9C67A81BB7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6BC585-3BE8-6802-883B-1DE83C9529A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C0805A-1BB8-2BC4-92C5-96050755377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D48580-DFFA-A04C-D0BC-3EE9411F531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E19917-87F4-C9BA-5049-2C862D4A5B6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9B2560-DA77-551C-3941-61797F34CD9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62E05F-5DF8-BA8C-D35D-607BF7C067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DA31CB-C526-9132-5E49-ECEC09438EE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2DF1CE-4FFA-AD3A-66F7-C14471CE6D9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319CB6-5F75-1594-B319-5C953E8799E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109213-4FC6-7DF2-93FC-4CF5D84F348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C16B14-15CA-90A2-3262-9B0D27E264D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F39019-DC9B-9BEB-74A3-87323CFF932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632028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8053-D9CD-5F92-0751-7A5FDC2B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7B31C3-59A2-D2ED-F4BA-CF785AA081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[17 in 4] is 3, 4, or 5 plus 13, 14, 16, or 17.  16 and 17 are not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C6D435-831B-E126-E398-211C4410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F1DF6C-E6BD-A5C7-71F5-0C155FD3A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2C7DB6-365E-C942-1E2D-DE546CA0F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586DC9-F9F1-878C-47AF-28347D222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9D1A3F-C8D2-4A73-DDAE-61416C6874F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9E3CC-CDA5-4B8D-2766-4FB99A1172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36C72-FB42-36A0-6596-2F5362F502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FF844F-5E39-76CB-E336-30ECC354505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91EF19-3F22-5862-87EA-867992DC427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9E88EE-F601-E8E8-BD3A-F48AB0F7E76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24A05-D69A-DF37-86A4-6D6CEC73C01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41FAE-71BC-9FE7-7FF0-FB80B6F6968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826D2-E9C1-6D2D-D147-6673F94765B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2910B-BBFB-7072-9AFE-BB689089210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4E3914-D46B-D47C-C2FC-CEF543C62F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91E29-803F-5E24-2205-9CE73314935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DE9E69-9EE9-BE9F-8258-BA63F8118A1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5DF701-911D-C321-5647-6E6C9D91BC5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214C22-B6EB-E6DD-136D-357833EF251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C1FB8B-EBCA-D7B3-28B4-70D6F500A91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056A8E-3274-ACC0-C6A2-A882B475B22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0FF45-2B74-0C09-CE9C-3BE7EE7E957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2E37F8-D3FC-221E-A32A-B4117E0FC00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304EE-7ACE-FF20-1A97-FE54F463672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BD36F8-8948-8A01-8984-36D142C1D17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3DEA78-D175-2569-3AB1-91799B1A209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2165C0-7EF2-38E8-0B05-C8364DAD1E7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DA2B68-4E41-94E9-82E0-352FBCF71BA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FA0B71-9E3B-C834-2D40-F2F4693F6DB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CF9C40-6540-543A-F921-1669879AAA3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2C22D1-54A4-90B2-5878-037D3A78CE9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93AC23-9534-E32F-8FCF-78F4A489201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5E3385-90BB-0612-555C-1E28EDB4D02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3FE1F8-C9C5-1F23-57BE-C2CF68C8AC8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0BE651-3455-7EB9-61D3-032A13F1248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AE4C6A-891C-DA1B-4DBC-88E0E137412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1A737-EDCD-451A-0BE2-79F483D2257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62249-689E-230B-409A-47DE3C40161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082A51-2CC5-7689-CEF6-862639D0C92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1624BA-7589-CEBB-BB26-BDFB4FC4B42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9E77D6-74C1-AEE6-8D9D-CCD3F09643C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25FB8F-0686-8576-0D68-9A9BEF37AA3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DC1A6A-9BE0-9DEC-4BF1-3050E17EA31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A6C7A3-30D9-CC1E-D7C3-4C918A7D220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F4CA9B-5D57-FF6C-DBF8-D12CCDF5426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047BD1-A1CE-325B-17F8-44F081C1128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30B201-F7A3-6128-F2CA-7BCB3C23764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783A4F-172E-510F-E65A-45C23494735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1DC9F2-30DD-9B59-403B-31E317419B4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64080E-DB0A-A705-BD10-E1290749EB5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FD1376-F857-E0B8-3198-969F9F1209C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6EC57C-8689-894F-C7AF-DD850629738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AEB647-4864-C15E-76E1-0F1994FD306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6001C6-7D90-63DE-E439-28DD4ED0C05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E0A723-8797-CF41-E1BE-2449A2A8759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E19DB2-5341-5AAA-38FD-16D52C5C64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550607-9E3C-96DD-9670-09A7122728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5992AE-905D-C6EF-C6C5-DBCEE25F9A5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EDDA3F-E5DD-CD0C-D69D-C71E51EA636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54EB2E-EE2B-7EBE-BE23-B03EBAD6202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8E9B8C-D8EE-9A1A-8CBB-28A6A41BE73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0C7C73-A12C-645E-0CB0-9AFE9D32A7E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7217A1-BD7D-0FF1-F52E-A206B7BA3A9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255742-7D0F-AAF1-7661-D44090DCAAB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D522E5-B4D0-119E-30A9-FABD5BF388A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89ED7D-7F7E-9F35-EAAF-2B4FC4ABB1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80A452-951A-5DA1-C2A1-E20C6518130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CD924B-893E-7AB9-1BEA-A7EFBC14C27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062DA9-4003-38B5-03F6-56535721345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29D6EB-5482-B8DA-9550-CD4F32F5B2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12527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BEC1-7630-36FF-4384-E28C9552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02EEF7-F251-608F-3522-A14258FDBA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…5 is not possible, either. So [17 in 4] contains a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B5230D-982C-797C-1E7C-4DE324C41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112CD1-9763-0629-03C5-CFB8EB290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1D0387-00A5-B2DE-837C-1DA8014A0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B765AA-F794-D413-5E53-F0E03C621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58322F-F87D-C3C5-1C25-F1D8E3ECEF9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BFCEB-B212-0E64-F6C1-B0AF1021FE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C2955-D12F-8193-0397-A11F5635985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644A87-AED3-0B9C-B113-7D06D1C57EC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7172D1-CFEE-DE70-496D-4FAE5EEEF23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254F5-B359-783C-95EC-8B5DC46FB2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54A48-3DBD-9132-DA78-49E16A723B8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346B90-94FE-DF07-BBB2-80D2A6A48E3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D86C3D-8FC8-AAAF-407F-7ED6B8D7CE8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B08EF1-9E3A-4BCB-24CF-B2895BBE5B4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DD4783-3FC0-0536-42CC-3880168DD7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39399E-2670-2266-7217-BDF2A250F1F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330E56-74AF-DFFC-2EC1-3E9823B878E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01B383-B125-CAE1-CD38-2FFA8B758F2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349C9E-0D7A-5D26-10F8-7AD61F754AD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14D226-70EC-6AF8-D56C-B6DB3DBCFF4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256D5-FDDD-C714-66F8-653E043EC7A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6634F8-EC5F-101F-8F51-BEC260A3DE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0D5088-B53C-9138-76AA-33CE23D99B2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D71342-AD27-528D-F7E9-F374C42F7D7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F5FF57-969B-ED1E-6D86-7EDC08FFCE0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2AC92B-A58C-5C31-FD9B-23825CC08E7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B913DA-1A00-E4B1-E740-26BFFB7207E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F91D52-1036-0BE8-06DF-0F08F0B456D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139D80-DA76-E086-AA75-99B7F6F7A99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170A6-BCD1-9E94-9F21-5F4CF387DC9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3C0498-0A35-A8D8-4B11-64249EFA036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E1B82F-4550-C581-EC1E-B569BE79A7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2B7D45-601A-6075-D598-70CD6E7ADBB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5BA69A-0958-F3D2-82E3-BF5A8602C0B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BC46B4-ACFF-4268-58AB-EB666E578AB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C7F9D8-3AFA-8194-58FD-AA1DA54B34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CCBD38-6DD4-31EC-198B-6D00050131D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23D21-4F50-B222-5EEF-5DE831C4758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680403-C023-CD28-21DE-2E1EE0BBBF2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BBD8E3-4B9B-1733-0212-2576B0C36EE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DAE996-3AB5-DE65-2C5A-0741D0CCFA1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4885BE-D3A3-13F7-8A19-4E4D218CFED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D6BF80-387F-F1CD-B90D-49DFD9E3D80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D1D11C-15CE-7A53-69ED-A3AA4D57A5A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2A81256-FB33-DD40-F2F6-8127A267091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CC936F-D98A-311C-C22B-A390CE1494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726F01-73C2-64EE-6F4F-19701459F9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226975-98C5-3771-377B-4EA30461E83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17E-5FBA-E84B-2CF6-7B02BD6AC22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CC3D9-891B-4C68-5B09-761DD16CC2F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029664-9A3D-C723-B514-983D72EBACF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B4FDBF-7651-EE7D-8BE2-8AD3FFAEF45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3FBE3B-8814-07CA-B31B-3F81DCB1488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5662A1-17E5-75EB-00E6-1E2563F8ACE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A0BAAF-CABB-93B7-6242-35E93507074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1E8709-C8E5-9E9A-47D4-8474A811578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2F39536-02CD-FF39-5076-B379CFD4700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A43C03-0A2B-CD57-5E69-103861B0B67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04C68B-FD78-3F5D-CECF-48F425722C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83C3D0-D58D-5F43-B4F8-2E1B7E7BF49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F13D9F-4045-157B-9EA3-45A692B81DD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835239-D9EB-3061-FCB8-89A7C9661AF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C051AF-7758-D0D4-CAAA-873AAB1FF85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59E870-3F82-D445-D905-E318927EE5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2CCFEE-3F45-7694-B52A-A985E8E8664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D4943F-11E7-D2D2-DA55-57B78665B4B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59956A-D78C-1075-784B-EB4547C6A00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B0DFE8-7804-A340-0129-08C5EA2C4C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233665-EAD1-1F39-EC64-C3238745965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11C7E3-7A22-0CFD-F3DD-71D30F05287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7607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6C83-5D85-7019-3D96-9F27F82B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8A4E6E-60F1-19CB-D7CA-7C7A1CF86C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B12AEC-7FFE-9896-34B9-EA8007280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6C23C2-9492-B16C-C5DB-8CD1910A1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C00012-A1EE-5117-5226-7BF0306DC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8325B9-2548-6EBF-54BE-5957208D6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F5F162-A4A2-C380-6FF4-C270F5C75DC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A702B-694D-356E-BAB4-E6AA880E75E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7ED705-072D-9614-18BD-2CB16B4E76E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2C445-7B51-47D1-A032-16B322FC06D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3FB886-97D5-588E-422D-C225F76AA88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9A7AA2-9317-A168-228D-72F7F0A2EF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E93D80-F422-C9EF-AF6D-AC29ADF76DC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8E24C1-EBD7-135A-81E7-0FF4F50E115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F02EFD-571C-4FD5-649F-925EE06BB68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47AA31-D208-D503-A1D5-5010CA49D30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76A87-8266-BFE7-5C7B-3D492F2BD9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574AE-C0F5-F8EF-A8F1-26856932F7C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E45690-F924-AEB6-DB57-E0ED078E793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0911CC-3B77-2342-8996-04B6B6A7BC4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DFE449-A32A-95F4-CEC5-C97EEEAE311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228A89-9BBD-283C-3841-C84650C60E1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339C16-AD3E-4BF6-597A-CF118B490B4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0890D4-366A-F1BC-9AA1-7BDFD1E7B05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4B900A-D4E2-0FA8-5B79-985468E8B97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49B601-11B3-957F-E636-64F41662CC9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004F28-D62F-371E-EF81-2C9188D11B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A1BC21-3A1E-ACE3-C1F1-BE999E9766B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0C1755-E7E1-80A5-45A9-B7B3540A02B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3A46AA-9B0E-D0C7-C46C-384A1E95E39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284F1A-75B0-3A7D-D450-B0DF8DD4BD4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3A7E39-1980-7EA9-AD91-4E2523710D7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AFA8BE-BB87-5791-B52D-EBE464B04B0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1A9860-388A-4C24-23C3-356C65B21FB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E88E0B-A6FC-10C3-685C-AF19978AE7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2F62FC-E317-F7EA-91FB-7FD3C9280BB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3CC71-E814-3223-C44B-A67A8B836C2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47B241-C566-8451-7D32-5FD3FA91110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31B6CC-1557-C555-4077-F45864343DD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E22095-9156-A4A8-B776-6A2EBCB2E42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2E19DA-03DA-FD25-AC07-CE4721A5D02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A012C3-F93B-F1CC-8DFC-7A9D6EB05E8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56D927-F235-1F4B-D8B4-6276890553C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02ED54-4047-7993-EE9F-8F739EBEB86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1176E23-7F10-0456-B35F-CE8272501A9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1200B0-3473-4DD8-7039-83CFB467A8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6D3ADE-2816-4F6B-C46A-2145943E1AB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D3D44D-3C88-D25D-9FEA-5A8C457F7CC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011E00-E8C0-5FF3-C454-1E0020E9802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9A8043-3692-9912-E9A1-1BC23BB33ED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AA7448-B298-40E1-6FEB-0B2FB1B9988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63103D-6DC5-D97B-F242-F28C980238B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020F36-1597-5B6B-05F8-B59F0F7274E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5835BD-B2FE-A31F-6375-842C55AE34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2F2C4-2E20-657F-238E-3FE3C91864C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343CFB-A636-6923-6E90-BBF3BBEB51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1FBEE9-4578-75C5-0E2A-7B112EB6B60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9C30B3-9E01-4B7D-99BE-40F723A672D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EA46E4-ACDF-FFEE-3944-34C79E67683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505EB9-1F25-00A3-BBC9-E2A7ECF6EB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2EE93C-D5E6-FE7C-68C8-A9EDB5A8896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61A592-0C06-1DA3-DA1D-72367095BC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580948-1BDB-6D69-E081-B54BF3A60E6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F45F16-A968-5026-7145-C8C4BC2E6F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A7C382-F7D4-DA7A-899C-02C3DFB2233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4BF066-9670-7009-D8D0-0D82476A0AD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F2852F-156A-1288-7858-6F28221E131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83AB68-DCDD-4D87-3605-627609DD0A5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670F98-C978-F68E-ADAF-200450A2DFC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E97471-095A-9BE1-3854-11907AFF9AA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AA6F4C-EFF7-3780-63D9-4FBD2F0D3CE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441EC2-DFD6-F11F-CE44-765BF890EEB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35798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7BEBC-F396-12BA-637A-9873A311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08C890-8ED0-3D4F-34D1-5DDAD541B9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D5BBB4-CC19-5121-81C7-78EA2F842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7AA9757-CAC1-0A7B-9266-C26F82792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EDE76C9-BF2E-2F47-ABFF-5FD681620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05B4D4-26E5-CB99-FF33-CE8E6ABAC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B9C148-1D05-1DD7-A347-D6DBB078344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B5951-48D8-F2AE-D3C4-A46A6F77A9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07EE3-6E8C-3E19-9A69-3251F4E23D8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EB0AA-7086-7709-7630-30500E07BAB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4AF27-1DBA-31C7-1A4E-003B5C2478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C87EE-07AC-3B2E-5FAC-8DDFFCEC28D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8A6B18-48AE-F179-AA6E-73B56E8BD89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87E18-AC80-D9D6-8701-B22121D86AE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1D10C1-7049-7F1E-9CC7-35C1CD7E23E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B8555-2A6B-95CC-C1C1-CB0C673F2F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414AF-B7F0-CE1F-7302-0D0AE192B62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A1F31-02BA-F374-BF34-4BBD37CAA18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CB58B8-DF5F-7EEE-5467-EB1626C07BE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6EC08D-76E1-5C4B-FB52-1C5906BEAB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513FCC-219D-CF8A-11CD-C8A6EE3B6AA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ED0194-0ED5-5A7A-5B6B-43C63B3D51C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97102-9238-971B-3C72-E1BF32FBFA9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A883A2-88D5-13F3-4D67-48011D06430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0442BD-DBEA-9F1D-C433-771D9CE52A7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78B8F3-C6AB-DEAD-8F47-D3A1792C59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128377-E053-FB54-D7B8-15611F5A837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6C4F0E-7558-2B01-9EE1-B85B6BDA5E0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CD846E-741E-BB80-3290-1723322EB8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B719B1-7B25-608B-6843-75A28B3475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2900FA-7897-65CC-821B-F4B93E139AD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C6755D-209E-0188-F901-CFC5EE6338E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5BBDC7-AB1F-88D0-5776-2E9A41E13C2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B8F43F-8F68-A08A-BEBA-F5F5754056E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711F43-78FE-544C-F086-09228B358C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8C7DF2-C835-B7C1-9BFE-D2976FBF15D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979ABD-7D11-86F6-1540-79440FD5F17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5E832-BBA1-DAA7-07B6-F58B9F726A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B81069-5402-4044-4C59-8DC54CA2E65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C516C2-82A1-4C23-1BB1-C1109DC3EE3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A201C8-7C7B-1F14-ABAA-A9FC3FD8F10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BFEB80-B213-DDD3-A2DB-0CEE45ADB60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FA8665-DD20-7480-1484-2DBA4A1D094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EE6E53-ED4D-834A-0635-E15C651B4CF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B4D11B-6282-2164-0828-1D03D98D88E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801A62-756E-ADA0-C14F-3C2380C1D13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F2C7C3-D945-F748-0FBB-563D08A2E5D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B9D27A-590A-288F-84E8-9A8057EA1BD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8A9AE-FDF1-D420-DA74-D490DC2E1FF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24DDE6-8D3F-359A-36FA-5656A059491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A2CC3E-8155-E8C5-28AF-A94A965FA5D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64818F-5259-0CAA-C97E-6A30DF66CF0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8DE7E0-8AAF-79DE-37BB-5324787FC01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160A09-F2D2-B2A0-A0FD-989A5204C56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F72D19-07FD-677C-3AD2-B331CC9EF82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1EFA64-0A52-16E0-389F-1E5357F2D8D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6CE5B9-2A11-E295-D9C6-F7170F4E807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36D5DE-C598-54F0-12EA-7B1B5B4AC74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E01313-54A1-984F-7381-F750175833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62CD88-A83A-BAEE-082D-00BC8F2A5F7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756F98-BE91-74A6-8BAD-10193948761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D3FE10-D874-5F4C-746A-AF9FD84F356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CFCA39-AC80-317A-3B43-595DC6A3484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6D80ED-17E1-1552-AB8C-2AEAB587292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404462-21B1-715C-F669-36B92778880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601C43-0CA4-5483-75F6-E1BBF89ACCF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94D56E-733E-11C2-4B6F-42E133AC50B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60EFF0-CADA-7B3E-0E81-0D89027EFE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50ABE5-17B1-30D5-F63A-4307FE39BC6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41BEE3-7DBE-C851-54C3-02016CFEAB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4A558E-DE38-347F-6114-270F71B9DF7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48F757-6F29-A190-3C38-01D4DFC750D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42606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14B8-0151-8615-D87F-04071C2F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6E35F5-B5AF-B033-93DF-6EFBEBC40B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BEE1D8-A272-E8E5-D1E0-8529ADA0D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9253B1-F02E-229A-CCD3-48CD297DF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E609E0-F22F-E7B3-9576-051CE7634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5BF3DC-3DBE-E861-1C88-B6B390088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C5E2E9-AB66-2245-7663-741F6BF61DA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30E254-0721-2B5D-9286-5DCA00C68FE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1C461-2E22-61FA-9CFE-E54D4EF783A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60D6A6-9C89-CDC2-5FD1-5B19545F8C6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9B9171-F6F4-99F2-2506-3A7860FEF5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D5B48B-5606-58AA-8A14-441310306A7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3B183-D4F8-3977-DB80-40798FDB45E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34880-7B6B-6BB8-618B-1EFEDBF29A8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7FDB0-55C9-1ECA-15CF-5A345F76D2F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CE0F5-980C-FE46-27A7-8ACB44631D7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9C4E19-7E3E-9094-5D9D-91303ABE9A0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323C9D-1586-668C-7004-47235DF67AC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E81D58-C596-748A-B5F1-7C4A9EADE5F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2ADE42-0EC3-2A0C-E05E-7D9E9E6E010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9C4F9D-46C4-D8C4-899B-406364404B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1B014C-D269-E334-253D-14676841EB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C7BB43-41EF-3AD4-7299-492D0E52542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FE0B90-53B8-F201-1DF3-173029E9275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C01445-58EE-4511-467A-941DE91CFEB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AE8D31-4C7F-6648-5088-EC75E04696E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2AD3FF-4B47-CFFE-DCB3-2AE3D0F1AA9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3EAB74-07A5-BB24-A153-370A0ED4E07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70B8D-2F30-BFB3-A68D-126430E1C38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E1A7D-EF65-7B4B-84B6-67269110C8E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520B11-D79B-3606-0C80-109F7E1D0DE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94A11-A452-146B-1A88-936F80DDA8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CE0A87-658A-478C-428F-BD8EF431B6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B1E42A-CBB8-FD7F-2127-6882F33FFC9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55F4F9-A8C2-BAA5-CCB2-039F67F10E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CF6017-4BE7-4702-F882-4B673CE4537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565F5-0767-77DE-0C6E-3793D1EA60B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27A5D-0F7C-60D0-8B89-0A98D07D803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B25061-D3D3-6736-185D-940DFC13FE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453C01-384E-83B3-BE90-DB4A3D2FF61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1DACE7-98C1-95A7-DDD9-1C39DF483E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B7F299-2BC0-DD29-5681-C773AFA8FEE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67716E-2748-696E-957C-06FB2229718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67335E-7D2F-D854-6E30-A3741A7C9C3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0CE7A0-2ED8-8260-98C3-C70DEFE0AA0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30FEBA-DD52-0728-59EA-F22B6EACBC0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1F4A0C-31F1-D826-49AB-88DDF77A0C9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EFD39E-4374-EADD-CD21-47E255B51EB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54C7BF-67A3-0912-C62C-D667D8EE0FE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20E63D-F340-1FAE-F47D-1E0C9EB8446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89196-9173-BC51-A5DF-56934FBBC55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724ACE-ACB4-DDE3-01E7-E2F20E7B517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71D2BE-C65C-2229-F28C-2BD5705BB97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879487-8F18-3FD0-7293-1639F5BA5E1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F07AA4-EC5B-E0B2-283F-96826FCBC0A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D77638-ED9E-A428-2FA2-AADEF4A0813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302C1A-4C8C-87D4-8452-9C40EA68917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B0B281-6120-958F-ADCE-C8B0FEB4BE3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33BCE4D-9A50-1022-B4E3-BF3C01D9AF9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F04CF3-3FCC-AA0B-68E6-10682BB5FA0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E66A47-350E-69C2-FD4C-7E8AB0008A9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C3D800-85BB-D12C-603E-669B4D9F543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B04046-CF2F-94EE-B1E2-ABE5CF27006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E1A71B-68EB-B6D4-A0C5-BB1D8418BD5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124155-E0D0-E728-4877-B599747CF09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008654-1B2A-C2CB-8EF7-9DB2521D17C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746AB3-F645-6627-E29B-30DA1AAB49F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085AC8-BE75-645F-E1C0-5BBE756CD5F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E19857-DF7D-E4C1-27FC-0F6B734B73E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307757-5AB6-FA62-95AB-0975498548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ED14CA-783B-C5CC-6AE7-0317CB222CF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10EB9D-D6BF-30D4-EEA8-B328E101FE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5876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4B83A-CBBE-7A1C-CC92-0EC2970F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55B135-C5D1-75A3-11BF-AD7D12585D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3DD50C-83E0-7DC2-27AB-11EA1277D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50FE14-4029-8738-83C6-E4B0D9614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B62DD4-3656-4F4A-5D2E-AF41D9674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C57EED-419F-B6F4-3251-BAD99D8D9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48C9F3-EE8D-1187-A4DA-3F562AB9281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A479D-7856-9B1D-5E87-538EBF92352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95223-AC64-82A8-4E3F-528D84D95BA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C3EEE-4C49-56B3-E2E9-D569FFDE2B5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89AAD-38E6-B8A5-9D39-2AFEAFBEC1A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00B4B-B00D-204C-EF45-3F4C4DCA6A3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21ED40-5AEA-71A3-F74F-F99A4BD0CC5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4AAB90-297E-868A-2F1F-692F2D7B3CF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60820F-3BD4-19AF-0B0E-64BE8C9CAAB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B9C622-8D00-BC6F-2BE4-1B7E7316ED8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DBEB42-DD5C-CB2A-976D-25ACDA43EC8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41D63F-2535-BED8-0208-D64051B6B31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5B156C-E962-F025-F77A-94986826C7B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9B79BD-07AD-3D30-3712-2F0C3638920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BEEDAE-1C36-0821-1B61-229EE6ABB38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CA44AE-A9C6-2272-E98B-3B277FC134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32547B-D8ED-6EEB-EDE1-FFC98299BA7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1996E2-A64F-F5D2-9CA7-44EE6A1F179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D9C8ED-4690-8261-4D37-99207021CCD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E2D93B-9FB3-E3B4-5FDC-04E064429B9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AB9DAC-C517-7421-C872-4E96B4C4A4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487A2F-F71F-6C53-957E-8BADC1EECFE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B9CB39-A517-0E7B-9E7C-04DA44E1A31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928190-3741-308A-1FE0-637E2BFF8B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C84738-3566-9E7A-4627-B53A62AB2B5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268BF3-7FA7-8586-80E2-E99DB3F8AD2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DEB909-A6E2-1CBE-1F40-3129407A699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A1CEB5-A88E-ACAD-B9D5-7103E17CFD5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DFA58F-616F-30E9-1CC1-600F15D00E3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19DFE0-5007-FE75-1FF6-3D4B2B4EAE5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3392D5-618A-A40F-78F3-DED02AA1E44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47488-237E-03DA-B5DF-F70699A951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108B0B-5A97-F6B2-37EE-6DA3D77F4B2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CDF1AD-5FB3-F82F-65A1-F2A81025A3E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22E795-822E-134F-48B5-4D76D7C3409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B04985-CC64-ACB9-F550-A92D47244EF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5A6459-B27B-D551-299F-8CD7E64C1FE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CB8176-A1C4-79B7-E5E0-A6BE015338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80DA5-4C5E-7BCA-AC53-D6EE999DE92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381113-E990-8CCD-C1AF-13CC37FD8F5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456EAF-09B5-1FD9-7A1B-B67D905E7A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22825E-FCCF-CDB5-9BBF-5F50CB7ABD4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372D22-EBC9-4CBA-E686-0D187FF6279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C7B1A9-819E-D67C-5E82-D56CF85775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23B9E7-A45F-4FE1-68D0-1BF65372A25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21A336-E241-2199-878A-6067EFDB7E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829784-39A4-0899-6785-BE3F9C12F42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EA70A1-927B-3581-75DD-8CC25E36DFB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2FCE05-457A-3E41-E7DB-A4677074A6F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CF2895-8381-098E-1A36-E6820EA5742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739BAE-25BD-7ABF-E03F-E5228D89298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DCE0BB-4116-F844-68C1-FFD9B02200E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970728-18E0-73D6-1201-F5B171D4D5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5D6CD3-FC60-9A50-6CAA-472F0C50CE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B607FF-83F8-D78F-A3AC-10D62A57A51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33ED5F-4913-9E4A-0E7D-7339706A35A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473553-9B5E-024A-DF67-14DB80EC2DF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B83939-596C-36DE-4D01-DD36502A0ED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D9E19A-A1B3-4138-087B-284BC9E4CE4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2ABB43-17DE-6DCE-2789-6BD2E369368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B68936-3C13-EBD8-00ED-451319B670A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887AD4-420E-FED3-7860-B47FA1B77C4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564563-145D-D522-5C45-21CF1B40143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751820-19C8-64BF-C46B-CEDF9A892EF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4A12DBB-BDB9-E352-53F4-BBC21EBAD08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FEB9A6-7DD9-B434-7F8B-FB13508438A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7028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49A1E-21EE-CB62-5111-32003F83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F7462D-8088-2A6A-1839-F9F50B08D1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78DB7B-2297-DF2C-F457-5FC572C69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52B1B3-F4DD-B325-A166-E85B9E258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91B18F-5FC5-B656-E81F-C15022F00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53D353-EDC3-8949-47E3-6BD4593EB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0B9C17-14E7-5111-5BE4-D2300B4EA01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E65AC3-5ACF-5F89-A4A4-32F8FE033DE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08B3D-637B-1562-29C1-CBE3363C918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1F3C1-3045-0B79-5D72-B8762AA57B9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568AC1-84D8-4272-0692-4EC978E89E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8F348-8018-2075-73D9-F100BFA6209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855F6C-F283-5EB3-A7EE-1E4897CF0F3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31B3B1-FB08-12FC-3F97-2A57E4C4BF5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715606-F44C-DEDB-C958-456DC05836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79D77E-DFC6-67D3-7171-67FE849A5D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2E6FD-B936-9E40-C58E-495C4F57964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D64919-5C26-8EF0-A1F7-F9106D2244C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1E3F9-5008-56F3-249D-24C637D133A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3CBB79-2A57-D1F9-31A7-A6BA2320402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851AF2-84EB-8D78-6EBD-B0BD319F28F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10BCD3-58D9-8D14-CCB8-49BF0793C0E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1427C4-4950-73A3-2B6C-FC9C9DA28CD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5E1077-C31D-996C-48C9-26A4237DE26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EEDDDC-AF57-B76C-55FD-7EBFD150578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84E70D-813B-C4A1-A223-B17B74E351E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8C6A37-56B1-90AB-4C7B-50ED0736FE2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13D5A5-C842-508C-CA83-053F600BA6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95A0E9-A7F2-900F-C6B8-6DD5D62B53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F769F6-B805-F06D-0E3F-CDA77C8A4A4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7DE86-EE36-387F-F93C-80A53A6BBE0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1DC1F-DB52-C57C-380A-234F89B35B4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30E5BD-B4F8-3045-9A86-D4A48DCD957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789423-89AB-70EE-9127-684ABF9AD0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C8373F-6EAB-FC2D-B2DD-580ACB97A79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21BEB6-88DE-9610-1B02-C1A74733E78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005B0B-8DCC-5834-A408-D815B3F82C4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136DEB-E45E-769E-530A-10F9275DDB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0B9BD7-1041-8ACF-6A1D-F386816A16F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76CB07-A832-FF6E-2538-48590FBC56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ED0F27-9BD1-11C1-1178-09FA797E1AF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1B651B-2BF2-39DB-5720-A95C9D9610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CB59EE-578C-60DE-EBAF-95A9EDD89C2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BE4724-76AD-EAC0-2074-646302AD820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804504-5FB2-9887-9B58-4CB294D559E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B03E57-4442-DC17-850A-821783BAEF8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BF0174-B0DC-A616-EBB8-8B41BD35E95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174CF2-E282-3D8D-8D68-FEA4EF9C521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D7871-4206-FD65-6561-69D802A4ED1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C11837-4CBE-7DC3-0FA8-98852353FB4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2577960-1BA5-0AA7-54A3-71C2C9877A9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787E57-C469-A604-AF7A-1961096E496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6062F2-5738-C155-588E-C47974A3E44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718E17-16A5-871A-07CD-4B535F5A8F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53BC44-3CF1-9319-ADF7-A41C611B860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CC1A92-0F44-66F5-9072-488C02FDB00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54E80D-2685-3414-365D-70C35D152EF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446889-8BD3-ADE5-ABA4-FA783D3F38C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BA00AA-F2F0-B0AE-0262-5EC3BF2371C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762B2-6E56-5220-5CF0-6D8D735EF67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5CE615-EC5C-ECD2-E1A4-76BC8756AC7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60E8A9-8503-D96E-4C96-0CA3136426A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B1E9CC-9F62-6BFF-D3D7-30525E17075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1A3AEE-8AF8-3E6E-4B0F-5BF82D1EC39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E23410-407D-53D6-741B-B9B7D6ACC4B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1E526A-4815-D289-339B-8B817A25190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B720A9-CBB3-9CD4-3146-F204DE34027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CA5314-F551-1D78-0D98-762B4DB3ECF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894B33-8F1F-21A5-8E6B-55267265F96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1468B6-2FDF-1322-D647-3DBD3B1F6FB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89094F-7093-93D5-4471-B8678716242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D15004-7A1A-C2BB-4B76-AD83ECC53D8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7873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34E32-0B5C-4068-A152-4B4BA532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E1EA9C-6294-21E1-B378-6EA327FE53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2EE7F9-9FBF-F513-B09E-C8304E40E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F26984-BB68-BFB6-6FED-DB1F616EC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2C7399-F7B6-1E3B-A60A-12328FA5F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FA07EA-E76F-C067-6023-94C6D1476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8AB610-3898-9055-8257-84CE0B5463E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2B971-B538-31EC-9361-DEA4A7E8526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5D6CA-AAC5-81DB-991F-F2EF079BDC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543D61-C033-DBF3-6142-ECAE857CFE7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703E0-9B7F-6ACA-7D7C-6721A59F62C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BB2A9E-67E1-BEF5-AE87-8DD1F9C92CF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7B0A6-FAB8-4A99-F35B-7FCAB84306B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F7A443-D0C1-5933-7A46-B9AAEF78E06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449302-24B0-33B4-35C3-DC94E169A6C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91205B-1174-4E99-DCFF-485A4DE2E7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5C9DDF-4D2D-FB1D-8107-A77CE402CB3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7F87AB-8AA2-2A8D-87CA-D6DB41DBBFC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3D62B3-CA2C-93A0-BDA8-A02F748DF5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81BDDA-697F-D906-FEFB-496430EF96B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333997-CB78-D623-B3ED-FC2D86C3AB4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E707AC-DF1A-B292-72A5-CF6DC71FDB8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29D781-E819-816A-4047-8E4AD172AD9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302E1E-A898-A835-FD02-FD192D8242A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C53070-E587-4291-35EB-3E1664CD50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5B151A-5C7B-B511-4A81-10B35546884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060375-57A5-26E4-77B1-8B649AC1028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6A6A8D-8FB0-09CB-CB3C-B464E77855F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D619DB-019A-05FE-1AC9-3A0AB05C1F6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FC3-65F6-797A-95B0-2F4C32F92F4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7034E9-A48F-DCCC-46A3-929A516FD93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FAD8B7-5713-D18B-6A54-090EEF2E431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13227B-7B32-8E75-FF04-4DE7DC4C589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1798EC-79ED-35D5-0694-1B2B38150AE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761546-51E1-0BBC-3C61-CBA130D0564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C27F2E-3D7F-A397-1A14-3C6DC05F54C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61B0A4-F5D2-1D05-F26C-E368D459A8B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03D1A4-CE70-D7B5-4C26-95C868D4506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64D256-7C08-3DF8-59CC-F466B257697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6B4D9A-667C-A8F8-B1A1-6B20A387357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908DBD-71D8-FE0E-B9CC-B9967BA2C66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33B057-4F32-9FDD-AE9F-C1D5E0D6CA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ADB531-6905-C4F5-9A3F-185CC2259FE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27561B-6D57-7811-A489-869DF6515B3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468B09-4363-DFAC-DA69-9C05EE2409E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2E46B3-031D-5C01-41EC-6B8B28B2374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96371C-DC18-CE78-3000-57809FDE621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73BF91-55CB-30F5-495F-03B31B9ADEA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47FAC5-2F04-CDD8-309C-56A38025860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1E6C18-9DFA-CF96-261A-C68E381134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87E71D-5301-F44B-5C41-3262578A6E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921E66-487D-3C07-CA17-738E6DABBA9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D9A921-C1FF-D955-D5A3-F6C1D84A28A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DFDFF3-FB19-686C-5A72-3BA4242C0AF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9DE6F9-43A2-78BA-5F5B-8D8C0BA2300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43395-AB26-607E-BBA9-1DBBCC950CD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A02525-EFF6-7904-E731-BE2B95D3502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58B738-61B3-57F8-4ABE-85472A973F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487778-824C-B011-7602-CD002B846B9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C5CB75-A7C6-D77A-048B-5C4AD7E204C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598662-F12D-29A3-EB6E-FA0194C5250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EACF61-AD81-2000-E782-2961F44C173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B739D9-1123-81BC-91D7-02218258E91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A0E5AC1-7720-393C-0D7E-A0248FD6D04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3F1DB4-3BDF-8555-52B4-A144031EEB7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81ADB1-7B71-1916-0E1E-85DA817966C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9BE0D7-61DA-62B5-B22E-E8D1BD3F057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29DEAE-742D-9DD3-ABC9-89A1871A266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E7B376-3634-72EB-84F5-EA28DC430CB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FA33EB-22A6-B94F-913D-C4C8B50BB1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05F8DA-A06D-4C00-AD07-F11CFB5B8E2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2A7908-F09B-FCDC-98EF-28461BEB15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3881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05151-553F-A7C4-4465-96614EC5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7C58EE-3060-952C-6173-9FB4E5E06C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871260-FBF7-200F-24A9-2B0ADB73B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ADC069-7C53-45AE-A289-CD8F6689C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7F0C42-4F03-03C1-423D-22FF01D14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5390627-5F36-D148-D9DF-DAF635519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30F5E4-CCB2-5AA5-9B68-B42705369DA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62DC8-CDFA-A8B1-5B06-6C3FD80300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3CCA6-0EF6-3133-BB58-3359711CDAF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D0E5D-6CEF-4A8C-617E-C16A42E08E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A2BE0A-A4C5-9C05-12C5-0B7E36236B7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971EF-F63A-5362-CF7D-73F841A4242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FF442-668E-7580-2CCD-7B2367FBBD0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4A96F2-3DB0-FBED-C292-9F8D121A7E6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8F656D-7E05-7378-E7FE-E3E1B23D974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455221-7392-2B21-6D38-FE6F419A37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EFC779-AAA1-3BB8-0110-97C18DE4154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A2D635-439F-1554-7EC3-C4D9CEB1152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72A073-142F-2727-3866-99C28398106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F3C36C-EEC9-FD2E-BC5D-190BF9244B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A8D184-4DF4-B4A7-A5DD-BC41BFFF2E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06B071-9C1D-DBC2-CA21-9B15A3AB7CD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E776C3-354A-487E-4F53-087DEFE3F36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62E28C-2615-36A4-CCF7-AA4D700ECA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C4C965-19AF-D25E-0E98-F1DFC2C9744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0E9FE1-83E4-31F3-5587-47261CDEA65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1B4E34-E204-4A4B-94CF-CBF79CCE4A6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FBC5F-CC06-8C97-20B8-982E4E27105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D27A09-9310-2CFA-193E-DE8EB58624C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4642B1-ECD0-3E7E-62EB-8F9974971D2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8A45BC-F483-DD7D-9DA5-D3719EF61C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093567-8E14-72AC-7D86-56441681DD5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5174D2-2D06-CABF-7D54-7920A8B9FB9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7E1F9D-DEAA-B517-DC94-071034FC0F1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0ADC7F-DF9D-4EC2-512A-D00D8919EE1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F172C-08CA-9D48-21F4-11AE5E932C1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7D022A-FE07-FC59-E79F-7F5E8FEB38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198594-5419-4774-A30C-76FD660F7B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B4CAA2-DA56-8C36-F997-0527F3F7902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F434EF-D5BD-34CC-B31C-89268ECA3CA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EC8271-B5F8-E0DF-7779-2F5F6D00BC5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3F3718-4645-BB27-7FA1-16948854B42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5F09FA-863B-4A30-EB43-6777D789BA8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701FD5-C36C-074B-C0E4-2E1DFF5CD7E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0E470D-6E04-481E-FBA5-7318F0A7786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F03047-FD89-F910-EC23-6B459D0456B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840CC2-9D32-0100-85B1-C810D00DD1B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5696B3-8B3E-DD7C-ED84-71F7542E852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1C980-8BDC-0B06-50BA-4358E2A4946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86D4E7-67ED-D2D9-CF7E-742CAC2C2D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369F306-3A1E-1E08-9487-A02777879FA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373137-771F-9A03-9849-8BB2E6EF2D8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BE69C5-A3BA-7DA5-192E-31180CBB078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9CC5C5-E74D-BF94-3FAE-0E37F193661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CB9506-5FB2-7BD0-62AF-BE442DC7AE2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14E4E9-7C9A-C629-EAEB-F30FF5A738F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182078-6C64-CCA5-DFDF-A2A76F90030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619202-7938-C8FD-860E-BC70640F705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B8F8E0-EA64-106A-4B58-7B34CB4BCB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4A46AB-3EEC-B729-C557-C8B333F169A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EAFF91-DA14-296F-0512-32B62A70CFA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896F0C-E661-8BC4-46FF-F4240D0DB8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6ECF50-0051-4B67-AD2B-5E61B849731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A2D3C1-5C10-3FA1-7B0E-1FA229585F4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9C368C-D2E4-51A8-3740-637E22D9A2E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1B88AC-D57E-00B5-ABA3-B9C5EBE7539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DCF4BE-DEAC-DC85-8656-067B1C55493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3062ED-D45E-8BE2-5E9A-C70675048D8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DD7EB2-1D5A-BF24-B92E-2F7BFE07F6D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DFE675-E4D1-FD8C-4EBB-D366105AEA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855EBC-200F-0708-0DF7-2A9DA015085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2241D3-E6DC-9650-6924-F6C8D3224FA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26860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C2EA-B2B0-FEBD-3EFB-D67B860C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BF7BB1-C8F2-0042-8ADF-7593EF1E6F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value for this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9A196D-D4EF-A49E-A0F9-174EE1A81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56FB81-1246-3855-8695-84ACCB525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971FB8-EF6F-4955-A298-7F1D70945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54B749-C177-C6D1-17DD-5BAEB4075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4883DE-0A66-512F-656A-1D7A47A86B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67428-C8E1-D447-C8A8-E08DCB73C32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75201-FAF2-2601-AB11-BE8FFC99141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DFA478-EBA8-43E6-E80C-1494A30B056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0508B-F152-638A-30E1-DBB23BA6252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1A2C2-0871-05CA-ADF6-29282BBCE90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BE9531-C45F-1B04-B2AB-2E0C244091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57ECB-7542-CD1C-6E7B-F5ACB271890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BE6E8A-9FE1-4E67-CB9F-ADF9FFDF4C8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8972DD-1E74-FA63-67AE-7404627A8B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21BB8A-FD94-C8EA-A9EF-08F4FEFAF73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DDB0F4-AE7D-2A0F-F275-238BAFCE9AB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DE9C69-AA08-1A6F-BA71-06F822C12FC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6409E0-3D5E-DCEA-D803-090115BD8CA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44030-6E4D-BBB7-826B-37B4BAB5CC5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7A2973-FFBC-044E-9BD6-85260C53408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14E0D5-7272-ABBB-5B37-F38A9AA983B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0FA9F9-16AC-2875-08F1-916976270D6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AFF76F-8899-D44E-C2A2-B708BFE3F9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55DA3A-CD41-D707-B19E-52F8E1EA7A9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DDC2CC-984D-83EA-3154-9D86973F3B2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129FD5-02CB-4E6B-AE65-B1F4ACC4CEE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6EC901-1504-D239-FEEA-D042E6456E2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D683ED-D5AD-BADB-9E04-94C121A3311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D4DCEF-C1E8-4FBE-B03D-FD768E449CE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8A63BE-7AAF-03EB-EE60-C251BDB8CC8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DE0A5D-8BD3-92CA-3B84-73D5AC721EC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4978CB-9E0C-0E50-D4F3-29F0ED940B6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814A0F-3A3C-2AE5-A705-6232FFAE27E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E1C39-143F-A970-7512-3F3F1DD6C7F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D376D8-DFD3-6CB8-DCA8-16B98C38EE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4402DC-3BC5-129B-EFB6-A0E04863F13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625E61-78A8-FC55-9BE9-446730CF69C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C7E0BA-E19E-F86E-8AAE-62BFC2924C4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F15188-F445-9AB4-0FB1-4581E8022EB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3D34C4-2B34-4557-6285-433289252AC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F2BAAD-2368-11C3-BBDC-C49F4D9F2EE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693342-0BBD-4268-28B6-1F8D4503AA7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E5F6B6-0643-91D9-06C5-3A30DC02F12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806873-D2CB-F4C4-CA81-3F18B30408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9E19F4-1BCB-5B3D-B4DD-481D99AE33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C605BE-61D5-D7EB-6C6D-7735E7704AF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7EE931-87D0-AB35-25EB-3BA07857C1C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0BB07F-B4E4-CAA5-B288-FC8AB9B40D7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104F4D-815A-70DE-C04E-7D3C6D6FD4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4F17D1-9AA3-71B5-0582-A7197DF0899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C8995C-8452-575F-543B-444D32F6AAF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5EA947-6D5B-8DD6-13CD-995FC17ADE9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0B2EF5-3685-6445-3E0A-5A3E3385FEF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D1DD46-6C49-A719-E16F-447AED0A01C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1862E5-FE3D-685E-23E1-5610733CCF5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FD4A66-EA8D-D661-CC70-CCCC694D70F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F0417B-D933-B7AE-D90A-58209B87CB7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CE4BDD2-A784-5D09-D5B6-BE066E33110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443145-F074-1D0A-C074-CFFB4B7F0FE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749316-902C-7E5D-1499-33B8541ED7B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884640-C0B0-A86D-770A-037E5697802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30146A-F1E4-ADA5-1FB6-9CD6AEC3C0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6F5DC3-B760-ED79-903B-211EC5BCD0B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7A0C1D-37A7-BB0E-3BD9-A2F9DB8FAE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245EAB-3230-5C2E-327B-7341DC589A9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5ABE6D-8C03-A7B5-3BB5-CD76A580F9A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AEDD4-0183-6AA2-10CE-25F2CB02D32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04600D-BDA8-8452-356E-FF8592CABFF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4AAF1-2675-A4DC-C9D1-752388A2EB1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EAE20F-415E-BAFA-0C12-0C8917BE602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2A216D-1AC7-41C1-B1BD-0A497CBD122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99455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B8583-31DB-A95C-CA04-C7F9C625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57E5CF-6D52-27A7-4E54-39631CC473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BA3133-3FD2-8DE3-1A8C-A2954425B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1FF09E-CCA6-F7DC-EDEE-E3F8D2F77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1254F1-385F-B3B8-852A-45EF4D6C5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6DDFD9-6C45-7594-021C-0B86A1D0D6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1792CA-2317-D6D6-D679-52D519C82E9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76A54-F5F2-080F-478F-24EE84146DE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5D825-0077-36E4-4D57-82F19928C04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40D24-E674-F2E7-254F-857167121D0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9E490-95A4-6C4B-FB2A-60D0F8564C4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C90CA-F85D-D4D0-C623-839AEEFD89C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87F123-37FD-9B8A-6B32-A1AFD070688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7A0415-CADD-C970-C048-44ECF287B3E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6FA1C4-2F71-FFF5-0AF0-0004F0C301C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8DDFB5-14F7-804D-A29B-923299480CC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B00176-A40B-C9C1-2C73-4F0AE0CE636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6CAC40-429E-DBB4-C1E3-9D30F573258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AD3C87-6B2F-E8A3-0C8A-4756F74CE61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FB6EBA-5AE0-88C5-1242-3F02E201204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6AD1F2-2015-45BD-E839-15A6E8D85CB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A0B2AC-0760-4CC7-C0EB-DDA6C21623C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74AC80-D002-A3E4-D236-B918D75B222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8EEC8B0-1CE4-4ED2-8094-6122C85E466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87ADB2-BE02-D788-F1B6-FEBC09322E3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052F54-C215-B954-56FD-ECD639D770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397255-067E-376E-B29E-09FA6160822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320E49-65DD-1FA8-ECFF-48178A433F5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9980BD-6934-6517-3C87-FEB5E054CF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F70BA1-8A1F-F99B-029C-8980F43B859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E2EA30-5CDB-B395-0EAE-9C6CC7B8C8B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A85C6F-5199-00C3-6293-923CEB0D33D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A6927-796A-9732-960B-145B1F3F172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30C2BF-0E7F-8F85-EC69-F52C6995CA5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C4454B-EA92-CF45-162F-21141DA01AE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4064CC-6A6E-DB5A-8042-9C4CC1773A4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098BCB-FF5F-D4BB-F8F7-99D967458E2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158CC1-DF8F-37DB-C7CF-C873C93199A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3401FC-D823-3D92-0ECC-7ED48E2ADF5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5F27E8-350B-F474-987D-E9559E10ED6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F900B8-E5F9-6C2B-8DB4-6B2FF80C517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257341-E209-93D6-7777-C435BFD8F7B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81A1EB-63F5-DEB8-CD34-FA144289ED5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FD6146-8694-BDB6-0ABC-E00EBA6B5A2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ED2881-7FE4-318B-FFA1-E7BDDAE8E2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0A73B0-BDD6-0630-A468-1A81E3D6A2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E75B33-963F-A788-5CA2-BD46AA9370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5AF293D-9FCA-AF11-167F-525FC4ADFA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A24D92-239E-23A3-C0F7-84111D8FB4A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E9F9E4-0ECC-4F72-98D1-809D0641193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992ED5-9A30-F99E-25E2-1E777EDE581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A01F8C-EC2B-D93B-CA56-AE856477985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7834FE-A73E-1382-F14F-2B9175416D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00DDD38-E161-204C-A793-BAEC28361D6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57FF2F-1658-185F-16D7-97B1748BEA3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0CB59C-97E2-BAF9-D5A5-36AD98CA99F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D3D027-00C1-BBAB-146F-3405EBF7D92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0164E0-CEE9-9C78-9E5A-2163975C80D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2F8F70-23D5-4F4B-7D75-60EC65E0001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7DE25F-8461-927B-F178-378D6F2D4FB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2A957D-1C99-5C90-0B2D-629E56D0D8F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33ADA2-7855-9CBF-EEB7-AEBC146B181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74EBDD-2297-C592-E267-4D004DAB5E4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D96150-CBEB-8802-F80E-5DF85F6C47A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C38351-98E3-A983-E55B-BA703689466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CB24C4-77ED-037A-9F95-78FF3EF6137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714CEB-4CF1-2EB0-9912-D260C80474D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04F7A7-ECA4-DBEA-00E8-E3F0A6E2623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AEAE64-55F0-9362-A76D-33096EDCFB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13C00E-91EF-D191-8D39-7525FFB30D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6AED93-1DC9-F538-3773-6B2A772828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1FCD8B-4B0B-80B8-DFFE-FA865960681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5E292A2-9D74-5544-F1BE-4EAEF67E8F3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941368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718C5-1F4B-93CD-F8F1-F6E6B94A0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C825F7-FD3C-57EE-3532-CB8CEDB97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C84816-950F-998B-9B49-FEDF3F0AD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678CF2-3499-29EF-5623-5DF7E111F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661754-63E2-B910-3A0F-DD770DEA5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49691E-8EC2-33AE-4207-8409EAD8E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1B4B2-21D3-5B42-31A8-C491FAF7CED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F9CF2-02F0-4FB5-F343-B21560B6711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974DB5-D252-61A9-52F0-569BE85736E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B7F2DC-0FCA-8407-03B8-5E3A2F7D54E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0EE9F-ED73-99E7-7E17-A98F1FE58B5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7ABB55-0850-C19F-A888-26A847AD81E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9EE31-5AD5-11F1-A2A5-A946BFCCC7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EFCD6C-A7DC-C1B2-0B45-096877B3C7A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929765-CD62-87C3-EBBD-BFD93361B43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C7B07A-A203-3D82-3301-B01579C4FD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7F6514-0E1C-8446-1F25-9F9099FD06A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F023CD-488A-2809-E2AC-93EEFD161E3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9D6137-9F67-F0E7-1C0B-DCD7544F12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3D6B1E-ABEC-19A9-BD94-DC51B8A3D17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F0946C-E793-190B-45A3-25D5D79A4DF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24F587-99DA-89C2-13AA-B4CD4D60D5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8D5E92-8748-B0EE-02EC-CE4B9EE405A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E2E79C-6CD2-464E-5B76-A8293816942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842212-016B-B157-2C32-5523949D7B6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4D84A6-5829-14CF-F961-7EA04CE3312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99EF07-7218-6205-2449-A68221B4CC8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979DAD-7F5B-E7EB-E2FB-F49ECA8F63F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2C2C4B-05CB-C437-E56C-96206F426EB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930375-5B81-5BB1-F78E-927A32EBF40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95F49A-02C9-B2AF-86B9-481C3BAEBED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E846CC-1B9F-180E-58D1-CA240F5461E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CE8600-B71A-6441-EED5-E4FA6B13190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FB1F0-FBF9-9384-4917-FAA753CBD28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7753C3-5783-04C5-F38B-A32C914DDD1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A82136-BBDD-9066-CA75-098A234EDA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F605ECD-9172-2B76-2937-13D3C2EA86B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7748E8-7FB7-0515-C259-F3CB47E9C86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8ABAF4-A4B5-1F75-0D3B-3E3D5DDF358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740300-8070-96A8-48CC-C6937D23AA8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E6A73E-0340-6E71-4E89-A4E7FAA95F8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B1E18D-0810-8E58-6B55-9415C13A70A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7F14FE-B66C-C1F3-FAED-C07DFC09DCE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83446E-CD5A-C96C-4E20-330F4B084A7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8156F1-7DD7-B97F-DE31-C9159E267CF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B78AC8-06EF-BA2E-0FBC-655FB04DC11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C3BCD8-9710-1143-5F43-0D41770D4D5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1D2D31-E1B0-70E3-7122-58034873541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6869D3-E76F-BE3A-43AA-42B1D126D18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91CBC7-707C-712D-F6A9-F2376FBEA76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4857A3-0B55-64CF-76AC-D71771B57D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D3C8EA-BFBE-F14D-523D-AAAB47E1758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1BA2A4-2E9D-F2BB-4453-A04B063608F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7487D3-1DD3-F4B6-20C9-200E011123B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E94EE2-C493-586A-1F94-C1E2E98F394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22699C-243B-8821-B543-BD14DD26483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C8F656-6469-FD2C-0F1D-B10D499ECD1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93D1F5-B040-1EF1-8D63-0BBCE3DFC7E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F13276-3E71-2631-F417-AA349EB248E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EE1EC5-5C85-8691-6C0A-A0779CE83FE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65C146-7AD0-069B-939B-2D0722DF7C9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A45197C-FF56-1584-7928-A726947606D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DB923A-483F-0B47-1F6F-60399B6C0B5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15B62B-D718-F36E-BE94-AACD15A3F80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B7A0FD-7A73-5DC0-D9A4-30C47C94EC0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0BFCB8-5DC3-A9E4-2007-D0C6D055B57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2A3539-B376-616A-072B-042171AD5ED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A88332-9D67-4C60-1B34-07AABECD77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53338F-61B2-318A-8C98-06B92155DC4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859992-1CF6-D5F7-0E82-DBD28788A01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8A46D5-D0F5-9E0D-18EB-9A2464E19DC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46CFA1-D07A-4A75-BF35-CBC289F28B1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E93D6D-FD46-220B-434C-C0310C34DB7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9294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4229-1527-A0B1-98F7-09FB8E72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351D8-7370-84C4-F133-7319907526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8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8F9F49-6FC6-8588-BF30-F9910010A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3EF59D8-9633-A63C-9C24-5756D8820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92E2F3-4737-0000-6036-746D8DD59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A64C54-171D-AB39-BB71-EA8CBE44C9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163C06-0C6E-1CA4-E52F-7116D61658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31E50-FC69-1E68-8E23-82CE640B03B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092E0B-06BB-9CF4-506E-825FC8BA5B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ED5426-7227-9774-910A-8164F783BF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1C20FA-FDAB-2061-9EEF-37C331B70F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CF182D-1981-7A6A-C7A2-C5AABE71B71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C567B-A1AE-CEA0-3BAD-A12B574CB26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0EB4E1-FD43-7509-44A6-D6F4E4D2A7F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590206-FD58-0897-5AB2-D5AD3F92B69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1CFA34-77E9-34CB-94B5-131B6AEF13C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9A89F7-1517-B8D3-082C-A6211667CDE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CB63AA-53D0-A681-BCFB-35FCEEF9C73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BD18BA-E27C-D16F-ED5F-8F0AB28E9C1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A082EC-FC4B-AA5E-BCCD-347C013699E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97A3F8-1D01-0BDF-6BE2-21CEECBF97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FFEFE4-56EA-3C1C-F337-FF6AB02DBFD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45F4F8-2510-01A9-453A-0C96491C89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807A73-BC2D-5724-E4AB-6EAF4386AB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EA172-9469-05A1-9FF8-AC7EA8D3BB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2CB225-DD56-84F4-B03E-E5145D16168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7AEEC6-0578-F234-3140-6535B2373CA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874681-B359-1972-E663-E5F3813345C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A46F5A-4723-0B02-0F9A-B7816A0CE2A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471A99-0B76-8612-A5D7-8B3CA9884F7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94B6FC-5127-1559-1FDE-0B6BB67F1C4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C016FB-A8B3-7C29-CF85-795AE83CF43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43325-0834-5680-CE01-7943BEEE4E4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93EE1-D7B1-526A-361E-DDB8513DC88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4A0D51-2B7C-6EA7-63C1-CA21EE97DF3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491E1A-EE6C-3618-8753-244E8CBFE10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B63243-CDF5-C8A8-7C0B-35EDFDE0A92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A9D635-DDB2-2FF9-520D-4799BF051B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E9E53D-5CC7-F06B-2934-BF745FCFB2E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404074-5BB1-C034-A710-60DC72C7752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327C75-E799-409C-CCAE-4F450B5643F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57C5D8-3876-0C32-38C5-AA7D1DF14D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75D15B-C042-BC49-373B-02BDF0C8661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EBE14C-5F4F-1E72-268E-9118C0E4545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A1FCEC-CEF3-5E78-FB3F-75CBC0CB16B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D9C2CD-1E5F-3877-54AE-B9AAA7D96F5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792778-A015-224F-78A6-5A155020B47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97CE5C-8C37-F222-A757-84CF52A313B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4CBE69-00A5-5739-6A0D-D374BCCA74D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D6EDD0-458E-B656-4EB3-38ED227B3C5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E40BEB-FAD8-E694-3A9B-45ED6962B6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6C3501-D927-3033-004D-499D8ACC36D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7FA9F8-3F42-E1C6-F9C5-CC5686F571E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0BE73D-1CB8-922D-C050-002D4CC0440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D568C5E-A385-D3D8-A128-9590348EC67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B76167-8933-6AE0-1AD9-132B4C21C41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CE472C-D3AA-5CE0-C281-4F385FE5E1E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76DC99-B5A8-33E3-9491-10774E78307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1E9C9E-ABC3-CEF8-9DB5-D489600A202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DB06CB-25FE-C572-2FAB-D77E05803E0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F1E4BF-AE20-3A22-57E2-A0330022E33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83D1D3-D84C-D840-C0CA-206064AB611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13998D-2E1A-54C9-5E39-5613C665B57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D96E5F-376D-7D13-0AD1-0A68133D2EA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D476E93-D90B-628D-A195-CB5542C0186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54C857-41BA-F2F6-0339-68D60B0258C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D37C8E-2319-835E-2348-57F74D6B084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9A0022-9605-6637-82FA-63B8FB1BAF0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053A9E-13F7-468F-FA98-27A57706B1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BB3448-5056-9BF1-90C6-1C913B61545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62A4F6-2460-DC02-2242-CEC1679665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63F7DF-38E6-E88B-BCF1-8548E3B06F1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38341F-E26D-8EA5-0489-C44AB01DA40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939301-D798-3C8E-97B3-13B7A11061D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E319B9-128A-6830-E1BC-CECB5CC12E3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4D1B70-E24C-0A6B-16FE-45D00975234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28EAB4-57B3-D27C-D895-8D534148A05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F0D2E7-79CC-52FC-33C4-B69DE0287B9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</p:spTree>
    <p:extLst>
      <p:ext uri="{BB962C8B-B14F-4D97-AF65-F5344CB8AC3E}">
        <p14:creationId xmlns:p14="http://schemas.microsoft.com/office/powerpoint/2010/main" val="8166681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55F3-D205-888F-F8B5-DB89CB860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6B7906-C82C-4CA2-1E62-3693124267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7DDA39-F8B2-82A2-E90C-11757EB9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B2E9C0-A536-F4E7-78D7-40C4C841B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AD9146-F550-39AE-5B61-1CDBC87F8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E114D7-D4BC-D76F-9C11-9899D47B26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80CA8A-27A5-CB0B-01A0-BA9594F6368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0EBF1-76FD-6748-C2AA-7BB4ACDB289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9C7C3-B970-532D-D102-4C92F6B9830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CEF09-543D-471A-0074-FEC437543D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6B93C0-6966-1094-FB7F-8012495BAB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69A72-8F95-AB01-C881-DC0AFA3FA3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190848-15F6-A8EB-0D3C-41F1BCB691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C10EDB-4F97-37AD-556F-D0A3E6D9AFC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29F49A-48A3-B41F-0575-FF0D35FB5C9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56FFA3-5133-2C18-DF64-D2DBE43DE64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8E34CB-464A-B518-70BE-5E359BCD196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2ABA88-3668-2D34-15A2-9C421B07BC6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14FA61-0649-A643-2C15-29ABACA8828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F89AD0-5CB8-3022-7EC4-636A03B220F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C2B835-AD06-12C8-15BA-9DF4098AC84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AB1489-386B-FFAB-C02D-83655E0A0B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5A3175-131B-40D3-5E8D-9157158A8DB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305EEE-5749-6BD2-2794-D2AA3F78C27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4E9302-A311-1798-BF50-C07D01CADBD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392D7B-3A12-B3AA-4EE7-5DE515A842E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E44DF2-0CD0-A591-7406-B73D0175130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0D26BE-393B-CFB6-6F7A-730A00E30C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688FE7-8399-6F3F-1EA8-AE4D0B7F646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F99826-749E-691C-A3FB-986CF3491DB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52A011-F46A-436A-F2C0-CAE7A4C9444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71A92B-076D-ACC0-CC99-CFC8137567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6D1D3-AEB7-48E8-4E34-20339445E91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0FBAC7-C1B3-8D53-6160-2854553EDEB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2B37CB-7A71-05DF-48B1-12C7E3863A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97F31F-AAA4-9143-2A74-2B80E17E131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4A02E5-FB9C-9664-BBC2-C800A28D5C4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32E156-4EA2-10B5-6A07-873362AC32C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021940-8101-1F35-1583-FC3A4C05AF2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5D94E5-B7DD-7B2E-7A53-3B0DB9FA4F6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0F0EA3-ED55-1E11-D22E-4B3352AE07C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876A7D-28B6-ACFE-82A2-581335A2BF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119875-ECC4-61EB-8EFC-82C88447592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406DD9-81F4-C700-51CE-C06367DF339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6E3872-665D-07DD-C878-5AA84FA0D4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D700C7-FA1E-ECB1-D054-17F8FE86B7F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3D32C9-F837-9443-D257-183E06023C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B55FF73-CA2A-9E3A-D9DA-8727E7A2EE1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F08C4E-D45D-25D7-8008-54037BB320C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EB3E43-196A-E0AA-1E0B-EB6C04BD8EA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E288BC6-24D2-5D75-9CBC-9EB0450E10E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D0B363-A14C-9838-62AB-EBC25F651A1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9C57B8-D3A4-3FEA-6893-F3E31345740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5D983E-30F3-638C-F64F-AB43D455724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D03D2A-8AA9-0727-B1D2-E0E6876C913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408708-93FE-2205-7BEF-BA4F6478410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37D5EC-C680-03E8-0C04-2FD34796B90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261A8F-BD1F-6CD1-1D53-8818531130D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416182-5610-542D-C886-FA9B5A4A864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37CF01-95C6-E0BA-AD99-2CB6C9E1004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0CBC2C-5597-6871-E6E6-6B9CDBBC356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F32BAE-9476-F039-54E3-507A63CF8AA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A077DD-8BCF-8287-1CED-70A7B670A65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BA55D0-86F2-2227-A780-76CDCFBEF69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425A35-F863-1727-AC26-B2423CC53DC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52E523-D261-437F-519C-BB33E7E1DA7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42F5FB-5DEB-77BF-F4C9-5AB0F353B57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FCBB1B-53D6-43B8-0639-4F0852FED57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04E301-5CF1-673D-03E5-36075A7638A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93D667-315B-7240-48EE-09DE5CC08EC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01DBD3E-251D-3EA6-F81C-406FE6976C2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DC2711-DF3E-9088-11AD-88B028104D4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3A2EE0-0B20-0FF5-E90D-0D8DF65EA0D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044BCE-F3C1-74A3-660D-941A19645CF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E0F03B-2530-EDED-069D-33AC8A46AA1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CDCD22-EFE4-D032-0FCA-70CEFF19439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F0C268-BEC3-3C9B-ECEC-51D5299AD1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D3AB407-8D50-A666-B3FA-C723398F5C7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519235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6726-EB6C-0A68-4868-7B88C935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23F30F-202B-A8ED-2DF6-9DB366A773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7–9.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7C9BAF-6724-B7D4-37DB-529F594D9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F367EE-39DF-2A93-172F-9A54F0398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736EA5-566A-6E83-34F5-059C8B9795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4FBF2C-D73E-8DC2-0588-7A19838DD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9690BB-A287-2406-F679-2E6439A926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0B433C-3B37-211E-391C-5168EC8C5F5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D5895-69F9-79F6-0A76-6D673E7C8B8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35F2B-DA46-3B7C-3C84-37CF4414B7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A1451-A966-3649-E804-8F1B9419598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A223E-4A4D-D53B-6302-B42F117CFA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8C2F2E-0877-BC66-B8A6-71A4604C7AA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C6F16B-5868-77F3-1827-6C527322B0A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CAD00-4915-24CE-3DE1-99DA0609537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B63ECF-B15F-9B97-C9A0-D19AC1C25C5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AC58A0-5E42-52B5-3D0D-7ED82FB6FA0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45AF49-6392-8E76-9906-CDB30B42088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2A6EBB-ACF2-FD32-81EE-930E89A8240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3E26EC-F71A-DBA9-C5DD-FC89EF222BE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93F4C9-F8D9-829F-4B6E-A4DF1CBBE2B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65488D-6973-5895-2B93-3F58A55DB1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6FDA1E-6D1D-FE74-437B-497FEEAA3EE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861E3E-807A-CA2B-125F-71E5D48DD08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88E9B1-18EB-1734-4C56-097FAA3D72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14EC8-54C7-EE0C-AA5D-AD414AF6ED7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B83339-54A6-09A3-57CB-62268B19328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6CD331-F62F-12E0-69E5-4B91A7AD051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07CAAF-6A3C-856E-09B3-0B66DA39718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99491A-62E4-4AE2-D977-AB24989B695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79894D-8777-B267-E858-B73FEC73912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CACDDE-CCB9-2FDA-2C90-77554A14C76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7FC44-AEF9-D5CB-EE26-A7BC7624CC7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69435C-01DB-E80E-0AB7-4B7925208A1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3EFA0B-38DC-8F52-8539-D9F1CDF4712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2174AA-AFD3-02A5-2B24-4DA5CE32AFD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4E46C2-6203-17B7-BA51-11F8F03D9C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1C43C3-8D69-B373-545A-4CA0C64F203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87A8DE-7FFE-6CA0-D0BE-3428890E28C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FCCC9D-8EEA-18E9-55B3-2794B9CEB75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21EB29-06E2-5D0C-17B0-EE0201437F6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79590A-E412-A74B-DFF5-60917DF6007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AC14FA-45F3-1353-879A-F7ED90B4C2E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71608F-581B-B90B-483C-33280A3B6E7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6D131A-EFC8-848D-5999-1BC6840B2D6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A94FB4-179E-5D31-0059-0071BAF3BBA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A8AAD6-E977-3C03-8AD6-A1E6075BE62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9FC813-6BE2-2114-4DB8-1D6294182C0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65E5CE-E1F1-38CA-0E70-D7E16BF6594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837089-1900-1A1D-E8C5-E39D95CC303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2D1C7DC-0141-D3CE-99BD-E9B8FE29CD7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083C55-4A51-B85B-A868-4C9114DFA04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E50B9E-07C7-95FE-D8C8-CE40DFB1C7E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FC1AB6-C471-8425-5925-4597203C0E4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6ECFDE-93A3-7846-71D5-8A0ED7023BC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CA73DB-C115-C3FD-7E6F-401BEFB8798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38A28B-4CB3-6E69-824C-4C109C71D85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92707C-5C98-EE25-3D1B-747D8FA41D1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4F36EB0-9E02-3E98-B454-5263B952CC8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CC3055-2FAF-D25B-2179-2BCA3B2EDDA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D576BE-AE35-9D1B-61F0-BFD4B24C9B7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5E68DA-8661-BD69-EE32-6B98C866635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A8024A-4CE2-6A88-C24B-66680F0DA1D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476F45-29B7-1402-79C8-4B6EF5838F7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9294E1-F090-F5F5-E40E-00635E7BF41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CFFA3-B831-B61D-1CBC-FF7E7C1B9A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57C1E6-8CC8-CC92-6794-41C23728995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35DD49-051D-FF90-8055-AA5DC5EC44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5BACDE-9F17-E27E-ADA5-C1191B5304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5D6E86-9612-1E6F-2E52-959454FF748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61B7F2-AFEE-CE64-BBD4-5BAB0975E7E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A17A3B-29C2-6087-99A6-7F2B6B3BD07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F1231F-B7E9-6C2C-7879-EF203FE77E5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1F04DE-EB33-FCC0-3C41-3D1CC296171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C524C4-8A16-6629-44B5-6CD0FB014C6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132F9D-822E-E551-2297-65599CDC849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0D43B7-0181-27D5-DA09-81B88A19A1A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31379B-7AD9-652B-971D-038F1AEA025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8D607C-0D96-C70A-0263-9A623FE973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6010A8-37B0-651D-5C8F-06EC1928383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468F9F-6D30-F07D-0DE9-61C69C6AFD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E2E02F-5E30-7186-C18D-EED1EA8A958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413964-A25D-F760-2F0A-DAD00D96194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66CAC1-194D-5D7D-0EA9-652AA96AAA9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3AAD85A-578B-3E86-7BB8-5A1A06143C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3A64325-0338-D327-A1A1-98CBCDBE436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AFF41F-2899-50D2-D454-CF37E56E0F4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4044881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6E63-0B60-31BB-DCE9-96A1E80A4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C60D2C-10A6-53E2-F7B0-77A790699A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CBB744-A72B-E42D-4981-1595F4494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341C77-7791-9595-0A1F-ECB4F0971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5D710D-FB39-9C3A-D09C-4326D2C08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AC2235-24E7-29EA-82AD-A17CC0BF7B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D19EA5-C44D-23F7-585E-80E8A8B9FC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BB5A1-BCA0-70D7-49BD-600AE3AF1AF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B57335-C4FD-D168-D9F4-F59C3342B86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F2383-2104-0894-3B2F-FB13F4447E3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39A63F-1701-4775-464A-3270A77697C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B77E7F-1C99-A045-FEE9-9C3C0CAC387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0558C5-126E-FA97-FA56-796396481B4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1EA128-D20B-E5F1-75AB-770A5B15B2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0607F9-780C-44AF-43B0-B1F199A9623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22B4F9-3EDE-8C9A-2029-3040D145A6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55D888-F6CA-402C-FD33-1C118923698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4C9782-CA49-23AB-C9D6-EF029618B61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5F10B6-6323-A2A1-265A-FBF42814968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B909B7-BDAC-F3DB-5293-90553E8BB04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118CD9-0835-FA68-8507-AAF9D26CC87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9CFDAF-3197-2C4A-D6DD-4E6C7ECB677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D3B2B3-CAAB-CD4B-ACEC-0DD6FFFC1BF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FAABB3-F62C-BDB8-C870-6283087BFB0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53863C-84C7-3B4C-E328-B514FB2553D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A835C-4A58-1974-BEE4-64DCDC9281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606FA1-2578-3F7B-BC42-8B5A0BEC00E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D5383C-64EA-3FC4-7B9D-0A0962EB22C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696249-FA46-7DA7-2ED2-7F3BE200AF6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29ACD4-CF61-80C2-AB20-3B776723A5C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CABD50-C654-A036-5BEF-BB8C8B88267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8992FF-D482-BAFA-25BF-9424BFAB330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5A0CF7-D7A5-7CE9-B17A-63DF4E1839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906748-2245-0594-202E-5DEF86E051E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14326C-3FBD-9642-62B6-B4249BD1C17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322829-FDBE-034B-EE9D-B503235390B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97F0CA-B22B-1873-4893-ACD33E27348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34A555-B3BB-3F6D-6168-4DA2D3DC418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49F2FF-C719-45E9-C4FB-4296B084798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96E6FC-F1A6-17DA-AB71-F0AAC6178C7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7E15AD-4AA0-A3E6-B750-0F880DFA47E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F00A63-DAF6-6E99-4974-C2118FDBFAB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05357F-6067-2EB2-A791-AD74652E7F1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DDC44-3E20-8A2B-B146-5202E19F0F7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964592-9533-5E57-9A8A-1ADB765B382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F90534-B85B-F837-95FB-845A01164A5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AED2A9-BA15-92C8-43D9-159C94049F9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649A1A-F22A-45B7-E6B3-9F18C5C36E5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104479-3558-4178-F7E4-96197B84837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CB05F0-360B-5FED-CBFA-8A442766F7B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0ABF3A-292B-7324-1505-08C32804AB8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5E6BF4-DDC5-5611-E832-26EFA7EA6D5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B9A0AB-2448-DC6E-832F-F9F0370994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A374C0-BE9B-F1D2-BA1D-61CAB8F84A5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E1CFA4-295B-9DD1-D00C-F77484B19D7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A90D90-5FE1-1EAA-7BB9-D11801785BB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DE9646-0328-0E15-E0DB-1F15274A73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B0EC15-52D3-6BF3-C940-AA67BE5166A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CDF6CD-BFD7-9ADB-BADB-EFF3968C5F4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345383-26B7-9F8B-74DD-3A3B378AD4D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D86DFD-1436-A4B0-D23C-9D29C7E515E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3A34AC-DFE0-38D0-DE9D-514120C7941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FBABF0-75A3-68B2-2B1C-2C4F6946C9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22138C-FF15-B15C-F2D9-0C1B4EE57E0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49DE78-A394-004C-07C7-F9481AE29C3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7D226E-06D4-0F33-D777-4BCC27C8E56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6F538F-FF17-1B03-9F25-F4AF64CD8B0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A49BAB-91D2-E425-9006-8600C548CEC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5507E3-7FBB-A812-285A-4076054EFF9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1360A3-A00C-7DB5-77DA-E10FC44451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7180E2-A804-BF22-A4C4-FD5E6885031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735591-58FB-DF1A-12E8-E36CE2BB418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F18BFC-15A8-6205-C706-E4F4CEAF1FF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CC8B78-15B2-1A64-A1B8-C45B29A2BA6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F2D698-AA7C-4D4C-0005-A0077C959F0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22F0583-8575-29FD-3718-B73174E567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98EFA2-77C9-8F6A-E855-3812F82108D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92AC65-BE60-512E-E9CB-027113371DD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FB4F2B-861A-05F8-F2ED-C6CE8DC346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1B887E-8591-4644-4654-146E56D2633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137646-948A-A933-6072-9351B82772B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1C8A4B4-DEDD-D424-F8C0-46294F67935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F30C8CD-F837-B268-27D3-94DC5F26E06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8D2F2F9-DBCE-BB09-58E2-4FE555126C4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66FBBF9-D8C5-3FB7-244E-6B7FBD0CAED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31105B-DF93-4F31-C6AB-CBA5EB855A5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110C91C-C03D-059C-A4FB-3530507BBF7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3977541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FE6D-BFEF-2AA1-8A98-64DDB32B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EF68A4-98EA-BA61-33F8-F77EE5F121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is the 9 in the lower left block?  It can’t be in the [12 in 3], because there is no way available to get [3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48B473-9035-7EC3-2E19-EF05D45A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C8E109-AD07-2EE3-FFE4-69035A07E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8138C3-7313-AF43-B550-3EAABB453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FAE960-4786-0173-06DB-E7528AAB91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EEE8A8-8C4C-B783-C255-CBD7FF459F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8102E-DC74-7321-2A4D-6C5656A2711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FD3C8-92CF-D7DF-779B-32892E6C07B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D84CC-022E-1B77-403A-D487F690B59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1B29E6-5728-2AAB-F5F2-D3A882EAA89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24DBC-741E-24A1-324F-A4C8D143FF0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0E8104-8B05-5F70-C5A5-D8D7825D5A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EA1F3A-1455-1566-BF5F-241B5DFB08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91F84B-65B3-1CB5-93AC-2E2C46B8E99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58B8F1-B219-A572-B33F-8A9C76CD022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CE30F1-7E5E-6B6F-6243-5DD6D086595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727CB6-74F9-7D38-9831-DF9E88C2F84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37EDC9-184E-9D52-BBC4-FA2C6B787F3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B8B43F-D78F-CE3A-AEEC-9BB19BC5529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D71965-5DC7-F593-30F8-4F036C5BAC2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5FEC0E-92EF-F517-9FFB-A7E79743F59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0BE8C6-5258-6AC4-6BAB-4CEB3144226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9078FF-A4B9-0FB1-CFCD-86AE12ED926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5AE9C1-30EF-4EC4-BBD9-B7A526DB91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279A0E-A47A-7746-9C62-630CB90C192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49C729-4F2C-2234-5ACA-2947CF0C6FB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356E3B-6562-1E55-A5F5-418F6181529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F1B687-4F67-BF15-E5D2-6765F9932B4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5E67FC-90A3-4035-1F35-9D2C0FD91A3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379E5E-2E72-1268-0CB1-E6ACF6F8228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E63FB3-D41B-02A8-34EF-EE805487C35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79AAC-51E5-DCFA-4F82-9F6620CC387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F988E-6995-888D-72D4-6A5D00BDF1D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EDC595-C190-3C07-57D2-7AF2349477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518C1E-9463-DA0D-7B3F-760651DEB0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B7622A-74C2-684B-D9CF-7D4C950F1AB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62691A-CABC-84EE-9015-9C2EA4EA2C5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2BD4C5-174F-784D-1262-F7BE2C2DD41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9B9821-B13D-7CD9-DD77-99C4B739450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E5B1D4-8FAB-95FD-C2B8-11BF4CD7E39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8637BD-7485-D298-A5CE-CC4AC84735A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966728-3046-3325-13FE-94F9C7DD21B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84A4CD-981B-24A5-630A-1A7D3C83B0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4AE5F8-5B83-38D8-D068-BB00A337EC4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E1CBBD-898D-5B7B-515F-9F41923D88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D530FF-6E4D-112A-674D-582AB0F756F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622373-553E-54BB-80ED-929710F5AE3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FD0DA2-F2F3-46EA-55B3-A2CC35D9EA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94C97F-2988-75D5-6724-79262FCDF5C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D4E71B-1D11-C5E7-8D0A-3CE26B8A306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16CB59-63C9-6C42-F949-3E86ADB7186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C2E7AA-4C46-F5B3-CB99-2A892B481BF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509F88-E31F-F2A1-1791-E8223D8483C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E42AA4-07B7-1A8F-5A3E-D3223170FA5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46F58B-9186-FF12-75A7-6A9DA72667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0C2119-9FD0-48EF-0705-370762B011E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FF0A75-267C-3D23-080C-CC6E476BBE1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6170C53-05D3-B34C-9AF2-E21E9F7F42A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B8AB08-B360-5559-D7DB-279134E6B14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380E0A-8F3F-61F8-D872-2AC91DCCCBF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C8333C-A890-59C8-1303-CCDBD0BFD4F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028100-A3AB-162D-F5B6-273EC0AA058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14CEFF-54CF-A7D5-B0B9-CF79603D682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3F5495-F782-042B-58E5-DD96054368C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7769D-2A28-9FA1-5F43-A22EF180E84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0AC3CA-EDA9-F344-36B2-9676FBABC5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FABE79-83C1-57BF-7F60-4D6BE843D7C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3A7EF1-8F64-78ED-71F6-D9C7B599747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DC44E8-5694-43B6-A01C-09EBC40A43A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3D7977A-0C47-DFAA-68A6-1F2B0CB3B7E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A2107A-05A5-D67B-30FB-DF73C4A5F3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8B97D3-A715-D144-AF44-981CEC2A7C0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6F0F15-6CD6-035C-B143-336F54D511A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A3FB19-05F8-843F-D26C-E49AF6BCDF9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ED487E-9FD1-8D22-D207-25323FDB764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0EE640-B81F-7637-0BBA-C50313AA0D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2BF7C73-93F2-22C8-513C-73ACDC5DABC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6F8826-8270-92B1-0711-B7097A400C2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F58586-BE5F-F40C-D25D-E8D3ED7C781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84B840-0304-7236-2A4B-987510F6686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DF553A-46B1-4324-E28E-CE09CC2794F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B587C90-79B5-6492-8A4D-E9E4684ABF7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AAA487-0866-E244-5489-8E66EDB3E21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D81B33-4846-A89A-14AC-26D857415B6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912ADF-4FB6-2641-D70C-AB17A02EF14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0E1118-E285-5C65-8649-7FA6C841F21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199588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A2CF-76FF-39DC-01CE-3B94B581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1B9339-448E-33E7-E021-8BFDC97308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FACB82-7A0E-7E18-E7AD-ED71CB6CF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F15D52-BDD9-AC60-C1BA-D7BD07C7E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BC3D13-A37F-AEB6-16D3-A0C13E077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20EBC4-A85D-F65B-220C-C3B6A421B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933DC4-5F84-53A6-16CE-A4199AFEFD6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88B64-13FE-BA9F-649E-42FADF997FE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98D29-115B-94B7-255B-369A9B30227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2A904D-D115-A048-AFA2-B288FC94BF1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506BC-66D3-E48F-8006-DB845D1263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B2B7D-F320-CABA-F7C7-C51C8E53D10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F0602B-8181-7F94-1A3E-925A34D126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2E98C-1160-B1CD-25A6-9B1F711DD15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9F329-E3AB-A52A-85AB-C2790AFFB1F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9BCA77-C681-7179-EA56-B3FFAD84FB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4AF12E-97AB-0E57-A816-4CA0EB05CBB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475544-59FF-2FB0-5E2E-2636704C991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AEE7EC-0814-8A67-E34F-B3ACAF66F4E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01649E-175A-89CD-1928-516AD3A9613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982CD6-D7E3-B857-186A-73E466A5329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DE5D5C-9ADF-D557-8874-F27C6F5F40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56E279-B8AA-9038-5702-59064790BD9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651FDF-CE2B-A930-DF1F-6E30ADCC1BF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0245CF-C5CE-B261-588A-1C1C6AD37F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950138-B69E-49FF-383E-81D56E4DC90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AC2880-B923-3EED-AA67-A0CE61499B9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067AE8-E685-EC36-BE1E-1433172A534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6A23A5-ECB3-45E9-03FB-9AAFB84DFED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58E5C4-99F9-117A-DC30-786C41BA81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6FAC45-9B55-66C5-D26A-FCD6B2BB006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193534-2351-9A70-B32F-BF83F3CABCD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9330E-59E2-8CEC-AB78-3E25A706371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49F8B-F26B-20B2-38AE-6B7D20CBBE3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83BC71-5D2D-6EC4-D6BB-7F9CF016969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64B796-1F6B-B910-50EF-A6025037009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7901EE-EF3C-4D55-1631-5E76992714F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213FB6-0249-0359-E46A-60E8C35980E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FBB52F-C8C5-5F58-5C9A-DD67BFF8F71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A4C1E4-6D50-6BEC-A5C4-8E5E5D346E4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582EC6-AD5C-5C03-408E-BCAAECD311A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222E3E-3EE3-F9E7-5D13-8C7F2EEA5B1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82016B-E9AE-AAD7-49E4-D49E0E8460B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77BF6A-0652-71EF-AED6-369BD86DB1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48CF1D-AED0-092B-BA66-6FA9E549CDF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1647F0-0053-878A-F2C3-F6DC3C61F11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C25358-CEF8-0B43-9DD7-2E39F389EBA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E77C4A-85DB-5211-5C45-C3C848138C6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E806BE-9EEE-E98D-A069-EB6DDDED210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C02579-C894-850F-F6D9-7C3A8F041D1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070762-F325-4556-8393-9910F434301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9EDB0D-240F-E53D-791B-BF39E3B2A10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301F11-2977-C9D7-7710-E5E3591C77F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E60A00-5F72-5584-2991-C0EA8BCB7EC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2CAF72-7179-74DD-F90E-BD847816D53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C21B43-F212-6CF2-FB9E-B116C0DB0A7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CF2D5B5-5B4F-4D4D-EB6B-B317E2900FC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160520-3323-5F4A-B993-176345481B7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AAFC90-8290-7FA9-627C-AEF1B9D4195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0ABA01-FDEB-C762-1AAA-0935A3F7A54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BBF7D-6DB0-1C95-F16B-7197D48FC71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F03D1F-4CA4-E5FF-7B8E-3136B6A1F8F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80E5E4-BACA-2A84-2CB6-DC9D8D7AEB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45FAF1-DEE2-451E-4CD3-950F918E5EC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27D249-7412-691C-E3B9-F64449F8B4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DB2618-F417-585D-6A03-A258FA40867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118526C-9072-4E98-2F66-28B3C1CC88E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9617D0-AD7A-0E0A-1306-D10E0D4596B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6FA8DC-717D-EB9F-5CE6-8AFAF25C31A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98F2E9-AA41-D9F9-6475-A13B7490949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110F56-4302-B90F-D2A6-33F4C129C79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E6EAF2-B33B-C361-5F49-AEC36AAD988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CF7453-7690-B0B8-28E1-A25F2415DDA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3B7BBA-96F2-5E25-8E11-32F4F19DE4A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46A6E58-B8D9-DB22-73FB-BC908152DCA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EA336C-403B-1BF9-60E3-52CBD3AF515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541AF90-C871-68DA-208B-ADF2D944149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411C46-5411-15B6-A6EC-1E3B46413ED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D20C57-C4AC-993A-ECDD-8F5181CC51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D05FF8-D277-4523-82AC-63084B3C6F3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4C79D7-FCD2-3387-B546-DA1655855E3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A9828D-49E7-AA95-89BD-CBB7FCAC944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CB24BCF-2E20-EDD7-EADA-B26C6AE9FC3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60CCA1-0DAD-BF32-86E6-8D32923216E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718C45-FCDF-84AB-5527-1C59400D9EE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A2344B7-AD7D-B851-593D-D021FC3A89B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D22C6B-745D-263B-A0B1-FB0C6D6FADA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929586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B9C6-7C00-6D7C-3069-D24BC441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E558F8-2DF7-EBF2-A911-2B460BBBA9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E00DD3-28D9-A00E-483F-B3876082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467376-C764-EF8B-B2AA-7FCB51955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02FE5B-BF19-963D-13BC-B6439F340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40A3E0-83CB-DD67-5C9C-FD74F188A9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5115E9-9895-9254-EC3B-DF72B7C4CBA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51E87-373D-9AED-62F7-5A4EB42DDD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FD7B4-816C-0A94-74EF-B4E5F30C88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CCC78-9804-C276-1B4A-E34AA1B63ED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0BEF4-AB53-5E65-9674-BABC86EDEBB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8D933-A7C5-F9D3-6D02-A4E56DDC70E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F8E0CF-71C8-6AE0-E299-9902C239B31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3828C5-8884-E831-42D4-769535DA13E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08029F-9419-C3EB-C729-61B111420E5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FF8B1A-285F-0ABF-ACB3-53AE68E4268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05D1E6-1313-7F85-C16E-D4A0BE0508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A8221F-24F2-1653-C1DF-39C3ACEFAB3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A8A0AC-5BF4-366A-D605-DD17D635756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43377F-6213-2718-7524-81F192A4FBF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A83B1A-F33B-4DBB-F458-7AA2E6EB12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E36875-48B8-6844-3A46-D7055BEFA7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16F116-6947-4FA9-C14E-6FC7C0BD42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9FE59C-6E44-19B4-E250-F1B337E5DE5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BA4525-3356-387B-F975-A026CA54F07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22944-960C-181A-7492-4F9DA37B33E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C5297B-8A39-EEB2-A663-5BC77CE8225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ADE2D3-D0AB-0810-921C-0EB8FACB5BD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5A248A-C08D-C579-7261-E09E4E0086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B66B09-6C40-941F-3B83-BA5DC59FE8F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DCEB73-2338-2749-3129-0E545D62CFE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FEE697-FDE2-8FAC-AEDE-DEC533C4E0B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74B42-5F4A-4A5E-D964-2B22E93AC82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2BCE2-9C89-A241-D9F5-41DB82700A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884C43-3629-DF5A-40F2-4028BEBCEBE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3F731-1ED9-0EB7-4221-48433E8B8F6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F03487-83C4-341C-AFA7-52A0E4EB892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9A1254-8423-A8DC-4A43-A5167F6EE2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498B23-D71F-0025-51FA-3C6C9D14EE3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683BBC-59B9-E616-D1EA-10FA81BEE7C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51045E-696E-D4DA-6464-05DA509109D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0CEC76-3A39-0052-5DA2-0E66E96E930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F54AEA-3318-2B19-722E-11ADCB228B5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9D7AC7-70C8-9CD8-E5AA-DE36CD984E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A0900F9-45E3-10EE-BF35-F1E691F0282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0BD6C9-2223-3249-D118-91D63C60817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0B48A4-0ABF-5B36-510E-AEF1CB3AA5C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3B6B48-1B24-B798-7046-280CD266394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A82E9A-8C49-8FD0-EFB0-A17FDA3001F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D020B5-9061-5B66-4A53-238BBB93CD5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9A6A21-8E22-79BD-664C-269BF55F05D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4ADEA3-FA69-2160-C795-D467739918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DE065-EEB8-44D8-DCB9-DCB58B83FB5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4D1241-332D-B9D4-2646-6440BD2A2D7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E04523-0AFF-4870-E13E-5F9C93B60D8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319E5D-3883-E8F7-6300-7B096D39ADF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A995EA-8B4A-C17D-BBBB-08223231B8E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2D84E0-2EA4-D783-A300-A9EE508F573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53B962-3768-08D2-AC98-7FC6BE48524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E8C53B-5D22-BC05-6269-F2A2990FEEA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B81045-07B5-91AE-35C2-65F9E205856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4AEF66-1134-3199-9A7B-C0F8EAE79F3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86A6B5-524D-E33B-FB48-121BC001D16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2757FA-A3DE-2F51-E8C2-1097404E4C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0ADFF1-B8CB-BAE8-E0C4-916A37922E0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C35B12-2241-A048-9537-1E25CEF77D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0E725B-5F7E-F079-4B07-D313342FDED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2995EF-F0AF-A937-50B7-819A607B533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049BA3-7717-AA71-0D75-B9C676AFCDB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11C8F8-1A00-E511-B558-88C0BDEB1B2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7B4202-A1E2-ED69-74B0-7B57CF2385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073018-360E-B210-802B-5369214C5B0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AC81E4-1DBA-BBF2-CB48-A27BC33E2C9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924F4D-10D3-01ED-4BA9-47EC310A202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8332B3-FB02-7681-2F70-7A47D3306F9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BFCE0FD-0CC2-36DB-0712-8AC95BA98A9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F2E168-346E-8F50-31C3-8AA90AD25F0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85483-7C5F-DF21-7E8E-58C7D594079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AB9815-6C3C-7E06-090C-96029F8AD97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D03120-447B-DC13-9FCE-58E29A2569A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43656B-941F-B3C3-8701-C7686F9EB9C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772C21-3F0E-92EC-6046-35E63FBF5A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A21B4CA-E22F-17EB-6914-BA40F9ADD28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471DCE-7767-FEBA-3A70-55759B3959A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952CDE-32A2-4C8D-3107-52B97CDA8DF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51D6828-3910-2B58-3E20-02450ECB1A2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D1C4CB1-3856-16CE-1C78-A38BE2BE193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695139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BA2C-482A-F0A8-F07C-13A4B652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DB5BC9-02E5-E8FC-21DB-E0F1961A26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[19 in 3] -&gt; [10 in 2]. The only way to fill it is with 28.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ADFA8C-3B30-7847-5E30-ED0DA9407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398433-63C5-22D3-D4B7-5EC0E7D99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A4FF61-15D3-78E4-ADD6-185EEFFD5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D8109E-DF6A-6C9D-1C0B-2A7C3D6C9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FE3347-C02E-0CC2-2043-56982B818C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76EAB-1ECC-96F1-188D-0E4A6756099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BB1AF1-C455-2816-5A18-C35CD938090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D5BB4-9269-1676-E039-BF2C6EAAE53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B5E849-0B94-5470-0BE7-5FBC6E3AF16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1FFB50-6B3F-2FAB-84C8-76A24B002F6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332027-9846-2A23-CF65-E5EB9B9A579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83B6C3-7EEA-8530-4F2D-C94DE5E12EA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FD764F-9B18-2FBD-F606-6D5FDE69CFC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0E332-621E-5127-785C-6FD94148C3D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3A8DF2-0FE7-6BDB-9CAC-FCF47E1621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5C1B1E-C17E-B43E-DF21-CFB5840B4BF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34C7F1-4D54-6884-606F-8BE77D595BC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191F00-08B2-4C22-4C13-1CAB17146FB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132657-4379-CAC4-5258-CDC49776C2A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FD03BE-8C3D-69F7-BEC9-E1C3E79E94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82DC75-EA37-2376-F0CB-0671E257EE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3196ED-3D10-6A15-2913-F3E8B3B29D1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67342-F3CC-6D76-6243-1B03A507DA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C62190-F597-A333-2863-61ECA884CF9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1E0B68-516B-0E98-47E3-87AB2D20330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E8370A-B9B2-5116-A3DC-2BD334CB713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70F644-C250-C1AA-FB16-3585378DB79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6F68A3-D4F3-9042-F420-0D408258345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DE1204-86CD-B317-8C6C-1BA720CF681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6F615D-1EFF-9C61-E08C-9C43376BFEA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1141C-EC8D-E81D-E515-52830B75E59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3BD93-0E89-BCC4-9405-5024D801693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A69053-8F03-95DD-3558-3A9E24E9A90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2B4BD5-2690-1B44-3A9E-7348B37049B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F89CB1-44DB-5A40-5595-604790F22A8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A43F5F-CEE2-7D54-49D8-05C595D2A7C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E7E3EF-9255-2C8A-0904-5DA616E6E11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277B38-3E8F-9287-5FDB-390B1495199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8EFFF2-6942-8E95-E36A-A2E3051939F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0098E3-D2F4-345B-377A-6688410D53A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AF933B-1ED6-84B1-7090-A0C2A6ADBF6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A9C420C-4663-2DD8-7375-6210D9B6647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6B2F01-CA33-0EDD-5626-FC6E30B3E4C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7F849B-2D8F-8D05-5318-E2968AB99D6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C06250-2BAC-7FC4-3343-C838310DADD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56E00F-CABF-3DE4-248A-88D1AB6C4C3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502CF4-6B11-31C1-5F1F-9CC38AB02B5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FF395E3-DFAC-3D77-4446-2AF42A14C3B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B5B492-6498-26F4-6679-EC0E4481F96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270BE0-1704-9318-D5ED-C74FB552F4C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C921E8-5D6C-BEBB-CC47-CFBE32373D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5F6368-696C-5DB7-934F-33A5B3D56D8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54671A-CE78-A8AC-36FF-7281874F057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C88E36-C202-0DDF-75BF-4D50ED186A4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A4EE24-8ECD-8BB3-76B0-173E7B2005A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4E2936-298F-FD0E-BFE3-9B4E85CBDC1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218990-51B2-4BF6-8CC9-7C40E2B02E4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2E0DF7-8326-1E2E-CF1F-82E1560C689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312008D-FB8E-45BE-B221-14FB186E83A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A09E63-88E5-791F-658E-F7A4A6DEBB3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1E6A79-30C0-8FC6-3F0A-90E859D322D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9D1804-0508-4F32-0F57-A34C2A68087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D23A76-47E9-1E12-FDE3-8A883A845ED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6571A0-042E-899C-9A8E-9D1BB07C771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4FD5C0-AA80-8FEB-A206-08B22EDD689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42A10B-B74E-EB28-2005-31CCD8BF501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89DCCD-C36A-35AE-3869-942FDA04E37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27681D-4BC4-427C-B84C-1C187800D6E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8CD328-73D0-A823-CF7D-8AAAB33F80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E66371-8EFC-B3DC-A170-F472861971C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8848A3-FBBA-8C6C-4E96-B6FE0C3A5B1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AF4F22E-38B5-8A6E-9EF1-89A3AA31339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6A0354-E011-79F7-9B74-FF6593AE023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E44E50-6027-49C4-B86C-BEA69951865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55A6A5-B1A7-3129-87F2-4505E0CB73E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963A3-49EB-752F-9524-89D9F47D883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63DB17-532F-306F-5E44-77A4D0B3A36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199C35-E4D4-750A-40F3-E49F728C41D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7D4D6E-78E8-4CEE-1EA0-4F8B3233CBE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C68F25-24A2-597C-FF76-D68A817A8D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39E4F90-0B52-A736-010B-F845D60700C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871C47F-C5E0-ABA9-F706-C3058C29D01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D405CC-6AB2-C6FD-C0CD-0B36920F2D1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D0AD740-0141-9040-71F7-2B82F485CB4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05C449E-2C9A-6403-54FF-B81234AE625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88824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C27B-D2C9-AAE5-959C-78BED155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F0ACA4-9ECF-8D75-3FE0-82D463786E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936EB03-4796-DC52-E497-6589DA37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6D2083-8FAA-94FE-5EA7-0C393EA66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9F0A64-A7EC-8647-E0BE-9AEDA5BD4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65ABEC-0969-B4DE-7714-0A111B2CB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A5CE5E-910F-5377-070B-AE4F29E822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1D07DA-34AF-6C9B-C636-27EE44D1FA4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BDB61-EE5F-7A5F-E0AA-EAEF66885E9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DE07CE-B040-A3D4-FB79-5B37F120249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28FFB8-C915-3763-853A-4D8E5F266EE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C5BDFF-315E-674B-82B1-7FDFF8908DA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DC6C38-3AE2-68B9-9AAD-B6D9E080F12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5B5505-0C6B-BCBD-5732-039EA56F73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1168F0-96FD-7320-4C0E-7C115D4F634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3163C-B92B-862B-083C-AA1D13B7C57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BB76B1-C855-D766-BD5A-FD4DBC1923B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BCCA28-468D-B98E-2CBA-773DA947E5D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CCC4AE-42B2-253D-A03F-585DB8983C5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F283E0-5C53-551A-DD62-D9EA9C718BA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910699-CA74-2149-30B7-D37C4F2549A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825BCD-774A-4F86-0425-F50C2BB317A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47E6CB-837E-D854-95C6-6BA7A40BBE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6D5061-98EF-5ECE-A9E5-DF54A02FA0B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F02B4C-EB3C-6D8D-406E-805FEC5B93F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5318F9-AC72-35F8-ECCA-4D78296B9E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FDE838-5FFA-D3DF-6C15-46E26FAD116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F10EF1-341A-0F52-86FC-4A03938B1E5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4E5038-FC5C-2F95-5B9F-6278FB6336E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C293D2-7819-A340-2324-635AFE2AEBA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E04F0-DE60-9387-985E-18AB2DC54AB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0FDCB-81F9-1FF2-53AC-57CFAD61AA9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DF4091-3168-6C51-DA1F-EB91647FDA4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79DD95-22A0-DAA4-987C-60332046FE1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FBEF76-DC9F-951F-ECF7-39E8CA70B28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8AAC197-FD14-B975-DE59-E6EF3CDE765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2BCB8C-A63C-D7F3-FE06-412B617B1D3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1E9297-7F44-78E9-371E-C2ACCBF4BE2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43AECC-554E-EEFE-9BB6-9C5B84AD4AC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84475E-B525-0ACE-F4DF-8D76078A09F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1D7DAD-26A6-DF45-2A4B-725EC7D5FFB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BF83AF-256D-CDA3-FACA-C79A382C57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BBE3B8-1464-0EC4-AE89-5BA3CC248B7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8C53D8-DD17-D61D-95C2-A622459BBF8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BB781E-4911-755E-D180-B7B2454BF58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CC1D15-293B-369C-F1D9-A606EAF5A51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0F3BBE-B3CC-A2FD-90B4-99603DA2EE0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AE5502D-B7C7-1172-1A7C-098B63A5CAA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00618AB-45C7-FDAA-F996-BA843C31161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20C3C6-06B5-78AA-AD59-3CB35FDF093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49E6F3-03BF-4C5B-72D1-0EB961EDED1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F102A6-8C46-37E1-A8A9-0A83D0CC276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84B49E-17BB-6177-4198-864E878F28D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36740A-7201-AE1D-B939-6A5EDF85BF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BF0822-3CBC-E439-2680-BD851834319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13E4B1-3C3A-A7BE-9C45-F1DB06B536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1AFC9D-BE06-A001-6E3C-C032B767CF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937E42-2023-196C-77A7-C08B0DBB7DE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6B05E3-06CE-A075-C1D1-1DE17D6485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26A838-90BA-93C4-A99B-6293E7B570D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1CBA5F-556D-A4D6-B968-5536525CC52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516005-A097-D643-7070-EED732851C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D0B9C-AECD-01A2-B980-E7A7FB22EEE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A2AC6D-7159-11DE-BAB4-D81F9350F47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4B509F-04E9-4B25-82D6-1FCE678AFD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92A077-57FF-78AC-0096-D19E94E4ECF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19C0B6-CA6C-FA65-C1EE-016F85EE216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6ACF34-4B1C-6731-1F7D-C90610FCD14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ADBA4A-2391-818D-27E8-6DF9010C743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B229DA-477B-F502-162A-D431C1D89EA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3B53E4-220D-2AED-180D-08093CE2B64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F35D9A-4492-B82A-2F0A-E41B407D18B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D0B6B8F-93F3-458D-CEE5-001CC065181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C0EB327-E226-BAE5-F46E-306BF6DCB9B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487231-6051-2208-FDB9-F199DEBC221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3C709A-2FB6-9BE9-80EC-502B5C4AF04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4390A7-604F-C2C0-84A5-81B7C84B734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886F21-A7AA-6855-19E7-5EE79E79F18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51D8D64-4273-7063-CE41-C3930F6629F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559896-0D09-A11F-E905-49751D76EAC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5319015-E00C-575E-A992-CD0045F907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91C0DA-230A-DAE3-5793-836CEFB85C9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2379758-CCED-35D4-4083-999E64B5090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AC9458-873E-BA31-E669-D4943F46DAB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B79C20-FE75-C862-217E-A3ED10D7EF7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04E989-D81E-0AE9-395B-F337681C789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B57409-F742-E435-C2F2-B6EB03BE79C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580172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6CD0-F94B-AFF9-2460-F82F2392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4FF187-9A2B-DA70-4F5A-9B0C9AD744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58A1B1-1FCE-F3C6-0E1C-33F820300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9932FE-8B36-CCE8-5B2D-15890A14C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9E1E73-EBF8-5447-A97F-6AE27817A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FE2C83-2D8F-C989-5F31-E89FE6180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715DA9-ACC8-747D-928E-5BE10335DCE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AF5C3-2B4E-870F-2793-55A6CE0F596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3A8B1-967F-37E4-B77D-CA1E30AFE64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8C7674-A667-5987-E549-D0C29D79DD0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939BFF-ED00-C281-80AA-13647EBD5EA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CF4A6-EFF8-50D4-9F9F-D8032B0D0E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69C10-BAEB-D0C0-6683-C5E5F76593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7516C8-9797-DA5B-4750-B45FA2596B8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4388D3-E857-BDC2-F227-E532CD7373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7972C0-E0AB-644B-CC6F-78AC6904B41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6ABED0-002D-4DA9-BB7B-ACFEF2375EA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CD054-1EE4-E33B-07AC-72FE561BBB3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AEE3A0-CA8B-C4A1-7B3B-CCC50E93FC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038388-84B0-27BB-8C9F-9112039A978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0E3129-AF70-8AAC-66F5-B1362F993E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58F615-E337-3C7B-E502-55130CE192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252E76-CF8A-E76C-47D9-5E44D9F97B0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B479A9-5FBA-F226-7980-32BE9F4A909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D3D09B-B9A0-8FDC-89D5-5230F8ACA65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38B514-55CD-0950-BBCB-F8CF1DE8691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9FEE76-7413-A729-CFEE-F02D69FF961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14AFC1-8DD6-2A2A-EB78-3E7836A12BB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DDD932-332C-2B2A-8253-E1FF36734E1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6BF67C-2948-2BC2-373D-D15BDB908C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F7457-86A4-2431-FB24-E4CBAC41051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6F0FE-9A97-826A-2172-32E1016C8FC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6FDEF4-4874-60A4-E516-EB29F0D74E1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446172-F199-D6A2-34AA-8EA70182214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40D05A-3217-AF2A-AF86-F201B6C49A2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D65D1C-7E0B-87D1-71D1-8CDF83F5B0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BDA5B8-567F-F7EA-D7A3-1A34839E496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934503-1C8B-C3A5-7A05-259AE5D29E1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A59204-B037-5E25-DDE5-02BCEDBB978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5DF540-A1B1-2C37-8325-039A7084F7C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7D8FBF-494C-1CCB-1669-FACBCC7249A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0779FE-BE84-5D16-8BE7-9F365FB3CF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81EFCB-9A6E-4C64-C8A5-23DAF5A8D12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80C75C-26F4-435E-C071-EA27171BBF6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9C4493-3BA6-B587-655D-6B752A06B70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42AD16-3391-D288-CB7E-3CBD0DF39E4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0953D4-8A4C-92D7-CDE1-575899753B0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93FDF4-5E69-0272-FF35-F42C20657BE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DA0D46-EEB8-DC74-4C0E-C55CB2E3CC2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97AF43-BD32-ACB6-C267-A485BD75B6D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31A780-B395-3E16-E0EB-7A365ED7315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4F22C76-7F48-CBF4-015D-CE0C9A8D55B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A69CFB-DCFB-8697-25C9-4F2426EB877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8812FD-5C8D-5F25-918C-EEB6B66108E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865FEB-B8DA-3653-EF20-C7FAE40393E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3C530D-8F34-DD01-BFD8-90700F8A8AD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7C094D-B96F-4E84-C39B-9B5AFE59CAC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AB2786-66E1-D2D9-1A78-216C4CA627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83EEA6-440E-A36A-A245-6C6CA532FE5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CCBAE5-5192-CD3B-D133-E6D5A4269BA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F131A7-0089-5E32-B3DC-9959E77FC07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2F1778-FFCC-E8CC-10F3-EAEAD401850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F3DC9F-FA3C-6EAE-DC90-EAC2F588240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E5352F-EB10-36D2-50B1-2ED4E3408A9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55888B-551D-DC6E-1E5B-AAD76CB6563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E25F3CA-3FE8-2D22-8F6B-EC067BE0F57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6DA073-6565-F2DF-3875-15527099DCE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C360A0-B476-F437-7BE9-0EDB5CBD59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64C2E8-F211-8DFB-AB75-D55C0EFAFEC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9BC517-C568-FFA5-7EF4-291C78AA468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1E4C53-8E23-0C2F-F5B9-A9BEED5E2F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15A0BE-9831-79AA-CF35-03A4132C60B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C93DDF-3CAC-9148-2BD4-F459F9D3D00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12EBDB-1B29-043A-8065-6238E437827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3A789D-ED4A-46EE-7A08-4E6F5D645BC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D47675-9090-6361-890E-C4A1D41BBC1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062038-9F05-FC6E-2556-616C1F4C873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0096DB4-9B47-BCB5-C2E3-EE7424A5C56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7728DD9-C932-1845-E968-08B5EB95EE1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BC3FAC-C980-0488-CF56-F41688DFB64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EE82033-C2D6-8257-86E5-473AB390E1E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00D56E-A45B-7195-C1BA-4F417576051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3F4EAF-6E66-F337-BFD5-165E73F3263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089C438-3F5E-6D87-06B3-A86E2F681E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352662-72E2-9234-5DA3-90407C04AC0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49D63-4565-EDE0-32D0-4E7E93C2CE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ACC209F-511E-0440-7D40-A9F2A6C0DF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37634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49AF-A19F-A772-8783-61F59452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B3C2B-8BFB-84D8-5579-06D56586D5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73CE42-15D8-BE62-3F04-D84B79D0B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1F8C14-6196-35AC-482D-99B0DED18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56E583-63B2-ECA8-FB39-0AAB2C2A3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45B997-2481-64CE-5390-19859B3CD1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D24D56-1F97-D3BB-5EC9-D83E4D1F860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D6772-0C06-927E-2AF2-266AB0C7A2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80DBA-C777-695C-7F27-F221FFD7DBA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2AC30-DB52-3E50-7CC3-48C7C4D787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E9A76D-671B-D268-DAC8-9F9344E5E05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17B26D-F693-9412-691B-A2336C5CD33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7AE52-9722-4BD1-7875-4D4674DC6BD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696BC0-8A1C-A609-1937-183B87763B4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1835D4-DB7E-DA05-22DE-26AFD8F0662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B2B373-32A3-01F0-27DA-0174D381C7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D0B3A5-4162-2F5B-A83E-F6B64F30868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859B5E-BE59-994B-C2EF-2662B265E15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5D6084-9556-AFA4-D96D-83373219BC9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EDF984-7FFE-3AA1-8293-4FABB8522DD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133B7C-470A-A1EF-401F-7FC8F016FA2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3BED4-2900-E671-7ECF-4BB10ECD2F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AD15E5-6F45-9601-2574-E2EE0C2A986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603F2D-26C0-65B9-220B-52312680E50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9F71AD-8BEC-16DE-CBD6-FC6E121B0E7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97F835-2317-C952-8C5C-A74257BD9C6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29DDE-970A-043E-D244-4CD67A971CD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04D180-D784-10CC-6619-0CEC0BE61A3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7AD818-6AA6-1198-EB82-D26101CA831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BF7D7-4CFA-989D-DEC1-A3A4D056F40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C4CA4-25D8-88F4-7F41-FDD4A24E1AA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A1884B-BFDB-F83B-945D-F00601E6B60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1FAFC5-6C2B-4E4C-C8E0-BF641732B9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E77ED4-3FFE-A72A-903F-EA28F90BA7C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CB0DCD-B3CF-D4F0-DB1B-B6648CE27A8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4513C7-4820-B4A6-9FED-286846F9CA9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51DA6A-C178-F2D0-9C76-A197BDBC0AA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F98A85-843D-28B5-52FC-B0C14033325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941745-4284-8911-3EC1-04396747458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90B1F7-1A5E-876C-BC57-56F8D1AF1B5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4B8CAA-7336-9247-F595-0FBDB1C94C5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E56311-B5D0-131B-6631-C5ACAC8C47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6F7278-08E5-886E-BE2A-7931FBBACB2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30F5F6-AAAF-6638-5AA9-A75C78A5F04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28C8D-3592-8028-6817-108EE1300E2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2F710B-D823-3129-74C3-59D7594C6C4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F40898-A9D1-6617-902D-CF6175350D3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6CFF0D-7D9F-1D65-CA01-65690AAE220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8EDD95-2E80-9A00-DB7B-6FBB91216B5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6BF35E-C28B-F13B-34FD-EBDAAD655AE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61B464-0E0D-CCC1-8D4D-B7B7E1A2B60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1BB795-C1F8-5B66-D170-1C98A40A2E6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68565C-0E61-F498-B83C-71FAF3CAA7F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F8E45A-3FE3-3588-B42E-DE398D888EB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6B57DF-BDF3-4D2E-B3E5-31CA3563383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F6C986-4F40-FD20-DF95-0CEC9ED8DC1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90CA27-8D13-8377-810E-2EE3036A8C9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FA04AD-9E20-A2B2-2E78-66D040AC65C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E482EA-513B-D787-D527-D7AC4A404B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14B88D-84B0-E39F-9469-09262A26C98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820591-E3A8-848B-3A4D-E5B9F1B95F2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9E0E9F-A01E-B77E-13FC-52614F09EA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AEB120-7698-B828-F8C0-3A014D49580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4390D7-C40F-16B2-E712-30270AF7988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5260CC5-6E51-B5E3-656C-AB0C0C025F2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CBC252-C2B2-5ACD-0832-1CE9E70F61F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AEEB8C-0CC5-DDA2-46F6-E11AEC2FDED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16AEE0-6A68-8DB3-8FC4-C0FFFB22FED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A2F62B7-9B22-768C-EEE8-5B78C55A14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08A94B-6200-3C9F-68FE-AB782504740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102F23-824F-02FD-565C-57B05E25A46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7E83E1F-DDB2-BA53-D595-8002F6D23B9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14C9A9-88A6-E543-F769-D806B150DE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FD037-3C93-A678-C434-4C9DF1E0751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9B0639-F3FC-58C1-D972-8C18C6051B1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CA68FB-1407-119D-2C8E-17E52450A7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D292989-89EF-CB8B-9240-AAE60ED1094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CACBCDE-C78B-4C9B-7215-785F616E0D4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00E77D5-D321-7C23-742C-0F59299E339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925A0F-0C16-F074-FD97-40DB18D81A3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5A02D0B-EEF1-37F4-7A1A-7D1FFBABC66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755E96-6D91-3E82-25EC-16AC14A0D7D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EDC10BE-5A92-0F13-0D97-3028E4D83A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2342A0-21E6-0D03-6D78-F3276E5142D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890060-E68F-5F7E-AF4A-B2A1C5417F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4C969C3-25FD-CCB1-CD4A-E10B9E76BC7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715B2A-34FC-B9CE-1A77-7FFA165322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02632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E27DC-C963-7402-05A1-8E7124C95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E61C5B-AAAA-F36E-13DD-D5D8479889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909B0FE-D199-67CC-E875-01D9D86D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E140D7-8FB4-2731-BC34-C600433BB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B5D295-1285-0E21-71F1-CD981FDA0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042D86-B604-66EE-0B1D-8FA78AEE27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C77C79-D9FD-D741-60E8-F9772256BC1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BE9F-E8FE-44FA-F418-8D3122F535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5FC2B-03D2-95CA-2131-EFE272905FA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B9B90-9024-EAB2-6395-66017134A75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3BA04-9275-C58B-2399-12D231A25F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D6E3F-68DD-88DE-D4FE-D05FF1EA36D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7F49DA-0EFB-4473-FAE6-2E74E144CD8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0EE4A7-4060-02A4-B7A1-C1E2F1F4ADD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243582-35CB-0261-C1EE-AC73503EAA9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F84EFD-0684-4BDB-ADD5-7C2B889611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F98E27-54AB-18FF-46E1-873B34D8887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42952F-B518-AD3B-B276-620DFFBC014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B221A8-1D36-9027-1D04-62114076C52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4E7324-54E4-C657-96EA-A1BDBDEBC46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CE4330-143E-4BA0-D9CD-1B75809CA67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B53331-FC2B-7C6B-6151-66CE4EFA908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36933E-6349-01EF-F675-AFC256BE299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5D401-C030-9EDD-EFE9-A99BF0C2985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D5368-CC69-C77B-F488-2A32092DDA8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FC4028-A45A-3DD6-4E73-D742204BEA1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6A349E-4805-3CBE-C687-683E6F6A6C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5A3F67-89D7-0716-1841-B240A888742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F76A1-D2CE-C43E-360D-9456ED84D31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B4EDD-3BC6-41FC-D671-EA90E009C4F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B169BB-6151-479A-88AF-EFF8B75B7F3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04D217-3268-0A4F-8B13-89B2B3A3796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943A6B-0819-E3EA-373C-488449FC72C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90AC5B-E5AB-6905-8A3C-75319CC783C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0D803A-4BAF-CE30-B0B2-330D397266C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AE1420-8E51-1B01-27CE-1395CB52D7F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CE00B8-15A4-4B40-C604-CE7268BE6D6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406A58-74E3-8A1C-03AC-6D28050AAB9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492C95-7418-2FA9-1196-5C12CCB8BD3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95FD00-FD46-CF7F-627A-C3A67CF8364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7B79EA-D6F1-DEFC-A0FA-09BF60998D7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5C2F89-5335-325B-0647-3239CFC222E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B4C56B-5F52-6915-1FF8-ED8286769CB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9921F7-6C6C-BF67-0CBD-CA38DA9DF9E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35E5D1-ED44-1220-002C-457F4BEB6D3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173D97-BBF3-2559-5EEE-708D8C4C913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CD7DA2-7D24-5A74-0A88-6AD316A87AB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749502E-E2C9-A140-9A77-85434F34697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4BA6AA-F8D9-D12C-E98D-BE7E55F342F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E5C8C9-12BE-9620-8895-D059E3D62A4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62C312-BD5F-9F8F-359D-835F38B2BD8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652FC1-4DC9-592D-684E-9C92287D8E8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A4EA7C-C913-9452-5E09-FF1111E0AF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A0E027-201C-779B-E2A1-9E6BD79725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E07223C-6FEC-F805-E059-9DEE7F72CA5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6ED8C0-0DAD-35CD-3FE9-E1752924A65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195AC9-8EEC-7E07-8743-B134B1C9CEC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155EBA-9883-812F-1247-5956BEA6D5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E8227-1C42-E3FE-515A-D5944C235A1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52CF14-B719-0C51-A131-CDCB000F39E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78FBA1-4658-5811-1E2E-8DD171A3BCA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2C0321-0C40-DB64-68EE-0D57A566BE7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524FA4-68AE-4D79-C067-4AB12571DB1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B3FBFDD-BA0A-0E1D-7DCA-B34FAEB3C26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3F7D32-10A6-6F7F-542C-3202B6BE49D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99EEC1-B88E-D12F-2C06-48CD3A71073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E2DDB8-1591-4B0B-392D-7EB12381FF7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DD57C1-AE08-F780-239B-8BBB56D6F7C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851D87-9483-D192-5443-741EE439326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8B526F-EA43-49DB-C7E2-9F94CDF7349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774E67-2D09-3B93-948C-2F217EBF9B1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E87494-B3FF-76FA-7591-78D0BD06136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D9F005-EA8C-83B1-2971-718DE8EE7CC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311691-4882-4298-637F-9ED80C13329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B7950FC-D117-0FC5-EBC1-8D62FC191DB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2DDFEC-9C75-2D92-EA9F-EED7D2E8179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AB30F3-C1A5-1435-45A2-7A8323283B4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9C766C-0D7F-D602-B32C-7493B4AC618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69979F-DADB-2485-2E8E-5FEFC9DFF21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4D19818-16D5-559C-0562-0F8061E2245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05BC2C-3B70-C61C-7F0E-A407063D2B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7F2E795-A722-F757-A97D-056DED24613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D3B958-58D4-69D8-3C78-73DB42DDF28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79869D-87AE-6B72-CEB4-B9122F1016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CDC330E-BD5C-CDE6-9166-2CC5A756E43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D041E8-A0F2-F388-CA5F-B18FC987ACF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67B823-52CE-7771-49ED-A5669E71CC7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029350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CADF4-D7C8-FE39-5172-F0E2BBCF7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9F22DC-ECDC-B96E-D2AA-D041439332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340654-CB54-895D-4AB5-7F5F6311D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C3BF54-9285-DEB7-2CC4-2BAA34F6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474B09-FFAF-10E5-CB6B-8B4D6C1AF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6265FD-C113-FED6-D027-A5D894AA6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D7B863-14EA-2F8D-602D-361811C3FB4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1FFE8-499B-315A-87BE-CCE7D593876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46C65-746F-A92E-77D6-3088AF675ED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39ADE-6BC3-4C77-BDC2-1D8D53C1358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BFA09-93A9-6C2B-6A71-F719BCFA517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306DA0-6783-F68A-7EA1-9859B757DC2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3DD08-FED6-5B4D-56DF-6E859B7D364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BB0BDD-42E4-7917-0260-F5017C9340C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5ACB21-47F6-A20B-6AF0-F4669BC74A4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DC7E6C-4BE7-8CD3-24A3-48B4ED99BB2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BBA957-2D48-B10A-A823-327028B2B3B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C3B339-FC55-AA61-39A0-30183498C56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911D81-6DBD-F218-FB9D-103E1327177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DEF305-7727-D3E2-EBAC-954141556AB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3F7673-66C4-E47A-6DC8-20D14E01D79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25AD1B-5E44-9A80-E041-A8139481372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228392-51A3-7E65-DB44-2814AD5FBC2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3ABACE-ECD8-889F-810C-609B493507D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61FF5B-1F27-3491-1A90-1F03C7645C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30E4A2-C948-71A8-B306-F2DA1B80D5D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7F4B60-1495-C914-C00B-60B21A26BB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43EA2-9DD9-DE32-DF19-792BA1BDB6F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B1E7F-0F98-030C-91B0-F100485160F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C105C8-F44D-F830-F266-98B5618E10C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CE03C2-66DB-154A-1DCA-58D8E5FAF16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65E142-21CF-CFA6-612C-4935960BD2D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C564E4-7AD1-9270-F5D5-343A1144D68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8C7526-8FCE-8D9B-3295-9F67DA92E0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7FC85-0ACE-2CE7-F9A9-E13E95E2DE1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30AC23-D9D9-FB82-F2D3-5F845B135ED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6DF5E5-EE43-C481-1ED2-E141EB41FDF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CE0658-69A7-B1BB-8B84-E0340D3DBFA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A1B7D9-BF40-9466-CD21-8C1C922580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6A01589-E925-F79E-90D2-8F722A6BFF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23A757-8EF6-A655-6356-9CDB1BFC7B5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566061-F6A8-4807-AD08-37196DC1E5E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2DC4C6-750A-FF98-CEBA-35FC25A45F4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BED300-1DAE-EFD3-FB13-37113B1248F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BA86AD-AFF6-01F4-0AE5-DFC981E79E6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E741CD-0269-2DB5-F898-FB4E278371A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3E26D9-435D-D78C-FECA-73C71A57D6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1068A0-8B05-E566-41AE-73D34C247B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2659EE-54F6-9D19-0E7D-088301B6F7A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A2B14B-E64F-9D46-9F0F-D58BB68A13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122A45-E5E5-FF9C-3073-6B69C3AD961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82DFB6-9894-7870-17A8-640BAB04074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04373C-FB55-817B-98BC-5D5AF30D867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A8DC2E-DA8E-42D7-4C49-3E961CC3DDD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323D27-C52F-A88B-04FA-20ECBB44A06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6C562D-00B8-8CAC-5842-FA2553147E6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51DBC3-C1DE-6DE4-4658-2103456E23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26BE2C-5171-F21B-974F-BC61838DBD0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0FFEED-89A1-2058-3387-B94292E6CF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3FD742-9429-BC85-CF76-A4FB998551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21DBA6-CF30-7419-0872-BC1AC1789F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6BDA8F-72E3-390B-BF79-D5850FA862F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571F88-F6A9-F661-8F9A-F63FAAF7576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8A8416-FC1B-9C8F-CE24-F46BEF3C1D6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89640F-9C58-DE2B-EE6E-B8AB8AEACCB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80D5CE-984F-8F5E-7827-D33DCBC9EF7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646F20-79BA-B5AC-0136-21EB7F13D36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3714BD-84A6-7C7A-3A52-EB7BFC34C20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C71A26C-8B50-93DD-E0F7-9F56B935B52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16E420-3BBC-5320-D27C-51EF49728A9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7ECA86-D804-2A53-021D-9904C2D2CA1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C812CA-40AC-906C-E00C-F7FFAE18F8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8C542EC-9905-89D2-D42C-155DD66715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DF1360D-001F-3EAF-700D-ACD57D5DA2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05B1992-A9B7-6C95-66BE-91A07321A81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4B7A866-CE04-F08E-0181-3A63BDD41E6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E6BFD1-AE90-3932-35C1-E69F5E70A43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3A9FE0-28F6-EF91-4780-0C1F2B5DEE9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881D841-9B1F-6469-4CA2-222BF7863A3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74BB1D-9B42-55C2-1EB7-8F7366319BF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20F44C-7804-7F5B-7062-A6F0CA3D86D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4A9A2B-79B2-CACD-F407-3769BBD3EC0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7FA615-4F33-3429-AF95-9E5FC3ADD32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92D0DD-3504-9C0F-3888-05BD43436C4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BB660F-2E4A-40DA-1188-BFC060FED44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EB9B65-F673-EBE5-F4F5-A6E5586D980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F06E3CA-8F96-E5F1-720B-91970D6A3A5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11071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A44F-4517-CC3B-ABA3-44243539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89CBCA-CC07-4E5F-BC6E-2D3AD49F49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3141DF-A2DD-F52F-0C35-611E17CC5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FC26FF-7A0E-6948-175A-16CB4D768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2FEE89D-4BEA-3DA7-0868-F4E0A080F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7A5565-AE92-B2BC-5201-9638532C7F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CE48F1-C483-E4C0-52F9-7361DAFC4EB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CAF38-787F-45FC-8492-22F929B42B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ABB16-19DC-57B2-310B-79D42DB2AA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533B09-DCDF-98C3-A44D-20549E7DAE9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6332-DD6E-7D64-97A6-0C2B2EA4485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6CCCC-C9E2-30A4-D6AF-34FE47F2DAF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D3D440-B482-4130-6E0B-957DFB28B5F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930EAC-9B42-868B-41B9-8D63758A05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9099D8-31CB-DEF7-8687-40E9E100B93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B67CDF-4886-CEE9-8635-D6FD5DF5DC9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6592C3-F0FD-3734-B44D-BFCFEC2BEC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4B4790-1BC8-9F31-72B3-D896A78E1CF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91A6E3-814F-E898-D8C2-C7F1781988C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E235B2-84DB-F705-9CE6-6565561D58A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B4FFCC-63C3-E571-8E90-50EBDBBFFD3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0DFFE9-68DA-C136-26B0-0622ADD76A2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F5CFFB-DF7D-E35F-1264-64B68EA0E63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995D24-BF63-5F77-CB53-AE9CFA20D5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6491BE-DE88-8B0C-2061-1C2763D786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5F303C-9868-46E8-97A2-82F2B0959F9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F6EE28-4FFA-1DA5-CB58-67CEE98E624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00E3D-5071-F6D1-D706-7C61E4520D7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F7AB4-AF15-717B-F23F-8B8C6FB776A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DE7D18-7B35-2E80-D2F4-9A915F2111D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9937C7-719B-312B-7EDF-3EA5CF097B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796B85-D686-E90E-3EC3-5896868A6F3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A8667F-1CE3-79C6-B59F-3AD16232BFF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66F995-916C-6703-9DC3-40424091846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6CA125-00D7-FBB6-DF52-BB548520F48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1FC7BE-037E-4E71-6F63-EEEAB78CC9E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6D730F-9B19-AE52-C131-435544FC600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893D8C-4FA1-60A7-F422-0E377E4F181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AB4929-0396-23BD-DB9D-A1643865D50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3ED62D-B31E-A9D2-CC96-A170008F7D2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65AAD7-FA8F-B594-C0EC-1900683D0CA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9F1921-477F-7B13-4952-A4507DC4FD8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06DC94-46F3-B426-ECA9-297AA95FABB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CFB78A-4005-991B-11DF-750CA14CFFC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43AE3B-B183-11F3-17EB-28AF3284E7C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4C52A3-CA1B-43FE-F0E7-B2DAF93DD9E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A58A6A-FF25-E087-1846-C524E776CCD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AFA821-526E-BE54-A4B4-D3CD8F93448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D50FED-250C-700D-A0E7-1A1CBB0A401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B71D4E-1EF5-F130-8C1C-5F399C7189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6209F4-70A9-549D-6A61-73F78C31180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91EDFEF-373F-CFBB-846C-8A1CC83D53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1DAF9B-E57E-06B2-551B-66C222F4954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632908-4C61-D822-6B25-FF39C3CFA0B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D01049-96AE-215D-B190-158725FC8A7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FDD603-AE21-2F4C-DE46-219F908244A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0B8256-7F4F-96CC-471A-F286FE3B41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931D91-DE9C-269D-4947-DB391C47845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3A5656-FE18-EA61-5F6B-2B881C417D7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FC4084-33A2-CB4F-5F85-A62D91A0042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2DEB81-0FD5-DA71-B908-524E0243398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5C1137-6EEA-DC6C-9700-141BE50BDA6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39C043-36BE-30DD-E7FA-4CEF1937E05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5E61EA-BA93-D565-EFC0-455717D1A4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5ED9C6-6B21-51A7-AC86-581D665C739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3E27FE-EAF2-924B-3E10-E1331984C9B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BB2AD4B-2176-EE9B-3958-552D45682C1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2C267A1-3C04-BDF9-D9B7-9C77C57D6A9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A8BAB8E-71D2-1DA9-A0E0-EB317038AF1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64C6CCD-61CB-A581-3A37-33A82B96FB2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A4023E7-B396-2EDD-4898-53F89635484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E703BA1-5B75-81B1-257F-EFF09067F42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EA34A80-AF32-B8AC-6C36-71C82B9E6E0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BBA217-53D8-960F-6551-DA26BD840B7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A09B8E-5158-0736-8FC8-FD255E2977E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B34CD0-0E55-D626-F01F-7A0C578DFCD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98C8CD-1C73-5548-BAD4-E27FF8F06F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BCA6A5-901F-4150-7811-ACF2E368457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A74E2A-F3FD-D42F-2AF7-A2FD9494756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5FEA48E-5341-40C6-E110-16F0082FB1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522BFE-1294-9CD4-6537-EF2DA9230A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EB9076-7B06-FBAD-0802-6FECC6D6AE5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6172D8D-C6D8-E944-0004-E93D9677449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F3DB01-5BA0-41AB-AA71-BEA3311CD15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32BA7A-3EB4-0C0B-8B2A-8B388501F4E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6F1FBC-309D-15AE-9764-86F05B387FE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4EC347-AD5C-470B-22AD-A88C5F21B4B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02926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101F-0DDF-F653-87A3-F8E2B76A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CE4A60-90D6-9685-58F8-A2EF968A11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86804B-5C92-63AE-104E-4E1F2C503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24069A-6AD9-C925-9FB0-9FCED5EC5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C6CE31-6911-B33F-B8A2-E99F6E849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36403D-9E48-8855-E7CA-EF133934D0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3F582F-56BD-0B8A-BEE0-851B0495EB8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C7EC4-B515-1B50-89C1-DA73A0890AB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841EB-4955-442C-3A72-5409FE0044F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AF6CC-4436-4510-6112-EF1D8E556DA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4E17D9-9157-1913-BFC2-B262621A72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0D9B9A-C3E7-6F9E-8D7D-EDFD58FDFF7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A58954-2208-B8A7-05EF-284ED39FBB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8B5FB1-0EB2-1759-728B-CA007EACAE2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24A43C-D17A-1068-AFF6-1AAFE37F4EC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0BEFF5-CCE6-C74C-6CCB-797358BCB1E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D2B653-048F-A023-793F-9A21131139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7A475-69B7-3A0F-EF6F-F11BC6A169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835C60-320E-4B43-B558-7810F35FCF6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01E8B5-1895-251E-B4DB-E2352EC891E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7D47B0-976F-969F-8CA9-03B58B0C861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37DD09-32D9-AB2A-F185-805E179FBDD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0A610B-E097-EA25-D209-BAC50BE96F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9B4F1B-C895-5AAF-600A-89C473817B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DD0FCE-8DBE-CF9C-03A2-E850450AEBC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F458F-12DA-F4BF-E839-6C318574E20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B4C483-5B75-B187-0441-B3716B57673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85EAA5-0D13-D243-EEB9-CA389648502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F5235E-BF69-00DE-2647-022AE0C340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E72710-D916-3D5E-8951-8A686AE0C1A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3C1857-166D-D909-CEFF-54159C82BC5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967115-E503-09A7-48CF-C0530708D10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37598B-2087-450A-C465-E0205F0C5EC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7467A5-8737-B1CB-06AE-256794AD009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D58CC2-DB62-A659-C633-6269D5C9719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69B5FC-D435-1D39-FFE3-0260AD82E89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79E9B7-1480-7814-F47E-F63D4008AE0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820C67-1425-740B-DEE4-DDC928685C0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4F5DBB-5C37-F13A-ADF4-7CFE874838A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E7E7EC-7AD3-3FB1-488C-1E1476955FD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907B67-8D48-2910-87B2-0966DFCF2A8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B90231-01A6-C0B6-0203-56CB40591AC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31D759-2707-B3DC-19A9-FB8E91AA50D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DF44AC5-972E-3590-5DFB-165C4C03B9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5196F8-FE9D-658C-E067-805A6F17EEE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5677C7-8FFB-562E-B257-DE363EC024C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3A49CD-701B-9227-FB29-10F5E7FE2EB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554490-4276-13B2-8963-C4B5C826CCB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611F93-B407-F859-29C6-FCAF7350507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2261B31-AAA7-BE91-6C46-EB0CEECFF63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E2CC14-FB7B-76DA-3AA4-F4F08D1385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80A2A7-082C-6FCC-FB05-D586CA5C40E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5C408C-E110-D2C0-346E-3F53A90F5F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ED1044-C4C1-1FC3-7CAE-3CF015ACC2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3BEE1A-4F89-8881-5AC2-70CDA7A4410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FB99C7-83BF-00C9-347A-F6BD7F26121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0AD600-A20E-3FD6-913A-558749C2D8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97244E-44AB-9D51-E8EA-726DFCE896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30D8DA-9B83-2B0F-51A4-3684322FDC2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470202-462F-0463-C5EC-01E64A4896C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38F66D-75C7-A1B0-1EE8-2EF86E9003A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75B110-FE4B-8B41-9DC5-73887957507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46294E-5F2A-539B-5F98-765E6DB2399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0B99B3-8806-CD62-078E-6B17D12A8B6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20A2CF2-9D53-63DD-04B3-AC273B84AA2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924FD0-EF5C-7C0F-B565-EF4F00D7B50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02EDB1-9499-3389-E4D6-EDC3C810E10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55DF8CE-4A34-AA56-37CC-9B9F7F24E77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12D996-9675-AFB2-155E-BBC45EF93C9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7D6D56A-2884-2D18-9FC1-2673133D20D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7232A8-75D7-0B15-4309-BC45650D8F9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276545-67D9-7553-71DE-C3186B42195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B77FC6C-7FC5-5881-FCBB-2BBB0D7D083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ABD29E-EAAF-F945-BCA8-104AF03988B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AC41EE-7135-6751-1928-C07309A0062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700D8E-87BD-315E-8E8D-71EF0E46178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2745F5-EBB9-B91D-F14F-58F4480BEE1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39A38D-97E4-112F-F18C-2EE10DE55EB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0D0148-2C02-03D8-F8C4-06CA3FE428E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B6D9F1-7078-B190-665F-DB7B5A0F92D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21CE4C-3874-41A8-6340-F3B63155B0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B1D7EE-F1AC-C088-FF7B-A759C571600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06BFD60-F6DB-814E-BAA7-A65C2896E92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5C46D-CB03-8E11-7506-335A4CE4A9E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995F5B-691C-71AF-BD31-6C3265146B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FC170F-A5A9-3EE0-5302-7D9C7EE6333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1EE5D2-B3B1-D224-94D8-FE1D8B80987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350129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A3CC9-A70B-0ADB-E161-7D2644DF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C3E0D5-DE91-D4EA-0FEC-FFE1D77C24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D0F628-4CC6-086D-D6C0-85D55FDCC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1B9D01-A3C8-F4DE-F955-F654F6C48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FF44BC-ACF0-5630-0933-8014B78C5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B8273D-52A9-B3B8-791D-7EA37656D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524FCD-8F88-1F32-B2C2-99D0DA9EE2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3D5E2C-097B-E0D9-7FAB-F28288783BA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77E411-605B-E4A6-B99E-D906A57EE45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E0CF41-7496-E153-04A1-677BD08B0A6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28FBE8-7AFD-2BBF-9870-6F9243D9386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AB8081-F533-B739-47C7-5154394114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E34E55-FCD8-F366-1ED4-F3A3A85C8E6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4BF788-3A00-9484-4B38-98843C3252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7ECD65-60A9-EAF0-B1C0-C670B01E32C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8CCFD0-E77A-8E5F-C8B3-B9B73018D27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020CE2-505D-1D80-C51D-FB9FC53B650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C21D0B-4804-131F-F1BE-8B2A7A3A92A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C196C8-AD6C-D846-ED75-9C423D08637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9BEB49-84BE-B70A-0B17-BEDB0FAA895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68485E-A3DF-94D8-AA57-AB05EAA8780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3FA4D2-1442-A3BD-7582-91CF84F2252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36AF84-1C4D-6F26-2CCE-D26A4E3DB2E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55FE48-B2FF-D911-3182-C2E7DDDC98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7FB63-376D-6CDA-218C-0956F4AA93E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8F870-0A7D-612C-46CD-B702D833873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A11004-BBC2-DAAA-2EFD-CDF0FEE37DC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06F78C-F12A-9325-2D29-8EC74BBF53A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D55BAE-65C8-9E6B-B84E-2C4ECB6F606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28F6FB-AF8C-C6E0-CD75-83C2B6B1C6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C50694-B3B9-6766-1A5F-78654049DDD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2AB7F4-9937-DBD5-472E-8166573C6CD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A58716-F14D-F9C5-8F61-9964E2ECD47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291956-A058-E342-1392-CB1CD873EB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451D8B-6622-3B57-3567-B9E9E15153E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52C16B-076C-336F-3924-8B3C3CFA7D4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2810E2-B749-A509-07B9-E7DEDDB43CC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4556E5-51C0-E9B4-8F69-D381682A45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48CF13-D541-72A3-A9DD-631442F5802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081B6C-06AB-5676-B356-6079B5AFF5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225565-9803-2AB3-8ED9-E81B5DC8DC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6F3853-8CA3-A226-3561-DF761E6451C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1AF7F8-A580-D7A5-6A66-6F71F3D956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78304CD-19A8-FACD-5FBB-BC817BD4C05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27AFED-4589-9B3F-3388-CC844F0472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A18E94-92E9-E2EA-429F-07CA6136E37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08458D-60E3-8CE6-118C-D4C17E55E66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95BD27-0C6D-5C73-5CC5-0B173FE1E0D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624F60-6ACA-F5B5-98C0-D7C2004EA86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62DF2A-4D04-EF3C-8E66-D17009074F2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337DDD-7685-821C-B355-A3114E53B05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0CDC50-5762-6B3D-244C-990CCC63B91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6BBF46-03FF-E9ED-9869-A2456B41F73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D8D495-2E1C-D90A-4859-400548BFC9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98D5C8-8229-1963-864D-2D9F5C93CEF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BDB3A9-E98D-ADEB-9820-6320B0C7FE4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4E32CD-F115-2FA3-BE1A-A841F8F436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D76FFD-1DC8-28B6-C81E-30D2765BF3E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6D7C58-8DAB-8A67-F09C-CD5AE4784CB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EBD7DE0-7E36-9D65-7C7A-7B7264A8CFA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4493BD-B237-32A9-615A-6A9B0F7CA3B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3A5A3D-9395-0712-8292-1054E315B0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7C6FCA-6277-4A14-2EAE-C0AD9A298C0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34A2B9-A235-EFB9-F02C-B40BDD91C88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9B6416D-193F-48AD-3D47-C56A03D6155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C557CA-AFE4-D29A-4AD0-164E02CED47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2CBAE2-6570-7CDA-98B7-FB9460016D3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F4F544-3901-6AEE-F10D-EC097D52F4B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96C60B-58BD-2CFA-7660-4F896031D09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6358C4-CC97-D15D-32A1-381AAA7038D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1C106D-9433-9A3D-A447-2B7A3CC93F3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C90EB2-8338-E74C-2DD8-5D874EA0B63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0FBB9F-17B6-0131-52E0-7F86095F67D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218EE0A-7815-398F-6D3C-6D1EA2D89E6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09FBA4-3521-B453-B2B7-0ECB8E1DC28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32C3C0-7DB5-0619-FA63-CDEF0513784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5311D3-4AD8-DE5A-2355-A0EE5C0664E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D48FEF-35B4-188C-2118-7D4371E780C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B68A05-CC4D-9166-6446-F697AB161CA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40DB3-CEF0-9D0B-3490-EFDE5A51683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B8D231-1A01-8DFA-E90B-7E304020245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75DBB1-9C10-0D03-71C4-19EF8A7722E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4D1B5F-618F-325F-C91C-605FAD2EA38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C25B0-166A-31E6-8B7E-A52DB36DAE4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6562F-5D63-D0C0-4370-F47260AC3FC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957EA6-ECDB-CFCE-88E9-704E35C5182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2AC58B-0DFD-C95C-0A1E-973B8F98007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78871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0247-F98B-220A-7B89-9C6BA05B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532433-FCD5-77F1-906F-55B74D169D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5B26C3-48CB-898E-C482-61A4F70F2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922534-FB12-59A7-2970-37C708455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45A8B2-6143-C18B-F41E-E127DF358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ED3ADF-021D-269E-1EB3-501A4FF97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E2C89-1B58-3BA9-89C3-B51247D3104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25DC0-48B7-00C2-DD97-B7C5D56AA2E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82F73-3363-E748-4ED2-CDDA18AB0CE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B78A4-A91D-A4D6-701A-6B6A118C578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78596-E84E-8A68-4F2D-E98C4D2B111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3E4ACB-CDBF-B38F-9AC7-FFD5835970B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148EF2-5EBF-F8B2-61A9-9B3B1CF7CA5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B25EC1-4CE0-FD20-06F7-A26D963C92A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57AF3D-4108-A571-65DA-0DBCE8F000F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C482C7-3E9B-7A71-4C32-B241815A097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8F9A96-C3DC-E1BB-D6AC-8BB7E80316E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8F534-B675-B942-E6C8-D964080B19C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ED9F5E-B7D5-C9E8-DA21-53D44394162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829E7D-B501-6CEF-A424-9079E393558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391540-096F-9F3B-90E0-6ADE7DF2E63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A67A3D-3851-50D8-9543-5BB9A68D190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56263D-06F5-3F80-C1E5-84B231845E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110419-390A-49D0-FE22-50559404A9F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7B4DB-FF8A-8C4F-D345-9C693A4CAB6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44469-ADD7-BEDE-8820-5E5D3E2B8A9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F8BE7E-6A62-DC1E-4336-1216903778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0EF639-13DC-540B-0597-22347F8B21E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0D3EEB-CB01-E69A-BD7A-E5960922E4D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087842-7215-349C-EB56-2DEF26EAD2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5CE28A-E921-59E3-B72B-B7E84C0B5D2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28AB38-54B9-AFC2-B9F8-7770792FA2A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2E3804-A12E-AFBE-9700-2D6E16296D8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E3CE72-E843-6626-8D5D-20621D1A1F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A3AF5F-EFE9-751A-F089-23BE1D19CD7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F1ECE1-0925-3950-BD75-B6247677DBC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4C30AD-6DCF-1866-9129-CD273D9994E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AB3E89-2CEF-EFAA-C677-A6CCD61C28B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044AAE-1EC8-8156-C6AB-E42258EFE74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AE7057-8BED-FA1A-B2C7-458546A7B5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1199C0-F3D3-536A-7007-7CCA3F52DD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FE939E-0139-2522-FA5A-0A96CD6D83D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BE6AA3-6982-605B-2AE9-5A555D2C537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1AF5DF-D726-6666-31F3-CDA9D3E7BE7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D5FC2B-0E9B-C01B-9FB0-2009924B6E1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E96E68-34E0-24A8-877C-0FCAC17DEFB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A67205-10CD-9827-46C3-5C238BD5873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60F18B-0A14-C0D6-F53F-1DBD8D8C107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FB72CD-392A-B069-BDD5-59E060E6B8F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AB0384-A94A-E3AD-9D8E-4F8B55B0ECF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023D6E-D8DF-4C9C-60C8-5C02C243C02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172E2A-8C74-8791-E92C-179D5D94EB7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991877-22B2-B891-9BDA-EF0250A2C38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BB7450-5E82-E25B-8941-1C65D945CF7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DED058-994D-EEA3-1B3B-495AEAA764D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253CDA-84E4-BBA7-3359-453B932F4E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7A3E5C-952A-8134-B48F-1763889C55D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F4D4EB-8F57-2C13-24A8-F1E1E53E6CC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6492FD-BE8A-18F1-3EBD-5E707644DFD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09346B-84AC-2471-27FD-0FC26EF14E5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5CDA7A5-C717-EBA7-4377-99E1B7CB9BE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E51D282-4F29-ADE9-0378-611FA5E3327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E70C91-F410-029F-8C07-87DD1EA6611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C63D06-F2EA-2ECE-1A68-F9F12E40AB7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D541AF-BD37-806C-8E81-0B4BA26B5DB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3791DB-13A2-EE64-C6D2-80C7ADA884A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2460F5-2735-E4C2-6102-F06A9F52F31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0280722-9E87-56FB-A751-07C47804CB5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076AC2-5023-3EAD-DB61-DA57F4F5E79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65722A-4C45-D729-1CB0-434C2AD004B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A18D8B-60B5-A1E3-BCF7-0FDE8476D08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F88360-8051-EA33-DA71-2F2206880DB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84C4F8-B8F5-2B3D-6215-FB0D2D75BAA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996EAC-0057-29B8-A74D-EFE4591D437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AFC853-C853-428C-21E9-E44BF4EDE42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76621C0-3788-3539-A7A9-974EE2E2F65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FE4646-9BEE-5183-8212-F05F13B9F2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A06882-FFB0-583A-4D5B-573CE3F806F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40DF2-E366-7604-4E88-AEF3F521567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09380F-4311-2C78-3F4D-676D1FCEF31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AEC99-612B-24C0-8631-96F52212155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0E3F6-97CC-6A1D-9BC1-7A2932A60B4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087A4A-9DED-CF92-EE8A-1297E41D247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2659D9-EF61-F742-6666-F1370E586A5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74FAF-91D7-F33F-29D9-1D6E8909A03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A95E80-0E19-0F70-A6A0-5CDDBC86D16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6FF629-764C-6D75-8ED0-C13FEF7956F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680188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854A-962B-73EF-7043-9D6B771B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6DDFCB-E2C4-37AD-D7F4-46DB9BAED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1411A1-E515-C656-98CC-9BB3DF61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4775E0-2A67-80AC-4733-85650A1EF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14B9B7-44ED-753C-778A-9F0754E3E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82025F-7382-75C4-2255-854A556A9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7590E3-5A91-5543-F00F-9F39A2FCF1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A9A1C1-A059-5906-1C66-C773DBDA077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9FD7F-E51A-ACA7-2CEB-7A299BAF6D5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83B3C2-0CD1-F952-9AFA-A8B5D7549C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4D80DC-D713-8CF7-58F8-2E1F9EB20A8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523B84-7215-2E40-0451-60245DB6A76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26CC7F-4284-680E-521A-683F3354E63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62C921-3AA8-3193-C099-F79734E5A53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8E727C-FC88-7333-3FDB-AF978E9FCE9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7A84BC-D0CB-5844-612E-5C5F9131E8F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649317-C18E-15F2-DB16-36BE1D38DD7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3D2A77-DB82-1C61-2C40-63790D0848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6CAAC8-1A65-2939-59EF-04C8F837625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83CF80-3C9E-3032-01E6-09AD7703137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23EC41-3EC9-30C7-99F3-55F4B47CC9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57DE70-A4BF-A606-7243-84C28FDF992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100680-7A5C-433F-A7CF-3F424030E07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EA2DC2-9496-4A66-94E2-A94892DF4D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22B01-3420-476A-2058-F8D43902392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8957F-72BB-CA0C-CF2C-6CC09CAD40F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D6B887-4A7B-4EBF-8DFF-1DBD956316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4828BA-C767-5613-0BCF-B4CD6A31E37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631204-2EC2-43A5-E692-AD48E420425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2C7EFA-D48C-6BC5-62DB-C14B62B0F0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DD517A-EA74-C309-4CF9-6AA82A77465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C9770C-639C-9435-C7CD-E8F4035C02C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7BDB7D-D30D-8FC6-B3E5-BBF4D1A5423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EAEDAF-CE5F-A487-AE79-8B0E3E4740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8232BC-55C2-6DB4-5CFE-053A9695204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37BF0AF-0260-FAC7-1E03-8C7A9016E4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E65145-E2A6-863A-FCCB-48EA3BE9431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02F0D4-6878-ABF2-57A0-DEFF2671985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4FB51F-48AE-2DD8-631D-198A5237932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A1282D-74C9-E394-A2A1-B4131A78D93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44763C-C1E3-8FBA-A063-425A84261CF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18C0CC-E4C3-1E3E-0618-DA4513D8E6F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14ED1-2D50-F933-799F-52FE5F870BE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75762C-7367-09AE-5ED2-73F07FD1929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2F7F1C-F7F0-4B6B-6B3C-120AEE980FF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C8F7CC-995E-754E-71E4-2F40C328898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1C0288-7759-A015-9355-461CB2B34E4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089211-24C4-7D3C-09EF-986A49C542B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F59CA2-50E5-F274-2B87-69D743EAE50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EE4559-C6A6-4C92-AEB4-393A251FA8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0FA36B-6C3E-634E-0AD6-AB31693CC73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F3C8E4-03E1-0214-B262-EF853F5E32B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C7DD9C-9EB5-03F4-4949-055A3D26E4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ED9A04-88B2-D59F-9168-9E512600185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5DA0D6-E163-77DE-FC03-2E5171A903F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441A73-4672-4B60-0788-2003515501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ABE7A5-E83F-A4D7-B0BD-3DD301DB964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65E8F0-91AB-CA2D-8EA8-BC27439A12E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338CD7-78F2-DDE9-8C92-15456900E1D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CFFE6B6-FF05-8066-745E-D50F8A8B6BB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01E323-2FE0-881D-1865-85E02130B99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852B508-197E-BF83-0DEA-D92C659E3DD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BCB58C-2591-8420-6691-68FA03DA024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D6B926-F1C5-4DD1-89DB-B752373E5BA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A517AB1-3727-F53B-B819-F874CDFB3B7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688ADF-0621-B913-6834-A3B9237CA3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900C47-23A8-D60F-4DAA-438B3A7F5F7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037E5B-2A02-8719-E0EE-3EEA2C157A1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80B794-38A4-520F-EC81-18FAF454EC4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33EC2E0-FFE1-8312-3518-535EA689EB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B5BD57-120F-551E-7C06-27DFDC32CB3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A74867-9A57-B105-4688-5F60EE6F05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34F986-B9EC-F6F3-58F7-C1A085AA21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9F7851-9F33-71A1-064C-0F03036606D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EE5B99-7E47-5D14-A332-A55C84B0AA7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84183-04F4-83C4-DD1E-03B96A9EB01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1EA1C-0852-C6C1-F550-667D8996CF8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183965-F8DF-A3FC-1BFF-DC188FE1680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010355-04F7-ADE8-5428-23679F272E1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DF863E-0EAD-6AF9-626E-F10790E18BF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95FA1-C2F6-3FBC-3534-3B04D8550C9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A12335-2F70-EA47-8D46-E55227E364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DAF654-3103-722F-F9CE-0D880D7776C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1F80F-CF38-66F9-4EA8-25BDBAE484A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79BBF0-7CB3-C9F5-1F62-EA41DF6A54C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855B75-78AC-1B57-9CC8-6240EEA27A6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5F7C6B-CD41-0EF5-41E6-6E290AF8DE6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076593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DA1B-3F95-EBEC-2F5E-ACE86267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8EEC4D-B32F-D785-43F0-F2D2C71167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sum in the [12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35A40E-4344-23C8-7CCF-44631CAB3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1C5B1D-9908-6594-F4E6-421E2EC4E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ED76CD-8EF9-C0AE-DE3F-0CA0B5CA7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7F0358-8745-A1A4-29E6-5D7A6F2BB7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4A863A-8B58-EB71-C609-E0B0F97F7C9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B06E8-2014-0F75-3C04-8FEC91BB6D1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DCA63-9C6A-0A22-26EE-5F5105ADB9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AB1BA4-D5A5-450E-3F1A-664E145CA51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238E62-38F1-66C9-E79F-F4D710AEAA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8683AB-E23B-A6F7-4682-AE992CE3C50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AEBE3A-84DC-45E8-DBEF-64E10979F3F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2562DB-5B33-A983-AF56-B5649B7C92D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DA586C-498C-9706-379A-A3F64922F8A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02A1B6-0EA0-FFD3-7F64-95FA9F097E2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99ED8-54FD-1190-362D-6D8F1F72717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EC436E-FDA1-444B-996C-3C65CCBC8E0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7DE824-7132-DFE4-6C59-C15B3B93AB8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835ED7-1B3A-14D8-BA1C-5ED6564F6F5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A7FDFC-90C4-B3E7-7D1C-264C5886FDC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0AD733-A1C7-BE15-D380-0B40977BD3A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E28E42-2584-9E70-278F-71E4492E0C9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CC2C90-588E-4535-00DD-272E88DAC92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8E160-E080-0581-CB00-7682AF352EB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DB1DE-59E0-6CC1-3806-1FA1CE31675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C055C-32D9-876B-9A6A-8510FA70DC9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EF589F-E7BF-5A1F-EC06-2C7C39545A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AAEF9A-9B1A-BFA6-365B-4A706EDB5E2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5D4B6D-C653-40E8-0CA1-A117063C44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4604F3-5EE6-F82A-A676-AAB48D69A83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2406EB-74B3-1790-A11A-595AD2E5F9A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29D270-7E2D-DA68-9F1D-D74369958FA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421FB8-DD21-AF8F-25E6-5EDD8F881A8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1548D1-8637-75AC-3DC8-9568C856169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2DDB72-9FA5-E08B-06DE-643348C9A70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A4A6C0-F3E7-0B08-AF7D-AEC8EEFAE6E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2E9ACD-E317-C34C-4C83-9051ED17FA3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8A27DC-8D07-9199-60D8-FFBE18427E0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D1BF06-66D1-3948-58EA-0352A2C71C5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3D0A49-C8C3-1CA0-41EF-1EAC23F9513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596E83-0A8E-FC68-8947-035A9401C33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3F95AD-535B-5D6F-82CD-1D1F84794AD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A412D9-0FC3-F757-DF9E-B495F6F9793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83C5B7-3A00-D178-8B89-C795B14F7E8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116FDB-62AF-173C-7588-1AC42C89520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D473BB-636E-0645-9F9F-0020B1306A9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F97D27-27B3-E5F3-1876-181EE63414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858458-55D0-6D03-FB32-26ACADF3B2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1EE5BF-7A9C-177E-A924-AEF2880D460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1CED6A-F0B4-91F2-D165-531F41AE22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29AD1A-A596-727E-DD6F-12AF0BD390A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0D0399-A406-9346-B608-E11962F68F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1BC2B9-DB3E-2A3C-629C-AF7733CF3A9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3BF122-352C-1472-F732-9670CFFA1D9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60D98A-1561-81BD-1799-EEAE5C44DD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578F2C-803E-3048-2DCE-569ECF08417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94E856-D576-FFAD-A747-6783B48AA37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1C2C8F-B071-485E-7F40-FF2BB1E3629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0E2178-DF39-56FB-9A4D-FFFFA5EB53F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9BE0B5-F4B7-CECC-0000-36526F96F3C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61AD5D-6C63-8261-5002-25970E8B207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55CAF2-B093-A00A-C2EA-92978666CB6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A7636F-7580-BC9A-56E9-0549E856940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553A9D-EEDA-260D-C172-08FAA8FD341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D63A92-05DD-80B1-565E-3404E66308A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EF4F2B-82F8-E067-92A6-9EE4D5A418D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C78AB9-4DDE-85E6-1396-11F6B678617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1BD42C-BAA4-E215-B22F-03F59D9838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6B774F-F3B5-CBC5-9E39-73713A36285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4D06FF-0A1F-5DA9-F881-B60DA666117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7309BB-6E1D-A07A-8640-D01C59AE3C6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157817-84C7-A289-FB59-C9AE11D7B38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0F30A5D-839A-468D-9B91-B9331AEC7DB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2110FC-20AE-7978-8CF5-140C2E5A3C3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44314E-87FD-8658-2454-98132F4C26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435439-0B58-8A25-BD2F-1868FBD7A99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8FBA03-8346-DB18-DE75-5A1F9E0D6CB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1CCC2-55E8-0153-6873-46BFC5E3A13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044E6-4242-4FD0-2BDF-D16B52B8FA3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807F2C-45EA-CBFD-AC3B-9A0965B9BC8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F5F87D-728E-680C-251B-D1DE0359146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F2DA3-2D8D-D1F3-08F9-A3BC4B125D1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BCC82E-809F-4926-6812-51EB79B11C7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427CDD-759F-A1C3-6FBF-C1A8FD375D7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F3B0D6-F158-6A61-A947-334C19FAB80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5B1DA1-E965-FE7E-141E-47BF021806E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96801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651C-CDF6-3829-EC86-73F1517F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0EB9A1-2DEA-59C1-EE10-456519451B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07F6C4-02F1-722E-C045-59EC8B55E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F45B5E-EA53-775A-DD3C-8DD3D9C58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5DC8D9-4276-CEF6-43D8-26455CE3D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F5D5D8-D9BC-9830-C092-F2AA9554C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482941E-5658-9E2D-851F-A11D68B8DA6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241EAA-C791-0E58-EC5B-D5B0EFA42F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A0B366-490B-0B1F-125F-593F2563E1D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B2F44D-D220-76BE-0485-03651F9871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4EC3CA-2CB8-0CFB-38E8-09777342C9D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4693EC-813A-55C5-7A55-9669D0134FF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7D0967-3E1F-C82C-97A8-40205D518E7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77BC8C-1A8E-6A40-5156-19E98A3CD94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21141F-EAB1-3D3B-CBC4-8829C28D0DD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0CD4B7-6CC9-A0D1-F5E6-0F27ADB3D7F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718FD9-A7C1-416E-F304-FE73B5BF28C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3AA91E-E7D6-DFCA-EC14-E9B532DCC7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458923-A947-D351-FA54-EC9CE9C50A6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C16324-13B4-41B0-4767-FF79F2E8B36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3E2DB-D77D-B4F7-12C8-CF307CEFAC0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4CF82-AF67-D4CD-B830-D75969384E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9439CE-6BFB-E47B-5401-C6405A87C5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21623B-4EDD-1CEC-7C73-BCD2310DEEA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4D0010-21FB-A28E-BA23-65D31DE228A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2176CF-65B9-59EA-FB4B-DD4629CF0BA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BD1079-E33C-7AA4-5DDB-55A7596B2BB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D76814-548D-EB22-80F8-3A0BC9F3D02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668B89-CDB5-310D-AE8A-78B97E9B971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EB51C2-76FA-C377-4930-7AA49AD47B2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2000FA-1ADA-C624-049A-671208359AA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9188C5-7B86-BF3C-6905-0012B676997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A13E51-C4DE-3B98-89C4-DE8F9AB3092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E1D995-1FB1-E324-87BB-1EB2BD41B8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3A0C06-EB61-AD18-70C8-AE2736673DE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B0AA2C-91A2-B1B0-2515-F9E133B01F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D8C472-C4A0-02EF-7901-178BEFD5DD0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DA4CCC-D19E-E358-D3EC-C99AB5CB3D1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92BF96-547E-DC11-1842-E2DD116DE3A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CD1D75-C7E9-200F-201A-8E48217737F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9EB939-618A-D4D6-9309-6CC06D1C31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E065B9-4D9E-22DC-6A79-23124ADAE99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08D05D-AB67-D338-9810-AACB23184ED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5723A0-36E8-774E-1343-B271BA8B7A0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003A4A-7125-6420-D32C-C5A5C329C47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5F7826-A068-E146-0E68-26CDE16889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B5DD4-4F10-D43E-2298-87AD0DDFDD3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42FE75-E487-091D-DC2E-C2A13FFF059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EA350F-C269-1AF3-44E7-9E755722349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6793AC-5020-504F-D93F-97B6715627E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C9E3AA-040F-3CCA-D5BF-FB1C2736865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F85F18-ECF6-849B-9809-1F3B81D9C61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677AB5-6395-2085-17CB-822D2159A84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566A0A-1C20-5A6D-0C6F-2C027780CC7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21861F-676C-5A0E-0799-1B9DFBB8EFA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B30C6D4-5A1E-0AB2-88E0-748EC91C50D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EBD733A-CD59-3993-CF16-788286E6A83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DF73CAF-A9C7-1473-A57A-B3ED5A60088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D7C1CE-1BFA-876D-7AD8-DA994E7873F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5ACA01-7824-C905-C580-B155EC994BB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A77571-59FD-8087-DE4D-4B6502B0E63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C0BE9-78F2-DCE1-8C81-7D323D53E95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87EFA-0B3E-ABC5-96C8-DDFD399C264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D5F0BFC-5344-E922-33A8-2F41FEEFC1A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D483EE-0415-7A2A-340B-1AE5AC015F1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8BF0D7-B306-B99F-D805-44B6919884D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BD1AE0-CEDB-BD40-A6BA-C92AC55A358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D18C39-6DB4-424C-2BAD-0757B849CCF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2CC2D89-1783-4454-01A1-A17D2D6E17D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7C82AB-F0CB-95C0-BDB7-88C6084A4B4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8893D8-8E0B-C950-6ECB-353AED85130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971A82-F2A6-9F76-F740-6868637ACF0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202D8D-2981-D66B-DA9B-11D6A303062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DB0D0-70A9-AA05-AC01-9734F052A9D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0B1E8E-F802-855C-89A5-DC67CBF141D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FFAF1A-D827-2450-DB9E-A2CDF668E4F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40C6E7-C9A0-4283-5E60-B80558FA51E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3709E6-5DB3-4AF9-9F15-4E811C9539E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F90065-D95B-8740-3138-AF3DEA9BEEA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4F226E-3904-B662-B9C8-894B37C00F0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AEE969-7BB2-B5BB-CD21-202D2936769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EB57F8-1615-8F3E-9DD1-F87FED8F241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C380FB9-81FB-08A1-0BDD-8DB389A4BA3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EC2312-C5DC-476E-F086-7146D8D4235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AF43FC-BD5A-AA63-8C00-5C7BB4EC28B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0379D26-6DD1-8C40-EEBC-49888927E76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D360EF7-A102-54A9-B307-534301366B0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6336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9870</TotalTime>
  <Words>4636</Words>
  <Application>Microsoft Macintosh PowerPoint</Application>
  <PresentationFormat>Widescreen</PresentationFormat>
  <Paragraphs>3940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396</cp:revision>
  <cp:lastPrinted>2025-12-02T00:08:17Z</cp:lastPrinted>
  <dcterms:created xsi:type="dcterms:W3CDTF">2024-03-19T02:13:08Z</dcterms:created>
  <dcterms:modified xsi:type="dcterms:W3CDTF">2026-03-09T22:44:16Z</dcterms:modified>
</cp:coreProperties>
</file>