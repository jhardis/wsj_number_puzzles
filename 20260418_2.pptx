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457" r:id="rId2"/>
    <p:sldId id="531" r:id="rId3"/>
    <p:sldId id="532" r:id="rId4"/>
    <p:sldId id="533" r:id="rId5"/>
    <p:sldId id="544" r:id="rId6"/>
    <p:sldId id="545" r:id="rId7"/>
    <p:sldId id="546" r:id="rId8"/>
    <p:sldId id="547" r:id="rId9"/>
    <p:sldId id="548" r:id="rId10"/>
    <p:sldId id="549" r:id="rId11"/>
    <p:sldId id="550" r:id="rId12"/>
    <p:sldId id="551" r:id="rId13"/>
    <p:sldId id="552" r:id="rId14"/>
    <p:sldId id="553" r:id="rId15"/>
    <p:sldId id="554" r:id="rId16"/>
    <p:sldId id="555" r:id="rId17"/>
    <p:sldId id="556" r:id="rId18"/>
    <p:sldId id="557" r:id="rId19"/>
    <p:sldId id="559" r:id="rId20"/>
    <p:sldId id="558" r:id="rId21"/>
    <p:sldId id="560" r:id="rId22"/>
    <p:sldId id="561" r:id="rId23"/>
    <p:sldId id="562" r:id="rId24"/>
    <p:sldId id="563" r:id="rId25"/>
    <p:sldId id="564" r:id="rId26"/>
    <p:sldId id="565" r:id="rId27"/>
    <p:sldId id="566" r:id="rId28"/>
    <p:sldId id="567" r:id="rId29"/>
    <p:sldId id="568" r:id="rId30"/>
    <p:sldId id="569" r:id="rId31"/>
    <p:sldId id="570" r:id="rId32"/>
    <p:sldId id="571" r:id="rId33"/>
    <p:sldId id="572" r:id="rId34"/>
    <p:sldId id="573" r:id="rId35"/>
    <p:sldId id="574" r:id="rId36"/>
    <p:sldId id="575" r:id="rId37"/>
    <p:sldId id="576" r:id="rId38"/>
    <p:sldId id="577" r:id="rId39"/>
    <p:sldId id="578" r:id="rId40"/>
    <p:sldId id="579" r:id="rId41"/>
    <p:sldId id="580" r:id="rId42"/>
    <p:sldId id="581" r:id="rId43"/>
    <p:sldId id="582" r:id="rId44"/>
    <p:sldId id="583" r:id="rId45"/>
    <p:sldId id="584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AA7A2-E9D5-586B-1F0E-A3935825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7581A0-0A3C-40CF-1A35-B34699E3C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F7B59-08E8-D73F-933C-4AADD27C5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0475A-406E-0AE2-ADA4-A00BCED5B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36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0D19E-227B-DEE7-2BAE-B8055730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1B321-AB99-FC13-65E9-2676A2857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F111D-7FD0-C237-782B-5D4AA5045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45BC0-4B2D-1ACC-5F5F-1D74F6463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70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0F907-C0A1-E271-D1F7-8A895ACC2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5F9BB-1548-8AF8-2C95-C4B595C24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ACF52-D4DB-3296-52D3-DFB8B4522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7A62-FB0E-6012-6427-3FD410D0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64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FA1EF-0ACB-F9C9-52CB-9CC33C97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D996D-4EC9-B9DB-9D35-D12C398DB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4979C-86EB-DC15-1CB4-0D1E0F0E9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DCCF6-CD32-54EB-33F9-9A2A940D1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30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14585-F9BB-3207-68B1-C16FAEFB7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581D9-BF70-AEE8-AE5C-1A6A4B56E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4BDF3-1889-85F2-1F15-219027287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A867D-FE46-3F19-02CA-5EB09DB44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12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EE28-1933-6EFD-7436-1E8663AA4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38C0A-B5F9-634B-1B73-CE06E0D57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E0B3F-4D31-2766-2E39-BFD1CF494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484D5-0992-6A7D-B057-0A3470169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3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F8F54-482E-B912-C909-F29650A07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E8560-6DDC-0DE1-5CCE-691D98832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EC66B-82F5-CA94-652D-002BEE0D4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B2CD9-A0AB-0A9A-37B0-2B302C1BA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DA546-6759-CB3C-311A-8AB2ABA8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A5E45-489F-E2FF-7A68-FDE26AF5C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49BAD-9B65-38DC-E0C7-2D0195513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22270-138D-886E-CC4D-84A67F021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54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61D37-A62F-9C3C-2CBE-9CFC53E1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55F1D-8F06-B267-734F-4A89C1773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608297-93AA-9036-00B1-8375BAEEB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0D0AE-B52A-3C55-1986-3C6F46551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89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B0381-2A15-7429-695E-3F9357538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691DF-8C8D-C762-D28F-02D9A8922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74AD7-402A-FFD9-2052-6065C35E1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90A87-096E-9477-9AD4-0A831B301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20DA1-A171-6373-B8FB-BCDC6DCD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F65B7-E9AC-BE3A-E53F-ADB65D61E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4BEB6-DBA9-0B55-D1A3-871EC4311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353A5-FA36-40CA-5265-39B65CD53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01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9AE40-C3E3-E805-D4E7-826AE786D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84876-C6E9-AE1C-0D40-09DD345D8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69828-2306-D7C5-D71D-809E141C6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7F6D6-C8DA-9E15-2C6C-6B5B9DDDC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5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C241A-6253-0E9F-BB84-B04B75FDD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0218C-6458-CEF7-C5C8-6B21CBC35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45873-E11E-D101-3DAC-3BE93950B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20A69-E7F3-950C-C225-0D1EB5B72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33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DC4EC-322E-E397-EF5F-DF9E81B12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E072C-584F-DD3A-C8FC-F5B0A6263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54C2B-1529-AEB4-365E-7B5F016B2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A6309-D44F-AB4A-3548-0A825F135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94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D6DF-FF2B-BB7C-C8D4-77801AB5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0F861-C534-37FE-65B7-C2D6AA970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A81B9-F4FB-3360-2711-F542FCBFE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43A44-811E-134F-4A18-A6E4ECE54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48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42BD-F1D2-5B99-A19E-377B2E337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8B872-45EA-6D19-2604-2C8057B44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AA797-54F7-D570-4220-A068B7099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42F4D-B504-B98F-10AC-776CB4C74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16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7C290-233A-A0D7-20F2-0C40E104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CB805-2133-4CAE-4A5F-D29333B33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6F572-EB59-5A84-1525-535475620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AC42A-6E56-CC06-4FD0-C7FD58679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98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BFEF4-BDCB-5B01-6BF3-81AC03B9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10757-E37D-83B2-1E42-C1125CD26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6F22B-3797-90F7-EBD0-3CDFBD1F9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D91AC-D1B3-6C81-3F4D-8620D2030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870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D7047-F3FE-74C1-E592-77461A02E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75EE2-433E-026F-BED2-FC5E9FCD5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00302-972D-B709-942C-D7E393360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BA460-16D1-5697-A39E-A37DC9775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79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A0A9-0721-2681-9B39-3E645AACF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ABE89-EAD3-8AB6-230E-128100A7C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86233-A1AA-388A-3B6E-A6905F603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059A9-F635-220F-37D4-EC6169AD2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829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7CB2-1A2C-4A90-CB4C-863EB0F9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8B68B-D71C-6396-862B-DDFF8A68E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576C5-DD13-8A5F-01CD-0C922D785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C859E-6E14-D06F-AA22-6291F5704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690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B8644-9F4E-E6F8-3120-87093279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E396F-BE30-67D2-CB9C-A55F11967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B99CE-D9A7-DA8B-E5A2-D2F0A9E35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E2CFD-0A34-2486-64FC-734D5DA23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92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B7792-9B65-DA91-D632-F240593B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DEAAE-9CB0-DEFB-739E-3C54800B0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10F10-B9F6-4B90-0CC5-5DD461826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11CAA-CC86-B6DE-3F3D-79E2646F7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19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D078E-1DE1-0862-E89D-10554CCCA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BA113-AA61-2915-4FA3-CB816831A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845CC-C408-AC38-0A4B-7F2A43BF4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5D424-F5E8-BCA9-BFAA-8D63CB67C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690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E392D-45E8-D6AB-3E0F-5CA511CC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ED832-AE25-7988-9A93-60CF6BA8F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ED013-B979-1D07-778C-9B7CCD637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395D0-791C-0BB8-4B52-55882B4FB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718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1180A-4375-6280-126A-F7BF81A7F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DA936-E5FD-D8DD-018F-C5E04C3B5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E807D-B244-FFB6-12E1-643B00DEE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393FA-7BAA-A5C5-1EA5-D096E3E27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345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5E426-F677-3265-46B8-8F474252D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C2959-C08A-84D2-5686-5CB63EF0C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20C06-5872-13B1-6FBE-3F3C87FEF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CBB04-0A1E-1B70-7B44-2D614D747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429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75B31-9AF2-54CC-0BFF-E8E4EDA1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1D8B2-F147-41EF-1C1F-9052C5D98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D4C07-58A0-2E6C-BCE6-3496F77C9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F6969-CA15-A611-2C10-965956AD4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037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ADCF1-A671-DE0D-0ED4-F08ADC29C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02E8A-A785-7820-147A-049CAC9DC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96989-7DEC-F922-ACBD-3036AACF6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B1BFD-AA59-70B7-41A8-59877CA1D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048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B60D2-1CDB-28AB-DAB2-27903B135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E056A-08A6-8A7C-D4D0-56E7C9124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B341A5-389D-58BE-8C2C-798DCB91F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49880-C79E-9DAE-B1F3-085C4E662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514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C38C8-5752-89C1-2D51-FA6A95DA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89758-E42F-95EB-E136-7E01838ED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6FFFD-2A16-0CA2-22C5-B5D2F13D9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949D0-47F4-FAF4-4AB7-0B84752FD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561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56FE4-3539-197D-3781-A798EE962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CFB9C-8605-B0DE-875D-C566D0A72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5370F-FBAA-C8A2-0C7A-FC863BD95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E6FEA-9E94-E856-1213-38E70DAA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2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CFBC0-023A-E528-0EF0-B14CA9495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B122B-8C2E-3866-6E01-226C2336B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02C50-6394-FC2A-B1B3-3921C57C6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7A475-5E28-29CC-1A50-CF30BD974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960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EC647-B747-7D78-F413-CD65646B3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2D278-4282-B5C6-F312-6081FCD7C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29D3C-C110-9417-4EA5-239E965B7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0656B-A581-34B6-839F-E00FD5542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896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DD38-1695-EE53-37AD-0D72C8CC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70160-C764-EDCA-E3C4-10755E22B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88CF5-8E18-F66E-C130-8730C5A10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BF374-BE4D-52B6-8AFA-04EEAB2E8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721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E5A54-B6A0-1ABA-0113-6FB0B59F5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CFE76-3F2E-9257-CE23-C3C81DA65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C7CD0-7F56-6CA4-6FA4-8D7DFBFA3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B9DE3-21A3-3AAB-866D-6BC36A25E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19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D25FD-7660-667F-0B8A-7958D7AF1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C3A6C-BC6B-47A3-0D40-196A499AA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E0AB1-57E3-269C-A64C-18FC4E2CC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B20CC-7845-BAA9-4CA5-40A8C7BA5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868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20FA6-79C9-8E00-2B38-89BF6B817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1CBA4-DC14-DFC5-3442-B9D17395D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8F1C3-B183-F785-D378-9543D69EA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590E2-740E-CE4B-13D1-C45A80703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81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A2734-A40C-CC47-71C5-BE3BAEFB0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D2BC4-D8D1-48FE-CDD5-A6E589A12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7FF9B-C27B-4F6A-F415-235C98BF6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1C072-BCEF-53A7-1BE4-F0EA94E33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856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5E95B-AC8B-7D85-5ADA-4C1BAD142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54F0D-DA77-4CD0-2279-C5180E0C3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102A0-8814-469D-4153-13E4F0A49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2BBAE-8483-9441-4955-47714561A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725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CCFEE-BECF-794C-556D-E9E07D034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3CE5D-0AE2-4342-36D6-01B0FEF57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E19CB-FB5C-A453-5B84-30D9AB2AC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08A01-09A6-5FF0-AC7C-BD9B12CAF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174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C4F7E-7EFE-CCFF-F58F-49DF44406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A8144-2DAB-4654-F8CD-9BF336E0A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2EFA7-C1D0-60D4-CC2F-DD669C28E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257CA-8736-53B8-6FC4-227730BC6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305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070D4-230A-B225-1462-84EAEB22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F9A21-3E8F-6240-4ADA-2D542D5D1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AE230-0DEB-D434-99ED-0E0035FE5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2663A-365A-D882-1A4C-5DD820A6F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955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D9146-B25F-5921-DF42-2B25791A9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BD052-EBA4-BB66-FEF0-33F83B874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FD62E-ECC6-53A4-307B-FCE5021BD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1C5E9-C323-65DA-ADAC-056D09FB8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16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11FABB-27A5-B990-631C-14544439F7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754780"/>
            <a:ext cx="4543224" cy="454322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15674-A7F0-3EA2-AEC2-B77F60C9B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5750B1-D4C2-29F7-27B0-F5BF4B6A6F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only way to do an arrow of length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6B46561-83C2-AB2B-95D1-A570A6A70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0C5E40-4F77-B213-DBFD-0C6586234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7B9DB82-8061-E9AA-D11D-A06359CFF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BCEFCE7-D45D-DDCB-191F-90D41A7692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991C17-A50B-B58F-E6B7-F45AF0B8CE3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15E916-C99A-B2DC-5E94-88A71EEA34C8}"/>
              </a:ext>
            </a:extLst>
          </p:cNvPr>
          <p:cNvSpPr txBox="1"/>
          <p:nvPr/>
        </p:nvSpPr>
        <p:spPr>
          <a:xfrm>
            <a:off x="6654802" y="12995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F795C9-9178-D93A-E0C1-C56E01630515}"/>
              </a:ext>
            </a:extLst>
          </p:cNvPr>
          <p:cNvSpPr txBox="1"/>
          <p:nvPr/>
        </p:nvSpPr>
        <p:spPr>
          <a:xfrm>
            <a:off x="6152446" y="20628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4D5C90-05CF-8AB8-3CCF-A3051F3B46F9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031BED-5B85-0B09-57CA-76DE0D453C16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CD60C2-B46F-6BA1-8E66-DA8D0E24BC44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177342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79B2-1210-A806-5695-71265B75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192516-97A3-5ECB-974D-A6B38F4F39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only way to do a thermometer, when the bulb can’t be 1 or 2 and the tip can’t be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49CB00-BD07-31FD-701F-BE41E713F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CF617D-6C00-9D7D-3956-8D545A7F7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3C221A-8B44-EF21-FA84-7E6F61167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ABF7C94-1497-54F3-6E29-BDBBA63FC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40BF32-9AE5-1EBA-4203-C46BE29EC7A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ECC9C-84BF-3470-B1C8-F8F7CFA7900F}"/>
              </a:ext>
            </a:extLst>
          </p:cNvPr>
          <p:cNvSpPr txBox="1"/>
          <p:nvPr/>
        </p:nvSpPr>
        <p:spPr>
          <a:xfrm>
            <a:off x="6654802" y="12995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053753-B3C4-C4B1-78B8-5FA3904FA87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23EE2-6360-8E9E-E64B-8D245672284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1ED785-0037-95FC-1359-41AE2BF5AA4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D408D7-64AE-43A9-4BBC-73CE96A7B91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542261-5DA4-A53D-3989-4C7F80FC59B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B6BAA4-0D85-5173-896B-F4A0204CA03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56433D-740B-D1AF-7DC3-664F53B85068}"/>
              </a:ext>
            </a:extLst>
          </p:cNvPr>
          <p:cNvSpPr txBox="1"/>
          <p:nvPr/>
        </p:nvSpPr>
        <p:spPr>
          <a:xfrm>
            <a:off x="6152446" y="20628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07E92C-EECC-109F-272A-D53201BDB270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C9EEBC-B71A-8B47-3BF3-F51D4A27BF78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1F300F-6B7C-A2D4-6348-FB9D49686520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418115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83E76-94FC-5F4E-923E-B3C75F5F1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4D6484-4D79-10A4-417A-AE86B812B0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bulb of this thermometer can’t be 1, 2, 3, or 4, and the tip can’t be 5, 6, or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466AFB-B88A-B343-81B6-4B5EAEF81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A3F4166-809F-7FF8-48DC-EC751167C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33AC79-032B-E80B-C055-E7E480B64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9157F5-20E4-B475-894D-B3F483DA6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547AB0-9667-5D1C-D193-EE76521C493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9AFA-2EA0-F7F4-C898-2A74D3D2654D}"/>
              </a:ext>
            </a:extLst>
          </p:cNvPr>
          <p:cNvSpPr txBox="1"/>
          <p:nvPr/>
        </p:nvSpPr>
        <p:spPr>
          <a:xfrm>
            <a:off x="6654802" y="12995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EF982F-0621-E0AB-D7C4-53CE92B3171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E1FCE3-184A-DF21-6C15-CF30AAD8F41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84F58F-7F47-A677-B0C5-E10EECBAF9B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3FDD8A-16C9-2AA7-E35F-12B43A7F7B2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C98763-544E-3DB6-BB12-9BB046C80B0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24ADD7-8C2C-DCD8-CA50-02E3186A8E8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00A688-5A27-6A6C-FB34-CBAE48F52E6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925839-C7DE-D392-62D1-DF7678209D3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E6E68-B721-5AF7-B8D0-44EEF78B6CB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55CC0D-41EB-5301-0A6D-7B9D1A426BF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F9C6E8-B7C9-7C71-DBDF-86D5EACC2627}"/>
              </a:ext>
            </a:extLst>
          </p:cNvPr>
          <p:cNvSpPr txBox="1"/>
          <p:nvPr/>
        </p:nvSpPr>
        <p:spPr>
          <a:xfrm>
            <a:off x="6152446" y="20628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9023C5-291D-E241-46A6-1908C039306C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53AEE9-FF43-B2C7-D205-4D5B52A67353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F7A8C3-11D7-7E38-B495-F15E527CB2A9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206354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7D26-F2D0-D8B5-685A-555C56E3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5E8F8A-5CE6-FB77-FAEA-DD57E35392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4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29FAB3-B16E-CA31-AD61-5CC878501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2B8EDF-A4F7-C42B-605C-8F1E0D7C1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17559FE-5F12-70EB-1C45-D8A4894C9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DD43A7-6744-683F-85C8-EA15CF8C5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BD600E-B707-668A-5636-7227DF58109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D2270B-2EA4-E159-00A8-D3B011941425}"/>
              </a:ext>
            </a:extLst>
          </p:cNvPr>
          <p:cNvSpPr txBox="1"/>
          <p:nvPr/>
        </p:nvSpPr>
        <p:spPr>
          <a:xfrm>
            <a:off x="6654802" y="12995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B8F485-D422-1BEF-0EE5-79429572EA9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D04623-B8B0-BFAA-4743-FBE6051311A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10F58B-085D-B173-F50D-D184DC2653B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3EE503-8DFC-3056-67DF-72B44D2CDC4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0ED69-9DBA-FA66-296A-6F10F1F0690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D5C783-2050-4B29-6283-272AAC9C57C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A80BC8-61C5-281A-531B-B78D9C1BBE3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5E1697-56BB-F8E1-7061-7063F5194C9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AED1F6-73EC-8D23-C255-9C1CC95909E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4F8F5-701B-EED3-0979-4B4EBAD10F7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0305FB-FF45-29AD-8A89-3238EA839DC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F46735-F29C-D476-6DA2-FAFB232DB929}"/>
              </a:ext>
            </a:extLst>
          </p:cNvPr>
          <p:cNvSpPr txBox="1"/>
          <p:nvPr/>
        </p:nvSpPr>
        <p:spPr>
          <a:xfrm>
            <a:off x="6152446" y="20628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796251-4F28-67EF-B3FE-2F3EA5722208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720188-002C-ECCF-FC9A-F3B72A1E9F2F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619440-3AF6-05EA-04E4-3B36CBD22C01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2874524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F85C1-E89D-BDF0-C4AB-9D8EA36C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E7E0ED-D589-1AD8-E80A-22A7B4FB3B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E56FC4-0546-E2C7-C08E-72C17A1A6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96DC5C-F71A-D372-F78B-C6E0398F0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2F3BFF-FD3C-1055-4AC8-05CE45288C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92611FB-FE73-F922-A583-F084757479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8E8026-0B77-66E7-B3A1-6584050EBEE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E483F-3DFE-567D-9965-1A45D6375CF2}"/>
              </a:ext>
            </a:extLst>
          </p:cNvPr>
          <p:cNvSpPr txBox="1"/>
          <p:nvPr/>
        </p:nvSpPr>
        <p:spPr>
          <a:xfrm>
            <a:off x="6654802" y="12995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6391B9-8C9D-6E04-0E5E-C0BE94DE420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5B588-B75B-ECD9-1E94-6C67A5EB62B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B5483C-8D74-32A4-2260-5DB2BD61814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D210D4-1F53-997E-BDA7-50518AD7CFD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2C4A31-C201-AC51-F450-C53E0D743C0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7F3114-9E3F-A468-4CED-9632ABFB41B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AD1551-2B1A-0084-86A5-9D2BB1AE654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805CB8-E46B-4BB3-D9DC-3FF652302E1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113C75-C995-436E-646F-281EAFDCE9C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5AB775-3D26-0728-F54A-1D16B5C57FE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D4A178-6502-EB0A-9267-69D42F21E1A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21A9A0-982C-8636-2BCD-081FE6417FC8}"/>
              </a:ext>
            </a:extLst>
          </p:cNvPr>
          <p:cNvSpPr txBox="1"/>
          <p:nvPr/>
        </p:nvSpPr>
        <p:spPr>
          <a:xfrm>
            <a:off x="6152446" y="20628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83786C-5405-688E-2012-73A7D6BDED7E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091513-C4E8-4F8B-8A5D-4D5AD39F64D8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866E43-1091-7C48-F115-AF18E33BB18B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1935468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51B7-C23E-D069-C27C-48C56F04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7E4A2F-C751-1A6D-BD6F-52D8632B88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9 can’t go on the body of an arrow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ABF9EDE-6237-B4C7-E761-D199CA26C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60B1686-3876-E0E9-D8F1-FBA6C03A7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A81255-3256-4B4F-EBB6-C973BD161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86F185-2440-11D6-79A6-D49935003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7B8AB8-A94D-F35D-1D5A-7A4A7A2245D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5A4EB-05F5-DE88-5F0C-5BE9B9CA0EEB}"/>
              </a:ext>
            </a:extLst>
          </p:cNvPr>
          <p:cNvSpPr txBox="1"/>
          <p:nvPr/>
        </p:nvSpPr>
        <p:spPr>
          <a:xfrm>
            <a:off x="6654802" y="12995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42F577-AC19-1340-D006-0C6D41722B4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600B99-737E-EE2B-3679-512457B3215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46F2BE-246D-0DA2-9BE6-7F38E8B25DC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586685-50D9-4294-28E5-00C9923657B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513A52-577A-CCB8-9E6A-69198CD1B78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08008B-3D9C-2E41-71A2-1AAFDA4EF6E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85DE15-372C-567F-A5E1-C08E1906999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7654AF-97BD-BD7E-AD4A-BD20384D831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30F4A1-6E1F-4AFB-5F10-B87E2817A14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B600DB-5D4C-8C15-F9A2-2D9D768C672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F6E8B9-E1B8-F842-31D7-6A311FA5322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4713A4-BE23-D68A-C186-ED53A33B5B5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055D10-8C0D-04A3-6117-F7FC235B8867}"/>
              </a:ext>
            </a:extLst>
          </p:cNvPr>
          <p:cNvSpPr txBox="1"/>
          <p:nvPr/>
        </p:nvSpPr>
        <p:spPr>
          <a:xfrm>
            <a:off x="6152446" y="20628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97DEF5-13F5-9C47-856F-54B4EBF81C86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39136F-B024-9CF1-13A8-F0BC097782E1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DFA270-2335-4F1F-2D71-4168C9FED2C7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11813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24EC-9BB0-BEB6-0E1A-EF600702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9FEF2B-BB0F-3505-5A1A-F1D9380A44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2EBBF0-6726-F132-6467-F41988BF5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71E512A-0A5B-CF38-C8ED-85A3821BC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93D37C-EC3E-2674-6281-A591A510B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6460E2-97B2-B52C-EF50-4458E12BC5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5570CE-B2BE-B73A-CD15-A93B7F5CF98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8C306-5A22-A984-A2E5-D7E28A3CD679}"/>
              </a:ext>
            </a:extLst>
          </p:cNvPr>
          <p:cNvSpPr txBox="1"/>
          <p:nvPr/>
        </p:nvSpPr>
        <p:spPr>
          <a:xfrm>
            <a:off x="6654802" y="12995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0BA878-5B4B-587E-D20B-0184B2E41C4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AB9B13-5328-35EA-7375-ED3FB39EDB4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262D7A-0E21-4159-1936-4F3651F6EDA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6F6AB5-1D97-DD91-8CD6-818CA2C1065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EC2921-CD3F-3B86-0B71-8C0B59AE827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741A73-8C01-8E64-B5F0-44D99627FF5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538D13-35A8-46B1-2587-28FAA53558E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6F4B63-9CAA-0F12-64E8-DA86B0C59A9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09180B-2AA7-D324-4286-1B70F2EEFC6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3D1A0F-D941-1A1B-2685-956BDAAF816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89A65E-3C43-F688-9DFE-9C87A80ECD5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707D87-3445-6B4D-FDDB-EC5B53A2AAA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6E97C7-A5B7-8DEC-B76F-B62F85C52B6B}"/>
              </a:ext>
            </a:extLst>
          </p:cNvPr>
          <p:cNvSpPr txBox="1"/>
          <p:nvPr/>
        </p:nvSpPr>
        <p:spPr>
          <a:xfrm>
            <a:off x="6152446" y="20628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58FB77-E084-F0D6-B7EA-5B5A5994953E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F7FE8E-AFC8-8008-FCD2-8C7F3D5EC7EA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D75A70-2DFF-85C9-C9DB-91F59177972D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2057695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45720-5567-7D2A-840D-A3B82FD1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AF0E1F-646E-C3D8-8602-28F50A2924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one way to complete arrow.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7AA926-B371-D3B1-8D52-25FFE3727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58F131B-4E90-1EE4-6B88-AE992D504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1FBAFC-C724-EB38-FADA-5A5AEA620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357C38-5270-5BFA-FEC2-8EFD3041C2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5C3D30-3C4E-B78C-E355-F267DF6548D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8BBC3-7709-2041-0791-54FD2A812332}"/>
              </a:ext>
            </a:extLst>
          </p:cNvPr>
          <p:cNvSpPr txBox="1"/>
          <p:nvPr/>
        </p:nvSpPr>
        <p:spPr>
          <a:xfrm>
            <a:off x="6654802" y="12995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ECAEFF-A4A4-32E6-3527-DBFCEA29CC7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89C470-C275-4065-6A71-3F596519E57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92C833-6C0E-543B-AD7B-59342FE9CE7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476835-1E4B-DAB1-6BF8-380547D4D0D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A368D7-7D92-731D-CC5D-9CA15205C7E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9EABBD-B13F-2B48-7DD8-CC985F0E03F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6FC430-556A-F864-BF8C-8C035DBD1EB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B7BB39-BEAE-5376-43C8-1161064877B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A3DDE7-34E4-2979-EA0A-AD82BFBEF00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9AC08F-C149-2549-5EA4-E2183FC1370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F7ECDB-FE4F-5267-FAB6-BC963948770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D14A68-211E-97A9-D507-9222A0FC434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F4947F-89E4-907C-B4C0-6254A5F6693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2710E7-E5CD-FF27-A7C9-8BD79B45AF5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DA36F2-ED6B-8C31-2583-88A6F3721373}"/>
              </a:ext>
            </a:extLst>
          </p:cNvPr>
          <p:cNvSpPr txBox="1"/>
          <p:nvPr/>
        </p:nvSpPr>
        <p:spPr>
          <a:xfrm>
            <a:off x="6152446" y="20628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E52CB7-76EE-7071-087D-DCCD0094CF6E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159BED-EBAF-A123-9EA2-D56C0B9476BA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2134A3-2AC0-0FFB-7996-A36636C60C17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2337062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4DC3-56D5-4F93-E7C5-829449D1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276ECB-69E3-29E3-C27D-9A18B6A9E7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02C10C-6732-8696-2931-E1B256705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67589D7-C59A-43A2-027E-2366AF8BF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D4300AD-1CFF-FF19-2F2D-5EF191701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5DFB0EC-FDA8-050C-60ED-3B6A50547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3824C9-3500-AEEB-5E69-D35C1EDC98F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6982A6-0094-4A82-0D28-C9010CD701DB}"/>
              </a:ext>
            </a:extLst>
          </p:cNvPr>
          <p:cNvSpPr txBox="1"/>
          <p:nvPr/>
        </p:nvSpPr>
        <p:spPr>
          <a:xfrm>
            <a:off x="6654802" y="12995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9466E0-EBCC-5CDA-F350-E11DD66C40E5}"/>
              </a:ext>
            </a:extLst>
          </p:cNvPr>
          <p:cNvSpPr txBox="1"/>
          <p:nvPr/>
        </p:nvSpPr>
        <p:spPr>
          <a:xfrm>
            <a:off x="6152446" y="20628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6DD97-EA45-49EB-3B42-6A19BE63749E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39FE67-8E46-D40B-0FE1-51D4A265D266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581A1-1475-2C9D-FF55-91A78B829D86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F01195-CA91-2596-CE07-B7410D32F52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57D491-2F7C-4AA6-1E7E-CE1323671FF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6D191B-D915-2E3A-5025-BE77EF70932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71715-FDD2-9FE4-0D4E-EF168AA10DD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A0B3E3-0E4E-0795-0217-2DC806D6FBE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391697-F261-710E-5682-5800D349B92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27CCA8-0C0D-0431-DE02-8AA77353F35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7180A9-F617-E099-C145-48BD3AB599A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6EE758-2BBF-9588-8607-8C15D40779D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DF9362-BC0F-942E-1627-C675CBEB1DC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FFEA1-BE0F-B590-93E4-F6904C1198E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759CA3-A7CA-96E0-F35E-AA9F00D865B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5E4CAA-1A76-6539-4F6F-2D357688D44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30E021-AA9D-603E-F29F-2A8CF76EC52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05295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02790-E084-EF20-CAA0-897B9734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54F529-6ED2-730F-81E7-BE3825A652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one way to fill thermometer, when tip can’t be 7, 8, or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6CE61C1-E2F1-ED3E-1D39-30CDA085D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F4A2004-BD2F-F106-159C-CE7046E91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A33C3F-A76E-A6BC-C30F-54AF5ACC5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EDEDBD-CDD9-AD83-5AD6-063B3012A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D0B097-C2DD-B11A-9C93-7CE58C9CF1F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5C7455-D10F-D5D2-6BBE-2A965DA8C00C}"/>
              </a:ext>
            </a:extLst>
          </p:cNvPr>
          <p:cNvSpPr txBox="1"/>
          <p:nvPr/>
        </p:nvSpPr>
        <p:spPr>
          <a:xfrm>
            <a:off x="6654802" y="12995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3A68DC-578C-6E28-E6D0-E2D5BC846FC7}"/>
              </a:ext>
            </a:extLst>
          </p:cNvPr>
          <p:cNvSpPr txBox="1"/>
          <p:nvPr/>
        </p:nvSpPr>
        <p:spPr>
          <a:xfrm>
            <a:off x="6152446" y="20628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3C62A-4C1A-D0B0-3354-3EE47675BE03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3D4FAC-7717-A32A-B4F2-237E212738A9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8ADDC-E808-D07F-F5AE-3E8BCCC9D191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E9F70A-CE67-4A17-A144-A1662262C8A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6E7580-9D50-AADB-9FAA-8AF77602FA9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F972D-8847-92F7-465E-40196CBCF15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22D82F-92A4-71BA-8948-C1C3C5D337F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9BD160-0327-C60E-06C7-25B883F11F9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E6BD8E-AD27-9B15-651E-0DFFC679547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D615C1-EB80-DC06-E777-13BE9AF72A1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F18A59-1652-8F5F-EAAF-ECE75D366DD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38D116-ACAF-B5F1-DB2F-B53DAAF4F5B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D39B79-A0DF-9926-6723-9E4EDFAC133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BE5B54-4B26-0B20-C4AD-DB6C0F69F07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AAF7C2-168A-022E-949A-0B6E9F11D33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4C9912-6D08-9FDC-4922-604B7DEA669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FEA8F2-2584-8244-AF40-D9094D4C6FE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283196-4C6F-8C41-712A-F7178F806E7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D3A723-AEE5-7073-8CA3-7545B40730D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905C45-999A-247B-D960-59ADB57E791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010505-1D54-AC5B-1DD1-0762EF0BCDA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0B704A-E67D-9D97-35E8-764FCF2AB50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A1EC31-FF6B-A360-6645-656407C9916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17740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01AC6-DA6B-6ED2-2599-A7A6CE4C9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B9D013-E244-D817-97EC-0E41873EFD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DF93BA-1203-B6FF-DF84-D8E82F4F1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17786E-F2D4-E2BD-6504-AC5F0EED4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97CAFB-F90D-462B-7AD8-83635EF43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073D38-E221-2AD3-52C7-6D104DC16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CA3D87-0FFF-8D76-5A6C-74D9D839B87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EEB7DF-001E-CCB2-AEB1-A249AE4D44A8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150F09-9BD4-45B3-2FB8-F97457E61A9F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301ED1-5026-8C7D-274E-BD0CBF2F7CBC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336AA-8A2D-A65A-4535-0E128DC6797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313E02-5751-8BCC-AB3C-DF963CB06B6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ADB32D-0200-1AF8-B8E4-252BDED5709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158C77-721C-1B27-5B61-982916400FA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728240-98A0-3958-C55A-8E460F74928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D0E85B-E2DA-0298-13E0-8F61C50FD7F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FA50CE-8154-D883-1EC7-3095196A281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645E54-294F-B16D-F85F-CFABE573E70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767DE3-9CC9-6B61-4D8B-B5C386E7AFE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EB445D-ABB7-07DC-C16B-A2E86E1E45A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3BC822-B7D4-AA7D-FBE7-5B439BF252D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53E2E9-8327-D9F5-E00D-57003074F91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9F0525-FB8A-D5F2-61E8-36F96D76CAD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CCD02C-E1EA-9CBA-6426-7E603165818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881A09-F7BB-2CBE-407D-FC18E71CE4C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5D8C37-95A4-7922-D46B-0DB080217A7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A3C39D-17C3-8B58-E99D-427E3F72380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71E68E-9635-49BA-80B5-D46B186BB32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ECE345-3B25-F5C4-96A0-2EC8C62F60F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B9C1EC-4D33-0BF5-B1B6-2571E745B9E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76D1B1-B9B9-54A5-580F-789BEA949E7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804C02-D890-83B1-83EF-BDF2C8E2071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77658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3F515-233A-A751-709C-A3A0675EE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15C8F4-F155-1B01-1A99-8AB7DFEEC7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arrow.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33EDE1-6578-3C50-FF2D-352FE9CEB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747863-7E41-055A-B942-9E0332CBD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660CB7C-B2EE-C2DD-7BEA-788CE40F0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D2BC3F1-CEC8-2498-2B0C-D782608A96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7FF55A-B8FD-F4E5-B49E-EB38FFAE06B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652F4-30D6-7AF6-178F-A67922509585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1A4D8-74ED-D0F1-CDDF-3BC54C6ABC95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192CE-A934-63EB-077D-3FFDF29DD143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4446EE-C42B-0F5C-EAE8-281B8999099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B9AA7F-DC39-B7CC-364B-77076A69DAD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9EFB0D-27EC-CE00-0A3E-AD4C66570F9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0512F6-1166-A649-A6BC-617B4ACB5FC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B7D643-C087-65C2-A8E8-D72BE12FB4E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F920A6-D4ED-4987-188F-29FBF4AA2FF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9C14F0-8E7B-7991-C1E0-FD4CECD112F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2EFE0B-85E5-52E6-FF7D-3C6E078A664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303D9C-09C6-DD6D-B73F-DCD20AF0D39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0FE8B8-22A8-9775-FF81-61B5F31ADD5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C3F228-B8A1-B0F1-D638-7E432640D30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E3A511-D3D9-3B97-874D-036ABA8F5B0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C9E6CD-CBFB-9C1D-A942-D7A3E0F7EDE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EA20BF-1812-56D3-80EE-4B4DE427A57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D5842F-A5C6-ED5C-C08D-F6BDB252100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C5D60F-A954-57EF-CE7C-5A6398F63AA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46687A-CE55-C6C5-DC8B-3FC736B1615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C434E9-F3D6-CC4F-A227-E3DBE80173A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52E389-95B9-D417-0B06-5494043364E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1A075D-6A76-2DDF-C398-1C29F02EFEB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DC438F-CCB4-4314-0D25-EA94D498A5A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7C8375-71B5-0850-D4F1-FFE52B4FE353}"/>
              </a:ext>
            </a:extLst>
          </p:cNvPr>
          <p:cNvSpPr txBox="1"/>
          <p:nvPr/>
        </p:nvSpPr>
        <p:spPr>
          <a:xfrm>
            <a:off x="5147734" y="40745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971742-0BAE-42F0-3673-BBBE337AE0B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F371D4-8F51-E00C-3EEF-2721C39D62C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89893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38089-C236-5668-EA0A-F41A78FD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B7477B-89B5-69B3-00DC-AD3FA14812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D2B973-AED3-8794-CDDF-07B732555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7BAECAF-3ACF-059A-4A36-2D98CF0C8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F97BF9-4D80-B90D-E6B2-95F68C8FE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743E47-FB3C-6759-7290-2625DE84AC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7A89B7-648D-E290-9519-F90F34B02A8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E3E2F8-4F74-A790-90A4-95F6D6B31D7F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725C0-AB3F-9F85-C873-06A583FE6A3B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89E7D2-7CA1-48E1-83BC-0ECE86B8766C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AB3C2A-6566-6B70-76FE-08ADA2C5713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888D79-768F-CE81-5BE6-DFE157A66B7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F8470-67E8-5754-7489-867CAC2E704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EF0259-B77B-1EE7-EE7D-209B815BCE4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68636F-9C8C-3697-74D8-77087B22C09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A1F3FC-02C6-C9A8-3634-ACBBFC3553C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E1BE8A-B983-3384-5556-630D5C8A07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33E5EB-9D4A-3EC5-BD0F-9F971F50C84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DAAB3C-75EC-158D-0109-B3565CDA919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ECB66D-1700-8C54-71D1-D4EFC6FFBCC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BD1915-7BF5-BC44-2F7C-B49F9E5A4C8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8F279F-C6D5-90F1-AA05-94DB140E8EE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C90999-7242-87CD-186C-A183644844A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77120B-9AFE-CCEA-6B0F-DBCECD62537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F15044-50E8-A122-9D72-1D7B249BF88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B39799-1B8C-B7B8-12E0-1EEBF4329D1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E01294-55A4-9360-D9FA-2A8EC2368AF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F2E83B-1549-B05F-50A1-4926F25A7B1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596306-22FC-606E-5504-E23F27262D6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ABAD16-AE0E-3D9E-6F54-0476DD8F1A7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8690E1-756B-850C-4DB2-EBD75C6616E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832596-49FC-54CD-2A88-FC8A0A07C115}"/>
              </a:ext>
            </a:extLst>
          </p:cNvPr>
          <p:cNvSpPr txBox="1"/>
          <p:nvPr/>
        </p:nvSpPr>
        <p:spPr>
          <a:xfrm>
            <a:off x="5147734" y="40745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D96125-3AAD-847D-B637-3A9957925A8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CF5FF5-7A77-F6C7-7A66-12400C14C08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32049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A9019-6A50-FBD8-C700-B128E8B5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216122-ED62-9FEA-F521-A6C80B8C46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length-4 thermometers.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294EC9-CC9E-72AE-F930-26442B5BB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9BDC913-AA35-126A-36EB-61530B165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3567EE-06C2-80BF-34E4-5EAD414A4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1E6127-6411-38E4-9734-0FBB35CDBF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A149CB-58C0-5253-5773-EAD6C1596FF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85FBB1-C7AE-BEF4-B21E-43CF65D22FC7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05A2F-459E-44E7-3991-99A3987EB460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018674-E1AC-7449-7C78-BE3BC551F049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5499B0-A6E0-C50A-73E7-3BC49F97F8A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F6CE45-D4CB-48A0-1ACF-0AFA1BD2E3C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17009D-F786-68DB-B8F1-BDD53B5EB38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78A279-405F-26CC-E8DE-3AD755C76A8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CC7EA-6834-A646-8C23-B1E9888D564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F5BA60-8AAC-29DE-CC7C-927B4AD5EE6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A6AF14-6E4B-1623-5E61-155BA748AA9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488F43-4FC3-26C2-F377-CE10B8E40D7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A4737A-4FE5-9B33-374B-D1DCA163C44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B39283-0207-D2A4-9951-45C5923FD24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5AD99F-D070-BFF9-27E0-314B5CD9266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EB871E-BF49-C1E2-A7A4-EB3D90B9DF0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B74F91-0E9F-9469-2DF5-341F69F703F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AB795C-AF68-4C6E-05FA-6BEB6F89D2A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9D460A-60E8-3AC5-F7D8-ED99624B487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FE0DEF-7B8A-BDF4-A208-753459F2CBA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B6E96A-5742-BABD-3894-D6E22E71984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721E42-AED8-A428-E3B0-AD11F9CD289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C87ABC-DFD4-ECC6-4E9A-7374B891203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85376E-1D9C-46F9-E254-B4457ED4700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01D495-780E-6074-078A-39258951446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0FB16F-2B5C-C290-459E-8CA38F861BCD}"/>
              </a:ext>
            </a:extLst>
          </p:cNvPr>
          <p:cNvSpPr txBox="1"/>
          <p:nvPr/>
        </p:nvSpPr>
        <p:spPr>
          <a:xfrm>
            <a:off x="5147734" y="40745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F65224-1609-1E6B-5090-50FFA009CC1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48B05A-0D5A-5FBB-2D5C-79E636237AA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11E757-695F-A822-4309-5EA5D58FE27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ED4991-ABED-9825-5DA7-A37BBA76158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9C2FE4-D13B-C3D8-5ADD-4E87119F918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43503B-CA1D-C976-9FF9-479A4727A8A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97914D-D1E5-56BE-B036-A3CB3301B206}"/>
              </a:ext>
            </a:extLst>
          </p:cNvPr>
          <p:cNvSpPr txBox="1"/>
          <p:nvPr/>
        </p:nvSpPr>
        <p:spPr>
          <a:xfrm>
            <a:off x="5650090" y="40745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113D21-D123-92C8-249C-6363B144FD11}"/>
              </a:ext>
            </a:extLst>
          </p:cNvPr>
          <p:cNvSpPr txBox="1"/>
          <p:nvPr/>
        </p:nvSpPr>
        <p:spPr>
          <a:xfrm>
            <a:off x="5650090" y="50764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313DDC-C415-1912-0D47-5F05A98F274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8F2BBB-3A10-7C5B-B900-DDF0B3A0CC1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57380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5AF5-86E1-C581-5932-B21217D2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0AD262-6F05-C604-2D44-DCB1E921FF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8BA85F-8FC2-9AE6-E45F-6C25DA6F0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495092-3517-625D-47C0-1CB2CE736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D43C4F-8955-A8E5-77D1-F13EC8ACF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6E92FF-C4D5-CF0F-41AA-C40E699CC1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171BA4-F105-CD49-906B-1C526C6445A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D508A-8A6A-B3CA-45EF-6F2D48879A73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8EEFFD-481A-75A6-A077-AA7C3BE1C050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74761C-79E0-E2B0-E901-6D355777FAB0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2A77C6-4580-29E8-9599-B5D68919CCC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1B4FF0-8932-EF80-51B4-1A7BA34D557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CD4CAF-B25C-74B3-31CA-A6795FC145B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278011-9FFF-34BB-AFB9-BE66C82C908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9C949-B529-16C2-EBCA-F3E14EDEDCA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EE8372-1F4D-16FB-3D06-F97938EC20F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9C3CF3-34C1-C66F-088C-80949B2EB2B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B2A00E-C821-B17A-A768-7AA87DC2AAA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4CF51C-7DB4-B4E6-38EC-8D640A5F1DB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90FD5F-EDAE-F86E-2019-210A33ADBE6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73FECE-D52A-99D1-B48C-B5704E02CA1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8A5B98-7679-11EC-CC84-CA5E451FD82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E05441-9507-E77C-C833-4D73255418D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3AB291-17EF-DCC5-68F5-469B24216B5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0699DE-5138-B37C-E1CE-D371978E07A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F7D644-4D12-85DD-CC5A-8B6F5A19B28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C2F0DB-6FB7-7368-29B0-BBA964DB4C6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930692-454A-8B64-2897-1B2CA61D071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AE361-4258-7686-1BB3-6CFC29B7623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CC8145-A469-B1E5-290B-AF7A8DA362F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B60117-0956-C251-D557-5B88AC88D0A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F15315-555A-B35D-7212-4CE17828ECCE}"/>
              </a:ext>
            </a:extLst>
          </p:cNvPr>
          <p:cNvSpPr txBox="1"/>
          <p:nvPr/>
        </p:nvSpPr>
        <p:spPr>
          <a:xfrm>
            <a:off x="5147734" y="40745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C4FD08-BA8A-ED6D-5A50-1A33A9D775D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CD32F3-F111-1BCC-689A-0E1F2949053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4A8975-BD14-1922-FA57-EEAC351CC12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B52423-F0CE-4048-A562-C2FDDE215E6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16F274-EB5C-A190-02FC-A1D19820F40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6EB8A8-8A41-6FE3-FE74-DDB9499325D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A27A5E-3EED-727C-373D-D27D69477C51}"/>
              </a:ext>
            </a:extLst>
          </p:cNvPr>
          <p:cNvSpPr txBox="1"/>
          <p:nvPr/>
        </p:nvSpPr>
        <p:spPr>
          <a:xfrm>
            <a:off x="5650090" y="40745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0207AC-04DA-43BA-9049-6613C0945AD0}"/>
              </a:ext>
            </a:extLst>
          </p:cNvPr>
          <p:cNvSpPr txBox="1"/>
          <p:nvPr/>
        </p:nvSpPr>
        <p:spPr>
          <a:xfrm>
            <a:off x="5650090" y="50764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6A2040-07A4-9305-8BC6-17BCE217F34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ACF5C3-A7BD-2EDE-ABC2-8F760732FEB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64014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AD0ED-FFCE-CC14-A89E-88315E264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C37841-E65F-276E-7044-54EA6B48E2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8182B0-957D-8E1C-9BEB-121A2EF9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CD32008-C257-71A1-1253-3FEE3AB89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8B73E0-11FC-D9E2-9ED4-DE725C5876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8ACFB7-B06D-44BC-BD28-923C0809B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1419DE-3BA6-DF85-1B99-B658161E66F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5E6F04-7560-66E5-EEB5-DEC80EFE94FB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996FCE-56D4-56D4-2B6D-C9A99FDB1ED7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A65DEF-8241-04A1-F183-4DF6E963D57D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C9198F-4D8B-8F52-2350-645C9C4EE5F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5CE676-9EE1-4C6D-21C8-EA301014735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481175-28BE-3FEE-97B7-BC41A9710FE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102845-CF13-82B9-8EB8-EDE73FB8506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89A6C-5B2E-1190-79CD-B4739C4968E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D359FD-A5AD-4C50-0FA6-4C5FAA13411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54A831-F10B-3D37-CB44-06372521662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F0F799-32C2-FDA8-D21E-FB8377E545B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2DECD5-7D42-4EB1-2892-C4FADAD3B5E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4892FE-BF9C-52FE-29D6-4133B3BC27A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A0CC94-6BFE-1D03-8A58-A4C9AE47EB5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0DA212-A912-1896-D34F-8A9257613BA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BF194D-7B93-C93A-D74F-F61346B7605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4DF823-2A50-BE05-9A15-E4C741AC966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2936B0-D3BB-5D43-15E8-81B0A3C8E7A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3D9559-09E4-3E14-CA31-CE90B03D1EB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6AA013-B522-BF6A-8F23-91C0AB43C42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C20096-40DF-8493-8589-C6A29535523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74F37A-9B29-9925-7BE1-C5AA3323B77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87D651-856A-6960-C09A-86FE5674C9D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B44B64-A766-EF5E-9BE9-C27A00766BA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B7CF3F-0FB8-AD70-711A-6EFE2938A330}"/>
              </a:ext>
            </a:extLst>
          </p:cNvPr>
          <p:cNvSpPr txBox="1"/>
          <p:nvPr/>
        </p:nvSpPr>
        <p:spPr>
          <a:xfrm>
            <a:off x="5147734" y="40745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52E104-590E-823E-7809-30AF8CC2A30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F0F3D5-37B2-387D-78DF-780AA376BBF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88DAE9-CAD3-2FFE-6669-38355396075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BF16C7-1A39-0C1F-F291-9572DC0ABDB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0D1873-0799-1F68-96AD-057C862A059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35B594-90B4-39A9-8373-35D56676E0B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6AE77-5688-0ECA-7305-574B7D1DA1E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566A9A-A3C4-DEEF-F1EA-615FE2A4DAE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6F8352-0DC7-DFF1-3E47-ED389B91B57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D9379E-F21F-D90D-0D80-A25007C6B5A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97605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D176-D308-4F0B-2C2E-7597BB29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B4FE4C-7D2C-EBFD-206F-20DACECE3E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07D5C9-A094-5DF5-456D-2292CC585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B914188-3E53-C29D-BB92-F1F56C947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6E104FA-A221-3AF1-5BF6-872F8F57F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B94263-B702-A1C4-9EFC-93969190D7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96F303-978D-CB12-EB69-ED14F388E26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D6867E-2FCB-46C3-FC46-AC8C749E4B24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4ECF99-D2DE-AE0A-D33C-7D6326DFC3F2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A68BF2-B27D-58BC-B01C-DCE66B8F2C6B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159977-C8F7-D0B8-A63A-5470AA02F20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FBD182-5E6C-D1D2-C386-759930BF48A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C86A2-596C-437E-E3ED-E12DBA882AE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EB083D-B2E6-3C2D-65A2-3C9C7CF45C5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90ECEB-FC42-612D-BC48-1F7F948EC1F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9333AA-5978-C8B8-C5B9-27B602BBA98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B33937-59DB-44B3-5E93-5193ED4346B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4905F6-22AA-718C-7BAF-7FF7C6876D7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1FC2C2-03BE-CC92-08DF-B3FC5A47FE8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28F696-6171-E82B-C328-D77FE7D8F40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C559E8-30F0-2086-199C-2EF6357DEA1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BE4793-05C2-EAEA-33D0-1F7822EEAFE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4F3078-4472-87E4-6D20-6BE970B03B5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C7436E-B657-84E8-CB50-0573D2D762D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625542-4500-0FF1-84B2-10DB5F0D74E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92D0BF-4642-F041-73C6-508D6BA85A3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470DFD-FA25-AE84-42F2-306CDF49ACC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BAA965-7875-2DA5-E684-3712DE186A6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AA27D8-1A20-2B67-B561-09A3B9670D6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451F68-AE19-31E4-B6F3-9E6D5288C1C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CD35FD-F8B3-4869-DD30-BED6C852CB0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A781BE-3E2F-AA36-7ADA-5F3AA227597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FCE253-D115-76CD-03C3-339B68B9FE5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D7C9B2-7A61-09F8-8A4B-73FDEF9DCAB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170BCF-FC0A-C5B8-B309-FE0D83C1FD1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DA03C-8523-7A47-BF44-505B89DBF13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BCA73C-6B44-DB09-2B66-6ECFB4CEC62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8911F5-911F-83B8-EEF7-7B6E1214BEC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59567B-BFC7-ABED-5B9E-7D0508B8982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36BA2E-411E-BA87-340A-5808B1F0D60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AA31A5-08B5-5841-4D2F-F13EEC660F2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4BEF44-745D-FE3F-FF3D-6777B259B05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99712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B455F-6B7C-D388-5BC6-52AD9AB8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A8AE01-5E55-0D5B-369B-E852192CF5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825817-D1C7-68DE-FE9A-373B601ED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B46A441-163F-FDBC-AF84-42870C2C6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135B1A-FE28-AAB9-63F0-1745929E3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324B619-24CF-86CD-8D69-C7DBF672B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A979AF-51EB-ED1B-2B80-79ADF80C2A3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361B13-4829-9A23-6D39-4E34C06949C5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610A78-3412-4219-68E9-DCFEFD257280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CCB99-7467-1CAB-BC0D-91656452CE10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2245A-CF27-1482-F105-877DE2A0DCA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569F18-C9F9-BC14-99CB-7A1E17D8AB2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B790E1-6FF7-5647-EEFA-EDC5AFD191A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B6FFF5-BC1A-FF27-975C-1DA4067116F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953CE0-224C-EACC-DA44-44BE9F646E0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D8790-2EE9-C045-9832-CE4BCA7C65C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9DD000-FE56-C7B5-279F-7A65C874292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84F0E8-F276-6F82-8B26-E421A54ECCF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4716B8-BA3B-DA01-FF26-97577BBF11B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771F3A-A225-56D7-193B-F48D617FA97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6B4C01-38DE-8D53-6E60-E2505205C44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6D0EDE-367A-2189-1D7D-28B87627556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D6F99E-0A0A-8AD8-A714-4F643FF93A3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7AE166-3E44-D1E4-2249-9B41E7D24D7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42E95A-892E-618D-E88E-3B9CC9ECBDA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ABD662-EAFD-F8C7-9E6E-F2A8D1818D4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241838-ADEE-DD0F-EC34-77624180B9E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17814B-A0BE-ED01-C0D7-62D096E586D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20B002-0248-C6E1-1830-106A108DF3F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A75A2E-5165-1010-E206-55D53C12E56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1DEFB7-D688-E3C5-E3D0-65AAA47D905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01CE23-033E-02FD-7244-A1090A7692E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CD05CB-E959-E9ED-A566-A91B3D9B6D2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99F12C-BE12-64AE-80E3-F72603567EC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D25C68-9659-B894-9C0F-8B844689AD9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0C1FF-9869-432D-53AD-3AAD5AC6FC7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6535D4-36BE-5B8B-332A-81E157C22AB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C28B1A-09AC-0C10-0217-55B440DB7B4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3C6235-4EF9-8A3E-FD7E-D1E2FA31D65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DF7D1C-49AA-A14E-C5D9-ED5368B4F8F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B768F4-8368-CA6B-ECB3-1B5541E00F0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CD2BEE-94E0-5A62-E2AC-DAC1573BDD5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60675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C1390-E03A-F621-DE22-46BAABE34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AFF283-A19D-A508-93C6-2D43180122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bottom center block.</a:t>
            </a:r>
          </a:p>
          <a:p>
            <a:r>
              <a:rPr lang="en-US" dirty="0"/>
              <a:t>Last possible 5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69B9ED-B654-20ED-5C99-984B309DF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9BE312B-7EAB-4ABB-3BC3-C476CF6DD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D5BFEAA-C364-A3EF-8926-522FF8EBA0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DD2B40B-A2DA-C677-7134-3B5E71716E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3A4FDB-1888-B04C-10EE-B4B31FFB3D1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1467BE-B560-6EF2-3749-E4751FDF6F3B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264E83-1E48-99AB-5DFF-365A6E33FC82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9F121C-D838-1780-8C1E-AA4279972A5F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19EB26-4042-DCD7-5600-4D64D9A865C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EB5B1C-0C1D-34CE-49F8-CCD34E568FD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D7E00-9A5F-A03B-89CE-48ED863236B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FF5147-640D-5A83-E962-E898DE9799A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5365CE-27E6-48E1-9B1F-BA24F0A3C5D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B5630E-966B-AB70-ABC5-DD6D6E5279B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DCD837-8BDF-92E8-8F4A-2C7998BEE01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88B880-BC29-AA8D-EF33-CCF876B1D62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2A0C39-9088-7454-D2AF-9EDF38C1F41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A458F2-BF97-72B7-42B5-0411EAD848C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6A81F-B910-F014-327E-BF9A6F788DC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2489E4-3985-A3E5-F0DC-172A34D250C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C60304-E327-D36F-94E1-0BE40102D98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3705CD-CF10-0C37-754A-0A64922D353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150247-FA29-CAB5-7C9A-C65527C2436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9F6C8F-D59C-2CBE-72F8-5D279FBB347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52E559-9F07-99E3-4C03-12761D028B0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5FBD7D-861C-0B23-C2ED-2E3A0FF4B60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A5A016-0195-98E5-7C28-3686802399B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3D87F5-FA6B-AB8E-BDFA-ABD54807B15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FD4648-9B9E-0475-2622-94898AF09D3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CF7771-3B52-7E0A-99A2-FC827DC47EB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41EED2-C7C8-DA51-BC61-7E42ED85C2E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F0364-0150-80F7-6E94-D2B071C457F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99118-556B-B381-1172-A3D7088B97F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6F3500-CFB6-BBD1-F73F-FB14CBFE91C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F7976F-40FF-AD7A-2877-A346B43F961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39258E-C7C0-F3FB-5065-2FBF0273BFC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7DC471-0D8C-9D7E-5A55-8B59866D9FB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5900FB-F815-E8BB-8CC8-56B053A18E7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5563F4-241F-C1E7-D1E2-719EEB2F064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2D1486-4C9F-99A0-B21D-4B72C907886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0E9BB9-F710-0459-E97E-6186776D195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19591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EEF2-99F0-E554-3EF5-88CF59330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393AF8-4F67-9A76-B5BA-FC366F70B8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Arrow sum must be at least 4, but 4–8 are taken.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3FD8FE-8798-A633-F216-27F7F75AC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A30BBF5-D639-44DD-6672-2D5280B06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80B5449-35D0-F990-45FC-38E91A401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DC83900-750F-CBE3-BC91-74625CC65A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F78559-8F70-1216-B7E7-23C14A66691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4CCFF-CD0B-8F0D-615B-3EA7FCE39710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690B2-5F08-8B28-269A-44D510176EF0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D797F7-D882-212F-BDFA-836980EE5DC6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A10AAB-67F5-3A4F-F935-3F9FE0B4948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00C288-2F5F-D82B-CE4C-47C8E0F9932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019795-DA3E-A8D1-DFA5-1DCD898D607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8253D4-1535-9EB9-E9C7-E438257EFC3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C70BAC-4E50-F114-BC29-BBFBE81DD43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0497B3-AE71-DDC4-9D46-B0F6F183E9B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ADB0F0-78DD-0DFA-D0CB-02380C62CE3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3D7087-7679-2A6E-D24D-1A2BF4C66F9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43D39E-A46D-826D-025A-E8ED4A85F04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47B12F-5C81-9EB4-8A2B-441A4CE8DB1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294BC7-5327-BB75-F21E-FF4ED92AD92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6DBB65-AFE7-CC29-840F-DF7AC5B35DF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513FC5-F300-BC67-BF0C-B28AD74AD5F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855028-0CE6-F571-E3F2-C332EB18A54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3B3E2C-F7C7-26A3-B06C-1CEED57A88B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3001F7-9FDE-BD95-8278-50E6FFECF12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95ECEA-181E-BFD1-CD8A-F6A61F094E9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613EA0-E349-146F-5120-A35084E04EC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F68028-4D81-25C9-C2F8-17DD98F0D62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655A7B-3941-D5E3-ECA6-A146954D611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54976B-61A5-CA10-ABBD-CA83B0EC5C7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E78257-BD40-C8F3-96B6-B8492CC6128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82CAB3-790D-E87E-8D52-4F6898A6D4C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959401-B99F-7A74-C620-264BA4C06CD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97858-7FF2-DCAF-39D8-44EE9FC6544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BD48DA-F170-3A14-26FA-EE4A024C852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6DF395-8FFF-7F0B-6358-1E6FD7DBFF9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2B78F0-0A8F-1080-FABD-B9085E6AEFC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44BC5D-4A0F-9E60-B6A8-0F4A48D6E8E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BE536C-290D-C09C-2745-F6E0E55E7F0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7B586A-D61C-E8EC-23F4-8987EE2863C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204376-1A7D-B43A-1AC6-AF7846D567C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0F53DD-8574-B55B-3AEF-CB980654129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A8A4FD-54A8-3C51-03F9-609F64425BB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01450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7C8CC-78DB-E8C9-5AFE-69E7F5E53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9EE8F4-8081-036A-6144-112BBA58E9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2D6A06-1C92-D94C-5655-627280AF4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DB0DE1-6352-9479-FC28-0C10BD597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3E099D-1DFF-680E-1D82-AD25E756A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A88138C-9C49-1802-5A5C-6DB209EBB8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39919-4C7F-E70B-69A9-26F3086881D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3E247-24C6-E502-15D6-4E1F0AC30618}"/>
              </a:ext>
            </a:extLst>
          </p:cNvPr>
          <p:cNvSpPr txBox="1"/>
          <p:nvPr/>
        </p:nvSpPr>
        <p:spPr>
          <a:xfrm>
            <a:off x="5650090" y="2563790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12E554-A3B4-68FA-2774-491CA6997887}"/>
              </a:ext>
            </a:extLst>
          </p:cNvPr>
          <p:cNvSpPr txBox="1"/>
          <p:nvPr/>
        </p:nvSpPr>
        <p:spPr>
          <a:xfrm>
            <a:off x="5147734" y="306473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A7EDF6-D4FB-226D-62A6-B5D110385485}"/>
              </a:ext>
            </a:extLst>
          </p:cNvPr>
          <p:cNvSpPr txBox="1"/>
          <p:nvPr/>
        </p:nvSpPr>
        <p:spPr>
          <a:xfrm>
            <a:off x="4645378" y="3565678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396E6D-A022-1AA3-CA45-9FCF1180864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C2B59-3891-4B48-DD90-A79E3078A25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41CA6A-2076-5E50-FF67-35952DC6E07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E54A0E-76C4-6D60-AE35-3A7C059E1B7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DCE8A5-D6A1-8E6A-EE51-313DD105DC0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35339B-0C4B-3CDF-1D61-60938632D74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608B0B-EA44-EDA6-F274-5582CE719C6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6640AD-06A4-CDF2-6A41-6216468BD02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CA9B58-B470-A6EE-45B3-65565E07682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99D9AE-6944-18E1-5FB2-DC7F1E37F52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5CD92F-39F2-B3BA-4E1A-87501E93696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8CDAA-7912-221D-6B0F-961CD815877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A1A0F8-FB52-B342-0D44-CAA790B819F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73F5D-0B0D-9488-0F76-DDC2F151102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13149A-38E7-12D6-7D15-03B2C727D7C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502EC7-100F-CA5C-7476-8F2FB9BFDC3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00007C-29F9-73DE-FA10-75CDD6989B2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98FBB0-8855-60DE-1B1A-220C1AF1F45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485ED5-21BD-CBD5-D187-FC775960A2F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D3C509-3767-3A5B-3000-48DD43F17C3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51D60A-D6CE-C021-3845-52E4E2CCD43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3BF21E-C2E2-76EB-7104-B902353518A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C210F3-D337-47BD-5E55-2878AA3BEF2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FE6E12-3694-BC32-873C-D463FE1EF6A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0B11E-9C31-714C-75DE-CF1842F4939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D37404-A803-BCE4-1730-4AF85F0D027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55E1BA-990F-35C9-D52C-DC021F0D1B3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4FAF10-BD62-A239-0B30-5421F154859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A53A2D-227F-732F-FC64-657D24F6C0E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97F55F-D1C6-49A1-87A4-EFDEBEB11B4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7A6AF5-49D8-9490-A44E-CE001BE23C4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1A08DF-9312-AF73-8A95-CDF0A83734B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0771D4-66EA-A561-BF23-E3E446E7D50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B3860D-89F3-3AB5-CBBB-92965466D43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11CC00-3AC9-98B9-5A65-8370FAF079D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6EAFAC-C10C-7803-B72C-3BCA7EE38A2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649139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37E9-7035-EA55-328D-1E4AF6AC3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E1EE45-B7AE-8DA8-F666-F8F243B4B8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A2140E-B147-9AA8-32A4-D1AC7DA49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0175A1-3D67-1952-BC1F-56F48DBFA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F0223D-2D6A-7814-FB28-CB4D5B15D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7348484-6F8D-99FB-96D0-959B1312D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E445EF-4919-AE2D-966B-767E5630BD2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8B3B62-32D6-76B6-9239-69A4137C3B6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39E850-FA19-119F-8B54-1D304E02F6E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B7EBF-2838-4618-0330-9E0BFED2C1A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D934C7-8C72-BD3B-E574-ED038AFB8DF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287A72-3C74-8E15-2663-65419EC385D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B71E9-9C80-271C-E38D-1FDADDBEBC8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AD461B-2F47-7603-C38F-84C70E2AB6C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1955EE-CFBD-395E-05DE-AD4E2ADEE4C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B944AB-AA19-A525-AD04-2382A839A27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C6E1F9-B84C-D317-785E-E794811B175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24998C-F21F-107E-BD80-FCA23B9CE20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376F3D-8146-3ED2-EAA3-EC617FC4F87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2D8174-F06E-2E16-1DE7-4998CC44467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52EAA8-CE05-DEA3-274A-13D86C82AB0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504E5C-DAA8-18BF-8B8C-12CEF592D82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18A45C-2835-ADE0-2A96-978F1AAAFD3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13D23C-A316-8D31-0ACD-50411BFF68E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90734A-95C6-DB7C-99B1-EA0A50E7A93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84B53D-78CE-A460-F9FC-1596FFC2BBB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610D55-1E34-342F-FBC6-857E06B367B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71CF10-91A4-2193-BD5A-BFFACD3EF52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E11A0-647F-1C77-782D-6DB0DD85F5F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652DF1-3469-1DD3-CECD-ECDD484B8AA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54547-72F3-7309-A714-48E93DE702A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1E99B5-CF2E-CC75-EA53-02EE36859A8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A40BD6-4B8F-DC8E-EA9F-89B0C051566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CE28B5-713D-2A12-4473-6ACBF8F31D0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499B4F-DD4C-B632-691B-EE532D2041F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C1925D-320E-C555-76A4-FF099EBFD6A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435F9A-9C84-75E7-A598-2245C3437AD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6C0234-CF0B-BAFD-6DFB-01D2C5CB64E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9099F0-93CC-6BF3-6035-2850CB847BE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3AE932-577B-E9E6-9754-4DA1783DC23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7FDA77-583E-6700-9DF8-FDEE1AC5A0A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B2DF93-E5BD-5FE7-B071-DBCC801BD4F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53CE80-C186-B435-EFB6-36CAECE68FC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B4B92C-4D78-6B5D-F3EF-2FAAA585170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0D83D6-D9CD-97FD-A353-573EE224D9D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F9CAED-5A5C-F7C3-375D-3AF4D763ACC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23570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E0939-F647-5B1A-628F-5A864FB00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336B27-A653-5AB4-F5D9-9F220B3429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4–7.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C020DD-604B-4A26-E5FB-F997A0190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3543822-7BDE-81A1-30FD-23DD58527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AA5BF7-81B1-C08A-6FB5-8DEE9733DE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CBE4B8-878D-1CDB-924A-D6D79BFD03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480E7D-401A-84CA-7B76-E1B6DCB927A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E8D332-0C74-9614-A033-B29A409E78D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F92EA9-8F34-8DC3-A548-B23249DDD30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99BF84-6545-0CC6-10DB-D824545EDA8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545A65-B0A7-AA89-7C36-7B12BC514D5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DCA365-F474-B4E8-943D-B82000E630B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91C284-2D03-4AE0-6CE8-380DD5EB353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9A399F-2B15-5E39-11D7-B2E67D2CF11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F17431-714B-D7A6-47BF-ECB9D404D6C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7F1FDE-E4C8-A90B-CFF5-949E72596EB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83E012-97A2-D4EE-CAFA-12E3D5FB602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F8E4B-0B79-196B-D3CA-912B41377CA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92E6C7-BB42-D43B-2F6E-891DB4CA369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0D3279-BD92-228C-8F76-0A12C86D6F7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104623-7E4A-0305-BFEC-A56DDB6158D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C9ECC9-23F0-3FF2-F1D4-404CC093963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FF5938-0A17-ADF3-0F30-9DEC0EF01A5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DF4F76-D071-7385-8DDC-EEAA7FD782C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55035-297B-CDA0-DA94-4CBB50B0078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B0FF6B-9C2F-150D-46AA-8AA48A5F339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077BFD-051D-0F94-D089-929EB34AA10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90CEFA-90E6-EBD2-94FB-7A07C4B66AA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83CD64-F744-DA22-E6A4-BBCFF8E0CA6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B22E08-391F-4AA7-B0BF-0CDDB1F6BAF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932AA-D25D-C1A2-649C-EC8F0BCDA2D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D3BFAF-E95F-6AE3-9A34-C03DDADFC8F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55CDCC-F69D-6CB4-5164-F0D284B9E71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C2F94D-2DE7-E43B-DFA4-0524848D908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FAF11E-883F-238E-A95B-C35BB5215FD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DDCF0A-C2C8-B6C1-DEB1-AC879C5C8F4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D5E11A-CE93-67F2-3029-0A7F053E830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72E202-83EA-1A7F-1601-CC0BE714AB1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9F913A-243C-CDED-56C0-065BE75AFF0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308E9D-6420-FE6A-13AD-F2C07F14552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662844-C863-1E17-3671-80A0675BF69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68497A-AA87-17B2-776F-E7B4C632756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D209AD-088F-184F-34B3-31C3B8FB6C4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E0E90D-92E3-EBA7-348F-0188871BF70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DFB0FB-0063-40CE-1EB9-84C7235B1F5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793A33-A884-58AA-9B06-78D79AC51DF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659617-9307-D879-7987-4DA9E0E5729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077816-BE0E-5A89-CE78-EAC57F68B38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31C52E-D1C9-A45A-A538-4D047B9072B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8E864C-E8D4-01C8-5FD8-38A22B5D9F9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B388C2-EAE1-5DF9-D288-406377EFFA0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EE4673-C24C-D866-3BB5-81D9962EBB5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CE1B38-EDA8-7AA0-6930-E2D10EB2736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4381BD-3817-4FA2-ECC8-5D0C8697C97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033210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65D3A-2BB1-B65F-D2AE-D0EFF89BB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24B64D-5216-2D19-56A9-AB4182C9E6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CDB7EC-0720-846D-54B3-2A7057681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E6F6B4B-96DD-BBE6-8160-1B84019FA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E03398-3B3E-78D9-34DC-875F5E0223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F165B1-7A66-8D46-FFF0-775FF980BF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F647A9-7BEA-38FD-793B-6C74C1E47BE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96534C-DF22-5571-57C1-10DDF838F62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F2EA4-DFB4-5B4E-AF81-46679F13695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DE1185-6D25-6D6B-C60C-5896895FBCA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C8FD4E-F91E-62E8-989F-B0B177A505F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AD80AB-AB06-2E05-FA2D-C9ADA490721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8D7FB3-7480-605D-B819-0AFCFCB6389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15F811-3703-68E8-4F5F-1C51426A984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2C49BB-169B-AB07-1EBD-4E1C1903669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8AD338-8052-4498-A889-A02A8409B76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CA278E-A028-03CC-0B7C-348EEAFEB11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C79FB2-9E23-041F-5187-E8950F28C55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FDFC45-ECA5-0A69-2691-3779D533882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B16996-A1D3-5291-2219-CCA981FC402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AE5FB7-C9A6-094E-0129-6BA3F6D3EBE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423F5B-0E26-FA32-869B-397E95E5EC4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DF8D6C-761D-5F32-3644-7599AA0761F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F2F108-9330-92B8-AB69-39502848A17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8C6B9-6A57-AFD7-AA09-2FCF1A3A09A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02B208-838F-888A-4A24-D4E53A54FB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F66E00-8A84-29FB-A4D1-FEBD1BB5CBA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A08966-6902-8D41-B274-92FC9C7D7F1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64DAC1-C673-7531-DA2E-5D1EF09A44D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7B877-14A6-5833-FBE8-74A5EFD4987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FEF6A2-1BC0-57FB-8F90-D61F31F0C6C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1ECAD6-1370-3D74-188D-15547C9226F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439099-8232-9877-A1CD-4984E2B15E3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E503DE-E0FF-8B1B-F5EC-AAE2B72B31F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5D2681-BD7C-0FE4-5418-B48E7C016E2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B13A03-1D7F-EC23-EA66-244812C7B6D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97C35B-B898-DDFF-F692-B56D56B590C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AA19FA-7D40-8154-42B2-AC084408747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3C622F-E9ED-36DB-F25E-EE9BE7A0A76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5B3C21-8C61-4B80-2593-F883E70DCD0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C997A4-A62A-D55E-A672-F25EB586301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E19039-F1C4-DF89-DC4E-1A1ECA6B45E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8CCA2C-10C6-0C4D-C731-FD87776447C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8FC8D7-E4B8-BD0F-FB95-F75228896A4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0CD4FB-01D4-E273-5FBB-D8EA9C51763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7556DB-55DD-8E54-DE70-E00DAA68423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2B0B8-96B0-D6A8-0AE1-1129A1F1704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6563CD-30B3-D240-C794-0C242DF9F13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7290E3-8D38-F02B-C413-700A0E1FB0E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DE329C-FC11-5802-B641-DB0C6E096E2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86E6AA-4206-2BCB-C661-4C11B244974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F6DB25-49C5-1693-598A-C51F729F069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9869B4-231D-9406-C535-37E3E12F9B2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BE33C0-598E-3749-4938-9A2E9E41A28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53C8EA-C339-DA1D-60EF-0C4FC06C5A3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499BA4-E765-B1F6-12CF-26FB109CFFC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D9A519-8DE7-0005-ECF3-30D120B761A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C5C0C3-9C16-76CA-7700-D52E4157DD9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</p:spTree>
    <p:extLst>
      <p:ext uri="{BB962C8B-B14F-4D97-AF65-F5344CB8AC3E}">
        <p14:creationId xmlns:p14="http://schemas.microsoft.com/office/powerpoint/2010/main" val="1590751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43C1-D756-6408-49BF-D6997E558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3DF7F1-DFB7-9DAF-10B2-015E0F5203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4–6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FBA606-EE71-35DF-E451-BA3F72592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CFA90F3-68AF-335D-97AB-15A92FE66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A12AB5-31A0-4D4D-2218-1AD33F2B5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715CCD-3F99-CC1E-74CF-7F23386787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892047-82C1-8195-1238-6C4FF9E4D21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33580-0C48-E06B-D449-C47DB4FB681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ED2987-1250-702E-353F-70E866A7F86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AA5AD7-C75E-3D8E-0734-3B314434605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5E7B47-F25C-C8FB-A3D1-0BED8F8F0AA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C34686-34A7-0547-44A9-F539C8B8FBD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7EB5C8-065D-F26A-5F22-F321155B04F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719D85-6698-BDCC-22D8-82EE059DCB5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3ED9F6-86B9-14F3-11CD-2DC50F07D58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A080E5-4C2C-BFFC-F949-297310CE034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B73AEC-10A8-445C-2A92-2E0049D092E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7A1C2B-AD27-712C-E6FE-9B3E67D5518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442546-F058-C30B-1758-3A1603B0B67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59369E-ED46-4713-7416-9808AEADC91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B96D41-BB71-3A07-7B18-A3FBD067B88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1A86BC-86D2-DD0D-2FAA-D32F09B15B3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BB72A2-C78C-7FE1-E1A8-45891A53441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E89DD2-CF66-44ED-0C43-770F2FFF67A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C00789-1F88-92B4-4B40-D3419B1D7EF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EADB58-4DF4-57F9-67D5-AF83224F32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B9AA81-AEB2-4C81-4EE3-314ED8A75FD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026E5D-878B-4C0C-92F4-997F3A1ADA7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F429DA-BE59-A647-DEA8-ECA8CB77B0E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842271-7529-0841-8F9F-7F999B70834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7D029-3DF4-1B94-CACA-B82A472FAC2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B91A94-E275-6FD2-FA9E-6F6C07AC015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7D97DA-BC6E-3793-EBD5-4DF9389F957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6E2B20-804E-AA50-D8CD-D1425522C40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8F912C-9951-C920-F3CF-E533F02574F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CAD0C9-D5B4-93DC-AD4E-82D92FFAD01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AB33BA-8F62-40B9-6E49-257E363D146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B6F8B5-17C6-6E63-9536-1CB912C2819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8CB417-082E-5E2A-A3A9-BE78F6D2F7E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DBE94C-32C4-4639-FE04-C54A9793818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8870EB-EF5B-4E7A-BBAE-E194CA6386F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5F8948-3390-B432-9F78-16A98630BF1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06EED3-885A-3C52-32CF-225D6E20110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9DB925-F83B-5787-D21D-14404E6777E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2D54F5-C0FA-6399-C306-11C30203848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41BF06-9CCA-B8B8-91CD-46645B4469A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228E36-2AC0-9175-7C1C-D7ACE146FDA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5A9849-2BD4-766B-2D62-54269896BF3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9A24C7-C9DE-1581-332F-BF3C81305EB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4C5AF7-A714-4AD6-7124-D7EABB5C784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C551AF-C1A3-1AEB-B537-F7958BC84E1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33511D-3F29-F12D-E5D4-F08BCD2CF6F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8DBF6D-822F-ABDE-C9B9-A5ABEEE8F9E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5C0E56-B310-0460-A071-04DB469825D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E372E9-83AD-5300-8D79-4962B5C16DA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552C73-09D5-AEB5-C7B6-9AA77C77F20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E2F6DA-8FA7-CD96-3C07-679EE668972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66068F-B5C9-4EC7-4DFD-0EC044DCBDF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AB5900-F4F3-F513-A2D0-3E8E5752F66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0AEE96-CF7A-2B8E-FD18-04EBEEE901F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2037D9-12B7-7609-5D4E-0FC25379E68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983047-596C-BC80-496F-767C2DA8205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0D4E92-820E-353C-142A-605BC24A1A1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9D4C99-C661-C707-695A-220748B7F95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83955D-CECB-F485-2724-81BDDCE4D98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D2993-1F02-9FB1-10D4-D6025E1CDBF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3D2404A-650A-82BC-45E7-1841747B105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8095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89FC5-F0CA-26A4-A333-A7B36860A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135FD2-A001-F0BD-B8B6-745709DA36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B76F7D-9F52-756D-3AD6-8DABB94AC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2D08615-3308-DEE8-E910-31059450D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75D34C5-4FF3-AC2D-383E-619693641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158D14E-B077-FB61-724F-76A38C563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B13DEA-3D87-2F05-4D7A-243B629B303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4A7523-2EBC-768B-46DB-92BFF12E7DB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CD3943-002B-CF1F-CCB3-2AA76F2110F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DB2EB4-8F96-BC42-1D63-FBE55C1CD7E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CCCDD-9A91-1DEE-7191-0FA5C1A01D2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ED1F21-E82F-A4A2-2972-4401E7C55AB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7334BC-15F5-A310-FCC5-1FD98C98944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99DFA5-C0D6-C80F-8FB9-024094140A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E3C83F-F54A-232F-76B0-8712E95EEF2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DB5931-E6AA-22C6-E944-DE2E821AC6A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D6ACC-D5F6-59DE-1D27-000ABB236D9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E4DF4E-E722-077A-5030-E9A2D74A389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C2010A-D49D-B197-0E2D-54C8F6069BE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D578E8-9104-8AAF-3D99-06EB6BB5198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D87D77-61E7-88AB-0EDE-2ECE63E3981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70D47D-2307-6D94-4232-2EE77681C06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3B3142-7855-760A-E742-FA6A697B91F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3388C3-FC4D-DE42-3B77-FFA05CAACFB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EDC65F-3FD6-0CAE-CCDF-33AA4A191EE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DF7EEB-69AE-4BD0-07A5-84A13F9136F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ECAC32-2FA2-8B6B-F256-2311ED2433F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019D45-31C8-BC93-F0F3-6766BE62430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A1D35A-B365-035E-9844-CFC2855A306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1C149C-C968-16E8-EB1A-1EABBAE781F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6845B1-1625-EC07-0ACA-AA94F923BDB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7117D8-723A-9D6E-EEAF-428DC5A19CB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4957CD-0344-C8EA-9665-2329CE96566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9903D3-692D-74FE-E575-2B0F5653B1F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8AC983-6B93-C3E1-D7F3-A271D67CB65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533ED4-A5BB-74B9-1E49-7969EEC43F3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E39888-7777-89B3-4532-3F139850895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C5781F-E9AC-F5D3-8608-FF68F6B463F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4481F4-1C2A-A26D-4949-04D63772EA6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20DA5F-E2A5-C676-0FD1-601AA6D730A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C87B3A-3608-E850-7103-BD6CB639D23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7F83DB-560B-B2A1-84A9-61BA50C3C46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6FD10C-96C3-1FFE-CAD6-C516D3FDD62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CF308E-722B-132B-E4F9-08F62460E0D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2BA646-33C1-0E07-888B-0916E841B75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ACFFED-937D-B127-3071-14735D236A8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B0B005-C373-2710-885C-08D924E9E97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364F92-B7E1-6B4C-F951-4856845E5DA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F49599-C852-75DE-A554-DC5D359F29A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EED33C-78CC-B472-AE9C-5229BEA9F5C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CCFD74-AD76-ECAC-7F4B-829ADFEC80D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95B9B5-2B8A-026D-02FD-22A2B89550D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66A1B6-0D1E-6649-3B73-9D1165665EA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1C4200-710A-70E9-A513-B9A03137746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AF5713-A33A-3B90-5C55-D5ED38FCFE9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217AB-9173-5F2E-6A29-C8E13DEAD0A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5C675A-DAF0-050A-3427-15CEBC3F788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A40F4F-A48D-8051-E293-F2FE9DC265C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36C836-4FD6-FC54-D842-A25448C4222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F599DE-318C-248E-8D84-DC1F7E484D1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571C59-C210-88B5-8BA0-7E0E13AA9AE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2F24958-D273-C395-401C-A8B9526A5D6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2F24D0-9851-550D-06AD-AC9F6D30362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1A23A3D-52D0-CF51-ABB7-92D6148A4AA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8A28DA-54B2-6A71-5A9C-16641957936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A2EABF-9CB6-CAC5-6CFF-6C196D7F653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215054-E898-50B2-18F9-3554F88F5E1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97835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35C5-8527-4B38-04B5-3E35294E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ED0D63-1A62-8DC9-FF99-5BBBB186AF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409951B-E76B-1D94-4A05-48D50AB07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106607-E886-CF04-D340-BA364FBCF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AF8D53E-B268-58FE-2866-336502E422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ADDF56A-86AC-51F8-9DA9-82B54E3B3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0C5CE9-4A05-F320-C011-9337FB90DF4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65B03-360F-C97B-B9F2-A359ECE65CC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ECDD95-6A27-12FC-FA92-07F2B1BF200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13A720-7D8C-57F5-18F9-2AB350B31A5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0AC3DF-3226-66CC-1B2E-23A6D07CF74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C1E454-7DEA-2E23-AB64-BAA14A25363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865789-85FE-D9E8-0D99-EC030C009B7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0B3A93-84C0-4CB6-939A-2C87A2AF66D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318A8A-70E7-7CBE-2F07-7D37E7131E9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8A675E-2A4D-ABCE-5DA5-5241DF50FCD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B5FB41-2EC4-74EB-B30B-3E4A452A0AD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EECFD3-FE09-7B5E-4A87-D755DACF4A3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D5676C-E71D-FC79-63E8-9B8B12500B5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4C2EEA-D3DC-A6CB-30F2-C3F3CFBB8FD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DDDD4E-2D05-CBEB-EAC0-1B9C6981DC2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B09A0A-F8F2-28A3-1775-D5D329E5910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B6BACF-6EA4-DEFE-0EAB-22961C9F7C1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92EDDB-247C-ACFA-73BB-F4F119DFCF6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25E809-1B78-27DA-BE98-B75FE1EAB80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7D036F-8808-D986-4478-013FA93E4AF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4BDD96-378C-0BC9-2CC0-FDF0F8C3805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004A18-52FA-AB72-0F99-EFA98ACE005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43A747-36DA-DF24-8A01-AA9D7036DB0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E8D42-169A-F77F-B3E0-B639E4C67DC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854AC-737A-72D1-3F60-5EAD46206B3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0D723-2289-48D6-F877-86CDC22E5E0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C2879B-8F48-8A44-B8D3-AD4E1D7AD9E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0ED70A-6583-7DDB-60DE-4B28336E321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10904B-7C21-74D2-B82A-7D300D92911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2003F5-244E-7F0F-3047-EEB18D73841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FE5124-C671-1741-BDF2-93C72C2D3FF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F4E5DE-521D-B97D-929E-62DD9B4E387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C01A4A-534C-05DE-8F5A-FE28062FB6C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8B0B7F-E483-4C37-FCF3-1D4BC4689A3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7E88A4-ADB2-3E45-DDC7-A0C6B25020D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2784AF-6266-3EAD-1081-CBAE5F80F6C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77A9C5-84D0-50ED-6346-663BD799B05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7AB0DD-E31B-C3ED-661F-B9FA2BB45A5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8EF2D4-80BB-E28D-C652-05A7F0985AB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1233CF-1694-FA4A-A64E-6BC17BDA91A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2CBD49-6BCA-47EC-C083-3734C1E8F31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425254-524D-88AA-163A-F4574EE5657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AFA97F-831E-FA9F-2D11-9E5BE3F70F4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254A8A-10D2-34A5-9F47-18AD911984B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96254B-6B07-B2F4-0015-D7BF06B11F9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F3ECCF-03C4-FFCC-1940-7C067852503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B12EB3-B1B3-4498-70ED-EFCB60FB6CE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172205-2FB3-D42B-7461-DEC578F4AA4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628E80-A0BB-4C04-D28F-4F7CA9EBBA8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92E885-70E2-264E-4F5C-00CA31E4A28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C43528A-96FF-BE4D-40B4-9FB89CA19F9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80AE72-660D-EA92-B2A4-F4BB1DC292A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B9C151-756F-D56F-99D8-C47FB614B21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34BD28-1701-9E8B-BD0F-CECA1318FED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D538C3-9687-D4D5-6BD6-7D2E1172A6A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60E3DA-B0EA-B8CE-2090-E91841410E3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ED5323-7604-CB26-304F-6FD3FB0DEDE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5AD583-387F-12D8-4CED-3F52968EE65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FAAE0B-4AEF-1A42-BC12-5952169F58D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748910-475D-2410-F945-F5AFA00A508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F75E6A-5A7A-376A-58BA-73B61195077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75642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7317-AB07-A723-29C3-A6F73E262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4C8445-C22C-16AF-BC1A-DB00792375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CF428D3-517B-606D-8DBD-5885B2AF8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17C58AB-8EFC-B3A7-37A6-164F2D3CF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6EA30F0-D8BD-216D-08A5-DB1901769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DB175A-2009-1D2F-8B85-62C2593CC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C7AC50-AE52-DE62-81EA-8742FF30314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2C964A-587F-BC33-230A-0D123CDC0A8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567881-C093-5D1F-BA2A-6BC31CEADB8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2CEE58-2EF1-C6F1-35F2-06F12740882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499C62-2DCF-6309-C604-745975E4E84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753361-6A8D-ECBB-D3B6-23F909A3A9C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657293-81CC-C8A3-821B-206C22C0676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9E5CC0-BC3F-4328-3D19-0CA3F720D3B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B1E124-70F6-3E04-21A9-104220C12BC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37B04C-361F-B90C-40A4-3FA6E1D07A1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6DEE98-DADE-E4F3-48B7-FC951F0B22A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0EDBBE-2A64-70A8-D4B0-DF974346DA7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0EF8E5-DE32-DAE2-1D6D-50DC07C2E56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2F3D05-419B-8D9D-7D02-A9B6F783BDE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01E3EE-6615-AE72-DEDD-2E6642F64D8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312A09-469E-1DF4-6735-13B55E468AC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A65409-8920-B5CB-250D-A73807134EE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77E323-BB05-BF12-5E2D-3EBF74F9AAB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9E41B8-6E29-7637-1DFB-6F325B260D2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990DF7-744C-5CB9-41D9-508029A79EF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84DB0D-4C77-4F24-C205-E9FD291B778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D6AAE7-A77F-4BC6-B519-6C8A07ABA63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4D0199-7A35-4F61-647F-0B5C478E815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0405F-16EE-3817-8F7D-1266D06CDAE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B4F5A-EF02-69D8-5554-85ED4C71EC8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0DD06F-F645-822D-42A8-64275C4FE09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CEA81B-2F58-3495-FC65-68642248250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55230A-162E-569F-7CEC-851405B02A9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889EED-22C7-30BD-FC24-4AE576D747D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35E5FB-EAF5-B8D8-2B9C-F37F302383A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504A0B-5D8E-07AE-B70B-2013401D231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DD1199-098D-F603-3DB1-BFB671BB619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44A21D-E65C-3011-B67E-FDC8E20B9D7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AA5111-F818-0F93-CDD8-E3FE477517F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CDC4BC-B2EB-A7AA-6A81-9D4EFE116BE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7A60D7-7FE4-6D28-6F58-4633F62CB6B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5B481F-EEDE-EA7B-99E3-FCE2F387D67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1C43AB-9C69-92E1-0751-A6E0373A0B8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869055-C497-54AF-322B-EF5593D3E88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533D03-E44E-1B1D-3D17-C80AD1EA409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C62C4-8BE9-3C7E-A1A8-01A0F10C93A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6C763C-F899-79FD-350D-DEB52634530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0ED0C7-0835-707B-BC0F-036A11BC787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AAA92B-C4CD-9CBE-1EB4-3B03B580F78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B37F47-C363-FD17-430C-2D018D8202E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459E3F-C234-F385-9DAB-1B22B95ECB1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6B91B4-5278-932A-B3A7-C15054DD3A0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23F3BB-AEC4-4DAD-9D54-4E30BDC714A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27F83F-1555-2A0F-DF6F-454D4619CF2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FE94C1-C268-69CB-E9C3-A0EE4AAFA7A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4480278-3D90-E2CE-A12C-0E3315AD864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EA313C-E0B5-E05C-19B4-DC065BF0B46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AD7D371-B3D0-7828-CBFD-F0DD4FD7F91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F35110-6823-E830-DDCE-0A58E81F55A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527D4A1-4E29-6B57-46E2-0AC1B02050D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9B9E5E9-07EC-D47B-B7D2-8DB011EDD3F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B38371-6A93-4FE7-5CE2-920EEE7FFA5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3F4CDD-9F32-63E6-DB25-219423E4D92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1085C7-97CA-4CA2-B9CB-8C2D9AD5309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66AE51-1DA0-7597-2AF0-35A61CC2CB2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627C0B-1B7F-FD5F-4CF7-31CAEADE2AD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21525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56F6-2396-DEDF-F556-BDEE8CB4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B97995-DF9A-F4DE-0838-E3ECFBB70A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arrow needs two numbers that sum to 8 (=9–1), of which there is only one possibility.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CA438D-DF6F-2AD7-0F0A-4FCFA8CAA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C33D161-8C8F-8F42-640D-D61C3C297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94295C4-0247-A7A5-2CD2-2B60836D1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B1B07B-74F5-6838-7BBB-1C1EEA53CB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024522-545E-71DF-7502-D55CF8CC768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FDA9D0-740D-44F6-F656-D89C591A8C1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B11E32-4AB2-2933-DD7A-1F73A0B8F98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85B776-FE80-60CA-0613-F5BA2757C5A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5EE834-4442-5A23-BB39-078EEEAF5CC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20A997-85D9-1865-4539-536717F97B2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EA1BDC-5BDF-C96C-738A-BF995CDFBB0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2A7801-D691-F9C9-0B04-FD809B61CB5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01627B-F90B-2F68-36CD-5E86C977EDE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261EFA-B641-38FD-1550-17470413812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941DD1-BBB8-7C97-FCFD-EF5CF3A02FD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4A6F47-F4B8-2D54-4491-5D467F8D735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830231-0A73-7EB7-50FE-F071C276414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4F8EF4-EA0F-A3E8-EFCC-230E858A312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923B77-EDD7-7110-0B92-5ADB7CFF131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658902-7CC5-2CA9-1703-97136DFD5C0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16968E-27CB-0607-906E-A7AA667A9A8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43AD90-FFB0-63FD-B8D9-79546601A97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BC2EC5-7B28-D2F4-8439-4A83FB25AFB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1648B0-E7CD-8522-D8DC-2F868661E5C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2A90E8-35F2-E5E4-AF97-8A2C2D09AF0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EF3A46-1027-506F-0E9A-776AC1A5BE7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6EF5D0-7A7B-11BA-C6DB-5960DC5825C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DE49C-BA07-6A24-93AB-209AEF1F70D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D6BF13-D085-DA85-1D82-DD0F9620782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E6DA21-09E7-5BF4-D351-567A775D502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EAA20B-020B-B8C0-43E3-F94EB4EBD49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F98D7A-60B5-5C5C-D90E-50D869404C0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A0BF85-4B62-05DC-F661-A15092CC31F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DD2AA-229D-622A-4064-0BB37D1DD56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A642BC-2DEB-7663-3D21-A59B544D2D1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BD09C5-A34D-4F1F-4FDF-31F4867A34C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04134E-14CA-894D-203C-A89464F25DF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2CDA49-37F5-494A-236E-B92FFBFD5FA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A469D0-6C7E-A990-4065-A3FB1066E7E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256AFB-44B3-FCF4-75C0-1AF4DBA266F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477254-DB85-48D6-FC69-9884C48DADE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C39A4-DE56-6E79-D76E-62D22390739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874D13-175C-22AA-AD34-F889B4E89E5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5951CC-2F79-538A-38DD-1ED0CD3B79F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20C1D4-DA45-2DD8-C629-614FA855E45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8A073F-5D64-E02F-50AB-C4775E58E27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56D623-482B-70B1-B955-0642A7C7149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CF6778-3665-1D19-0A5A-80BBC9F9D56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E028E8-7999-7407-142E-729F40056A7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EABA07-43A1-18F0-0181-6A75E4E4C06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C6FCBC-2DC4-08F5-D305-6119495C0E9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077E7E-154C-5419-083F-DD48588F6AD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56A957-A739-EBF3-3173-050E98D0F05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64C4E6-A822-D04C-24E7-A86CF931543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6EA205-6DBE-5D61-23DD-AC5D878350B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E48343-C352-1D3E-64AD-B55E22116C6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A8ABE6-D86E-D9BA-7201-6985C24E904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08AE4D-83BA-6EEF-F4AA-E5AC2E6EBB2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C78731-319F-0F79-7159-DAB994C6A31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E2F91E-06BA-86F4-D360-8DD92769159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0E2A22-35D0-ED07-2161-6D11D5D7DAD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23C66F-1304-7BB0-1D6F-8332BB06918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1EFC54-F615-4971-F817-92306931B00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87FE70-EA08-FA3F-8B46-BFB832DE0AD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A48DCA-0CEC-E1AA-918E-77F4053B66E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08671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859B1-088A-6060-2DCD-52D32A11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D27D9E-C2DD-C488-CFF8-6CC3034189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6858E65-FBE6-A0DC-5870-C69625754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23AFEF-20A9-3154-B88E-864393835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298B8AD-8B36-FD0A-3EE3-4E7484AC0C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ABF6F6-ED42-A684-BAF5-4E2006B96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51808E-994A-7B4C-E8FB-EB4E8085096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370AF6-4C72-CAEA-1A08-D9FA9C8B4A8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955F5A-9421-C88A-9094-986B024C411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E4BD54-476E-DC84-EC9F-1605CC8409A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CF7294-DACC-AB3C-295C-092E8980C3B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F5AA28-32B7-1707-E048-F7DE934FB1E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6D172B-6E32-8575-8BA4-96DA12D90BC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6C8791-CF6F-539E-019C-59632AF1062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15A60C-094B-8C9F-0D60-52316DDCC65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A82F34-596C-2709-D9EB-C9B26383AE9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A342A2-5369-EB41-8909-E52E7B1CFA4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0FD4D2-0CD4-3BFF-1A99-02338CB0F3F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40887D-5A0A-14FB-9EA6-82D11797F05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820178-AE2F-B3D3-8BBA-0DB430BFFCA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961CB9-CFF6-CCB0-01BC-1CEEFC90994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C6C0E9-BC82-83DE-19F7-22C5FC66513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387C6E-3048-0A67-77A5-F0C092111C6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CE7C8E-5C2F-531B-82A2-FE5250B8C91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2B295D-4BED-1D96-539E-A93D5F9A8BA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A4C82E-51CB-E0AC-312F-ECCD5867DBF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05EC2E-B162-626A-3E9D-9C0E14E58A5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04B04-5315-5238-6E53-FB8ABF8D120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329422-95D6-7A14-12CD-CD7AF5B4588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4D514-D615-3F10-41C7-F0E107B3251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77C96-DE6B-86A1-7B8D-39989599CD0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E5EC9B-FFB3-966A-9002-AE7C3CC6793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F43FE6-FA5D-3D73-F47D-3423D6952C5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79D697-6685-1284-ECB0-6AF759A8207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4EE85E-B34A-0DC1-7AD1-1724E07AE07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B2D263-1772-7649-E86A-FBC124A22DF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EAC686-6AB3-CF0E-A627-A12871AC733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533CD8-5899-76A7-BEEC-61D0D6D0BE4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12DFD1-5079-0A5B-0C79-CB9CBC1F734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5B87C0-1E15-F2AC-88F1-628DC0204A7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A7D09C-3D02-B8F3-B43C-7F5A80991B8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11235D-C910-F990-730A-AAF474595C9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124173-F3C2-7902-01E5-94054F0AD7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D9EDFF-AA8A-36A9-46BD-756D70FE323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1C47D5-D44C-3CF4-EB00-1D122B25FC7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024B6E-D2E8-1FBB-8469-D3B48397EE9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4785EF-8697-6797-404D-D85FD708858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01D559-43B7-8A97-BA00-6EC7D063447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B6E231-C492-BACD-2714-787309887F3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1E92BF-FC27-C71E-AB81-2BDA99C21DB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47F2FF-70A8-1A0C-4D68-BF9CB026796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291F40-F5AE-138D-7190-4650DEC2AF5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34493C-AB6D-3E79-213D-2F596E701EE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4DF630-37A7-0E06-F746-C698BFC6BE0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004F36-22BC-8FA2-47E9-E5EB0EF087B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953A4D-DAEC-7080-D2BA-E051FB6CD6B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1B0250-4E4A-590F-AB1E-3BDD314CF7F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CE5A1C-3EBB-CDE6-08BB-FC428B6C585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C1C26C-AC03-796A-205F-549AC24F123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D11B2B-8D1F-A592-0523-88869170B7F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598A6F-5512-9FC3-0883-F25046F7AC5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20AD4D-9515-43D8-937F-92C93D1B492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8E6CFD-FA37-5166-D02B-FFAF3FFF267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F0CE97-B30D-7D9E-B469-585C92C3023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8E6B4C-CCC1-8C6B-2630-33FD5F83356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D0962A-79FD-9207-90AE-DBD4E54D52B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79E49D-6615-AB3C-9E7A-65540C1C35B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4187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A42B9-E7EE-F945-9E7D-A913153A1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11E0CC-BBFC-CC8F-7EBE-109B041CBC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B6AA6DF-E410-95FD-6129-2B1B88CDA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43C02F-3F11-A04A-2C3D-97A7C8AF1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0E2F6A-C19D-CEED-1D56-E7D14617F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E7D331-1B09-CAAE-F209-5BF5AEE9AF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318EEE-B577-CECC-AAFC-5044EF5C2E7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615EB5-DBB9-4C19-3455-BD1C730DF99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817F8F-F660-92F7-2075-F428DFB7B5C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AD9D6E-14B0-7A21-2527-3C29046D505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E4C27-3C12-C32A-A21A-6306B499731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46D4F7-2853-C272-BA0C-4BBBCB52C13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4C50CD-604F-A61C-301B-81F84AE3E27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9F3038-F874-D5A5-DA17-65FC46F4F36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553B51-BC22-58D8-0C5F-5699B7ED94E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940F74-0EE1-1C95-13FF-66F4F819325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6A814C-FDCE-E9F7-69CE-3959A148D35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995FB-63CC-06B4-D113-9FF5845B9B6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D09E6C-186C-920F-B0F1-FC274BE5892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000ABF-367C-8AAF-C17C-B536F5CC814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449504-E717-6FE3-9037-BEA24183C65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22E1F9-1945-31E1-A1CB-141A639F972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B66C99-1C6C-449F-9430-AC54D2D529A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5B9681-72A3-217A-C4CD-A8A8F1FC8AF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DEEF76-B678-1123-8276-26CF313ED82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07F269-512F-D333-E80F-CFBD9707A7E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97062F-3DC4-265B-180B-2A2835DCB84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8CA828-50A1-64D3-D497-D13B175C0F7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107E4B-39B5-3588-A250-6310A96CA68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0B2B9-6320-D99A-BAFF-2F2BFA7743A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8342AE-29DB-A70C-6A4F-45FBCA4DB2A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EB9EED-FFE4-E68E-2B6F-B49815CEE6F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FE093F-FE9F-2B97-05BB-D722C70183E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197BB1-0885-2A44-30E9-FDA1B3D8E69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1959B3-62FD-A021-D925-57C18F93E73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F60E79-25E7-DA97-7F3C-E8C94D2B2EB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05BFA6-0BD3-CCDC-AA2A-8F0B28C3AEE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567A30-6586-6408-4AA4-22215D00D99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41DBF1-A2F1-8766-BB79-92E792F89B1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5175A8-CD7D-084F-437A-4EC4138FC72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7D894D-89F7-D170-F75A-7A5923C9371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2077EF-3B0D-1302-EDEE-CCD82B9EE05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BB0B48-F117-7CD4-2431-7DDD4F31758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EFEF55-237D-C1E2-FF42-944C445DA48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3E003F-51BA-23A0-CAA1-BDA33842D1D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D57362-84A3-6740-7E07-1D91128E654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69810-9E01-A245-16B6-2442F76628A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4F116C-F33A-25F7-15FA-DCD6E58DCED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5654CC-59BB-9424-EB5D-A2B88C1EF71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2C9225-BCC3-FBD6-8E06-CA64F9A2CC6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1C549E-FD89-1A2A-65C5-265D84365CE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7C27C9-06A0-D967-A63A-EB378920F40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9FAF59-D0A2-6A5A-6C96-A55B1D5A11D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D3B112-2603-506C-ECF1-1C088E9D052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308A52-1B33-14B6-1539-E8FEF42E086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F87BD9-2082-C9A6-27C8-E2E8F06851C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F304223-802F-4B4C-85F4-C1CB1AD9715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92F920-62B2-C5AC-0011-F338C367EAA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07ECF7-A42E-C430-76DE-41590D14AE5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7D2229-43BF-C446-8ED8-F138CE5E6C4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B0D0E5-F169-F892-6884-5F93F336EA1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E42FAC-F766-B020-7B4C-AEBC89892DA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2AD8BC-5EDF-C996-B5BC-D1E1D7EBBC4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A197B4-6737-95AD-E3DC-83BF0773047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CB18EC-7D8A-1DEF-555C-A799AF92AA4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478254-C6B1-B4F1-D54C-50A5866E0A8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DECDCC-1FC3-0DD5-5450-EC61E418EB2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295300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25228-CCCF-1128-617F-8C213891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827E45-82DF-2A9F-8552-966C9F274E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8AD1F5-3AEC-D62A-DAA4-F26D6AD03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29F464E-93B7-0506-0B81-FBC455A36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62BAE25-C361-26D0-8A46-18E1270CD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5B881B-1347-AD2D-94F0-74C436DEA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54DE58-6471-814C-8F7D-B8F9608E68C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C892E8-0571-D582-C537-FE0EC5C7B68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2C2917-04D4-8A36-8254-2C09922E527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2FF1CC-89C3-0143-F056-86C53AF79E7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C8947A-6AF2-52FB-FDBB-15354951DF4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566F73-FF1C-9900-19AA-7D9A2453C26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A64977-D48A-C1BB-A84D-2A67E3695E2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960D8A-6B65-08C9-4C78-D271F33AEFF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C102E9-956D-5B12-ABC4-2414419A852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F296B6-46E3-D015-D19C-0674362E600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9423C7-39E2-D186-F082-05ABF229D76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31359F-036E-D9D5-2FCE-0B948407019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8CBF64-D276-821C-184B-B2FFC00C71F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BEC47E-1029-307D-87A4-689D3F7FDA4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A9C770-187E-6414-DECB-9AAB462FD22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8142DA-3DFB-6470-4C80-52269EF2FC8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A5D1E2-CFCF-E093-7983-41DDB3D7FEA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53D1B5-38EF-BEFA-DEA1-EE1E03E6F62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D15837-FEBA-090D-BE87-5168A81D9C4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28CBD0-090B-A37F-20BC-17CCA119602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5CC23B-B626-1A9C-59C0-01A603E8982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CE767C-889A-8E97-F6F1-C16F578C78D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8BC3B3-3501-9D14-9273-661C80E1BAB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3408D6-C3EB-3715-1F10-A56023763FE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F39EEF-2CD4-2B27-CF45-D6BA0284329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093126-CF1E-81F9-F72A-045E5C2A035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B85D99-D216-7229-A8A5-27F31AB0852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F3A376-9F96-A5F6-8ABB-4081AFEA93A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98E2DF-3125-02A1-3376-D46DBF77028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6D1DF6-4C13-2836-F67C-976E9EC743B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A5EDC4-84E4-3287-6E09-392F1A15D0E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E80A15-7026-E48A-85D9-E8F7ED327E9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0AB37F-423F-529B-6B19-E26DEE97FBF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F71C6B-370C-1607-2C95-DCAEB57F7C4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42032F-83E6-E6E2-F207-049C3D511D0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200DD1-F14A-1038-7E6F-DDF0DA19E34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321E89-A116-9FA0-4D26-68CF905C494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AB991E-5AC0-346D-EA27-EA33F6C396A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9C386B-9900-7D6D-3B70-C4377D20CD1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A4FAFC8-2646-D2EC-A595-298E777AB40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B7D2E6-75A5-968D-ACF3-BA96FC33C8E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43037F-2561-2D3D-EDF4-EFC2DD6B84F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8B2409-E223-5B93-6659-5E98C01A43A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4B0FB6-B24B-C3D3-9BF5-36DE3B0C928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1F08C-B9DF-B592-A232-52C03F08D5D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C22BAD-3BEC-13CF-A2BA-52F3C42690B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0D3D90A-272B-4EDD-CBB7-7651D68F9BD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F1731F-174D-000F-C995-1B12962268D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335275-F4C3-8B41-DF7B-F0B9CB1A627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5070125-62EE-CB58-B23B-2B9078836BA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4140F5-5153-A0D6-0B21-AEA620CBFED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93A7C04-B97C-E941-8903-1C0F0E49288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6E94B3-35D6-4DD7-9A86-89C1642931F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F9B260-5C1A-B234-043C-60ABE9E2F59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E5052B-5B67-759E-179C-45559D5FFB1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48BF25-8D95-6856-D0B3-0D86B2CE92A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0994BF-45F3-0B86-FD82-618C631863F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1B8EB6-F078-0BC5-9712-6B616C80068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D2CCC9-7286-DF66-3BBA-BDFB4D978BA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E8834-0772-496C-11E3-845BB8E4DAB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81BE0B1-84FD-06EC-F91B-6AF89DF979D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57376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0990D-D645-E576-F0A2-AEB52859B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3E289A-EC95-C302-25EB-6E9EC527FB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6 and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5BBB6E-90C1-39EA-7F6A-8877D510C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EE6373-1122-F738-D87D-F04B5AFD2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815DEA-CA98-CFF3-E393-2AA2E5DC4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6722ED-C6AE-5708-7E07-C3437D0F27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DE7FC5-5D76-C8C9-C0D9-C6B98334497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EE9873-5559-FBF0-C82D-38EE41AD6E4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3236A0-C112-C5A3-94FD-EBEF85A7D61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F03ACD-BBBB-FE0B-2DB9-70E12982FB4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97CB85-EA9B-55E3-58F8-00467596EDF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AD9677-2BED-15AD-31DD-6F3C569D8B9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364764-D776-1A05-7EBD-39E9A459DF5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21159A-737C-7F50-6123-4F2E6D3859B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73E68C-B64F-CC77-5448-4E24F39D433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5D197A-2ECC-4722-2C26-9761650A212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25F284-C6BC-5B16-B47C-0411908DE91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98073F-BB4E-43F9-D5F1-BF669DF64E0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B9877D-3D4E-B947-E418-3E6FB4C9F13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C7C422-1E23-7386-4E9A-4BF115BAB6E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AFBAD4-DD85-C1DA-5A9B-7F129DE62D6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AE076C-8739-ACA1-BFC9-1688E8ED801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EBDE4D-D21E-C2B4-AFC4-ABB8B404237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8973A1-48EE-2B2F-36C2-7BB104E092E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A8D086-EF26-9BA1-C2CB-8DE01AAB1E5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D73C7E-D258-14CF-38B3-DDFA0B2B0C0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27F0F9-C376-B1A2-41A1-0B9FC717002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153708-4495-E1FF-31CE-0011E7234F4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12D98D-4B12-6517-009D-F9661B83F9B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159E6E-5444-179D-1C89-1AF09255055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2C89C-BDA2-47D9-9476-A044FD89005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08DA40-ADDA-C3C7-D44D-2B93D6AB0C5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10658B-B545-CFD4-69CD-FD03A002C5F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0899AC-8BE3-FCCF-B6CC-F6A6F3E1534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BE3259-4FCA-DCCC-5B30-43E26E29BEB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A44F7C-CA50-ABB9-49E6-89057C3A802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74D2FF-1B7D-F944-DF88-F4B1A25BBAF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CD9CFA-9A12-5BE1-DF62-C9D37E48238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0FF0A5-B428-5F37-C945-960555F69B7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2B798B-B596-B83B-379C-EFE31FEBAB1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BDD189-6AC6-DB1D-0C96-CE34B1E137A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6D7CA4-19AE-1C59-08E2-96D1890AB33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B05530-83D9-91AF-BC7B-77177FB78B7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D8706F-DE7B-2119-48F7-E592B23E872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129984-C99F-E1CC-64A2-E7BBFF87987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59E255-C51E-7AF1-15E5-D2F4D427162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C27AC-22DE-C2F7-8A53-9873E63591F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0F69F-BAC9-73C4-8E0D-444EE94BCDC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D80197-DAEC-B40C-3A05-60DEBCB2AA9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8C99EC-FB4D-A0A9-BB6B-3F1BAC4CF94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7C9F7A-7AD0-30EF-DD82-07A8EDC6EE1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E1068-3A2F-CD6E-03F7-1AB749CDE2E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B980CB-505A-3151-A48B-CC25B557FC9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10AA0D-8C26-811D-03B7-27CAC8EF647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86493C-4380-BE8B-F70C-29B6D7F7A16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8473E4-0FC4-25E5-AAA0-0F72F971BD0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BBFDF9-D991-49BD-3FB4-FB9ECE36874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C1FCD2-839E-FFE4-64A8-D26AED9EDD1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28AAD8-6795-44F7-F4AA-DF3338321C7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703F44-949F-DA89-7068-0C528055F29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F441F5-7EAF-420A-2875-34A94D11D0D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5D2C7D-4323-C23D-607F-E50D9F1593D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CF34D5-9F3D-0DFE-B4B6-F6AB51E34B1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99BFEE-CD6C-FF03-B206-07D554BA4A1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2CA71BA-081A-177B-68D6-90793E252D3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E93C2D-97D0-EA3C-AEE0-866B79BAF82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A9E301-A483-766A-0F28-C42C32F2EE1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6ACC51-7ED1-E9F0-EE51-4193BBF5F11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85EE40-70D4-2965-3BB5-24023367F50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870FA9-141C-D255-3AC9-DCA3E1AC8D3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AC7C81-0DAD-8E38-39F6-8E50998A10A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264667E-C454-F5DE-BBEB-2BA84B98EB4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46168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03AB9-BFD6-3E55-54A6-C2031CAE7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1F46F0-DFA4-7654-3A1F-DC8EBE4F88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7 and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357DC3-E653-33EB-20CC-CEEBC6106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DD92C7-1117-5229-7F4F-594B59EF8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12418A-E178-9EC3-C955-1918CECFF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515552A-92C9-2326-0B0F-6EBFEFB309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6ECA2F-C497-0CBE-EC97-EF52C891CAB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FBADB2-8E62-3F45-BA6E-12518AAD76E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AA9D15-3B7E-3C32-F566-807D3DF33A1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240465-41ED-3862-E915-FF3AA18E2B3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F83680-8CBB-FE76-E40A-9494BBC8B4C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413CFF-3C3E-03EF-F24B-1DFF1C80CD6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C20F57-3D2E-E3C8-0AEF-BE2DA7ECE85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639441-163E-7D64-4D0E-B9224AE631C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6B5B3C-A8C1-7AE9-8DD0-4F8BDE26B38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61C773-8711-6C28-C18D-CE3B4280247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C11342-97AC-30FE-916E-8DA4087134F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8E3A98-AFC4-E57F-F60A-0369C2E7D91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948970-5809-62B8-6645-C20F2B7A486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FFB777-691A-5390-4628-2F245C7D2DE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3D23F-AC52-FE61-963C-C9003126724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8C069B-8921-4776-B69C-D1BF5459CC7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5BC10C-B251-AAB3-82D1-5F8695D50CF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0B764E-A9B3-00D4-0FF4-AC6E331DE2B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7D8641-5145-0BD6-7004-F55AAABC742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5A8913-AF8A-27DB-B40F-715E34DBBC7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088893-FADD-0816-B798-28AA894F3CC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356B4A-12C3-6222-8527-6A175933906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BBC073-9047-0EAE-9ED1-CA08FC09921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B7DA5C-ABF1-5183-4230-3C8DA5335B8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D3308-80A2-AB66-C286-2BC13CCAAD6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43B8AF-7DF7-AAE5-81F7-53C7D59AC6A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07B8ED-17E0-BB90-E55A-9C4C910003D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A38E93-D546-28A9-F95B-D32B4046E44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3EFF06-9590-CD32-6165-EE9C2727503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6FEAF7-F62D-0391-5923-08415B9E2F0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9AA8BC-E7AB-F9C9-3389-0EFCB7110A3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537525-D6BB-69A6-390B-A46A61025E5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2C98C6-62A3-373E-1DA4-D3AE6E4ABEC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12071F-FD7E-4E04-07D1-ED37CFC7765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E98D27-5589-8A52-2D01-FA50133CBF7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BD97AC-A43C-9F2B-D580-32D887DB081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5999B4-626C-ABCC-8E09-8D14E0DC373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EB07A6-0BE0-3910-E055-7163B91CDF0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123DAA-3735-891F-90E6-07A7CE06D16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21EC51-82D8-8A80-B0DD-296693DA31A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F11954-7BC2-39C7-B99E-9E653AEB08F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715C31-CF72-8EAB-72E1-99779F6C3CE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FC4127-D1B5-C5D3-4827-C3BEB41838B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3C32A0-74D0-88F6-55FE-0395A0CAADD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A5FB7E-FCA4-BDA3-0309-BB0E8B50748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ECD76A-DEA6-B24D-F008-D7F075F6D4A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8EB8B5-AE02-C192-77C5-AE85A20E590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8D1BDE-500C-A8D4-B4C3-C5E07A9061F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7883E7-42A2-CB30-26C4-F9BD81643EA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15EFB7-F068-620B-6738-E2E5C421070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EDF9EB1-1EAE-3145-A5DE-1E089B7431B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84188E-0CAB-BEBE-F8E9-7BA6EDBE260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DA1E88-409D-08CD-2061-D9426500D67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CC6F11-A279-C1F0-CAE9-260C800B4C1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34ED78-8F33-E701-69C7-423835E09FE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BC3FD1-4991-BE37-451D-370B11BD510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1702D9-2DD5-F17E-5028-4625C21DF3B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E3C5B2-F36F-2FDF-D876-D8D7679A0E6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DF91E5-9ACF-B47D-9FD4-06C1010A342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AADBDB-4127-B279-17B9-5DEF19870B1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AE76D3-416F-4CFD-90A0-894C50DF42D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5BC9A3-709A-F654-C9E8-25A3F5511B9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557E47-64DE-370F-8700-F1CFF9B181B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F7B02FF-913C-D82B-A67C-2A3185B282C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3E96246-8DAB-7C5C-4BF5-E70C10D3988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EEE401-4C84-EEC0-AF79-DA60B1576C6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F5459C7-0F70-969E-6251-CDD8873F404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F63251D-2BED-910C-8B8E-82991007D6B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039EEBD-0AC0-BBD9-BAE4-0EACFDE3A0A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F478113-16EB-6CDA-2342-60F3A391787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D91043F-9F7C-8D6D-03B3-9856899CCFF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BB2380-6EEC-AE4F-BBE9-02D9BDB197F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86A291-B163-BC0F-F900-5C048287F03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7453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7E3F-F094-7E33-5D14-558D7CF5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BD4160-04C7-18A7-1524-6771B3C78D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3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521C743-E10D-56C4-582D-BC5D8515E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D79732-D4BB-2B9E-8EC0-A8018E393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EB4E91-7952-7155-4CD4-8538F6B53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D0E64C7-4FB4-C0D6-C15A-21F079516C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2F7FB0-5705-9C89-9B6F-DBD4A539078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45C4CB-3395-1CC9-837D-5A8CD4102FD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9F9D1C-700D-AC58-5812-A4FCC06E9B0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F1ACFB-1542-8E06-EF22-56C06692073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7CBF6E-0679-DFFE-1ABF-527A289DF5B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672C04-B798-7CB7-D6D0-0F6B65E3693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6F4758-B3BC-E252-FF80-3BB7F3B6315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398D4D-CEEF-1A1D-BD7B-B252419B005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CB863D-16A5-FB2A-8640-4A1CCDEF5B2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0B3FB7-61A5-3833-702E-34FB2249ABB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F08E10-024A-8BAE-5F48-12021C9AF59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AB6A0B-7590-033B-9C4B-7C3B63ACCC9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F63895-0575-A948-19CA-E656890D063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536ED7-8DC8-2A5A-0E93-607D3479961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9AD583-60CE-EC3D-60EE-636EAF64060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A4DE4A-F140-6610-38E9-1D4F205A2CF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25C8D9-787E-96B8-F4CA-626A35602F4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2661BF-9EAD-6E98-4B73-E72CCCA537A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C04AD7-AB85-645C-B8FC-E979B8D92DE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A2F37E-439B-24C9-A19C-711EC71CD5F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6F746C-0B5C-6FD7-84FB-3C46FFA4A3E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ED6C36-64D1-7989-9024-2BF42973ACE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9D082D-4B87-3440-3BD0-A2C19931EA4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A1AF1-9B6A-635B-78D5-2E91B9D5278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2FF3A-0EB4-DDBC-E076-F3CF9739FF3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C04C35-086C-997D-A768-82F171A2652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7B1542-C5B8-D180-F95C-E79F0D0716E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B6CFE9-E5CF-0D3F-01C8-882771EAC03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D835D8-01F2-AF25-569F-E5E31A1B845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09B0AD-BC58-E595-F7F2-47F6AB9B38D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B08A0F-B889-3FF0-535F-93FA3FC89F1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4D491C-3DDE-4897-D6EB-C72D5F5C163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2E790F-39F7-07DC-08A2-AE206BAB85A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BC2FD4-831B-22E7-62CE-4D3B7D29B59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C22D7A-F9DA-B2D7-BBE2-D19AF323A53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43208E-1D0D-3C40-4D5B-5362DB88082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270CEB-DD53-7D35-1917-EEE2D7D3E8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8706E2-9AAC-BAA0-C15F-F55A8161863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A4602CB-C4C5-429A-E7F1-0644ED15A02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4A62D8-6858-4B7D-F2E9-AD30CAE04E7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2B1678-769F-DEF5-BE3D-58D7C49A40D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0543CB-DDD0-0135-01AD-7DFF2E51ADB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3CE53E-2B20-FC35-0B4B-43537557940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C35B04-060D-79F6-2D44-44965CE0413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05152-3748-0186-0F41-89ED6C99B4F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F8355F-8597-35A4-FF1A-AC223132C04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85FCBA-E13A-2D7B-0033-43C14649940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10ADB6-8B67-B632-B81F-82D3F73ECE3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048BA1-5783-EBFE-8E6B-1856458D503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4DA26F-1B7B-A19C-7E61-3987D40E6AE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0927AB-E85C-239B-7824-FF5EEA501B0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D188E3-85A9-7644-A24C-27758B436C0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2E9B69-6196-C83D-0EA1-FA5DAAB201E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B195E7B-61A6-1F84-21E5-90EDB424266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CD8D7E-3682-1312-E097-1D000176319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31F4A0-636E-763E-66BC-A9C970FED82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5B4262-D633-A0BD-DF4D-BA9CBF916FF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4ABB29-5DB9-CF37-AE6B-ADD83894D61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3FC39A-DA4F-6694-2915-85F63217C47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0C87D2-0859-F10A-95F8-E747410CD1A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5D9FD3-69D7-6A35-A559-90B91B0E115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DD9E82-F912-C85F-4C63-3688A3C254B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BECA67-8B6E-8FE4-1722-97BE74F185E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B2B0372-6105-00E1-9D96-585BFC39053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141EFE-1989-D2EC-A451-4D927B6528F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93821F1-44DA-BE93-9564-D27448478BE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EAC98E7-951E-DA21-CC0C-CA7D86FC16A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0EA86C-1E25-7590-6ECC-932B109676C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09B498F-18B1-917D-6618-AB8B7DE33B4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D64F095-C947-C299-8BF5-C6D9A7046DB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4332751-6D0E-3419-47E6-7D720271BA9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9085F6F-5692-859E-51B8-E2C9323CA0B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5E9A5F-54C9-4C17-41CD-D8336A3637D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B6DEDA-6C6C-25C6-DD70-59B33716AE9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958E13A-644D-6124-63B6-422A86C9DAB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013813-25F7-A607-2D08-E71B63A3606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64131F1-9B54-377D-D994-162CED45E34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09499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C0DD-EA04-D391-CC32-14424EA46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80A67D-3C88-6340-29D7-7F63B1998F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D0FB96-A9C6-BCA3-38AF-4BE3889CD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5AC0D8-8FBA-4972-DCAD-7075B4D74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441CC5-C19F-F9D4-7DDD-B8D89B413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F08D14F-6BF6-C3B0-D8D3-920D008611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BEB26C-31A9-10F6-188B-C8943CDD0B4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A42B7B-CB10-5104-A1A3-D5A82E21744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DF4F85-C200-EA57-A23F-35ECABC2418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431195-1229-8497-C90A-A737ED13010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219659-0FCA-2F54-97C7-63405E30916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B359C6-16C9-6D9B-E732-7E808A596BB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9A1BDD-5F0E-02B2-E656-A1187D12D6A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476A6E-2BDA-F838-2639-24E49FB9450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587B16-41A1-193E-9559-046D0A0633C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E12461-2EE7-5C00-7AA2-003CED4C47D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D03E64-D8C1-FA4E-2086-D4FE751D8FB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D96F31-D171-81C8-6463-88A64F9CB83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2CC4EC-0229-42DD-4BF7-195F146C4AF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FF10E5-3B16-5B94-AEA5-45EC131EEE4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39F79E-F119-1197-AE50-EA8942C6328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A624F0-9443-AA2A-052E-4FFAE490553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5A84B8-5138-EE60-CA1F-EC2480E0680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438787-1940-B6DD-6100-88EF9550E65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68D1B1-4A4D-03F4-707D-84AB5BB249D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591AAC-6951-0D08-FF6A-D86CF268F96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348670-14C9-B58E-A0EE-DF5ADE5C8F6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78774D-2840-D91B-FFC1-C7BFDF7443D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E6532B-A892-15F0-5973-AA7ED9213E8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3B23F-A8BE-1ECF-33B0-07B3BC57EB1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DF0E65-7A3E-9B66-EE0F-6EE1AC9351D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589C93-684A-CBBB-68B7-9F53352A09C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7374A4-BC94-30BE-F149-4FB9CDCB286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663A0C-2F5E-B876-B1FE-AABDC820FA3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71C3A5-9023-6C28-17BD-D12A958E7CF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CF10C1-98A4-9D7B-60A3-F71314BCAA9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D237F0-B3F8-9C1F-A62A-0B8064DDC35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5D528A-7CC7-B18F-AFA0-6AD1FF154CB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26FA34-3A55-BAE2-7F68-9958723EE63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BF5B5C-033D-C62A-5A3F-5BDE9F9C9E1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976812-02C0-2E02-80BE-8B594CF5081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6787A9-8706-D939-8034-5260D9E3A40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D0A625-ADB9-4571-937D-7DAA542B85B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17D7DD-C6CF-1481-B414-F8F07F9F5A2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C12511-E0CE-0E29-BBE3-ECDC0239766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A6B02B-F2FE-2C36-1C72-D257A856F60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D35251-21A1-293F-9D4B-641757B9173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212A84-2278-176E-1B71-64FC812A18E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6C64D6-161C-BCA2-DC01-835AB79E032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42A188-1720-11C5-ADBD-D82EE83A84A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AE22A7-FBEE-19C0-7D37-87F7C0F414D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49C4AC-9C8F-643D-313D-A2647669372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98419A-81E2-BE64-9299-9FC2CE92E9F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C086FF-527D-7800-909B-3B95BAB0F94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4586A7-8C85-A286-FC79-42878307CED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29FBB8-E3CD-AFC9-6BEB-BA214869E05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A32F6E-BAF1-B69F-FB18-5C8F5E41E19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EB2008-200F-838C-680A-49BA865355A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CDBF5C-CDA6-49D6-98A9-7BAA3F8D816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269FC8-AD5A-EEEE-6A65-B4D4269C3A4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22E2F6-AC06-456A-DB0D-46F4C33BB5A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CA711C-1791-8636-7B91-FEA1BF88CFC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9B7843-AF6C-C818-6EF5-6916E5AA3C0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198D6-D3AE-4697-7872-4673DDA26A0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4CCB6F-5B10-A926-B7A6-C7B9AA69E15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4D4C34-D304-6DB3-C180-7FB787019FA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C05A5E-F633-048B-C515-BDA87FC1E01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D8D365-6A89-6D01-BD4C-930493BA846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4E4DB7-DABA-1C4D-FB21-520E56DC937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C11BF77-243B-C02A-02F8-41E346FCC82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B0C42B-A455-DEF6-4D47-0878C28843B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B573B2F-3D60-7CBF-9F11-AF5FD2BE268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4148F0C-4B40-65E7-5FFA-04469AAB34B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A30864B-8C72-423F-43D6-4936D36660D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E787749-D1D7-A4E0-8740-F59360D458E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04C92B6-1984-7BD2-EBBB-977F0D316C7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964F62E-B9AA-4DDE-6A4C-7F34CCCCC38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7E0FD80-C887-C97B-8870-B244ED46812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FB4F34-61EE-5CAF-8EE1-07891241F48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CAD334-37AE-2826-A4B9-78860AD8D59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ABCB73F-7E95-3530-7973-31791F5F81A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17A2B0B-C09D-B99D-14BA-5DBF9609C6F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301A7AA-93A1-9111-981B-8DA94939907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66393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518D8-E9C9-29F9-C510-2123B0E00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43101B-FAF9-BD4A-C6E1-8D903CD7DF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967EEC-03D7-B255-505A-978D56311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145FD2-5157-4497-14BD-EAC122200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8E92AA5-2F56-E95C-5225-D800B97789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9A078E-A154-DC80-0125-AAA3C7F433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073220-7654-E3CE-DC3D-292C4F199A8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F047F0-B1D2-644E-EBDC-5B4B6511E7F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571A10-A7AF-95C3-EB0D-8ED731D0099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50775B-4450-9879-85CC-9FE92D2D328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9DE640-F3E2-4259-88BB-6692F15E803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204812-40E1-8B2B-2D5F-986439859B8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BB1152-0BE7-7052-7FF5-C090F8DC3FD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87C645-247B-9990-B72C-22840B36BE1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29084A-5BCF-0954-B104-BDECE4AB098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ECE387-1F2B-F1F5-474C-7791412680C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417E8F-9F81-9F98-6AD9-3CAA73B9C3D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1EC6E9-CEB2-0191-6DD8-FAE99588750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A4120C-3971-4DAB-6F1F-5C3AB027918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E95192-96F1-E042-FF48-6F14E079026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5A2F64-4D2C-495A-257D-BE2C346D292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ABFC60-65B5-1E4C-C188-063696CE93B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C00FCD-EC4D-534B-D6E2-69C8B1F10AB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CCFCA6-835A-571E-52AE-97497E7D495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4B4446-DD6A-29FF-85D7-E488E50C789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44670D-4C78-8FE4-442B-C7589F2490D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639164-0B92-20DA-61CB-8F39EBBD991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1836B3-CDBE-E510-A3ED-8AF8DE7A818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C00EE-9302-FD03-C85D-4A43B7956D8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5ADF0-674F-150D-11F6-DA53189B9EF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922246-30BF-0F85-A59F-C5D49147501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6F67C4-A07A-2A2C-32FA-39E2E1DF07B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7E47F4-113A-911B-E5C5-6DA4F80361C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F8AF68-EB5E-84DA-A88D-01BB042EE7B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EEAD96-E062-CEA6-57CE-C87D98EEBA4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73186A-9635-DEDC-88DE-ACF2612F485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90ABB9-3EAF-8C7D-3BCE-C06AB82E255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C36B87-FE81-1C2E-1AFC-8D443490B97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B727EC-C09C-63A7-209B-3561503DC1C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D6403B-844C-00C1-FDF1-AA4EE33ECF1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9F2D12-88DC-D94F-5FCB-C12FBD3FAA2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699F0C-3743-E36E-0C27-EB0631C3C98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03A575-80DC-9055-CA57-0FD963062C5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3A25A9-7EC8-B5B0-9D77-AF79ED07B22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453A35-2532-C6FC-6AC7-4CE5AB1E6B7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A53244-3CEB-832C-959E-B77814A0F2C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809DB8-DA13-A992-D0C5-B6D06975589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A0F58A-28D4-5942-0F5B-C417802612A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662502-AE09-371A-0C0E-17AB3A377B0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1764C9-C1BA-9A8F-7579-A93D05F41B9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C31DBF-4563-A9C3-1326-B0748A5E042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98F186-0AC1-BFF3-E5B4-EA475544B11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CC38D8-4A4E-ABAC-1EBB-F47EA9D07E8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51C461-15F2-C6AB-D355-6BEC7D0C1EF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A402AB9-E5A7-658E-79F8-307E1B86AE0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B633AE-82B6-5C89-9ABA-D2F11285D7C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61E2722-4FB4-0A98-DB8F-F107BCC4810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4DEE492-DD49-C87C-44A0-E3674F0273C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8FEF372-FDD8-01F4-06A8-14189FD6180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E741C6-F5A7-CE98-85C5-2BE913A0CCF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D23CD7-9DF7-C348-93FD-B80F6039555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BC835B-C28E-A154-444E-8E9B185223C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CCFB339-2892-CBF8-83E4-19B48F389DD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044B36-D8BF-B0D6-7286-DAC6C812CDC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49793D-4F63-2DD4-BD50-2D6AF05A62E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E6BE29-64C0-5EFF-4DFD-9F3EA9D5D93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9DD5B63-F7CB-0878-677F-9F996DF121B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44FF9E-9E2D-D26E-7A1F-68B8B14176E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88FD1D-5DBB-0EE3-1196-E1D7F23E783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6E85417-33C0-0D88-A5F4-76CB54393CE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5B7C9F-07C8-521E-0736-79EBBD6A884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DF85FD-C75B-D462-9432-D1BCCF2227E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6F3D181-FB07-0A56-0495-3484FCC4220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F33FB0D-56AE-56D6-17B6-5753B4D40BB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A3F323E-503A-1A8A-B156-D3C667F7DC8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782A602-D55B-712E-A1D5-83C81EFC790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F22B4ED-BC3A-06F1-D010-A82163C8FCC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DBFDCC8-51D3-9CC8-662C-BA76A646B39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D055A1-DB5B-6D28-8C1C-AE2421C9D57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0DAA890-90A6-929E-6844-FE259604174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B182B1A-2BAF-8D60-0DA9-D6A551BF1D0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0E8B807-E0D3-9757-8289-CD251D87AF7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CF73F59-56BD-C595-468C-942DDAF3E3C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62773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C8DC6-4AAA-55A9-67AE-C0FCA164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7EE7DE-5780-4826-68F6-D7CA5415D8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last thermometer starts with 2 and can get no higher than 5. So, the next cell could be 3 or 4, but 4 is a conflict.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73BE90-1159-36D1-00E9-C9CF04338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FF97B1-BCC2-99A0-1DAA-10AD4BC88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5AFF9AC-35AC-3BDB-4910-4405CB885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A943AD-FF85-579A-0841-0CAEBE226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5FA14D-4CE0-2637-A15E-9D47C97C812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3725F1-171F-B7B0-89B7-CD6B43854BF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845CCE-FCDE-49B9-101B-B93B06C5D42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562413-2E14-B33C-B70C-88CA54CF10E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93C33-8A95-45AF-916E-8EE17DB7CFE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7433E2-0186-DA5D-4799-A107BEDFE21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9A24B9-02F1-CDB3-364D-A42034E2DBE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8E232D-4390-3736-E5FB-0E879F0BE2E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D63A1C-CA25-E0E2-17B8-0190F4C5946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946E5E-6486-DB72-B823-3A1B1863FD6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DD109E-470A-F3B4-219E-A16E6679AC5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605009-CCA7-460E-0571-5C87E0BB110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C48501-FBC4-9D67-AA87-5B12DF77E36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D5EB03-74D2-63C7-AE89-E78B76D2348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BED33-A48D-440C-39FB-0997E30DC6C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19998A-76B4-4892-32E0-5B27358044F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491A30-8668-B4F4-6126-B19754F8774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7ECC0F-1AD0-932D-BD36-01EA7E2D237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ACBCB7-DFC3-B76E-1B14-B9A5F187267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131C03-CFCA-78D7-0AC1-4BE532076A9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1306F-38E0-9A7B-4430-258374AC9EA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4546EA-8498-F038-D778-F626A48D41D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24768D-FB6F-37EE-3D14-6746E139B80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20C2B-32D8-BBAC-B35A-C20779F9125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1946C-35AE-1181-DA92-F4418C384EA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AF2103-7623-2616-2F85-0E2347802FD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C0527F-28A8-A768-42F7-1ED56FFD711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F3DBEE-D3EB-61B4-6F34-F2D5B77609E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FC19F1-2BB8-FAA1-83A2-54C0B00D340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96152E-AABB-53E6-0C2B-0194DB5766D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B6BA4C-9C29-E115-1808-8CD2622EA41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CB246B-A7B5-1D19-477D-4F5D89EED89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8F23A3-D9D7-D8FA-6301-A7140C2B936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5AE352-EFFA-E0DD-6735-246955F10B5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AF49EC-32CB-BD8C-438C-38B8C7271A2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D1F331-D211-1D70-C9AC-FC7CDE51651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A90843-7A52-FA5C-5958-B0130DB7F25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F70598-B361-25DF-9E87-D5669D9D4F4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98082A-D0A5-D9EC-4FD1-10D80AF23F6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EFABF8-1C8D-242D-8AC9-72A1371458B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4FAC1D-76F1-A761-743B-3CF7D495F60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D3FFE8-2E5B-7671-C869-274A3B650FF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476AA3-4213-E901-226D-3FF2B73B1A5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B9DD49-6367-5CB7-02B5-274D48724ED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86690-FC7B-7F25-CCDB-E3996854E40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D018E4-6343-F48C-1538-5BE04396BEA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478956-900E-F366-2216-1559BC66401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D95F06-A1E8-5102-A7D8-65FE4C94AAA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BAB0C8-51D0-C4F7-E533-F3358756009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259C702-C600-FF8D-E177-D3728578549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7C2DB8C-E321-024D-DDDC-CDF37A32210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B6C8FB-CF86-540F-C9C5-8EABA6E5F81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6B15C8-5AE3-F1AC-34FD-5B707965839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D2665E-0530-C54F-EB54-D88FF2505ED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268442-1904-3904-D548-9CFC308199E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C632FF-BDFF-F2D4-4A47-155169F63B0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CC6C48-904E-F0B5-D72F-EA8425E6DD0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52DD9E-891F-26D2-2376-A95C070C228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A23792-3A14-7107-6DAB-A86EED47146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1FC630-7BC3-1EAE-9F1C-DEE2D26AAA7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DCC8F1-6F5E-B435-AF6D-0048437B1C3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1BF0FC-B07C-25A3-51E2-942ADBEE8FA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E57493-ABEF-ED10-D11E-0353D68B943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4D8E5FE-6768-F2BF-B5C8-F8C6E070E73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C3CF1F-4401-60D3-30A7-5A806FC34CF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128799-3AD8-46B9-B3B9-8E7196B4005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3B39CBC-8540-01A7-B118-4194AC226C7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DFE3D14-2DD9-0A70-0A1C-75890C9CB82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03D791A-0649-CABD-9D1E-3C2B7D68DBB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60BE866-5778-F64C-2980-2116EA3E3C9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CAF46F6-5B98-2A6C-41A6-B421DFF5632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A72924-4A08-6B39-BF62-AD5C3245992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05E0805-9173-62C8-343C-E997E8049A2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6C22A9-C40A-9BA5-DFC4-2A94E9F1981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2C4DA15-240D-ADAC-DF37-6A51BE71CDE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28B25E4-E50F-07DF-821F-83B7D6DF6B1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9DCEDA5-0578-1FB1-6F49-A29B8F1E006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91B690C-998F-21F2-E350-D8A3B69B789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581838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35812-B335-9CB9-9E10-04E7C6E45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F1EBD3-7C15-9BF2-6F5D-049BE7A972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9DB309-092A-80B2-282A-940ABB08C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2F930F-A71C-97C6-362A-E5DD6D658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F6419B-605F-A720-9186-3E871B6AC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47F9BD-3CAB-9D88-6660-9C708DAA97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29A0FE-E85B-D3BB-3B35-3FEDFF60E6D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79F62C-DB92-0C5A-EBAA-2BB7F4FEC32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F9E57-9D78-67B6-37D7-17D86817ECA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31F0A-1441-F6B3-B432-AF78C496E5C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FA4792-833B-5809-4D91-C27B382CCE5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8DF3A9-83A7-B009-BBA1-486C4B1001B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39F5CD-D1F6-E079-02C9-076ABDD8AB7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F8085E-D18E-9948-CF0B-CBAEC641080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C25374-618C-F048-F949-48048CEACDC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36AF7E-5FA0-2078-70C7-5184F772257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33D03D-CE86-0143-58B7-5193A4C61B7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F2BCA4-4652-6AF4-6D65-A3A7AE51BC9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E102EF-3E11-4303-E49C-B557D7EAB6B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161E7D-80ED-318F-97DD-AEF619CCCE4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DA3F3F-2F99-799E-B1EA-0D0F9E8A35B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C699EF-C5F2-8C0A-9F49-6A9B09F51A1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C972E6-775A-F861-4352-836FB58F546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63D8A8-42AF-224C-CEE3-9916DDD91A8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55CE2F-DED0-8763-E2BD-D87D4D41C89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ED3C7F-81BC-AA6B-B95B-F93BCDB32CD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276DAC-25ED-48C8-4A1B-912752A06AF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10C4E8-F2FF-3A33-FAEA-4103B6A9555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2D1915-E1A8-0674-FCC9-A6E9CFE063A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E1A9A7-D905-093A-0DEF-EDD742F63C8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138C0F-DE61-0947-8CCB-2024EE80DC6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7102F0-5FCD-EE2C-C702-148D548325A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109D98-EAE7-29E9-499D-D6F68000539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3666CC-002A-14D0-C76D-80A95A1F0B3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B1F819-5428-A3EF-1EBC-2B8B92E226B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993A-D3F6-02B2-7AEF-C21C252F43D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124E0D-6830-BA61-26F3-585539C0ACF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0C6189-2B3E-D4DE-C92C-265009DD944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462C31-9980-F020-CDF0-6A4553E160E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224FE1-26FB-6D7D-EC43-2623816CDDD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94EC29-1667-53BB-7368-C2070DBAF16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9C0EBC-FF09-36B2-E506-F62D1F6A2F6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E1B199-7B11-FE80-C6C7-06FB2C356A7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3DCCC2-0160-BB12-489A-B345888AD4A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AC2F49-4DD4-A508-A969-A68EA7D31E5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349117-FD77-559B-C2E4-379507BC994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B02B4D-E4BB-24D2-EB6E-0D075BD5368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33F38A-4761-AE6E-3D6A-B2741492C98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B5C727-CDE1-6333-E213-1AF4A63BE47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F7AF919-C809-A0A0-E927-AF4C10F2EBD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E5707-FA57-ECC4-EC5D-70634079D1E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2DF5BF-2071-9865-3C34-7A24E08C7AD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E57FC0-161A-05E9-865A-6369EBAEB24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44AF70-A498-C271-698F-2DCF9CA1C32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C8D7BC-8DF7-283C-F247-AA3BD21D474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1E06B00-4997-305A-D0C1-FBB241B0F86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CA3256-9011-CFD8-A66F-F7B1FBE40DD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9D06A95-757A-4867-01E9-21B974AB70D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E04CF6-6020-B21C-23FE-EE88F424BE3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8BA192-950C-9DE1-0F96-2B75AFBFED0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633AC8D-577F-A823-82A6-637D8FB0C23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68F95A-4CC9-F851-871E-D665C06CAF6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57EE6C-A6DA-A2B9-0809-DE5997D71EB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C027AA-868A-2C0D-3EA2-DAF07631616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5A5D56-D2DE-47FF-319B-C332605F16C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C4A67C-5870-D908-4EFF-A56AF26ACF9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2690B7-7D82-A865-4CDE-D843CBD0C8B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2051369-E393-EEE7-E7F2-CAB9C7D3456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E7F698-6B26-BD39-4CBA-E5615A52092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C1875E-FAB8-08A2-453F-CDC92613769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292060E-7F58-56CC-C4B0-9786D7D3BC8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DA0A7A-96A3-A031-2015-CFA4973177B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E4953C-2715-17FC-427A-8DD2C0F91CC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0CFC27-9058-C67C-255C-D557B695D37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073AE4-DF16-1883-7CF4-68D07980ABA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6D3044E-0BA1-AC4C-83EB-910541CBD5C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CA51A2-F606-B402-BA1D-DEC77705B7F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CBA1B42-685B-BBE7-DE45-DA0083BEA11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9DBA6E-E624-ED92-7FBD-8F7EDD31880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1335631-201B-F930-9F47-506448A5279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642D30-3F77-69AD-C759-9AD7EBF4E64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C11B953-37C7-A886-F73D-A1A8325E5C6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ACE3522-9FE5-E8D5-593D-CFC4A086BDA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E934F39-D5D7-A5D0-729E-9C26150F94B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990728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491EB-A971-7AAE-E132-339374E5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F909B0-4B1F-7190-3EA0-4EC09A7FB1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5960305-1BF1-5FF1-817E-7E48049F1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57421E0-8B9C-AF24-7560-C8A2BF0BE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E913B7-32D6-3987-D1BB-7A4E67DFF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44DCB4-4A4B-D25E-17AF-1BC6698EA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94315D-065D-7FB1-6D20-05612A461A0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7D9E84-52B6-CB4B-A4A5-621F38ED83D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30723D-7A28-EA54-70D0-1A74B1600A0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1FCA7C-CEF3-9449-B1C0-0EE5B2F41EB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8F1770-4186-B9CC-5DE2-C9CEF43D6E8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0D5F97-8F27-7808-6816-712E7971B5B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B15CD7-B7FE-7206-EADE-AF869C66B0D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799826-C3B3-B446-CADD-E44766D5FC4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AD553A-E83B-ED98-256C-6F95166A877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8BA9FA-8586-C5E3-9939-99E3D693180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0B9573-F844-35DF-CEFD-2826D250FC0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0D4FF1-6F68-F075-B417-622C9F8CECE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F8E12D-BD89-9F61-038B-E788FE71809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F3D648-7026-2202-F70D-9F263DF1221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6FAC31-71D9-0DB2-F10C-532831A63C6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B2FFE4-E1C8-8385-1F18-4F50C9340EA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7CCDEA-E431-324B-8AFD-F013A088B40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22A320-51AD-DE0A-363D-4B493D7EDF8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C05C51-4B90-CB76-6B1C-AB69D5504FF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C66365-D95F-7413-DA29-262F31F324B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3F6AC3-A0DB-BCD6-6C18-1FCEC15B80B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01F8C1-95E3-4BE4-29E7-CAD874F3E34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691E45-D4C1-023C-4E2C-CE48D251A97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7DF66E-D934-2E7C-2F63-565DF3D6134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56E72-1EAD-4915-7EC3-1AF1B000C89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7B61BD-22AB-9573-0333-02B28A7BF80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B0C14A-177D-0E58-3835-6D06892D538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EE8391-68E3-AF8F-9086-3DB592928D3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A51CD9-2246-8873-02EB-BD42A266649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F1CE24-694B-56DC-14ED-A07AFCEA7F7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F37584-243F-0CF9-FDCE-EA3113F9F73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4D85D2-B9A2-8CD4-C5B2-8D7CF4596C1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5FF69C-4891-0039-4F2A-D581EB295C4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1CA26A-F47D-6369-973C-D23A50D0197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6112F7-4C63-0F8B-0655-805AE154B0D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3A00A8-3FFE-76CF-74F8-20F78213D96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EE9D3F-1A18-E9D7-71D4-1ED2475BB8B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08994A-E238-E496-AD08-C4FE64F3CC2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5E7760-D502-9141-C123-446CACC3188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FCA6E5-F1E3-E4CB-985A-DB4D95FD09A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02A6B-F020-C9D1-0776-34006AF5743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4959BA-BBAD-34AA-1613-78254BACB0A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43E630-9744-2A16-E760-DF44160C579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2A3020-31F2-DE4C-158F-B38611AE08A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EE930-8610-25DE-2A4D-EC1CDE85B5A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69A3D-8DBB-E949-F6E8-A57F7604D60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94365B-A806-9C83-8770-AD6EFF114E7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5DBED7-2150-B2ED-F68B-94AF66821EE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56E87D3-AFAC-2004-8C6F-333E6B358A0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611710-2004-4FE4-A932-750DBA8DEDA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577C60-5B63-1508-24C4-7914D3AECE9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4E7938-DA3D-672C-E9DC-24C60FD9E03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BC12B7-2E46-329F-F76C-C61946CDA39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AD21C92-ACBE-E90C-F292-2370F321F07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E2128DD-491F-E38A-B45E-188005816D9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EEA221-03CA-A217-C16D-41C9411A431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9BA76A-23B1-E197-E6D7-B4512DDBEAA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170BA9-C4E2-C744-4031-452BD0C667D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47842D-7CD8-0C19-83C5-24963A61EDA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F0CFE1-EBDE-AFE1-7120-0A703FCE495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78B39E-4B9B-2342-90E8-BCEE3B27B12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ACA4C4-2B2A-593E-679F-E1C20EE2CAF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C44AB22-60B4-8D46-589A-A4F21FEFB9D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62392B-F41C-52A7-93EC-B326004211B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03BAAA8-0EAC-3C40-140D-F43342FF2B9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7D9545C-7931-39D1-9387-F055CAEE61E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9B36351-B577-BD9F-9E2B-83F2776169E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5C3110A-5A7A-EF46-50F8-0CAC2386E83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A8E8D48-9715-1E0B-CC34-B09F2E61DF1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B83153F-CEA1-108E-0B52-2C52BFC1987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62CE8DD-3BA9-89EA-F2A5-436929A7C1E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423A587-BDAC-93E6-441D-B384D342552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FE35E33-F220-20DC-67E4-7EA80B346F6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547497F-9BF3-B922-CE5A-4335037F80B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DC61224-8053-7321-77EC-ABA3FD4621D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D4B50E9-B90E-7F54-1D9C-3E193EF5750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97DC98-7179-3B5D-DE0F-9B67F7143C4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CFADDF-D0F4-882B-0E0B-FB226D5C4AB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038889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5C2F-C7E1-6C5A-DD7E-31BF8BED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1747E7-45B9-67E0-AE96-880CB09298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492871-EE10-2948-A640-596A68ED9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16B4FE-A16D-8ED8-1AEC-5FA556C47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C2473D-90BF-4D1A-CEE7-4EA7DB064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66B24A-E956-76C4-001A-9AEC21A91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70B91B-257B-04A7-96DC-802CA0B3C7C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6D8727-F9A8-16C3-9331-72634AAD59A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0DA540-464F-534D-5850-8793EE3139A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8434C6-1C69-F078-88A5-92814E7475F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F007FA-41E4-E577-6585-EED67A4AD45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260F0-9D12-FF2B-1A32-1425FF39C4C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04B026-1B3E-623F-7C38-EB7C72A3D10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3F9297-71D6-6D36-3E97-A406A5BDD8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93B979-4083-79EA-2762-A867301FB60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2AAC28-5F4B-7C55-7889-5AC8390268B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784AD1-57D3-441D-273E-6A2C3C0D829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AB0F52-0D28-A824-0B1F-5F025F3FC3A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0488A0-BF1C-B992-88F9-836A46E8FA7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53D191-0B2A-0DBE-18E7-E7B7FF724A6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EBCFB6-939E-42A5-77AC-7D25F9DEA16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BD934A-5771-9179-961D-CFF4B89EC1C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C68871-47A5-85D7-7601-B1101BCD37C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687796-7D9F-56CE-47AA-CB330603944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DFE714-B881-06CB-F34B-1D8A77B63ED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5100D7-458C-32A5-204C-22AA79FFB14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3FFAD8-9FE1-BD4B-6827-F9EA8ACFFAB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F8223B-4156-32A4-316A-423FCE79FBB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052442-7129-CA0F-9B9B-CB1C30E6CCF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48DB3-1373-DA18-0365-2CEC9830278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AC7F9-C0FA-2C32-42EA-0B8B815C9DC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C2523A-C845-8C4F-10F1-3E102B61B9C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1E20DE-18F8-D9A7-3CEC-4ED2F3D6171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1D7FF6-BC58-0608-2D92-96C31673B5E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D58C33-24E4-1E43-D7E3-308D265F160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07BD05-1DBA-8F15-B00B-2BFDAE8D2B7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427CD8-2010-6630-34A5-903E43C7011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6EF835-FDAF-A746-CF74-6BAD1CA388A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47470B-CDDD-CD69-EAF9-8CE4D8AC04D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78A868-5F98-062D-7157-622AFA6CB98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87CFE8-D336-5194-6CB5-F42EB77D04D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D34834-1256-F019-E0D1-8C1FD4A3A4F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0B2268-3902-E3E6-EC60-5463CFCA7F2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4B92AA-852F-C79E-D4C0-AD59CC43362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DC171F-D717-F20E-3326-17D5A118039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72FDE0-CCEE-445A-D448-C8D6B133F7B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3883D-0148-8A3E-0669-5F894CEC8FC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AABE26-D700-AAE9-3977-EA4446ADF32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8EBBDD-CA80-FFFA-D65F-5A58B11B864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B85C8B-17FE-6D79-ED1B-46494A82151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EB84CA-65CE-8709-D4F5-887779612C7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35408-A32B-F000-BBEC-5D7A03649EB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511FA8-DE3C-42ED-E9B4-529B1204363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103C53-1692-B650-D2FE-453FA0118F9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43EAF6-48E3-51C5-8B15-70A84249DD4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C9EAF9-FD57-BB44-811E-EE18958C39C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08D634-A685-3C90-5474-4B7FF555F38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E9A6F6-2BAF-F2AF-3BFF-C3E8F5FC93A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84D020-552A-C260-6CC3-47F73E4C327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4D941B-4450-20F4-8009-1AA5086E07C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F148FA3-7DE5-4028-180C-8A35E38A032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ED21CF-A80F-4E90-9E8A-707B27BE24B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24A795-476A-A8BE-F3FB-303DC3721E9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DCC6ED-23B8-85BA-8576-42B0FAB0872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37E052-0304-B8DB-FF62-B28CA6AEDBA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2B278B-24D8-233C-A5E1-7FF05016315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3F810D-7549-C1E7-9DB2-79EE709833E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CEEC2C-A84A-A62E-8730-88D06F9E62B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ECD7418-CDA9-03F6-E0EC-4E0F2304FF7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9F1ACE-9876-A494-2FDD-0125D84104D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8DE393-3876-CAAE-3F78-F85FB32CB21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B4C4675-E589-09DD-A958-F78E4EC6900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D6DBBCE-AA30-8B39-07E8-9D22898A11F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57A6B9A-1E50-F320-2D6A-AAF0D762416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56CB6E4-A125-58AA-3D10-5857A9672CB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6C20B15-CF49-AEE8-3AA2-4E6B706B83F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6E3600D-2DD9-9BB4-7892-1D7ADEF5E0D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F329D02-1AC3-95A4-DDA6-FF3B19975A5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5BEBF9-3D4D-20DF-6E4A-027739036EA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2F12AE1-C2E5-BE61-734D-C215778B213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5A8F7CA-F701-A446-3A8C-D20425B7631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0ABD0EB-57F4-EAB4-A22C-61D9419197B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B966DB2-7DDC-5687-266C-0A85726CD3E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79424DE-8EB6-D752-6D3A-E1BB52E06F9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6868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8AF4A-CD42-CC0C-BC0D-096B9143D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091F02-4E6C-2D7C-3D6C-63FB5A7316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3, we see that the 45 cell must be 5, so the second alternative in the purple cells win.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6A24E8-D1DB-8B3F-DC38-EA08460E6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4B251D-F822-E50A-E975-F350E9B66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F7F95F-14E3-3E18-EB9B-1E7194431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698DDF-2BE3-BBBB-0AA2-FAD6198C84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0D881B-1C17-A9A3-D177-27A36D94752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AECC5-1497-BD16-1606-F5F73803ABC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B7111A-23A6-224B-C962-73A7646E265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1F242D-B728-4389-4D7B-93A49CF67EA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7AE395-82EE-2EF2-C4DA-76CAF6F9AED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87870F-7EE7-EF34-6EFA-B68B23C3C35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8D8A39-82AD-FB5A-9E57-AA37A8A46BC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6AEF87-A904-4E41-A187-83F35233A9E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EC3657-6796-117B-B16F-92F7CE03FA8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7CF5E5-5029-1F3C-B9E3-10DF8473086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A17F96-1709-7ABA-217B-2813FD4A429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4D11DE-3768-91D9-3A25-22EB014F84D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921679-D1E8-469F-24D3-2B5D992F2B9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3D7052-9665-99C2-450C-2FE9D305E3E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5BD930-A908-3ADE-A4C7-18AA97FB0C7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631A1E-FBAA-9C4B-3F34-D86C69AB13F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14419C-A8B7-3916-E14B-764C7ACADDC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65A7CC-F794-17FB-8AD6-E1DDD30B282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5866AE-B33F-ACF5-F41D-D4D35D480DD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36C06D-4CAF-C3BA-735C-CAE9EDFAF8F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D97AC5-5E21-44D6-25B2-DD04657FF32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48D9A8-AF9A-EEEF-AB00-645229FAD03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C6736B-E277-F752-3284-BD4DF42D6DA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6BDD70-508F-8D54-022F-7F57346EEDE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CE9669-3BC9-8548-A49E-220BBC9B854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31FF03-9FC0-7453-42D3-8ED51D0BF0E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FFDE5A-4C17-E473-A2FD-D4D504FCB2A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CB045D-0142-627A-CD8B-3631B372D2C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2EF11B-73DE-CD3A-524E-DA8844DA603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AB0C65-BDD6-15BF-784B-84BF2C008AC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72132B-B428-2807-7E82-6BD6B5567F0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763C34-8B00-9E1E-E90D-BA54D746434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173448-A248-D9C9-711B-FA4BA97F1F1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94269D-76D8-317A-9973-E370CDD10C0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7110C8-A5E6-ACE2-B9F0-4D448123BE9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FA6645-09DF-1FAD-22FC-7B32886BFEE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89C13A-9889-2877-47D1-A7966494911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FE0625-6A24-A468-38E7-6C46447B9F4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6FF103-1692-0845-228D-514D7F5223D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6AA773-CFCF-C595-0A34-3E3E837C57F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9469E-4BA9-83ED-9C09-6E69A5CDE39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9FE995-F060-AA68-DBDF-46171DDA63B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8C8BE0-3BAB-7AB9-94A5-D4EB2341BF3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F7834E-01BD-968D-4164-D81B5C7DD68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4D860B-B2A4-05CD-B5E1-B09991F54D1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D3CC0F-BD13-FA5E-BC9F-B4662AE47F1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DB8332-A9B3-B298-5A12-ECA260BDDE3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C48F1B-A75E-BD97-4E9C-D342818EB2E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A6FE84-A282-1420-70F7-83FD3E69223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85D621-0855-8241-46DF-8D9AF21C90C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99AB93-9774-0C8B-21A3-CE32691A37D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399DF6-7757-F89B-CC6D-E8201C961B7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EF4911-8C2F-3FE0-5F44-85C9D953BED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CE5D6F-C4C6-EF1A-E42F-ABB3845F8DC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C2BC959-0F90-F808-9197-EFD359B78DE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5EB32F-0BA8-0DB3-E1CE-BDBFD8388B4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11B14D-8531-4412-FD79-B4E6A65CF7A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D1D572-662B-97A8-43A5-382AE9C8713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3A56DA-A480-3E6F-3A16-0F62DD67EC0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F54589-D5E2-980D-3C51-08741CFD78E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9C5802B-1AA4-6717-D256-90F082048FC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ECD4E94-7677-0EBF-615A-073B7ADF6BA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F827346-E4C1-74F4-5AF9-001F444A45C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311557-C11D-57EC-FE35-07332F64B59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3FEF659-0D30-A69C-FDF9-B597797C003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C067194-15E8-0CAB-BFEF-F15A062C731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F92C555-1E4F-6947-A2CA-CCF9BB43745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108B5C2-AB51-A130-A0E6-F1B5D1BF523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E12431-99EC-9A1E-B228-7AFACAA7815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3ACB0D-8668-4297-5C67-42D846F3B82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E0E80A-9C69-AEA5-D5FC-0F2D40ADAC7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671EED4-5443-0D78-6E0F-BDE8805F414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BD4334-78F4-624D-E0AE-761C088070E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567D9E9-293F-804C-1E95-C5B1757B9EB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5D8BBDA-D681-B0B3-23F4-0BFB7E9ABD7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73BD9C0-82A9-0F41-3E4C-B1B131A66A3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95F74A-EB4B-6166-AA4E-3FF21D44D5D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CF90300-22A4-C3EA-962D-3A02608A93E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856019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1BB85-8D26-F610-0E4A-1EE6E699C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D2A7B8-F63F-7FAF-A962-AE870597D8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EF09EB-36CF-5029-B837-BFF2335EE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6C9C9D-529F-073B-1141-3F82A65F2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9376D6E-EB3C-1883-1885-8083471E2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ED4C54-A80D-947C-80C4-CFF014C8D8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0143A9-A376-A9E9-679F-FC94AE02012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C02EB9-1D06-8CC9-70CF-BA3594E97A2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F86CD9-46E1-5BA3-DDB2-EB2CFE4E087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9E844C-6CE0-6AA3-9E92-46E971E745B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CB264-5EEF-569E-E2B2-AD8F51E5070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255C33-EC8B-76DF-0618-53C5EB50D3C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83EEE0-F307-D75B-00F3-94B8BB66A4A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6D2A45-4016-688D-2C71-38CEC300405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6FCA33-252A-1E15-B6AD-3C303402BD3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CCA03B-30B4-2172-4AD4-77213E56123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F83C1B-2ABD-EEB6-780A-488F8D823EE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5A9DA3-CFDB-D033-6552-7E7FEF36B5D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2CC8B9-B711-8807-6284-AA74E6DC4D8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43ABF2-CD31-1C38-DE7C-C7BC9057C63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0D4905-5EA8-6168-8A62-AC3E125CAA7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68F030-A81E-6935-89F4-8F2AF8FC966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231CB3-2EF8-9DD4-F601-1BB9679A220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26134A-2ECC-B318-2C90-7FD19FAF0DD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92982D-702E-AC43-3BD9-EE5CDB740C5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81DD71-958E-0A81-65D7-B55234BB658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F0A1A7-0211-F2D4-A0DC-E06E80CF843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996F73-88EE-F46B-E402-A24B59F4A60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80E44D-6935-1119-FF05-5EF0E8D7BCF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FFB88E-468D-65B0-2F34-CFA84261B7A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47278-67FA-8AF8-F2C7-610C7FE2A33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0EBBF1-75D1-01F5-9FE9-5DBB9B2D4EA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DCEBA8-10C3-7F25-AB03-87481CA68CE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35EDCC-5E66-3268-4FEE-6D26182A98F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422B40-E07C-8DC5-BC7A-F8CD0BB96E2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D526C7-DCE4-676E-C58B-49E4C540A4E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335C6A-A7EA-2946-9F43-CE62FB2C9B4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CF3DBC-9604-8C23-4226-87123A4EF7E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5F4052-86C0-4E4F-C5DD-F9C8C5F01D7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D80FDC-4ABF-37E4-CB36-CB6D8AA0BE7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1DD2FC-BD46-89AD-10CD-6C0E7BC133D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50D979-337F-6832-8A9A-9AD51C21D53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31B0C9-FDEE-9692-6D85-AD08C3A2C0C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9923FB-D0AE-E6BC-1A88-842F6289419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B802F2-7A62-C3FC-BF9D-CFEF461F4AE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5DB199-C723-0455-2725-F608083C0D5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BF66B-E6F6-3955-4F83-AEF5E5D1AD1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D71130-B83D-E145-8A48-F70E9EB6C39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578033-D402-C10A-CDED-0E83787D618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30EE8E-2A7B-0FB6-3430-3FE488F25C5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7DCBA9-EFEF-3AB1-DC49-78720E59BD2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B442D1-E8AF-D659-7FFA-08B39352387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95819D-1A99-EC42-6925-09959F2D09C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5CF728-9FC7-2EC8-1797-ADBF3623383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6AC9A6-58E0-7720-8C8E-EFD855EB6F1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095495-0562-0D4D-6145-683BD0FFB5E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0F3B44-3B5A-4CFE-7B04-C90EE36F66E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8F905A-C5D7-BA7A-45ED-7DD58B8397A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460485B-4AAB-4199-1F7C-DB9A0E75167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E400CB-02B1-495F-6686-C8735DA3E48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1C616D4-DB8C-38C2-04C8-BE272220847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043820-A4AB-A49B-5C86-78E80BDF5FE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812708-EF9F-4D8B-5CC0-A0AD24A24CD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3FE5322-B04F-AE85-87FD-178E2766848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B03850-8670-9A60-BF60-DDFFD29245D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58707C-DB80-5C38-47BD-D40447388F6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A0668B3-BF59-074B-0643-E10890991CB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656C95C-AFB8-0607-2614-28FEB9B2AC2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4BAF89-17E0-5CE4-DF5A-44E73E18D48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FE8B622-F43C-1268-22E8-1118D7D1100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8396EFC-2FB4-0053-8054-8AC29E536CB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901354C-9F87-9077-9111-A02CFA28351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8208D85-50C6-F903-64BD-2C9F5F01808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9799D0B-1BBB-36C3-D34F-7E6C1EC9799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6EA610-00B6-9F4C-CFD5-6CF572B814E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11656A6-714C-CD66-BEC7-C16CE70942F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B162DB9-BA98-5209-2822-1ED61B1077D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369F3D-B470-5790-D19B-2DF8234D4D5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4217DBF-2572-026E-73DB-AB9E112CF44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4F0DB25-17B4-16C4-E75C-0F897570050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0F90B75-5714-9E24-C3B6-A779AEDD80C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347DB1-D1B1-B220-626B-A0729831883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31EB612-71AD-740B-D09C-6C7765B99C7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240D2F-2952-C350-A4BF-AF99D4CB423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969051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EBECA-BAB6-A868-FD3C-0EE4AA1D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C924BF-8340-D7DF-A237-FDBA3DAA22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 puzzle.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D5C35E-B0B8-F7C0-6CFA-095322344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21320E-73A2-9AF0-01AB-A09060353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FD35EBC-00EA-E581-C204-9DF28B90F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4869624-2F24-F879-3A59-C99FB41CE6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A2B264-86B2-30EF-3365-AC98C132A3D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A332A0-23F3-A916-4E30-1BA96331382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2875DE-BDB9-2045-C1DB-18C1227628A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81BFE1-7E46-1D4E-8753-E66311C0F3E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19008C-A955-01EF-3E2D-4DA684EEF68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89B522-C4AB-459E-7B20-31B4AACCB7D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406005-97CE-3685-9D8D-C7BC1E1AC2F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6CDC9C-658C-9928-A951-B1AFAEF35C2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C60D3D-A3C6-D734-F2BE-966A1EE3DEC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2C2D35-9330-B3B3-8D11-3AE56CECCEB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CCAA3D-CC6F-F910-ED36-E65EA106D73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89BF4D-DD2A-CFE6-4142-A545B0521C6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B628F-60E8-5DDC-1291-D3A70BFBB92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C29629-1169-3981-D69A-610EA1E0AC7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C8A67B-7D1A-428B-0E19-EDCD6AD5B45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CAAC1E-77AA-31E4-2120-1C1E43F69F7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39738F-E928-0968-2C06-73752523F8D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364037-BD79-3E6D-5243-ADACFD45895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C5009E-9333-D831-FA4D-A29F75A2B34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966E4E-D004-BC6D-E910-3792155994B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4C425A-9D37-E663-1FFD-44048977828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6A61B2-C65F-7A7F-918B-951DE863998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B382CF-ECF3-95FB-0C1A-0D22DAC5F15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B173C8-558A-0C59-9335-69761390CFD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4EBAE-C988-888A-4604-C2BC7427616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CB9D64-3CF6-B208-D815-B6D92E17747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21AB2E-D1E4-7468-EFFD-6372CB677E9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08656A-2408-4B99-4CEB-8F96A15BA1D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898CAC-197B-E6CF-3137-6F960A0C1B8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86242C-DAA6-1D69-F859-AB515857633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9749DE-6234-F7C2-72CE-3DE5075D77F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519D85-E74D-1DEB-8ADF-CD011263296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654FB7-48A4-E608-232B-B555891B0A6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E4ECBE-1B24-0A22-228A-D3D35312311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CDC6C4-D39F-EE73-083D-852D5ECA3E9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2658EA-6853-9DD6-8E87-44D65ED9DC4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337DD4-C88B-6FD4-1B74-5B3C3D6D065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1F8E93-2957-6404-188E-707779DB9E6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32B376-4668-2E54-EB49-BA5DDDDE559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5ACE48-3351-903C-221D-0E4EC30F3CA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C51C7C-96DB-E1AB-AC51-95E5CE9EF30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D48321-25AD-FFA9-DC03-2FB8B1162B0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29A5F8-9BA9-B579-63C4-71979A22957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6A6B5B-3EB0-7810-7D36-1AF771F060F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B6484A-A778-84EE-8748-6BEBFB21A5F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2EDB40A-3ECC-268F-67A5-A9D613DE3FB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C44F1D-C6B2-796C-2FC9-9B25AB7F472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5790AD-A227-185C-B69C-EED4EEF0A0A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C73CA1-2D93-D448-B4FF-5AEAFB31CE1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F526F1-10A8-EF44-CEB3-0D48F222CAE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BEB1EC-BCDF-38BE-09F5-ECDE941046D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9CE166-7BEE-6BA3-92E4-19D6FA1A2A1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0A09AF-DE2C-4F4C-CFA7-70659640200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1CB40F-DE77-5DA9-F82F-D501525FBA5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7D46F8F-87E7-AADE-843C-2057ED36DA6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630AAF-8201-4425-A57C-0A124BD5A54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02BD3A-48F6-70B6-C014-C8D7A761AD6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1DE5548-9A2E-6591-8B7E-822FDFAB728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7D740F3-00EF-855C-9A38-121AC62463B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DE8E601-F2CF-BE4A-0AA3-397F4F481F0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2E10910-5C05-A980-2E92-5E9B5AACD99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4651A03-BC9B-1AA6-5CD1-5A3D11C1AB4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E5951A-1AE3-380F-58E2-B528D00F732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92472BA-2C29-72D7-1EFB-8CCECA6D145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AEDEB48-BFE1-A0C9-5FE1-D3D69EACB87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9C5D2D8-13D9-330B-FD13-269EAD10224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B1958F9-040F-95B4-54DA-901882A0928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13543A-C7E3-3578-8F57-D465ABA190B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4C4B41-9648-2D3B-EADD-EB8F80331B7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EA8E65A-2E00-8410-BEB3-F117A5E2D9D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743F738-441E-7323-6312-96E738DFB54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8ED59BC-2532-4F13-4453-A0D819367F2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31BE92B-0045-F14D-4C84-3CFF9C3B212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2A2E3D7-36DE-BBAD-088C-A1BD1DF864F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70E7A7E-34A4-FC47-04E4-1E73D9C2529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8E798D1-E22E-39CC-C66E-BEA20051E99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812D319-8C6A-02F7-0E98-248C3BED5A9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DF2F80-95CA-52B3-B11D-D3AE59852F4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70544A-3BA5-F2BD-1FF9-195CB704E15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643BC7-D830-5515-721D-DAAFD633E54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BA08E6-EA94-ACEB-7BEA-65D2D3BAA88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2037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9843</TotalTime>
  <Words>2447</Words>
  <Application>Microsoft Macintosh PowerPoint</Application>
  <PresentationFormat>Widescreen</PresentationFormat>
  <Paragraphs>2185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391</cp:revision>
  <cp:lastPrinted>2025-12-02T00:08:17Z</cp:lastPrinted>
  <dcterms:created xsi:type="dcterms:W3CDTF">2024-03-19T02:13:08Z</dcterms:created>
  <dcterms:modified xsi:type="dcterms:W3CDTF">2026-04-17T15:28:30Z</dcterms:modified>
</cp:coreProperties>
</file>