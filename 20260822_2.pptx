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457" r:id="rId2"/>
    <p:sldId id="542" r:id="rId3"/>
    <p:sldId id="696" r:id="rId4"/>
    <p:sldId id="697" r:id="rId5"/>
    <p:sldId id="533" r:id="rId6"/>
    <p:sldId id="534" r:id="rId7"/>
    <p:sldId id="543" r:id="rId8"/>
    <p:sldId id="644" r:id="rId9"/>
    <p:sldId id="645" r:id="rId10"/>
    <p:sldId id="646" r:id="rId11"/>
    <p:sldId id="648" r:id="rId12"/>
    <p:sldId id="649" r:id="rId13"/>
    <p:sldId id="698" r:id="rId14"/>
    <p:sldId id="699" r:id="rId15"/>
    <p:sldId id="700" r:id="rId16"/>
    <p:sldId id="701" r:id="rId17"/>
    <p:sldId id="702" r:id="rId18"/>
    <p:sldId id="650" r:id="rId19"/>
    <p:sldId id="651" r:id="rId20"/>
    <p:sldId id="652" r:id="rId21"/>
    <p:sldId id="653" r:id="rId22"/>
    <p:sldId id="654" r:id="rId23"/>
    <p:sldId id="703" r:id="rId24"/>
    <p:sldId id="704" r:id="rId25"/>
    <p:sldId id="705" r:id="rId26"/>
    <p:sldId id="706" r:id="rId27"/>
    <p:sldId id="707" r:id="rId28"/>
    <p:sldId id="708" r:id="rId29"/>
    <p:sldId id="709" r:id="rId30"/>
    <p:sldId id="710" r:id="rId31"/>
    <p:sldId id="685" r:id="rId32"/>
    <p:sldId id="686" r:id="rId33"/>
    <p:sldId id="687" r:id="rId34"/>
    <p:sldId id="688" r:id="rId35"/>
    <p:sldId id="689" r:id="rId36"/>
    <p:sldId id="690" r:id="rId37"/>
    <p:sldId id="691" r:id="rId38"/>
    <p:sldId id="692" r:id="rId39"/>
    <p:sldId id="693" r:id="rId40"/>
    <p:sldId id="694"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897"/>
    <p:restoredTop sz="94638"/>
  </p:normalViewPr>
  <p:slideViewPr>
    <p:cSldViewPr snapToGrid="0">
      <p:cViewPr varScale="1">
        <p:scale>
          <a:sx n="128" d="100"/>
          <a:sy n="128" d="100"/>
        </p:scale>
        <p:origin x="93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8/25/26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6975F-0DCB-17BA-A1FE-6BE81D52F0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173C9-17AC-284D-B21C-279DA8866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F29F80-910E-9417-507A-5D67D10FC7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91924A-2B03-D6B3-B9A4-09D8D994D8DA}"/>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3584935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4A87D-F512-CA8A-2627-62435CD37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7F205-97FF-0846-3855-FBCAC023B5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CB8CE-5A14-F471-AC45-B8421121BF7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0A71A6-D122-D518-C825-B8CC25467160}"/>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7741620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41EAB-CE7D-D7D9-FBF2-A569B741C8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3503B9-A371-167E-F42A-0A4C8BF954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DCF2CA-3E60-CFF4-36E0-AB427DDA21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5477D1-A45B-5564-2F09-2E83C1C0E9EA}"/>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29526893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82EDE-E0DD-76CE-9287-A322E9684C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D5E7B8-D5DB-314E-98C9-CC5D7EF7A8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AAB577-258A-A25B-FCB3-CA2EB065D0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E389B6-6FB6-E966-F14F-7FEDCEA7147D}"/>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3260941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CAD1A-197C-0A09-2261-40D4F35547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580CB1-C636-175C-06B3-1FD5E7B5F4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314CE-F0A4-490A-2269-0079062DCF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647FAE-7208-4DAA-F9A2-1A19F0573AA0}"/>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16963576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17F02-9E9F-35A1-7F3F-1367817DD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86621D-83D6-679E-C6C9-29574F1177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7EEB66-9A14-AF14-1AC1-5561BDE083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EF17BE-9612-2A81-3896-BC5064883B1F}"/>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35514313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84C52-9C88-9B73-BE73-DE9981B0F5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F6C98C-550A-4B3D-A06A-B05FA6BA8C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B88A80-4D94-0856-C5B6-ED288159EB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5C8D9B-DFE5-BA77-14D1-4ABFD124A25E}"/>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34042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AAFDE5-B2E1-29FF-8500-E28E25DBAB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B2BCA0-34BB-CCC5-2723-4DBAA3B5FC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A290D9-D5FE-8AFE-63DF-C80AB804F6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44BCCA-C778-EADA-2544-DBB28EBCA327}"/>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3925304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6C5B1-0359-A16E-5C17-EAD3562156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DECFBA-156D-C412-F67E-FF3A04B2B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AA8CD-2334-AD3F-0B66-C5DDA8D390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66ABC7-F3FE-BF0F-F7B6-C3751BBA8AB3}"/>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14360011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E7CF6-DB6C-6C0D-9624-F5123CA217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4FD22-49AB-4CDF-B77B-A69D66F9A2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14ADF5-45F1-BBD0-7EA7-981710D7F6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0C6DD5-C7CB-15F0-FF6E-F08CB29F0044}"/>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25098185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21AF9-9F85-FB9D-7A94-56E22F72F9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6B11D7-417C-A8E7-84A9-13464A7BFE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CECF85-CF0A-AA36-729C-DE44659514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BC5485-2141-1E61-D2AD-E16620732199}"/>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9246493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B0A62-1D38-37EA-A9E1-8EC918718A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35895F-1296-9C1B-E93F-904FA6118D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5B4E98-863A-32FE-376F-F5163271D2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DC0119-35EE-62DA-52C2-8D2FE44159DB}"/>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848258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F4C32-9D76-1176-3604-731CA7A924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AEF071-4479-1680-F081-2AB30EF3A0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AD2940-7804-8F19-D2DA-CD2C00798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D404F4-CF86-2AC5-AF59-F0377075A45F}"/>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41700253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51A1F-1E3B-AD54-1DED-BDC35B9114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05D38A-778D-9122-1BA1-FE4D6940C3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A140B2-4176-B91C-D432-6110F5ED68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93FD92-188D-FC11-9729-A1F061966D16}"/>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41640440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F542D-5F8D-EAB3-5C1D-8C1EA8F37A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6439-C6FE-1C82-3C28-C8C284CDC0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062A29-940C-1EDB-7ECE-42BC8CD118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32566D-3D5E-8F21-D1EF-C4C07F49B78C}"/>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6882153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DD7AE-399E-8B3E-84C7-16D657ECA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B0A1C4-D248-96B4-7ADE-5D30DA0829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BF0A65-FE53-21E0-73B0-1FFCE97674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437864-D008-D19C-A357-8200CE6A3871}"/>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93325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01C5B-2824-037A-73E8-BAD1909B1D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B1AB2-F228-419F-C0C6-D08CE02DD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C1001F-FF89-9B78-07D6-F40F07795E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0EADA7-F46F-1B42-5E58-92E985ACD04E}"/>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25442135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6FA2D-09D7-6178-920E-BCB23248A9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6293E4-323D-123D-FCFE-B0965C9D6C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D3DA7-145D-FE76-CF24-427E97FD98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A4F2F8-CA3A-6006-DAF1-6F58A5121D57}"/>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10038095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1D098-4160-4C64-1075-1C2D0EDC00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3C5CD-874D-91EF-ECF1-974F82CDC8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F76F91-9243-5032-8B92-257FC5268D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D1DB50-BD26-02D2-2F9C-6F95CE248681}"/>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38391284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25248-DB81-2B6D-B37B-31D170B7D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106604-DA36-B2A4-8689-770347644F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AE3C6F-8A3E-96E9-AD3A-744D328A17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F79905-7D10-3972-F62A-E86FA1F42C33}"/>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33176145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17701-0E20-424D-8947-9820199776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B5141-69D3-0A42-BA7A-7389877EF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065F0F-FBF0-5AA0-D666-2A43CC6E3C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5B73E6-70F2-A987-0FE2-123647B43F0E}"/>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4893787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464E4-7413-284D-DCDC-0C95801840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FF1808-A418-6EDF-2B5E-14EED72765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763863-C54B-8ABA-FFE7-F9348442D1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FC697-2D38-B4E6-B387-27FF44DC6107}"/>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4290975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9CEC0-8C40-9F18-1746-5AAAA285D5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51D21E-2520-E779-97DE-ACAA7FCE67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B1C2B9-B1F6-9DCD-BAF8-2CBEFF2580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117C91-DFB7-36AA-7EB1-40A3A8D70337}"/>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642742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72CB0-2BDF-0ED6-8B60-C342D2CBC2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80CBC9-D194-4D2E-3CB0-323E4763D4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0CAC99-59B5-AC60-3F59-7C23754DA8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452BE1-FABA-67E3-A800-DC8D0693CA4A}"/>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38321781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C7C66-2AD3-2E21-D344-178A8AA408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48CB02-B67F-A696-9F2C-8E2C4A988D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637600-E59F-1A50-DFDC-3A830738AD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624320-E44F-C9EE-36F8-B2ABDC5137CA}"/>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41523559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69013-5AF1-2CF5-4F7E-F7F9876FEA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39DB6A-47B0-8F67-8134-76293C0AB0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B225F1-B989-36A2-0281-8937C7EFEE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9E288B-098F-14D8-05C4-CA92FDEB86D9}"/>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9332943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59B80-D5D6-153E-873F-58F3A4F1CF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8F06E5-E393-226F-D063-89631E5F52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DBC0D2-5CE9-3D80-CB83-870278D5CE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8BEC31-88C9-A2CE-6AA3-9C4559DB9A0E}"/>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4189387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2C1B2-173A-9A36-C96C-4CE96BFC7C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A13D9-F315-7050-E147-CF1FAFCF6B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B40E6B-71B7-9767-55E9-5D356670DA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763D6F-A6A1-66B3-FC06-20D4352DD751}"/>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12227506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CCCD72-EABA-7A0A-CF2A-527DA8B0B4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6233D-0952-FD33-A972-DA9DD9C682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A22CE0-3667-DBD4-A695-C2D1E39381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0125AA-EBC1-EB5F-B3C2-83C4439BBF5B}"/>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5179873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87D59-B37F-3C3F-E6DE-24CC71202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FE86BE-761F-6A2F-F520-523FC6A41F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49031E-3D27-10D3-3417-B92A70C857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6ECD9A3-6EA5-59B5-0307-07C1CE2E4E7E}"/>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90144426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14F42-E0DB-3FA3-0D5E-928C5741B8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545D4-523A-D208-DB1E-D7C93B46C0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D2E16C-5797-0A28-106F-B66FE5D1F8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033DEE-A9F4-E694-0A5C-BA4862186F3D}"/>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2878888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8CF62-2968-C90B-279B-F05C735D09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F0A422-BD96-D057-16C5-695F9F1A01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FDB92B-6FF1-BA0B-7C46-FCEE7C1238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A16F13-FC48-577C-427D-C656015B9F82}"/>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11529025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FE5AA-D32D-7AA4-600F-43DEBF09C6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239C50-92C2-8C60-F945-4066FD20C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0E2004-0418-0E32-CF23-1DC1E607EF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8C0DA2-60E0-FF4E-4C8E-B7152C399054}"/>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27219727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37F56-7C9F-A4AD-C5AE-7C3915329A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BD62E2-0F3D-6FCC-D41F-8CFE73116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73B38D-C324-2DF2-F01F-8B9C3B209C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BA656A-9E17-C6C2-5184-C7531EF25A05}"/>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2253477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19507-C70B-0613-EE3A-BA35E4CCEA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1A8EB7-7EB3-E6DE-8FDC-A849D70B98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550E2B-03B0-8788-2CC7-66B6468653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21DAFA-F3CE-F367-02EB-04352FAE707C}"/>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9619673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5D815-2373-D908-DBA5-926C5922E7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92FB64-3B9E-BE67-1146-157E657041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34BA-7F01-5628-1B07-A4ACDB3701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2D28DC-F844-9A5D-453B-1B71A3491201}"/>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129902228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D0E13-C4C7-BA44-4094-8218F6E9EB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A4D43F-6A52-4B28-1B1A-0E68B18B5C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DE4107-4037-D600-2355-25E8BF4D49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E0A4F0C-DFFF-A019-412E-EF6A0EF2E64F}"/>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266102636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D08BA-1C7A-A309-8B4D-3473FB1F7B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4D64F1-684A-CDD3-9A54-3E08EB3C1B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6138A8-A370-2DEC-E528-5DD055CDFC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D3CCDC-D7D4-B620-4554-C05C61B4B04B}"/>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102169971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911D0-30B6-8609-BFB8-EED10D91B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B6F7A0-3022-DCAC-B30E-356995D360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EBC79C-7290-F562-32DB-DDADA9B1C4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9A0D87-BA9C-6A7F-B0ED-3C8291CECC63}"/>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36474026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608419-76BB-718B-9C2B-FDAA599B6F6E}"/>
              </a:ext>
            </a:extLst>
          </p:cNvPr>
          <p:cNvPicPr>
            <a:picLocks noChangeAspect="1"/>
          </p:cNvPicPr>
          <p:nvPr userDrawn="1"/>
        </p:nvPicPr>
        <p:blipFill>
          <a:blip r:embed="rId2"/>
          <a:stretch>
            <a:fillRect/>
          </a:stretch>
        </p:blipFill>
        <p:spPr>
          <a:xfrm>
            <a:off x="3167569" y="-258332"/>
            <a:ext cx="4542406" cy="5556336"/>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8/25/26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8/25/26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8/25/26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8/25/26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8/25/26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8/25/26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8/25/26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8/25/26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8/25/26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8/25/26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8/25/26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8/25/26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BC746-C506-4DB3-2D4D-82AC1234D1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EE30CB-4B91-F4BB-657B-1F1A5A749DF6}"/>
              </a:ext>
            </a:extLst>
          </p:cNvPr>
          <p:cNvSpPr>
            <a:spLocks noGrp="1"/>
          </p:cNvSpPr>
          <p:nvPr>
            <p:ph sz="half" idx="1"/>
          </p:nvPr>
        </p:nvSpPr>
        <p:spPr/>
        <p:txBody>
          <a:bodyPr>
            <a:normAutofit lnSpcReduction="10000"/>
          </a:bodyPr>
          <a:lstStyle/>
          <a:p>
            <a:r>
              <a:rPr lang="en-US" dirty="0"/>
              <a:t>Each square number must be the sum of at least one cage. What cages can sum to 1 (1²) and 4 (2²)? Only the one-cell cages. The three-cell cage must be at least 6 (123), as must the four cells in a square (1’s on one diagonal and 2’s on the other). The given 4 determines the order of assignment.</a:t>
            </a:r>
          </a:p>
        </p:txBody>
      </p:sp>
      <p:pic>
        <p:nvPicPr>
          <p:cNvPr id="4" name="Picture 3" descr="A grid of sudoku puzzle&#10;&#10;Description automatically generated">
            <a:extLst>
              <a:ext uri="{FF2B5EF4-FFF2-40B4-BE49-F238E27FC236}">
                <a16:creationId xmlns:a16="http://schemas.microsoft.com/office/drawing/2014/main" id="{22B5BFBE-FB75-04B9-64D2-C078CBB3C14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882996A-A5A6-145D-E113-8FC83F61D75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E9B78E-1688-3901-4E6A-18BE9F07AE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31B090-ADA3-DC54-36CD-7AC830A7B101}"/>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091B5278-038C-8F1E-D101-AC7053DECC4D}"/>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2A48FAF3-AE5F-19DE-375D-D70E15C05336}"/>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2185331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E34DE-65F0-368E-9394-843B58FD931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63C0A6A-2BF3-91F7-1338-20531543059D}"/>
              </a:ext>
            </a:extLst>
          </p:cNvPr>
          <p:cNvSpPr>
            <a:spLocks noGrp="1"/>
          </p:cNvSpPr>
          <p:nvPr>
            <p:ph sz="half" idx="1"/>
          </p:nvPr>
        </p:nvSpPr>
        <p:spPr/>
        <p:txBody>
          <a:bodyPr>
            <a:normAutofit/>
          </a:bodyPr>
          <a:lstStyle/>
          <a:p>
            <a:r>
              <a:rPr lang="en-US" dirty="0"/>
              <a:t>In Column 5, the only square number within 3 to 17 less than 45 (28 to 42) is 36. 45–36 = 9. Therefore, this cell must be 5.</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F4853901-BF58-3F62-FA61-9CB6E43C2F0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920366D-137A-7440-119B-4A961C0F6BE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84AB9D4-624E-3F7B-8178-C4FC05CFEB9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7E65E29-CCA9-96DD-1CC9-751E4C042987}"/>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7E8FF8F9-2DEE-2AC8-4CC7-AA0F3894ABA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81217A04-6458-6BAE-DDE7-7D85B4E8D748}"/>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 name="TextBox 2">
            <a:extLst>
              <a:ext uri="{FF2B5EF4-FFF2-40B4-BE49-F238E27FC236}">
                <a16:creationId xmlns:a16="http://schemas.microsoft.com/office/drawing/2014/main" id="{AB27048C-A6C4-B528-6CFB-C9569C8CB4D7}"/>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2627448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DBE6C-C9E9-5B42-CD76-A6C78E9B219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0202B9-1AD2-D191-839E-666FDBBE2E80}"/>
              </a:ext>
            </a:extLst>
          </p:cNvPr>
          <p:cNvSpPr>
            <a:spLocks noGrp="1"/>
          </p:cNvSpPr>
          <p:nvPr>
            <p:ph sz="half" idx="1"/>
          </p:nvPr>
        </p:nvSpPr>
        <p:spPr/>
        <p:txBody>
          <a:bodyPr>
            <a:normAutofit/>
          </a:bodyPr>
          <a:lstStyle/>
          <a:p>
            <a:r>
              <a:rPr lang="en-US" dirty="0"/>
              <a:t>In the upper right block, the nine cells of this cage sum to 45. The only square number within 1 to 9 greater than 45 is 49.</a:t>
            </a:r>
          </a:p>
        </p:txBody>
      </p:sp>
      <p:pic>
        <p:nvPicPr>
          <p:cNvPr id="4" name="Picture 3" descr="A grid of sudoku puzzle&#10;&#10;Description automatically generated">
            <a:extLst>
              <a:ext uri="{FF2B5EF4-FFF2-40B4-BE49-F238E27FC236}">
                <a16:creationId xmlns:a16="http://schemas.microsoft.com/office/drawing/2014/main" id="{41F1848E-EE68-2163-4597-197AE53785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D3FD06-71EF-570F-C787-7291532842C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9649897-0A8E-A5A9-6144-43A9FB2A99A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AF389FD-5FF5-7328-4D8A-1DDF40ABFE96}"/>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B7E89A9E-BB9E-3690-C8E8-D11A0CB185C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E21E1419-A607-459E-DF16-6329EBBCBF95}"/>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 name="TextBox 2">
            <a:extLst>
              <a:ext uri="{FF2B5EF4-FFF2-40B4-BE49-F238E27FC236}">
                <a16:creationId xmlns:a16="http://schemas.microsoft.com/office/drawing/2014/main" id="{923BFE9E-8978-5E17-0E38-23E944752743}"/>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8" name="TextBox 7">
            <a:extLst>
              <a:ext uri="{FF2B5EF4-FFF2-40B4-BE49-F238E27FC236}">
                <a16:creationId xmlns:a16="http://schemas.microsoft.com/office/drawing/2014/main" id="{41A62F86-9BAB-F921-54C8-8120BD38D0E7}"/>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7802167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C860D-CF62-95BD-2325-097D5145B17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42EF1F-34E9-0452-07F6-0E28E8591D0A}"/>
              </a:ext>
            </a:extLst>
          </p:cNvPr>
          <p:cNvSpPr>
            <a:spLocks noGrp="1"/>
          </p:cNvSpPr>
          <p:nvPr>
            <p:ph sz="half" idx="1"/>
          </p:nvPr>
        </p:nvSpPr>
        <p:spPr/>
        <p:txBody>
          <a:bodyPr>
            <a:normAutofit fontScale="92500"/>
          </a:bodyPr>
          <a:lstStyle/>
          <a:p>
            <a:r>
              <a:rPr lang="en-US" dirty="0"/>
              <a:t>In the lower left block, the nine cells of this cage sum to 45. There are six additional cells, one of which must be 3 and another of which must be 4. So, the cage is 52 plus four cells, which could be 1256 (14) to 6789 (30). The only square in the range 66–82 is 81, which means that the 4 cells sum to 29, which must be 5789.</a:t>
            </a:r>
          </a:p>
        </p:txBody>
      </p:sp>
      <p:pic>
        <p:nvPicPr>
          <p:cNvPr id="4" name="Picture 3" descr="A grid of sudoku puzzle&#10;&#10;Description automatically generated">
            <a:extLst>
              <a:ext uri="{FF2B5EF4-FFF2-40B4-BE49-F238E27FC236}">
                <a16:creationId xmlns:a16="http://schemas.microsoft.com/office/drawing/2014/main" id="{77FDDDF6-6C0D-B3ED-D0AC-3E3B500EE10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38D32CB-7090-CEE0-1C68-40EC2A86CBD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7C56E4-0C1C-E3ED-2B65-F1706BE9D8C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281A3E-0672-F078-730B-59EF2BEE0C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66705A0-686B-4E89-F7CE-F4A03FB1E9F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301CB6B-EBD8-B0FD-32D5-04A9F15D8874}"/>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342C98E6-2C3E-4E7E-A706-5F17DAF47B53}"/>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3D36EBEE-9615-63D6-CF2E-48FC00D56891}"/>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15F9BA0B-7702-1FBF-A664-2D0DCBD7CAF8}"/>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DE2B5A65-94B7-00FA-3E99-7C271CB93214}"/>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5" name="TextBox 14">
            <a:extLst>
              <a:ext uri="{FF2B5EF4-FFF2-40B4-BE49-F238E27FC236}">
                <a16:creationId xmlns:a16="http://schemas.microsoft.com/office/drawing/2014/main" id="{18F792F5-B420-3F4E-6DB5-4F33C22484EF}"/>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20FEE458-350A-1EFC-9FE4-DC7EBA879D4E}"/>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8BF50129-AECC-8F4A-2FF7-2DD0BD3C233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661148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4876E-EBBB-0BF7-8647-1A5F48B79EF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CF425DC-2E54-D317-5F9F-BB313FE63C6C}"/>
              </a:ext>
            </a:extLst>
          </p:cNvPr>
          <p:cNvSpPr>
            <a:spLocks noGrp="1"/>
          </p:cNvSpPr>
          <p:nvPr>
            <p:ph sz="half" idx="1"/>
          </p:nvPr>
        </p:nvSpPr>
        <p:spPr/>
        <p:txBody>
          <a:bodyPr>
            <a:normAutofit/>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281CE79D-E747-F998-BB0A-1D221C9CEA5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88CC27-5D8F-FEF7-F371-750F95EB15C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C95A76A-7827-46C3-EB23-F5EC28A8CA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7B0679-4DAC-5120-9A20-0ECB73C33B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A0651FE-47E3-964C-AB0C-34629DC1D63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A3182A0-FBBF-3C3A-67A5-75D80E7D1B99}"/>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C33C2FB0-7D8F-1244-F93E-7B7E49C068B4}"/>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3D352FB0-769B-61C9-29EB-7C926B8AA550}"/>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A0F83CF9-2E15-6407-CCED-5558C73E8D48}"/>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990CA7A6-ECFA-190C-929D-B348A506B53A}"/>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D9244B3C-66BF-BD89-1AF7-6A731DB8BE4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126</a:t>
            </a:r>
          </a:p>
        </p:txBody>
      </p:sp>
      <p:sp>
        <p:nvSpPr>
          <p:cNvPr id="14" name="TextBox 13">
            <a:extLst>
              <a:ext uri="{FF2B5EF4-FFF2-40B4-BE49-F238E27FC236}">
                <a16:creationId xmlns:a16="http://schemas.microsoft.com/office/drawing/2014/main" id="{A1BC8564-FF16-1C97-54C3-2DCF838BC128}"/>
              </a:ext>
            </a:extLst>
          </p:cNvPr>
          <p:cNvSpPr txBox="1"/>
          <p:nvPr/>
        </p:nvSpPr>
        <p:spPr>
          <a:xfrm>
            <a:off x="4143022" y="2404765"/>
            <a:ext cx="570089" cy="230832"/>
          </a:xfrm>
          <a:prstGeom prst="rect">
            <a:avLst/>
          </a:prstGeom>
          <a:noFill/>
        </p:spPr>
        <p:txBody>
          <a:bodyPr wrap="square" rtlCol="0">
            <a:spAutoFit/>
          </a:bodyPr>
          <a:lstStyle/>
          <a:p>
            <a:pPr algn="ctr"/>
            <a:r>
              <a:rPr lang="en-US" sz="900" dirty="0"/>
              <a:t>126</a:t>
            </a:r>
          </a:p>
        </p:txBody>
      </p:sp>
      <p:sp>
        <p:nvSpPr>
          <p:cNvPr id="15" name="TextBox 14">
            <a:extLst>
              <a:ext uri="{FF2B5EF4-FFF2-40B4-BE49-F238E27FC236}">
                <a16:creationId xmlns:a16="http://schemas.microsoft.com/office/drawing/2014/main" id="{22DC608B-EF52-594C-3530-B02123130B20}"/>
              </a:ext>
            </a:extLst>
          </p:cNvPr>
          <p:cNvSpPr txBox="1"/>
          <p:nvPr/>
        </p:nvSpPr>
        <p:spPr>
          <a:xfrm>
            <a:off x="3138310" y="2544465"/>
            <a:ext cx="570089" cy="230832"/>
          </a:xfrm>
          <a:prstGeom prst="rect">
            <a:avLst/>
          </a:prstGeom>
          <a:noFill/>
        </p:spPr>
        <p:txBody>
          <a:bodyPr wrap="square" rtlCol="0">
            <a:spAutoFit/>
          </a:bodyPr>
          <a:lstStyle/>
          <a:p>
            <a:pPr algn="ctr"/>
            <a:r>
              <a:rPr lang="en-US" sz="900" dirty="0"/>
              <a:t>26</a:t>
            </a:r>
          </a:p>
        </p:txBody>
      </p:sp>
      <p:sp>
        <p:nvSpPr>
          <p:cNvPr id="18" name="TextBox 17">
            <a:extLst>
              <a:ext uri="{FF2B5EF4-FFF2-40B4-BE49-F238E27FC236}">
                <a16:creationId xmlns:a16="http://schemas.microsoft.com/office/drawing/2014/main" id="{F9BB5B64-51CC-F476-12E6-FE32B6DF756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19" name="TextBox 18">
            <a:extLst>
              <a:ext uri="{FF2B5EF4-FFF2-40B4-BE49-F238E27FC236}">
                <a16:creationId xmlns:a16="http://schemas.microsoft.com/office/drawing/2014/main" id="{080E17BE-0B15-ABE4-40EA-DA0AC1A42CD3}"/>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681A8059-0ADF-D2DD-A77F-EAF0E82CC75E}"/>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399537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A7641-22B8-D1C8-8972-CE0EF9729FE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BD9BF1-BD50-38E4-40F0-C0FCFF152F89}"/>
              </a:ext>
            </a:extLst>
          </p:cNvPr>
          <p:cNvSpPr>
            <a:spLocks noGrp="1"/>
          </p:cNvSpPr>
          <p:nvPr>
            <p:ph sz="half" idx="1"/>
          </p:nvPr>
        </p:nvSpPr>
        <p:spPr/>
        <p:txBody>
          <a:bodyPr>
            <a:normAutofit/>
          </a:bodyPr>
          <a:lstStyle/>
          <a:p>
            <a:r>
              <a:rPr lang="en-US" dirty="0"/>
              <a:t>There are four red lines that lie within a single row, column, or block. Their two digits must be different. When the two digits on a line must be different, the only valid combinations are 1×4 (2²), 1×9 (3²), 4×9 (6²), and 2×8 (4²).</a:t>
            </a:r>
          </a:p>
        </p:txBody>
      </p:sp>
      <p:pic>
        <p:nvPicPr>
          <p:cNvPr id="4" name="Picture 3" descr="A grid of sudoku puzzle&#10;&#10;Description automatically generated">
            <a:extLst>
              <a:ext uri="{FF2B5EF4-FFF2-40B4-BE49-F238E27FC236}">
                <a16:creationId xmlns:a16="http://schemas.microsoft.com/office/drawing/2014/main" id="{91FE0CFE-0C62-3832-4864-1D0671C943D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DF5406A-2EB1-CB45-693C-89CF267C236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B50BC6-1C7E-C4E9-282A-3E71729D1E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B581675-D0D2-A8BA-9F53-8F8ECE073B7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BC6C683-41C1-C105-DE7C-E13868FAFC5D}"/>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8C5FAE5-B358-CA8A-6C5F-283516D978DB}"/>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62A93570-711D-4305-A58B-C5350688B0E7}"/>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3AFE4642-31EC-86E4-6734-D6BC3832FE51}"/>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2D94E648-5217-0DF9-1006-482BD1ED8270}"/>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5969AB45-BACA-6501-BB68-F7500870CC23}"/>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A6BDEE89-0419-51CE-62E0-F3A68E25287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126</a:t>
            </a:r>
          </a:p>
        </p:txBody>
      </p:sp>
      <p:sp>
        <p:nvSpPr>
          <p:cNvPr id="14" name="TextBox 13">
            <a:extLst>
              <a:ext uri="{FF2B5EF4-FFF2-40B4-BE49-F238E27FC236}">
                <a16:creationId xmlns:a16="http://schemas.microsoft.com/office/drawing/2014/main" id="{4AF6FE52-3889-15FB-57F8-2B51CEA9A885}"/>
              </a:ext>
            </a:extLst>
          </p:cNvPr>
          <p:cNvSpPr txBox="1"/>
          <p:nvPr/>
        </p:nvSpPr>
        <p:spPr>
          <a:xfrm>
            <a:off x="4143022" y="2404765"/>
            <a:ext cx="570089" cy="230832"/>
          </a:xfrm>
          <a:prstGeom prst="rect">
            <a:avLst/>
          </a:prstGeom>
          <a:noFill/>
        </p:spPr>
        <p:txBody>
          <a:bodyPr wrap="square" rtlCol="0">
            <a:spAutoFit/>
          </a:bodyPr>
          <a:lstStyle/>
          <a:p>
            <a:pPr algn="ctr"/>
            <a:r>
              <a:rPr lang="en-US" sz="900" dirty="0"/>
              <a:t>126</a:t>
            </a:r>
          </a:p>
        </p:txBody>
      </p:sp>
      <p:sp>
        <p:nvSpPr>
          <p:cNvPr id="20" name="TextBox 19">
            <a:extLst>
              <a:ext uri="{FF2B5EF4-FFF2-40B4-BE49-F238E27FC236}">
                <a16:creationId xmlns:a16="http://schemas.microsoft.com/office/drawing/2014/main" id="{17995840-1FC5-218C-E5F5-272FFD86D393}"/>
              </a:ext>
            </a:extLst>
          </p:cNvPr>
          <p:cNvSpPr txBox="1"/>
          <p:nvPr/>
        </p:nvSpPr>
        <p:spPr>
          <a:xfrm>
            <a:off x="6654802" y="1764121"/>
            <a:ext cx="570089" cy="230832"/>
          </a:xfrm>
          <a:prstGeom prst="rect">
            <a:avLst/>
          </a:prstGeom>
          <a:noFill/>
        </p:spPr>
        <p:txBody>
          <a:bodyPr wrap="square" rtlCol="0">
            <a:spAutoFit/>
          </a:bodyPr>
          <a:lstStyle/>
          <a:p>
            <a:pPr algn="ctr"/>
            <a:r>
              <a:rPr lang="en-US" sz="900" dirty="0"/>
              <a:t>12489</a:t>
            </a:r>
          </a:p>
        </p:txBody>
      </p:sp>
      <p:sp>
        <p:nvSpPr>
          <p:cNvPr id="21" name="TextBox 20">
            <a:extLst>
              <a:ext uri="{FF2B5EF4-FFF2-40B4-BE49-F238E27FC236}">
                <a16:creationId xmlns:a16="http://schemas.microsoft.com/office/drawing/2014/main" id="{54847B8D-CBDD-E78A-93E6-165C78D252EB}"/>
              </a:ext>
            </a:extLst>
          </p:cNvPr>
          <p:cNvSpPr txBox="1"/>
          <p:nvPr/>
        </p:nvSpPr>
        <p:spPr>
          <a:xfrm>
            <a:off x="7157158" y="1764121"/>
            <a:ext cx="570089" cy="230832"/>
          </a:xfrm>
          <a:prstGeom prst="rect">
            <a:avLst/>
          </a:prstGeom>
          <a:noFill/>
        </p:spPr>
        <p:txBody>
          <a:bodyPr wrap="square" rtlCol="0">
            <a:spAutoFit/>
          </a:bodyPr>
          <a:lstStyle/>
          <a:p>
            <a:pPr algn="ctr"/>
            <a:r>
              <a:rPr lang="en-US" sz="900" dirty="0"/>
              <a:t>1289</a:t>
            </a:r>
          </a:p>
        </p:txBody>
      </p:sp>
      <p:sp>
        <p:nvSpPr>
          <p:cNvPr id="22" name="TextBox 21">
            <a:extLst>
              <a:ext uri="{FF2B5EF4-FFF2-40B4-BE49-F238E27FC236}">
                <a16:creationId xmlns:a16="http://schemas.microsoft.com/office/drawing/2014/main" id="{7B784532-13BA-4ECE-0E14-8B736A416CFA}"/>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C59B0C38-FCBB-0F68-F095-99036E15EAE3}"/>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25192166-70EC-D064-2C04-62491CC3DF1B}"/>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B136425F-AAA4-A017-1AE0-B0E3C2B3825C}"/>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FF0057E5-4CB3-DB77-9304-847D5736A6B2}"/>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79F31ACE-737A-2382-4B75-701242142C9E}"/>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06F9682F-DA56-9734-B118-4A751BD380E8}"/>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9D9CC17E-AC81-B06A-4920-C06D40CA2613}"/>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9C7F76D6-091A-ECF2-527A-58DEF8509A9F}"/>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0465336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01E34-F6EA-8BB8-0E7F-6D99CE0EFB5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27D434-F89C-EE09-EC0F-77DCA76E87F8}"/>
              </a:ext>
            </a:extLst>
          </p:cNvPr>
          <p:cNvSpPr>
            <a:spLocks noGrp="1"/>
          </p:cNvSpPr>
          <p:nvPr>
            <p:ph sz="half" idx="1"/>
          </p:nvPr>
        </p:nvSpPr>
        <p:spPr/>
        <p:txBody>
          <a:bodyPr>
            <a:normAutofit fontScale="92500" lnSpcReduction="20000"/>
          </a:bodyPr>
          <a:lstStyle/>
          <a:p>
            <a:r>
              <a:rPr lang="en-US" dirty="0"/>
              <a:t>There are nine red lines, four that share a common row, column, or block, and five that don’t. Per the instructions, each red line must represent a different square (since there are only nine of them). And since there are only four possibilities for the first type of line (of which there are four), each must be used once. The 28 combination (making 4²) can’t be repeated.</a:t>
            </a:r>
          </a:p>
        </p:txBody>
      </p:sp>
      <p:pic>
        <p:nvPicPr>
          <p:cNvPr id="4" name="Picture 3" descr="A grid of sudoku puzzle&#10;&#10;Description automatically generated">
            <a:extLst>
              <a:ext uri="{FF2B5EF4-FFF2-40B4-BE49-F238E27FC236}">
                <a16:creationId xmlns:a16="http://schemas.microsoft.com/office/drawing/2014/main" id="{579C2571-B127-12F8-B2A5-EB575BCE54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C3B6C7-C0A1-F93E-6D8E-9BFD379E9C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1694360-CA19-9A25-C80C-BD2760AB1B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4F53DBA-2787-0481-29E6-6AC0DF15448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A66FD3B-C9D8-3C15-6B8F-3FC13A1BCBF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D92C6B0-FF5F-B64F-46E2-65FCAB5A4B75}"/>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536466EC-3B5F-6504-4817-0639CE8A1C17}"/>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C57F35AA-235D-1088-6395-B958B06E0950}"/>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0E7B2B05-5893-BBFE-4E54-CBEC11306706}"/>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4D586D27-BD4E-8276-4871-1DAB0E1046AC}"/>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4EC7B667-5630-CFBA-9645-1A61427C5D3F}"/>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BA44240E-29C3-E008-7114-9EB776BFC541}"/>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20" name="TextBox 19">
            <a:extLst>
              <a:ext uri="{FF2B5EF4-FFF2-40B4-BE49-F238E27FC236}">
                <a16:creationId xmlns:a16="http://schemas.microsoft.com/office/drawing/2014/main" id="{FBD1E089-8E33-2087-7749-3879B203CF86}"/>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066AC28A-753C-6863-5AC3-39C3E39C1672}"/>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3DFB5E12-7B65-F6F1-54B8-077D61227874}"/>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25" name="TextBox 24">
            <a:extLst>
              <a:ext uri="{FF2B5EF4-FFF2-40B4-BE49-F238E27FC236}">
                <a16:creationId xmlns:a16="http://schemas.microsoft.com/office/drawing/2014/main" id="{DC25FF93-21C0-645B-E03C-7A23C59B9E1A}"/>
              </a:ext>
            </a:extLst>
          </p:cNvPr>
          <p:cNvSpPr txBox="1"/>
          <p:nvPr/>
        </p:nvSpPr>
        <p:spPr>
          <a:xfrm>
            <a:off x="4143022" y="4059997"/>
            <a:ext cx="570089" cy="230832"/>
          </a:xfrm>
          <a:prstGeom prst="rect">
            <a:avLst/>
          </a:prstGeom>
          <a:noFill/>
        </p:spPr>
        <p:txBody>
          <a:bodyPr wrap="square" rtlCol="0">
            <a:spAutoFit/>
          </a:bodyPr>
          <a:lstStyle/>
          <a:p>
            <a:pPr algn="ctr"/>
            <a:r>
              <a:rPr lang="en-US" sz="900" dirty="0"/>
              <a:t>149</a:t>
            </a:r>
          </a:p>
        </p:txBody>
      </p:sp>
      <p:sp>
        <p:nvSpPr>
          <p:cNvPr id="18" name="TextBox 17">
            <a:extLst>
              <a:ext uri="{FF2B5EF4-FFF2-40B4-BE49-F238E27FC236}">
                <a16:creationId xmlns:a16="http://schemas.microsoft.com/office/drawing/2014/main" id="{D0E5E338-1461-0979-06C2-7F1ED2A226D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A2A774CD-0FEC-3061-2A62-378468261DAB}"/>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EA69B65B-9473-72E2-8C7E-6355C954AAD1}"/>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B89F6541-169A-C94F-827B-7C3CA0025A3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4B559A6-7494-3ED6-0882-AAB6B02394A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3" name="TextBox 22">
            <a:extLst>
              <a:ext uri="{FF2B5EF4-FFF2-40B4-BE49-F238E27FC236}">
                <a16:creationId xmlns:a16="http://schemas.microsoft.com/office/drawing/2014/main" id="{A30012DD-CB95-D08F-4F63-0F4F0F4DD165}"/>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94F3437-490E-34DD-66DA-0E130AF20FB2}"/>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2131940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DFBC1-CBCC-1D7A-2687-9A5857FE54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C80302-1527-CF14-0F9F-8C704F98CAEF}"/>
              </a:ext>
            </a:extLst>
          </p:cNvPr>
          <p:cNvSpPr>
            <a:spLocks noGrp="1"/>
          </p:cNvSpPr>
          <p:nvPr>
            <p:ph sz="half" idx="1"/>
          </p:nvPr>
        </p:nvSpPr>
        <p:spPr/>
        <p:txBody>
          <a:bodyPr>
            <a:normAutofit/>
          </a:bodyPr>
          <a:lstStyle/>
          <a:p>
            <a:r>
              <a:rPr lang="en-US" dirty="0"/>
              <a:t>The remaining two lines of this type must be 14 and 49.</a:t>
            </a:r>
          </a:p>
        </p:txBody>
      </p:sp>
      <p:pic>
        <p:nvPicPr>
          <p:cNvPr id="4" name="Picture 3" descr="A grid of sudoku puzzle&#10;&#10;Description automatically generated">
            <a:extLst>
              <a:ext uri="{FF2B5EF4-FFF2-40B4-BE49-F238E27FC236}">
                <a16:creationId xmlns:a16="http://schemas.microsoft.com/office/drawing/2014/main" id="{C5FE568A-E23A-8BE6-8BAD-76BAB3C3CA9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ACDD8E5-7497-FBA8-8292-55B9F274C2B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690AA6-FEC9-2EC9-167A-BEA5FAC73B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F91D47D-FCAD-9198-44C2-B953E814151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47B4218-91A4-D288-3BAB-FE4B0933FB1C}"/>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2A975E5-47B6-A35B-E4C3-58A0FB360654}"/>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A7B6D953-E9B7-2A99-2923-16C052D1CB8C}"/>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0CBC9B3A-1DA6-4716-D3B5-8F55FB834CCF}"/>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D9009E76-1F47-DBF2-02D3-28DD06AE0FC7}"/>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FEF19410-CD89-E554-F96C-98001945CC19}"/>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1F78AF3C-E6D2-CC27-A5C2-D9FA9BCF0FD8}"/>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D18B9B85-2D95-4DDC-79ED-4208ED3C48B4}"/>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21" name="TextBox 20">
            <a:extLst>
              <a:ext uri="{FF2B5EF4-FFF2-40B4-BE49-F238E27FC236}">
                <a16:creationId xmlns:a16="http://schemas.microsoft.com/office/drawing/2014/main" id="{C8E4FDF1-8CF5-28D1-12FE-3C1B30D8DAB6}"/>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F330EBE9-9C7C-5958-C500-42422D44E042}"/>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B8D619BC-7A8B-9059-079F-5146D61565C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C33D560-4C09-814C-905F-EC00F96BAD2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201DDB5-617D-A099-B3B1-D4604166F842}"/>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9718BDE3-AD6D-4E71-5CB9-0CBC3C7D9F7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6060241-33F7-E69E-F6E0-CA69BB293C5B}"/>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C00B538-D66D-80C3-3530-55D5DF06B2B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9A105F0A-03F1-E832-5A8D-9C5D4856EAC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4F195E0C-E8D7-ABC0-61EA-194FD89D70DC}"/>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FEE04A9E-0473-DC2C-1AC6-006DEEA28DA1}"/>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2777224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9FD6-D70C-D207-FF4D-5C5EF8E979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8CEBBC-9808-A8C3-F3FE-DAD49D0E02A7}"/>
              </a:ext>
            </a:extLst>
          </p:cNvPr>
          <p:cNvSpPr>
            <a:spLocks noGrp="1"/>
          </p:cNvSpPr>
          <p:nvPr>
            <p:ph sz="half" idx="1"/>
          </p:nvPr>
        </p:nvSpPr>
        <p:spPr/>
        <p:txBody>
          <a:bodyPr>
            <a:normAutofit/>
          </a:bodyPr>
          <a:lstStyle/>
          <a:p>
            <a:r>
              <a:rPr lang="en-US" dirty="0"/>
              <a:t>Reduce, noting last possible 4 in left center block.</a:t>
            </a:r>
          </a:p>
        </p:txBody>
      </p:sp>
      <p:pic>
        <p:nvPicPr>
          <p:cNvPr id="4" name="Picture 3" descr="A grid of sudoku puzzle&#10;&#10;Description automatically generated">
            <a:extLst>
              <a:ext uri="{FF2B5EF4-FFF2-40B4-BE49-F238E27FC236}">
                <a16:creationId xmlns:a16="http://schemas.microsoft.com/office/drawing/2014/main" id="{71C5E025-E5DE-938D-F395-24374697173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CCFC0AE-0E02-B896-1CDC-0EE4E58E2B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387E005-4A22-2F77-EE7E-2D4C87B35DD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B5DBE98-456E-B20B-3437-C70FED8681A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AFA98F4-879C-16CE-4E4D-498C4426541E}"/>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3344F59-8D43-CFD0-8672-F9678FC58627}"/>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4E35A2E5-BFA0-87C7-CD6C-C113CB6627FF}"/>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A7687146-7633-D124-EC5C-B08B8D647BD6}"/>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2072A070-AAFE-5BB4-1F9C-3ECB0E15E534}"/>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8E109E12-32A5-EEF9-415B-41A65E7D5390}"/>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8372B4B3-C676-0BAB-6BEA-2BD92DFBCC7D}"/>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21" name="TextBox 20">
            <a:extLst>
              <a:ext uri="{FF2B5EF4-FFF2-40B4-BE49-F238E27FC236}">
                <a16:creationId xmlns:a16="http://schemas.microsoft.com/office/drawing/2014/main" id="{67FFE1A2-E6B9-A0DC-84DB-2208A8EBC528}"/>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2D5DDFF2-15E1-C5C4-007B-995DA239D768}"/>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EDFCD36D-A2CC-3F90-DDC4-1ED9F66020C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DA13AE4-4BB5-97FC-620B-90DD4AB3AD06}"/>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71068611-ECE1-E07C-B49B-4D9AB4DBDBB5}"/>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038AC0FF-7225-560C-F904-C676F0BA985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AE17219-6E13-7006-C514-EDC40997276F}"/>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AB57BE1-0354-27E5-7A1C-1FF9411956D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A711C6D2-6247-E107-53A8-90501FE8ED8A}"/>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25F7DF50-3D69-237E-A8F3-FD5AA7D570ED}"/>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8FB6E830-C6B0-4D24-B7CD-45863239C247}"/>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829EF0BC-DC64-A3D1-8619-A95598FC20A7}"/>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2872155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78776-C511-8C50-12B8-5FFFB7255C4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C27E10-2575-19EC-6078-7B69794ADE9F}"/>
              </a:ext>
            </a:extLst>
          </p:cNvPr>
          <p:cNvSpPr>
            <a:spLocks noGrp="1"/>
          </p:cNvSpPr>
          <p:nvPr>
            <p:ph sz="half" idx="1"/>
          </p:nvPr>
        </p:nvSpPr>
        <p:spPr/>
        <p:txBody>
          <a:bodyPr>
            <a:normAutofit/>
          </a:bodyPr>
          <a:lstStyle/>
          <a:p>
            <a:r>
              <a:rPr lang="en-US" dirty="0"/>
              <a:t>Complete Row 4.</a:t>
            </a:r>
          </a:p>
        </p:txBody>
      </p:sp>
      <p:pic>
        <p:nvPicPr>
          <p:cNvPr id="4" name="Picture 3" descr="A grid of sudoku puzzle&#10;&#10;Description automatically generated">
            <a:extLst>
              <a:ext uri="{FF2B5EF4-FFF2-40B4-BE49-F238E27FC236}">
                <a16:creationId xmlns:a16="http://schemas.microsoft.com/office/drawing/2014/main" id="{2108E7D1-D18C-8299-AE3D-75BDFB9CF21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1F9D92-F960-9376-6670-D39E73F22E7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AE1F51C-4F53-AE65-BD09-4F3AC8F24BC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54998DF-139C-900B-FE1E-26FBB67156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4D1002-4A40-7602-F0F7-DFA99D59FB9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B04EA84-4D78-4148-61F8-81AD1F2A9803}"/>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5E305CEE-7B21-CE92-6BA6-72F9C9B7AEC6}"/>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02DD4521-6B2D-39E4-E80D-D504D447B629}"/>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E1A66F8A-20A6-E04B-7AB7-DEBECFD59301}"/>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B5DED8EE-9F10-6C86-4C33-AB0E625A726C}"/>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F8D7957A-940A-B366-30AC-12754F67AB46}"/>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21" name="TextBox 20">
            <a:extLst>
              <a:ext uri="{FF2B5EF4-FFF2-40B4-BE49-F238E27FC236}">
                <a16:creationId xmlns:a16="http://schemas.microsoft.com/office/drawing/2014/main" id="{1F226318-2F32-BF69-C736-4E977572AA17}"/>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39C6888C-6B38-4823-2FEC-7576C4EEEC30}"/>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D2D3B880-6CCF-1A8D-79C8-0044E3638C7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7EE102D9-C2C1-1FC7-C761-C8790BF8D12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4F207479-B5E1-312A-9687-DFF5C7FE0F98}"/>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E4E5F5BD-8A18-71A8-009B-0B49F136E36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BA04863-EFF8-4D07-510F-6C4720B15BF3}"/>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1113F63-755F-8D13-590B-E4B0D4552F9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16C254A8-37D6-F146-1F42-0C855897C4DA}"/>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9C1F59DD-07F9-78B2-EC22-75E6359F39CC}"/>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a:t>
            </a:r>
          </a:p>
        </p:txBody>
      </p:sp>
      <p:sp>
        <p:nvSpPr>
          <p:cNvPr id="27" name="TextBox 26">
            <a:extLst>
              <a:ext uri="{FF2B5EF4-FFF2-40B4-BE49-F238E27FC236}">
                <a16:creationId xmlns:a16="http://schemas.microsoft.com/office/drawing/2014/main" id="{7F3C381B-8557-166D-DEC3-DF9FF4477117}"/>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71588145-14A3-231B-CC69-4BB3B73DC663}"/>
              </a:ext>
            </a:extLst>
          </p:cNvPr>
          <p:cNvSpPr txBox="1"/>
          <p:nvPr/>
        </p:nvSpPr>
        <p:spPr>
          <a:xfrm>
            <a:off x="5650090" y="2277765"/>
            <a:ext cx="570089" cy="230832"/>
          </a:xfrm>
          <a:prstGeom prst="rect">
            <a:avLst/>
          </a:prstGeom>
          <a:noFill/>
        </p:spPr>
        <p:txBody>
          <a:bodyPr wrap="square" rtlCol="0">
            <a:spAutoFit/>
          </a:bodyPr>
          <a:lstStyle/>
          <a:p>
            <a:pPr algn="ctr"/>
            <a:r>
              <a:rPr lang="en-US" sz="900" dirty="0"/>
              <a:t>3578</a:t>
            </a:r>
          </a:p>
        </p:txBody>
      </p:sp>
      <p:sp>
        <p:nvSpPr>
          <p:cNvPr id="29" name="TextBox 28">
            <a:extLst>
              <a:ext uri="{FF2B5EF4-FFF2-40B4-BE49-F238E27FC236}">
                <a16:creationId xmlns:a16="http://schemas.microsoft.com/office/drawing/2014/main" id="{B0BF928D-1B7F-A1BB-5383-EE2ACD509C47}"/>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a:t>
            </a:r>
          </a:p>
        </p:txBody>
      </p:sp>
      <p:sp>
        <p:nvSpPr>
          <p:cNvPr id="30" name="TextBox 29">
            <a:extLst>
              <a:ext uri="{FF2B5EF4-FFF2-40B4-BE49-F238E27FC236}">
                <a16:creationId xmlns:a16="http://schemas.microsoft.com/office/drawing/2014/main" id="{EAFBF499-9949-3261-9488-D5C2D0247C58}"/>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1" name="TextBox 30">
            <a:extLst>
              <a:ext uri="{FF2B5EF4-FFF2-40B4-BE49-F238E27FC236}">
                <a16:creationId xmlns:a16="http://schemas.microsoft.com/office/drawing/2014/main" id="{4268311D-3497-9DA9-D10C-A5A0BFE4099B}"/>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DC47C908-83EA-A670-6CCF-90380FE062D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1785094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B664E-8418-2833-811E-6B8847AE84F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A7997D-1139-E826-2B45-E58A53B1DF76}"/>
              </a:ext>
            </a:extLst>
          </p:cNvPr>
          <p:cNvSpPr>
            <a:spLocks noGrp="1"/>
          </p:cNvSpPr>
          <p:nvPr>
            <p:ph sz="half" idx="1"/>
          </p:nvPr>
        </p:nvSpPr>
        <p:spPr/>
        <p:txBody>
          <a:bodyPr>
            <a:normAutofit/>
          </a:bodyPr>
          <a:lstStyle/>
          <a:p>
            <a:r>
              <a:rPr lang="en-US" dirty="0"/>
              <a:t>The five red lines that cross rows, columns, and blocks must be the remaining squares, which must repeat digits: 1², 5², 7², 8², and 9². Here, there are three of those possibilities. (3² is not possible.)</a:t>
            </a:r>
          </a:p>
        </p:txBody>
      </p:sp>
      <p:pic>
        <p:nvPicPr>
          <p:cNvPr id="4" name="Picture 3" descr="A grid of sudoku puzzle&#10;&#10;Description automatically generated">
            <a:extLst>
              <a:ext uri="{FF2B5EF4-FFF2-40B4-BE49-F238E27FC236}">
                <a16:creationId xmlns:a16="http://schemas.microsoft.com/office/drawing/2014/main" id="{5A15862B-7D2A-2C23-AB7F-71D9DE70246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18112D-EEB4-0550-64DF-1D8A4CC5C46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4C05346-0921-0E4F-608B-291A59A57D3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DA16AE8-AA67-1BCC-9548-E248799832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DD2261-BA6D-8FE6-4341-5989C48B8AC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7E6E73C-8DCB-662F-7B7C-322DA0133408}"/>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DFF40112-D558-A664-AEE1-F54188D24248}"/>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CC5C8899-71FD-F421-2254-325FCA5FF6E5}"/>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63FEA01B-15E1-C3B6-EBEB-99ABAE57CCB0}"/>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F561B5AA-6675-BCE2-01A3-DA44948E22BB}"/>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B910956C-13D9-C401-8082-683E4B379D28}"/>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21" name="TextBox 20">
            <a:extLst>
              <a:ext uri="{FF2B5EF4-FFF2-40B4-BE49-F238E27FC236}">
                <a16:creationId xmlns:a16="http://schemas.microsoft.com/office/drawing/2014/main" id="{B83007CC-66BB-183D-0074-70D742041A77}"/>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C77A8444-C88F-42B1-D4EE-B749ABD73E13}"/>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E22EAE24-7F79-A8C6-4B46-E9C6121F56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5E22B0E-1912-41F4-B122-3C874369BA7A}"/>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89A4DD29-3582-E705-EEF9-F61FD5990AE2}"/>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E977689F-BAD1-BAC5-693A-D3D9FE442BE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6267919-3ED7-D677-64C8-63B1410CFB1F}"/>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E73840C-D5C9-23A3-A7D4-998B469D424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5D0A43D6-D867-0BB0-DAE8-6FB640AF08BE}"/>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D54C5A96-546F-2E18-8AD6-F390EF656D4B}"/>
              </a:ext>
            </a:extLst>
          </p:cNvPr>
          <p:cNvSpPr txBox="1"/>
          <p:nvPr/>
        </p:nvSpPr>
        <p:spPr>
          <a:xfrm>
            <a:off x="4645378" y="2531765"/>
            <a:ext cx="570089" cy="230832"/>
          </a:xfrm>
          <a:prstGeom prst="rect">
            <a:avLst/>
          </a:prstGeom>
          <a:noFill/>
        </p:spPr>
        <p:txBody>
          <a:bodyPr wrap="square" rtlCol="0">
            <a:spAutoFit/>
          </a:bodyPr>
          <a:lstStyle/>
          <a:p>
            <a:pPr algn="ctr"/>
            <a:r>
              <a:rPr lang="en-US" sz="900" dirty="0"/>
              <a:t>578</a:t>
            </a:r>
          </a:p>
        </p:txBody>
      </p:sp>
      <p:sp>
        <p:nvSpPr>
          <p:cNvPr id="27" name="TextBox 26">
            <a:extLst>
              <a:ext uri="{FF2B5EF4-FFF2-40B4-BE49-F238E27FC236}">
                <a16:creationId xmlns:a16="http://schemas.microsoft.com/office/drawing/2014/main" id="{2B5E864A-7B17-868F-9A32-C2FC3485249E}"/>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237FA8D5-3458-45C9-D6B8-D55D70F9A627}"/>
              </a:ext>
            </a:extLst>
          </p:cNvPr>
          <p:cNvSpPr txBox="1"/>
          <p:nvPr/>
        </p:nvSpPr>
        <p:spPr>
          <a:xfrm>
            <a:off x="5650090" y="2277765"/>
            <a:ext cx="570089" cy="230832"/>
          </a:xfrm>
          <a:prstGeom prst="rect">
            <a:avLst/>
          </a:prstGeom>
          <a:noFill/>
        </p:spPr>
        <p:txBody>
          <a:bodyPr wrap="square" rtlCol="0">
            <a:spAutoFit/>
          </a:bodyPr>
          <a:lstStyle/>
          <a:p>
            <a:pPr algn="ctr"/>
            <a:r>
              <a:rPr lang="en-US" sz="900" dirty="0"/>
              <a:t>578</a:t>
            </a:r>
          </a:p>
        </p:txBody>
      </p:sp>
      <p:sp>
        <p:nvSpPr>
          <p:cNvPr id="29" name="TextBox 28">
            <a:extLst>
              <a:ext uri="{FF2B5EF4-FFF2-40B4-BE49-F238E27FC236}">
                <a16:creationId xmlns:a16="http://schemas.microsoft.com/office/drawing/2014/main" id="{23390F2A-226C-F585-B48C-EA08F7A7F1B3}"/>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a:t>
            </a:r>
          </a:p>
        </p:txBody>
      </p:sp>
      <p:sp>
        <p:nvSpPr>
          <p:cNvPr id="30" name="TextBox 29">
            <a:extLst>
              <a:ext uri="{FF2B5EF4-FFF2-40B4-BE49-F238E27FC236}">
                <a16:creationId xmlns:a16="http://schemas.microsoft.com/office/drawing/2014/main" id="{8DCBEEE3-C59B-84AF-41FD-1AA833455871}"/>
              </a:ext>
            </a:extLst>
          </p:cNvPr>
          <p:cNvSpPr txBox="1"/>
          <p:nvPr/>
        </p:nvSpPr>
        <p:spPr>
          <a:xfrm>
            <a:off x="6152446" y="3032709"/>
            <a:ext cx="570089" cy="230832"/>
          </a:xfrm>
          <a:prstGeom prst="rect">
            <a:avLst/>
          </a:prstGeom>
          <a:noFill/>
        </p:spPr>
        <p:txBody>
          <a:bodyPr wrap="square" rtlCol="0">
            <a:spAutoFit/>
          </a:bodyPr>
          <a:lstStyle/>
          <a:p>
            <a:pPr algn="ctr"/>
            <a:r>
              <a:rPr lang="en-US" sz="900" dirty="0"/>
              <a:t>578</a:t>
            </a:r>
          </a:p>
        </p:txBody>
      </p:sp>
      <p:sp>
        <p:nvSpPr>
          <p:cNvPr id="31" name="TextBox 30">
            <a:extLst>
              <a:ext uri="{FF2B5EF4-FFF2-40B4-BE49-F238E27FC236}">
                <a16:creationId xmlns:a16="http://schemas.microsoft.com/office/drawing/2014/main" id="{1DD1037E-CE59-9AB9-0F69-731B30B1715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17C462BD-DE2F-117D-3856-6DEA1A65114F}"/>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41A75009-AE81-92F1-2FAC-E9A020D91ADF}"/>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4979044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CB2E63-D641-30A0-CDB4-1D80AF5F41E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B49DEC5-8946-E640-2E4C-D99F1ABB6072}"/>
              </a:ext>
            </a:extLst>
          </p:cNvPr>
          <p:cNvSpPr>
            <a:spLocks noGrp="1"/>
          </p:cNvSpPr>
          <p:nvPr>
            <p:ph sz="half" idx="1"/>
          </p:nvPr>
        </p:nvSpPr>
        <p:spPr/>
        <p:txBody>
          <a:bodyPr>
            <a:normAutofit/>
          </a:bodyPr>
          <a:lstStyle/>
          <a:p>
            <a:r>
              <a:rPr lang="en-US" dirty="0"/>
              <a:t>Last remaining line that can be the 99 (9²) pair.</a:t>
            </a:r>
          </a:p>
        </p:txBody>
      </p:sp>
      <p:pic>
        <p:nvPicPr>
          <p:cNvPr id="4" name="Picture 3" descr="A grid of sudoku puzzle&#10;&#10;Description automatically generated">
            <a:extLst>
              <a:ext uri="{FF2B5EF4-FFF2-40B4-BE49-F238E27FC236}">
                <a16:creationId xmlns:a16="http://schemas.microsoft.com/office/drawing/2014/main" id="{8980F1FE-A289-8320-B779-8F9274445AA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E6C4F96-5762-FC86-7684-99DFDEEACF8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CBED50D-C040-8C6E-F928-E34F91EB935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74B2C1D-34D8-C888-42D8-9F849E824BE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06778B3-FC47-FB83-B3CA-27A999800C5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8BFAA79-1C23-6F0F-7B0D-98A360E19FD4}"/>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E1223438-77ED-8D9D-00C7-90690832CC3A}"/>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138235A3-C855-FA1E-0283-B8B76D5EA54E}"/>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67C78748-B153-2E73-2D1A-2B2E3D813CEE}"/>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E61619C4-5B8C-FE8E-AE16-3957E800A1D0}"/>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60023B53-D55C-2C6F-39F1-A5D9D15A9540}"/>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21" name="TextBox 20">
            <a:extLst>
              <a:ext uri="{FF2B5EF4-FFF2-40B4-BE49-F238E27FC236}">
                <a16:creationId xmlns:a16="http://schemas.microsoft.com/office/drawing/2014/main" id="{7314E196-E200-BFAF-2816-37208F8EE281}"/>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22B3F23F-4BBD-7269-9CC9-8B355965EA45}"/>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4FEFD8DE-1FFE-497A-5AB3-30AE9CFB1AB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5156295-302D-9A8E-C963-52B58742E3CB}"/>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D1ECAE6A-728F-AD01-7464-BB0D93829C47}"/>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1CCCE34E-F027-D576-A367-C28DBF76288D}"/>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20992AD-B9F8-C312-E667-145611C4200B}"/>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D2F13F3-6093-A151-407E-5BAD0FA697EE}"/>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46421B3A-2C5F-36B3-C6E3-0E608727DDFF}"/>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C6BD0C09-1B42-5D07-545B-67B56904C549}"/>
              </a:ext>
            </a:extLst>
          </p:cNvPr>
          <p:cNvSpPr txBox="1"/>
          <p:nvPr/>
        </p:nvSpPr>
        <p:spPr>
          <a:xfrm>
            <a:off x="4645378" y="2531765"/>
            <a:ext cx="570089" cy="230832"/>
          </a:xfrm>
          <a:prstGeom prst="rect">
            <a:avLst/>
          </a:prstGeom>
          <a:noFill/>
        </p:spPr>
        <p:txBody>
          <a:bodyPr wrap="square" rtlCol="0">
            <a:spAutoFit/>
          </a:bodyPr>
          <a:lstStyle/>
          <a:p>
            <a:pPr algn="ctr"/>
            <a:r>
              <a:rPr lang="en-US" sz="900" dirty="0"/>
              <a:t>578</a:t>
            </a:r>
          </a:p>
        </p:txBody>
      </p:sp>
      <p:sp>
        <p:nvSpPr>
          <p:cNvPr id="27" name="TextBox 26">
            <a:extLst>
              <a:ext uri="{FF2B5EF4-FFF2-40B4-BE49-F238E27FC236}">
                <a16:creationId xmlns:a16="http://schemas.microsoft.com/office/drawing/2014/main" id="{B7BE1369-46A0-2DC8-69B6-C4345A002130}"/>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2D054B63-06F7-1801-4FA4-20DB1968D154}"/>
              </a:ext>
            </a:extLst>
          </p:cNvPr>
          <p:cNvSpPr txBox="1"/>
          <p:nvPr/>
        </p:nvSpPr>
        <p:spPr>
          <a:xfrm>
            <a:off x="5650090" y="2277765"/>
            <a:ext cx="570089" cy="230832"/>
          </a:xfrm>
          <a:prstGeom prst="rect">
            <a:avLst/>
          </a:prstGeom>
          <a:noFill/>
        </p:spPr>
        <p:txBody>
          <a:bodyPr wrap="square" rtlCol="0">
            <a:spAutoFit/>
          </a:bodyPr>
          <a:lstStyle/>
          <a:p>
            <a:pPr algn="ctr"/>
            <a:r>
              <a:rPr lang="en-US" sz="900" dirty="0"/>
              <a:t>578</a:t>
            </a:r>
          </a:p>
        </p:txBody>
      </p:sp>
      <p:sp>
        <p:nvSpPr>
          <p:cNvPr id="29" name="TextBox 28">
            <a:extLst>
              <a:ext uri="{FF2B5EF4-FFF2-40B4-BE49-F238E27FC236}">
                <a16:creationId xmlns:a16="http://schemas.microsoft.com/office/drawing/2014/main" id="{5B4DB9C6-92E3-85B7-D282-03454E6122CD}"/>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a:t>
            </a:r>
          </a:p>
        </p:txBody>
      </p:sp>
      <p:sp>
        <p:nvSpPr>
          <p:cNvPr id="30" name="TextBox 29">
            <a:extLst>
              <a:ext uri="{FF2B5EF4-FFF2-40B4-BE49-F238E27FC236}">
                <a16:creationId xmlns:a16="http://schemas.microsoft.com/office/drawing/2014/main" id="{14CE3571-C433-8925-06B8-B04870A08046}"/>
              </a:ext>
            </a:extLst>
          </p:cNvPr>
          <p:cNvSpPr txBox="1"/>
          <p:nvPr/>
        </p:nvSpPr>
        <p:spPr>
          <a:xfrm>
            <a:off x="6152446" y="3032709"/>
            <a:ext cx="570089" cy="230832"/>
          </a:xfrm>
          <a:prstGeom prst="rect">
            <a:avLst/>
          </a:prstGeom>
          <a:noFill/>
        </p:spPr>
        <p:txBody>
          <a:bodyPr wrap="square" rtlCol="0">
            <a:spAutoFit/>
          </a:bodyPr>
          <a:lstStyle/>
          <a:p>
            <a:pPr algn="ctr"/>
            <a:r>
              <a:rPr lang="en-US" sz="900" dirty="0"/>
              <a:t>578</a:t>
            </a:r>
          </a:p>
        </p:txBody>
      </p:sp>
      <p:sp>
        <p:nvSpPr>
          <p:cNvPr id="31" name="TextBox 30">
            <a:extLst>
              <a:ext uri="{FF2B5EF4-FFF2-40B4-BE49-F238E27FC236}">
                <a16:creationId xmlns:a16="http://schemas.microsoft.com/office/drawing/2014/main" id="{DA12A780-C2FA-31BA-A7F0-1405F1CF2E3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4F9E286E-A197-2B48-6659-DBB67D44B93E}"/>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95B2F956-393A-85F1-7893-D824F7F16B0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13E103A4-881C-3CA6-D483-BB8ACA483EC4}"/>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3734262C-41A2-BEC7-1154-D6771DFFF2F5}"/>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40164775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19E53-C879-B5DC-BF91-5D7504EDD8F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BFF27A-43AE-9B61-3D10-E25CC2324B3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E453ADD-6B28-8FD5-7D1F-DADB711E79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32FDB56-466F-1C76-6975-80CF652C01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D98BAC0-2F48-D4D4-9574-33EA8DF1FD4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703B389-D1A0-55FD-BA86-1FA6038B55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31B1D72-99FA-78A5-F054-F0A386F2C016}"/>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37161F8-EC7A-9181-DB30-6FB7BB94D9D2}"/>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4B350EEF-0832-5B61-A254-A716D3EFFBC4}"/>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B5874FA5-8E49-1FA8-8B38-4E25BC155E1A}"/>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E71FF31E-E823-B3CE-F90C-5513589AAEB2}"/>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3" name="TextBox 12">
            <a:extLst>
              <a:ext uri="{FF2B5EF4-FFF2-40B4-BE49-F238E27FC236}">
                <a16:creationId xmlns:a16="http://schemas.microsoft.com/office/drawing/2014/main" id="{CB4266D6-02D5-B204-E916-C8B5F666694E}"/>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B6837E3B-F348-05CD-8BD1-FC82D4AFC68A}"/>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21" name="TextBox 20">
            <a:extLst>
              <a:ext uri="{FF2B5EF4-FFF2-40B4-BE49-F238E27FC236}">
                <a16:creationId xmlns:a16="http://schemas.microsoft.com/office/drawing/2014/main" id="{D3A088A2-2C95-2401-A5EB-D8FF2EFAFFD7}"/>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22DA6ED5-4B35-CDB3-3A0F-98BE9404F635}"/>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CC45EC08-1AFC-D54C-D42F-ED3EAA6A321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3ED3FF3B-E105-8023-A505-EC018952022B}"/>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9794A76F-699E-C233-4BAA-C96BFD7D9E5C}"/>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E7779D17-81C2-1C38-1E12-4F49769EA36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0E20337-1162-1CEA-339E-C84BA8334392}"/>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5D92E38-D696-D755-384B-47B1A818ADAE}"/>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FBB9FD43-6263-BCC4-D1D8-E2F366BC6217}"/>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5B630EC4-9D6F-906C-8578-88D36C1CCA3D}"/>
              </a:ext>
            </a:extLst>
          </p:cNvPr>
          <p:cNvSpPr txBox="1"/>
          <p:nvPr/>
        </p:nvSpPr>
        <p:spPr>
          <a:xfrm>
            <a:off x="4645378" y="2531765"/>
            <a:ext cx="570089" cy="230832"/>
          </a:xfrm>
          <a:prstGeom prst="rect">
            <a:avLst/>
          </a:prstGeom>
          <a:noFill/>
        </p:spPr>
        <p:txBody>
          <a:bodyPr wrap="square" rtlCol="0">
            <a:spAutoFit/>
          </a:bodyPr>
          <a:lstStyle/>
          <a:p>
            <a:pPr algn="ctr"/>
            <a:r>
              <a:rPr lang="en-US" sz="900" dirty="0"/>
              <a:t>578</a:t>
            </a:r>
          </a:p>
        </p:txBody>
      </p:sp>
      <p:sp>
        <p:nvSpPr>
          <p:cNvPr id="27" name="TextBox 26">
            <a:extLst>
              <a:ext uri="{FF2B5EF4-FFF2-40B4-BE49-F238E27FC236}">
                <a16:creationId xmlns:a16="http://schemas.microsoft.com/office/drawing/2014/main" id="{11F0634C-EB66-67FA-9E2C-05CAC6C892FF}"/>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D3ABD02F-111F-FB8A-0BCC-A415C899A418}"/>
              </a:ext>
            </a:extLst>
          </p:cNvPr>
          <p:cNvSpPr txBox="1"/>
          <p:nvPr/>
        </p:nvSpPr>
        <p:spPr>
          <a:xfrm>
            <a:off x="5650090" y="2277765"/>
            <a:ext cx="570089" cy="230832"/>
          </a:xfrm>
          <a:prstGeom prst="rect">
            <a:avLst/>
          </a:prstGeom>
          <a:noFill/>
        </p:spPr>
        <p:txBody>
          <a:bodyPr wrap="square" rtlCol="0">
            <a:spAutoFit/>
          </a:bodyPr>
          <a:lstStyle/>
          <a:p>
            <a:pPr algn="ctr"/>
            <a:r>
              <a:rPr lang="en-US" sz="900" dirty="0"/>
              <a:t>578</a:t>
            </a:r>
          </a:p>
        </p:txBody>
      </p:sp>
      <p:sp>
        <p:nvSpPr>
          <p:cNvPr id="29" name="TextBox 28">
            <a:extLst>
              <a:ext uri="{FF2B5EF4-FFF2-40B4-BE49-F238E27FC236}">
                <a16:creationId xmlns:a16="http://schemas.microsoft.com/office/drawing/2014/main" id="{32320F7D-A494-4B66-7710-659DE2725C16}"/>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a:t>
            </a:r>
          </a:p>
        </p:txBody>
      </p:sp>
      <p:sp>
        <p:nvSpPr>
          <p:cNvPr id="30" name="TextBox 29">
            <a:extLst>
              <a:ext uri="{FF2B5EF4-FFF2-40B4-BE49-F238E27FC236}">
                <a16:creationId xmlns:a16="http://schemas.microsoft.com/office/drawing/2014/main" id="{EF4F1CB3-A5D3-0BC7-62AD-7DBC2CE66E24}"/>
              </a:ext>
            </a:extLst>
          </p:cNvPr>
          <p:cNvSpPr txBox="1"/>
          <p:nvPr/>
        </p:nvSpPr>
        <p:spPr>
          <a:xfrm>
            <a:off x="6152446" y="3032709"/>
            <a:ext cx="570089" cy="230832"/>
          </a:xfrm>
          <a:prstGeom prst="rect">
            <a:avLst/>
          </a:prstGeom>
          <a:noFill/>
        </p:spPr>
        <p:txBody>
          <a:bodyPr wrap="square" rtlCol="0">
            <a:spAutoFit/>
          </a:bodyPr>
          <a:lstStyle/>
          <a:p>
            <a:pPr algn="ctr"/>
            <a:r>
              <a:rPr lang="en-US" sz="900" dirty="0"/>
              <a:t>578</a:t>
            </a:r>
          </a:p>
        </p:txBody>
      </p:sp>
      <p:sp>
        <p:nvSpPr>
          <p:cNvPr id="31" name="TextBox 30">
            <a:extLst>
              <a:ext uri="{FF2B5EF4-FFF2-40B4-BE49-F238E27FC236}">
                <a16:creationId xmlns:a16="http://schemas.microsoft.com/office/drawing/2014/main" id="{CC7E6591-9584-1A34-9019-F6588D28965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15AD8C4D-781E-12B7-A4C3-E1C9421D751B}"/>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EB650A72-A4E4-912B-6CDB-F0ECA4F614D3}"/>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830FB211-6B69-780A-C19F-A46E4F14A34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843CF905-D758-DC48-5F4F-459EC9CE7526}"/>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41975356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DD9C8-A9A2-D26E-93B2-6504FA7EF2C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3A48BC-0F71-2498-09A7-ECFF9DAD90AC}"/>
              </a:ext>
            </a:extLst>
          </p:cNvPr>
          <p:cNvSpPr>
            <a:spLocks noGrp="1"/>
          </p:cNvSpPr>
          <p:nvPr>
            <p:ph sz="half" idx="1"/>
          </p:nvPr>
        </p:nvSpPr>
        <p:spPr/>
        <p:txBody>
          <a:bodyPr>
            <a:normAutofit/>
          </a:bodyPr>
          <a:lstStyle/>
          <a:p>
            <a:r>
              <a:rPr lang="en-US" dirty="0"/>
              <a:t>In the left center block, 9 is in Column 2. Also, last possible 9 in upper right block. As expected, one of the red lines is 14 and the other is 49.</a:t>
            </a:r>
          </a:p>
        </p:txBody>
      </p:sp>
      <p:pic>
        <p:nvPicPr>
          <p:cNvPr id="4" name="Picture 3" descr="A grid of sudoku puzzle&#10;&#10;Description automatically generated">
            <a:extLst>
              <a:ext uri="{FF2B5EF4-FFF2-40B4-BE49-F238E27FC236}">
                <a16:creationId xmlns:a16="http://schemas.microsoft.com/office/drawing/2014/main" id="{103DD0E7-4862-DABC-CAA7-57F8B0EA813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38ACCB6-1CE1-E0A9-DFC0-24EC3CFBA2D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5CBE60E-9B05-D6F5-CF9F-60DCA1E1796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FC8C2D6-04D6-0C82-2C1C-FB9AB774B10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9E1268E-941F-77E9-EF98-3E17F35F77F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7427E38-98FE-CECA-7AD1-CB0A6B8B5526}"/>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1B57E03A-48F2-EE00-6A7A-C78FC466295B}"/>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7733E8E5-A8B5-A176-5B04-B93E70136905}"/>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3DD4F5A7-D021-906B-20DC-6EFB0152238D}"/>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3" name="TextBox 12">
            <a:extLst>
              <a:ext uri="{FF2B5EF4-FFF2-40B4-BE49-F238E27FC236}">
                <a16:creationId xmlns:a16="http://schemas.microsoft.com/office/drawing/2014/main" id="{662B3D2B-2452-54DE-2095-5E850F78CB60}"/>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2656E41D-BA58-E174-5257-917BB853E366}"/>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8" name="TextBox 17">
            <a:extLst>
              <a:ext uri="{FF2B5EF4-FFF2-40B4-BE49-F238E27FC236}">
                <a16:creationId xmlns:a16="http://schemas.microsoft.com/office/drawing/2014/main" id="{FA6B97E2-3E52-CC63-4E40-D546779B7D8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8734987-CED8-A898-03CD-F43EA7BD89F8}"/>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4723E2F1-731D-7463-2C51-F76C28DA8ABF}"/>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93C50365-4B3F-CD69-8740-6AFEE372889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083C7C5-BDC7-D87C-D008-62CC1C51E38B}"/>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3C7C5CA-2935-EC89-7541-0CFFFCE050E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B2EAE1C9-BF98-5380-AFE1-1DCA424CB1E9}"/>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BC5C9F88-B2AA-B469-F6B1-B6D7924E8E2D}"/>
              </a:ext>
            </a:extLst>
          </p:cNvPr>
          <p:cNvSpPr txBox="1"/>
          <p:nvPr/>
        </p:nvSpPr>
        <p:spPr>
          <a:xfrm>
            <a:off x="4645378" y="2531765"/>
            <a:ext cx="570089" cy="230832"/>
          </a:xfrm>
          <a:prstGeom prst="rect">
            <a:avLst/>
          </a:prstGeom>
          <a:noFill/>
        </p:spPr>
        <p:txBody>
          <a:bodyPr wrap="square" rtlCol="0">
            <a:spAutoFit/>
          </a:bodyPr>
          <a:lstStyle/>
          <a:p>
            <a:pPr algn="ctr"/>
            <a:r>
              <a:rPr lang="en-US" sz="900" dirty="0"/>
              <a:t>578</a:t>
            </a:r>
          </a:p>
        </p:txBody>
      </p:sp>
      <p:sp>
        <p:nvSpPr>
          <p:cNvPr id="27" name="TextBox 26">
            <a:extLst>
              <a:ext uri="{FF2B5EF4-FFF2-40B4-BE49-F238E27FC236}">
                <a16:creationId xmlns:a16="http://schemas.microsoft.com/office/drawing/2014/main" id="{DD9E66D7-68A0-BB4B-1D45-E9024EAB9E69}"/>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2FBFB0D7-85E1-DA30-E4C1-94B22BA8C8CD}"/>
              </a:ext>
            </a:extLst>
          </p:cNvPr>
          <p:cNvSpPr txBox="1"/>
          <p:nvPr/>
        </p:nvSpPr>
        <p:spPr>
          <a:xfrm>
            <a:off x="5650090" y="2277765"/>
            <a:ext cx="570089" cy="230832"/>
          </a:xfrm>
          <a:prstGeom prst="rect">
            <a:avLst/>
          </a:prstGeom>
          <a:noFill/>
        </p:spPr>
        <p:txBody>
          <a:bodyPr wrap="square" rtlCol="0">
            <a:spAutoFit/>
          </a:bodyPr>
          <a:lstStyle/>
          <a:p>
            <a:pPr algn="ctr"/>
            <a:r>
              <a:rPr lang="en-US" sz="900" dirty="0"/>
              <a:t>578</a:t>
            </a:r>
          </a:p>
        </p:txBody>
      </p:sp>
      <p:sp>
        <p:nvSpPr>
          <p:cNvPr id="29" name="TextBox 28">
            <a:extLst>
              <a:ext uri="{FF2B5EF4-FFF2-40B4-BE49-F238E27FC236}">
                <a16:creationId xmlns:a16="http://schemas.microsoft.com/office/drawing/2014/main" id="{625CE2A6-BC63-2688-05E4-275F54FBBA25}"/>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a:t>
            </a:r>
          </a:p>
        </p:txBody>
      </p:sp>
      <p:sp>
        <p:nvSpPr>
          <p:cNvPr id="30" name="TextBox 29">
            <a:extLst>
              <a:ext uri="{FF2B5EF4-FFF2-40B4-BE49-F238E27FC236}">
                <a16:creationId xmlns:a16="http://schemas.microsoft.com/office/drawing/2014/main" id="{79F86635-31D5-681D-D9F5-F8EAB36CC5C2}"/>
              </a:ext>
            </a:extLst>
          </p:cNvPr>
          <p:cNvSpPr txBox="1"/>
          <p:nvPr/>
        </p:nvSpPr>
        <p:spPr>
          <a:xfrm>
            <a:off x="6152446" y="3032709"/>
            <a:ext cx="570089" cy="230832"/>
          </a:xfrm>
          <a:prstGeom prst="rect">
            <a:avLst/>
          </a:prstGeom>
          <a:noFill/>
        </p:spPr>
        <p:txBody>
          <a:bodyPr wrap="square" rtlCol="0">
            <a:spAutoFit/>
          </a:bodyPr>
          <a:lstStyle/>
          <a:p>
            <a:pPr algn="ctr"/>
            <a:r>
              <a:rPr lang="en-US" sz="900" dirty="0"/>
              <a:t>578</a:t>
            </a:r>
          </a:p>
        </p:txBody>
      </p:sp>
      <p:sp>
        <p:nvSpPr>
          <p:cNvPr id="31" name="TextBox 30">
            <a:extLst>
              <a:ext uri="{FF2B5EF4-FFF2-40B4-BE49-F238E27FC236}">
                <a16:creationId xmlns:a16="http://schemas.microsoft.com/office/drawing/2014/main" id="{02FFC436-D859-42B5-40B2-2B77134FDFAE}"/>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FA6DF24-CC3F-A4B0-BEAD-D1CAC684BFBB}"/>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AA81D44D-8F79-705A-223C-2CE9BC17E6EB}"/>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24DE8FB3-5522-F84F-9BBA-E4646D8CC715}"/>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BC112343-733A-D5C0-EB87-3D0AD7440D83}"/>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C3DAE512-DE4A-091C-2A55-F8BC1C7FF4BF}"/>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2F715C94-9D9E-5AE1-1AC6-97F08A0BF8B2}"/>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7233166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02E3F-6E1C-0C4B-5947-D81DA15441B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CF8169-E64F-A47D-5840-4F32B16ED2D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40C56AE-1954-D08A-54B9-D1A0F7FB9B2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E726AB4-99F3-0A26-9E19-5070D88A44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D61D980-9BA5-AE75-16E3-D7269AFEAED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94748B-1E85-B882-A707-295C36F107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39406B4-F1E2-DCD6-33A8-B6EB3028C496}"/>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BC95C30-B47B-58FA-FA70-39E7185D6831}"/>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B89BAA16-F523-B687-D934-A488BAF0AA0E}"/>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2FF7EB56-837B-670D-AB6B-3A9157676745}"/>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F6202DFC-C200-3FFA-C53E-E30C2FB43E5A}"/>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8" name="TextBox 17">
            <a:extLst>
              <a:ext uri="{FF2B5EF4-FFF2-40B4-BE49-F238E27FC236}">
                <a16:creationId xmlns:a16="http://schemas.microsoft.com/office/drawing/2014/main" id="{ACF5940F-93ED-2540-0D78-8F411C24954A}"/>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56E48CA-B7BD-BAF0-634C-CCE8CAF182D7}"/>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122D711C-305D-E481-7243-08CBAC527EEB}"/>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A7B65A69-DAD4-991F-17B0-59823D7AF1A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495C6EC-3355-CA4C-1ECC-B79743E0C0E3}"/>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35EAD8A-82A0-0682-9D43-76E8D4674D8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1BE9D1DE-BC37-4F23-DABE-C1EC198E0EAC}"/>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DF04EBCF-32B7-1E2E-48D5-1E39FE723017}"/>
              </a:ext>
            </a:extLst>
          </p:cNvPr>
          <p:cNvSpPr txBox="1"/>
          <p:nvPr/>
        </p:nvSpPr>
        <p:spPr>
          <a:xfrm>
            <a:off x="4645378" y="2531765"/>
            <a:ext cx="570089" cy="230832"/>
          </a:xfrm>
          <a:prstGeom prst="rect">
            <a:avLst/>
          </a:prstGeom>
          <a:noFill/>
        </p:spPr>
        <p:txBody>
          <a:bodyPr wrap="square" rtlCol="0">
            <a:spAutoFit/>
          </a:bodyPr>
          <a:lstStyle/>
          <a:p>
            <a:pPr algn="ctr"/>
            <a:r>
              <a:rPr lang="en-US" sz="900" dirty="0"/>
              <a:t>578</a:t>
            </a:r>
          </a:p>
        </p:txBody>
      </p:sp>
      <p:sp>
        <p:nvSpPr>
          <p:cNvPr id="27" name="TextBox 26">
            <a:extLst>
              <a:ext uri="{FF2B5EF4-FFF2-40B4-BE49-F238E27FC236}">
                <a16:creationId xmlns:a16="http://schemas.microsoft.com/office/drawing/2014/main" id="{04876AE4-D574-54F7-759B-64469CCED004}"/>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463B281A-57B9-763A-5117-09F3DBA3C151}"/>
              </a:ext>
            </a:extLst>
          </p:cNvPr>
          <p:cNvSpPr txBox="1"/>
          <p:nvPr/>
        </p:nvSpPr>
        <p:spPr>
          <a:xfrm>
            <a:off x="5650090" y="2277765"/>
            <a:ext cx="570089" cy="230832"/>
          </a:xfrm>
          <a:prstGeom prst="rect">
            <a:avLst/>
          </a:prstGeom>
          <a:noFill/>
        </p:spPr>
        <p:txBody>
          <a:bodyPr wrap="square" rtlCol="0">
            <a:spAutoFit/>
          </a:bodyPr>
          <a:lstStyle/>
          <a:p>
            <a:pPr algn="ctr"/>
            <a:r>
              <a:rPr lang="en-US" sz="900" dirty="0"/>
              <a:t>578</a:t>
            </a:r>
          </a:p>
        </p:txBody>
      </p:sp>
      <p:sp>
        <p:nvSpPr>
          <p:cNvPr id="29" name="TextBox 28">
            <a:extLst>
              <a:ext uri="{FF2B5EF4-FFF2-40B4-BE49-F238E27FC236}">
                <a16:creationId xmlns:a16="http://schemas.microsoft.com/office/drawing/2014/main" id="{77F57890-C6DD-22CA-E041-88E7E274AEE4}"/>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a:t>
            </a:r>
          </a:p>
        </p:txBody>
      </p:sp>
      <p:sp>
        <p:nvSpPr>
          <p:cNvPr id="30" name="TextBox 29">
            <a:extLst>
              <a:ext uri="{FF2B5EF4-FFF2-40B4-BE49-F238E27FC236}">
                <a16:creationId xmlns:a16="http://schemas.microsoft.com/office/drawing/2014/main" id="{D18C83F5-7B41-F65E-555A-F5B2653DD84B}"/>
              </a:ext>
            </a:extLst>
          </p:cNvPr>
          <p:cNvSpPr txBox="1"/>
          <p:nvPr/>
        </p:nvSpPr>
        <p:spPr>
          <a:xfrm>
            <a:off x="6152446" y="3032709"/>
            <a:ext cx="570089" cy="230832"/>
          </a:xfrm>
          <a:prstGeom prst="rect">
            <a:avLst/>
          </a:prstGeom>
          <a:noFill/>
        </p:spPr>
        <p:txBody>
          <a:bodyPr wrap="square" rtlCol="0">
            <a:spAutoFit/>
          </a:bodyPr>
          <a:lstStyle/>
          <a:p>
            <a:pPr algn="ctr"/>
            <a:r>
              <a:rPr lang="en-US" sz="900" dirty="0"/>
              <a:t>578</a:t>
            </a:r>
          </a:p>
        </p:txBody>
      </p:sp>
      <p:sp>
        <p:nvSpPr>
          <p:cNvPr id="31" name="TextBox 30">
            <a:extLst>
              <a:ext uri="{FF2B5EF4-FFF2-40B4-BE49-F238E27FC236}">
                <a16:creationId xmlns:a16="http://schemas.microsoft.com/office/drawing/2014/main" id="{D18A6C61-7306-E489-6E02-E323C24714A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EC9BE5B-1580-85E9-A3B8-76161E69D6C9}"/>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BAB59BED-6E2C-A8A8-175E-AB9D9310035F}"/>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5136F5FE-1411-B145-00AD-3F08694187BE}"/>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0B90B59F-9F7D-F151-9171-A99DAD38E463}"/>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E3703E8A-4D0C-946B-73BA-3204935BD011}"/>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BE3D37B6-399A-27DB-7107-201B65DE4B69}"/>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533D1208-B3F9-BC44-281F-0994D36894E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82F19EEE-C4F7-6F89-2634-71C9D0C7D5D3}"/>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7473882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09FE5-0408-5FF3-1BFD-CF9A891A36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B34FFC-5B06-13FE-3367-4A8BD5AE2B35}"/>
              </a:ext>
            </a:extLst>
          </p:cNvPr>
          <p:cNvSpPr>
            <a:spLocks noGrp="1"/>
          </p:cNvSpPr>
          <p:nvPr>
            <p:ph sz="half" idx="1"/>
          </p:nvPr>
        </p:nvSpPr>
        <p:spPr/>
        <p:txBody>
          <a:bodyPr>
            <a:normAutofit/>
          </a:bodyPr>
          <a:lstStyle/>
          <a:p>
            <a:r>
              <a:rPr lang="en-US" dirty="0"/>
              <a:t>Last remaining line that can be the 11 (1²) pair.</a:t>
            </a:r>
          </a:p>
        </p:txBody>
      </p:sp>
      <p:pic>
        <p:nvPicPr>
          <p:cNvPr id="4" name="Picture 3" descr="A grid of sudoku puzzle&#10;&#10;Description automatically generated">
            <a:extLst>
              <a:ext uri="{FF2B5EF4-FFF2-40B4-BE49-F238E27FC236}">
                <a16:creationId xmlns:a16="http://schemas.microsoft.com/office/drawing/2014/main" id="{9D08CAF1-69D5-A438-EFA0-6B2E8478CC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863ABDC-B657-1CE5-2F8E-0711C48CA84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8FD1C4-E810-1814-B406-A8D21BC0B10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0BC2F22-6EFB-A081-AC9D-1BF9E2ABC47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8BFEA32-CC76-D279-13E6-75FB95E35B9E}"/>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4511B7A-5D6C-88B8-3874-17464863E182}"/>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8AF84CF7-C7EC-76F1-C78F-E2D216FDF5BB}"/>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0B57099E-F018-37D9-DC39-6AA5C1CB96E8}"/>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B8D179DB-9645-EBEA-E8C8-DFF08303EE2B}"/>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8" name="TextBox 17">
            <a:extLst>
              <a:ext uri="{FF2B5EF4-FFF2-40B4-BE49-F238E27FC236}">
                <a16:creationId xmlns:a16="http://schemas.microsoft.com/office/drawing/2014/main" id="{58D1408A-8632-CB12-CC36-B28F115A141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88679B7-AF63-6221-B02A-E1FA54BEA3D5}"/>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93BA1E16-1C68-A279-713E-97C3808DB765}"/>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BD5E9A9A-0344-441A-0605-10D95A01827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BF3539A-9273-6BF3-016A-9659A800D6A6}"/>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6F32A7F-7774-ED74-A1E1-2C0F1E2194C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859FA47D-7DED-D800-D2E1-18E4CE4080F0}"/>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953CC752-0DAC-4D66-313B-0D977AE52D09}"/>
              </a:ext>
            </a:extLst>
          </p:cNvPr>
          <p:cNvSpPr txBox="1"/>
          <p:nvPr/>
        </p:nvSpPr>
        <p:spPr>
          <a:xfrm>
            <a:off x="4645378" y="2531765"/>
            <a:ext cx="570089" cy="230832"/>
          </a:xfrm>
          <a:prstGeom prst="rect">
            <a:avLst/>
          </a:prstGeom>
          <a:noFill/>
        </p:spPr>
        <p:txBody>
          <a:bodyPr wrap="square" rtlCol="0">
            <a:spAutoFit/>
          </a:bodyPr>
          <a:lstStyle/>
          <a:p>
            <a:pPr algn="ctr"/>
            <a:r>
              <a:rPr lang="en-US" sz="900" dirty="0"/>
              <a:t>578</a:t>
            </a:r>
          </a:p>
        </p:txBody>
      </p:sp>
      <p:sp>
        <p:nvSpPr>
          <p:cNvPr id="27" name="TextBox 26">
            <a:extLst>
              <a:ext uri="{FF2B5EF4-FFF2-40B4-BE49-F238E27FC236}">
                <a16:creationId xmlns:a16="http://schemas.microsoft.com/office/drawing/2014/main" id="{2CEB87F3-900C-A356-2B52-955A7AD768E2}"/>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1E7F942D-AA6E-E53E-A404-B1879C0D2388}"/>
              </a:ext>
            </a:extLst>
          </p:cNvPr>
          <p:cNvSpPr txBox="1"/>
          <p:nvPr/>
        </p:nvSpPr>
        <p:spPr>
          <a:xfrm>
            <a:off x="5650090" y="2277765"/>
            <a:ext cx="570089" cy="230832"/>
          </a:xfrm>
          <a:prstGeom prst="rect">
            <a:avLst/>
          </a:prstGeom>
          <a:noFill/>
        </p:spPr>
        <p:txBody>
          <a:bodyPr wrap="square" rtlCol="0">
            <a:spAutoFit/>
          </a:bodyPr>
          <a:lstStyle/>
          <a:p>
            <a:pPr algn="ctr"/>
            <a:r>
              <a:rPr lang="en-US" sz="900" dirty="0"/>
              <a:t>578</a:t>
            </a:r>
          </a:p>
        </p:txBody>
      </p:sp>
      <p:sp>
        <p:nvSpPr>
          <p:cNvPr id="29" name="TextBox 28">
            <a:extLst>
              <a:ext uri="{FF2B5EF4-FFF2-40B4-BE49-F238E27FC236}">
                <a16:creationId xmlns:a16="http://schemas.microsoft.com/office/drawing/2014/main" id="{626F6347-54F8-CC9C-3E62-3E50EC304BDA}"/>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a:t>
            </a:r>
          </a:p>
        </p:txBody>
      </p:sp>
      <p:sp>
        <p:nvSpPr>
          <p:cNvPr id="30" name="TextBox 29">
            <a:extLst>
              <a:ext uri="{FF2B5EF4-FFF2-40B4-BE49-F238E27FC236}">
                <a16:creationId xmlns:a16="http://schemas.microsoft.com/office/drawing/2014/main" id="{8792712E-5849-52BD-17C4-B92468A32768}"/>
              </a:ext>
            </a:extLst>
          </p:cNvPr>
          <p:cNvSpPr txBox="1"/>
          <p:nvPr/>
        </p:nvSpPr>
        <p:spPr>
          <a:xfrm>
            <a:off x="6152446" y="3032709"/>
            <a:ext cx="570089" cy="230832"/>
          </a:xfrm>
          <a:prstGeom prst="rect">
            <a:avLst/>
          </a:prstGeom>
          <a:noFill/>
        </p:spPr>
        <p:txBody>
          <a:bodyPr wrap="square" rtlCol="0">
            <a:spAutoFit/>
          </a:bodyPr>
          <a:lstStyle/>
          <a:p>
            <a:pPr algn="ctr"/>
            <a:r>
              <a:rPr lang="en-US" sz="900" dirty="0"/>
              <a:t>578</a:t>
            </a:r>
          </a:p>
        </p:txBody>
      </p:sp>
      <p:sp>
        <p:nvSpPr>
          <p:cNvPr id="31" name="TextBox 30">
            <a:extLst>
              <a:ext uri="{FF2B5EF4-FFF2-40B4-BE49-F238E27FC236}">
                <a16:creationId xmlns:a16="http://schemas.microsoft.com/office/drawing/2014/main" id="{45B29AAB-89B3-C850-2DFF-E379633E2FA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481A6A8A-ECC6-B9C8-1E62-24393455CE26}"/>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3" name="TextBox 32">
            <a:extLst>
              <a:ext uri="{FF2B5EF4-FFF2-40B4-BE49-F238E27FC236}">
                <a16:creationId xmlns:a16="http://schemas.microsoft.com/office/drawing/2014/main" id="{CBC93110-3BA8-A7C4-99FB-5EB45253C2F1}"/>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052DCF48-4850-0351-27F3-57818FFD947A}"/>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16" name="TextBox 15">
            <a:extLst>
              <a:ext uri="{FF2B5EF4-FFF2-40B4-BE49-F238E27FC236}">
                <a16:creationId xmlns:a16="http://schemas.microsoft.com/office/drawing/2014/main" id="{EB3A7C27-16D8-798A-10A7-A2B128B0FE1A}"/>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17" name="TextBox 16">
            <a:extLst>
              <a:ext uri="{FF2B5EF4-FFF2-40B4-BE49-F238E27FC236}">
                <a16:creationId xmlns:a16="http://schemas.microsoft.com/office/drawing/2014/main" id="{667D2413-7D96-F2FF-6BC0-78D6FF1B2BFB}"/>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81C04EB1-D84E-462B-DF91-1EFB83900348}"/>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4937847-976E-58BE-15C8-47C00FB3472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42FCC2EF-5E53-C67F-7830-6E5F74816217}"/>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9A751463-4E19-46D1-9DB3-CE949E5D3759}"/>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14" name="TextBox 13">
            <a:extLst>
              <a:ext uri="{FF2B5EF4-FFF2-40B4-BE49-F238E27FC236}">
                <a16:creationId xmlns:a16="http://schemas.microsoft.com/office/drawing/2014/main" id="{1BB5D388-323D-E21A-708E-106162176ABA}"/>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1864716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18C0A-3EB2-B05C-45F9-AB60D696AB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F2BAD1-0A8C-4E52-5768-64883BE6189E}"/>
              </a:ext>
            </a:extLst>
          </p:cNvPr>
          <p:cNvSpPr>
            <a:spLocks noGrp="1"/>
          </p:cNvSpPr>
          <p:nvPr>
            <p:ph sz="half" idx="1"/>
          </p:nvPr>
        </p:nvSpPr>
        <p:spPr/>
        <p:txBody>
          <a:bodyPr>
            <a:normAutofit/>
          </a:bodyPr>
          <a:lstStyle/>
          <a:p>
            <a:r>
              <a:rPr lang="en-US" dirty="0"/>
              <a:t>This 4-cage must be at least 19 and less than 36 (four 9’s, which would be impossible). The only square in that range is 25. That would make the fourth cell 6, 2, and not possible.</a:t>
            </a:r>
          </a:p>
        </p:txBody>
      </p:sp>
      <p:pic>
        <p:nvPicPr>
          <p:cNvPr id="4" name="Picture 3" descr="A grid of sudoku puzzle&#10;&#10;Description automatically generated">
            <a:extLst>
              <a:ext uri="{FF2B5EF4-FFF2-40B4-BE49-F238E27FC236}">
                <a16:creationId xmlns:a16="http://schemas.microsoft.com/office/drawing/2014/main" id="{691280D4-C0A7-93D6-A683-B659E72F19D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5C56FF7-F598-2DB7-3B10-89710052D41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9A421D6-0E7B-14B9-9849-BE33A2D0148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6023321-67FA-DD7A-140C-44BD31B91E9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BB3DC9-6212-9251-6B66-3317B10BA07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E76EA51-1120-CA4A-1B4C-4316379BD593}"/>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0A46C8FB-A4CA-18D6-8196-CBD0BBDE8021}"/>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2302455C-AEF5-A6A8-4E77-819F1E3DA12E}"/>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371A1045-CD9F-2D50-3AF6-A834E40F7DF3}"/>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8" name="TextBox 17">
            <a:extLst>
              <a:ext uri="{FF2B5EF4-FFF2-40B4-BE49-F238E27FC236}">
                <a16:creationId xmlns:a16="http://schemas.microsoft.com/office/drawing/2014/main" id="{C5077EA4-C34E-2D80-1059-2D4598A32A3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2FB2DBCB-5BC6-CE0D-D46B-96FA34DB6A8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A94190B9-3924-7B16-26D2-B66E6E33FCE4}"/>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E38B4562-7112-3E56-EAC2-38DE55DE65E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5ACF54F-6BBF-339D-659E-BC7776CEE704}"/>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2AB158E-D713-3A1B-881D-010ACEFDF2A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53744EE3-8154-2219-64D7-04C5A7851D33}"/>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0242ECEC-F257-1585-CE2A-5D4664079093}"/>
              </a:ext>
            </a:extLst>
          </p:cNvPr>
          <p:cNvSpPr txBox="1"/>
          <p:nvPr/>
        </p:nvSpPr>
        <p:spPr>
          <a:xfrm>
            <a:off x="4645378" y="2531765"/>
            <a:ext cx="570089" cy="230832"/>
          </a:xfrm>
          <a:prstGeom prst="rect">
            <a:avLst/>
          </a:prstGeom>
          <a:noFill/>
        </p:spPr>
        <p:txBody>
          <a:bodyPr wrap="square" rtlCol="0">
            <a:spAutoFit/>
          </a:bodyPr>
          <a:lstStyle/>
          <a:p>
            <a:pPr algn="ctr"/>
            <a:r>
              <a:rPr lang="en-US" sz="900" dirty="0"/>
              <a:t>578</a:t>
            </a:r>
          </a:p>
        </p:txBody>
      </p:sp>
      <p:sp>
        <p:nvSpPr>
          <p:cNvPr id="27" name="TextBox 26">
            <a:extLst>
              <a:ext uri="{FF2B5EF4-FFF2-40B4-BE49-F238E27FC236}">
                <a16:creationId xmlns:a16="http://schemas.microsoft.com/office/drawing/2014/main" id="{381634C9-856C-A542-4AC2-E6E960286AEF}"/>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5A5581B3-B938-324D-5568-D769E372021F}"/>
              </a:ext>
            </a:extLst>
          </p:cNvPr>
          <p:cNvSpPr txBox="1"/>
          <p:nvPr/>
        </p:nvSpPr>
        <p:spPr>
          <a:xfrm>
            <a:off x="5650090" y="2277765"/>
            <a:ext cx="570089" cy="230832"/>
          </a:xfrm>
          <a:prstGeom prst="rect">
            <a:avLst/>
          </a:prstGeom>
          <a:noFill/>
        </p:spPr>
        <p:txBody>
          <a:bodyPr wrap="square" rtlCol="0">
            <a:spAutoFit/>
          </a:bodyPr>
          <a:lstStyle/>
          <a:p>
            <a:pPr algn="ctr"/>
            <a:r>
              <a:rPr lang="en-US" sz="900" dirty="0"/>
              <a:t>57</a:t>
            </a:r>
          </a:p>
        </p:txBody>
      </p:sp>
      <p:sp>
        <p:nvSpPr>
          <p:cNvPr id="29" name="TextBox 28">
            <a:extLst>
              <a:ext uri="{FF2B5EF4-FFF2-40B4-BE49-F238E27FC236}">
                <a16:creationId xmlns:a16="http://schemas.microsoft.com/office/drawing/2014/main" id="{E2831588-10BB-C273-F84D-088BAD5C750D}"/>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a:t>
            </a:r>
          </a:p>
        </p:txBody>
      </p:sp>
      <p:sp>
        <p:nvSpPr>
          <p:cNvPr id="30" name="TextBox 29">
            <a:extLst>
              <a:ext uri="{FF2B5EF4-FFF2-40B4-BE49-F238E27FC236}">
                <a16:creationId xmlns:a16="http://schemas.microsoft.com/office/drawing/2014/main" id="{99C14782-9470-0B79-E8A9-267161EF769B}"/>
              </a:ext>
            </a:extLst>
          </p:cNvPr>
          <p:cNvSpPr txBox="1"/>
          <p:nvPr/>
        </p:nvSpPr>
        <p:spPr>
          <a:xfrm>
            <a:off x="6152446" y="3032709"/>
            <a:ext cx="570089" cy="230832"/>
          </a:xfrm>
          <a:prstGeom prst="rect">
            <a:avLst/>
          </a:prstGeom>
          <a:noFill/>
        </p:spPr>
        <p:txBody>
          <a:bodyPr wrap="square" rtlCol="0">
            <a:spAutoFit/>
          </a:bodyPr>
          <a:lstStyle/>
          <a:p>
            <a:pPr algn="ctr"/>
            <a:r>
              <a:rPr lang="en-US" sz="900" dirty="0"/>
              <a:t>57</a:t>
            </a:r>
          </a:p>
        </p:txBody>
      </p:sp>
      <p:sp>
        <p:nvSpPr>
          <p:cNvPr id="31" name="TextBox 30">
            <a:extLst>
              <a:ext uri="{FF2B5EF4-FFF2-40B4-BE49-F238E27FC236}">
                <a16:creationId xmlns:a16="http://schemas.microsoft.com/office/drawing/2014/main" id="{45345F88-0E9B-0373-E355-BFD78D8081AB}"/>
              </a:ext>
            </a:extLst>
          </p:cNvPr>
          <p:cNvSpPr txBox="1"/>
          <p:nvPr/>
        </p:nvSpPr>
        <p:spPr>
          <a:xfrm>
            <a:off x="5650090" y="2905709"/>
            <a:ext cx="570089" cy="230832"/>
          </a:xfrm>
          <a:prstGeom prst="rect">
            <a:avLst/>
          </a:prstGeom>
          <a:noFill/>
        </p:spPr>
        <p:txBody>
          <a:bodyPr wrap="square" rtlCol="0">
            <a:spAutoFit/>
          </a:bodyPr>
          <a:lstStyle/>
          <a:p>
            <a:pPr algn="ctr"/>
            <a:r>
              <a:rPr lang="en-US" sz="900" dirty="0"/>
              <a:t>62</a:t>
            </a:r>
          </a:p>
        </p:txBody>
      </p:sp>
      <p:sp>
        <p:nvSpPr>
          <p:cNvPr id="32" name="TextBox 31">
            <a:extLst>
              <a:ext uri="{FF2B5EF4-FFF2-40B4-BE49-F238E27FC236}">
                <a16:creationId xmlns:a16="http://schemas.microsoft.com/office/drawing/2014/main" id="{FBCBF89E-56CE-C656-FB7D-91350B84238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3FCF5578-4DB2-2B4A-1790-70EE138B7910}"/>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631731F1-03E3-4667-71B9-0A7BBB12EAF7}"/>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0115B451-1D90-8F06-18FF-BA85DC0E9860}"/>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AE4A838-DCD9-7E46-57D3-614DEBE5BB76}"/>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7" name="TextBox 36">
            <a:extLst>
              <a:ext uri="{FF2B5EF4-FFF2-40B4-BE49-F238E27FC236}">
                <a16:creationId xmlns:a16="http://schemas.microsoft.com/office/drawing/2014/main" id="{24207659-028A-8FA9-7EFD-840C2582A95D}"/>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A733A752-A8F1-C7D0-173C-B3C210C61798}"/>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4ABE42A-97C0-195F-24DE-FF6401CC6DA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CA1713F8-B831-C0A7-2C49-9A02830C89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A9423571-F0B3-2EBF-F961-5A7C06A1443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E9E1F59B-7DB9-00E0-5A16-08D8658F6A2E}"/>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5152683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3D53A-75D1-A157-1CBE-63811A503A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F9A9A8-8DC3-6000-28B1-E8C117FEE925}"/>
              </a:ext>
            </a:extLst>
          </p:cNvPr>
          <p:cNvSpPr>
            <a:spLocks noGrp="1"/>
          </p:cNvSpPr>
          <p:nvPr>
            <p:ph sz="half" idx="1"/>
          </p:nvPr>
        </p:nvSpPr>
        <p:spPr/>
        <p:txBody>
          <a:bodyPr>
            <a:normAutofit fontScale="85000" lnSpcReduction="10000"/>
          </a:bodyPr>
          <a:lstStyle/>
          <a:p>
            <a:r>
              <a:rPr lang="en-US" dirty="0"/>
              <a:t>Columns 6–9 consist of five cages and an odd cell (3578) that sum to 180. We know that one of those cages sums to 49, and another sums to 25. Per the instructions, there must be at least one cage that sums to 64, and the only remaining possibility for that is the cage in the lower right. 180–(49+25+64) = 42. The 3-cage could be 9 or 16 and the 4-cage could be 9, 16, or 25. The only combination that works is 9 and 25, with 8 left over.</a:t>
            </a:r>
          </a:p>
        </p:txBody>
      </p:sp>
      <p:pic>
        <p:nvPicPr>
          <p:cNvPr id="4" name="Picture 3" descr="A grid of sudoku puzzle&#10;&#10;Description automatically generated">
            <a:extLst>
              <a:ext uri="{FF2B5EF4-FFF2-40B4-BE49-F238E27FC236}">
                <a16:creationId xmlns:a16="http://schemas.microsoft.com/office/drawing/2014/main" id="{EBFEC4A7-5443-F452-20FA-B591A51383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3552D7B-0F46-3C6F-4149-8F17776B8B9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2E74FE-4DA6-472A-70FF-4D72456964A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765BBA1-0037-0A00-80FA-B16CDDD32F7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EDA489-967B-D31B-6CCE-44E09C4D8EA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19941A8-9B91-0850-AF57-1EC745F67941}"/>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B546058D-96DB-24AE-5F3C-3F39BC38F618}"/>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B2401F83-26FE-47A2-C695-9384652755F2}"/>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18405252-5683-DE86-906F-468038F07D3F}"/>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8" name="TextBox 17">
            <a:extLst>
              <a:ext uri="{FF2B5EF4-FFF2-40B4-BE49-F238E27FC236}">
                <a16:creationId xmlns:a16="http://schemas.microsoft.com/office/drawing/2014/main" id="{591F94E5-D064-4710-EC8E-0DC8F6AA7FA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192ED44-149A-F19F-9D47-4B83C20A6421}"/>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3B526BA-292F-0785-76F6-03CC8886ECCB}"/>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ACB6652A-7EBD-6E92-1B4A-A1B65C31459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686990F-D08A-DF97-2B14-0FBD2F4C3359}"/>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A4B122D-4DC2-C260-C765-9BCB26D6534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A23197D7-D717-5A7D-FB4D-CAD58FB02770}"/>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9A4A3DBF-A531-CA9C-6899-5EEE04680710}"/>
              </a:ext>
            </a:extLst>
          </p:cNvPr>
          <p:cNvSpPr txBox="1"/>
          <p:nvPr/>
        </p:nvSpPr>
        <p:spPr>
          <a:xfrm>
            <a:off x="4645378" y="2531765"/>
            <a:ext cx="570089" cy="230832"/>
          </a:xfrm>
          <a:prstGeom prst="rect">
            <a:avLst/>
          </a:prstGeom>
          <a:noFill/>
        </p:spPr>
        <p:txBody>
          <a:bodyPr wrap="square" rtlCol="0">
            <a:spAutoFit/>
          </a:bodyPr>
          <a:lstStyle/>
          <a:p>
            <a:pPr algn="ctr"/>
            <a:r>
              <a:rPr lang="en-US" sz="900" dirty="0"/>
              <a:t>578</a:t>
            </a:r>
          </a:p>
        </p:txBody>
      </p:sp>
      <p:sp>
        <p:nvSpPr>
          <p:cNvPr id="27" name="TextBox 26">
            <a:extLst>
              <a:ext uri="{FF2B5EF4-FFF2-40B4-BE49-F238E27FC236}">
                <a16:creationId xmlns:a16="http://schemas.microsoft.com/office/drawing/2014/main" id="{C230CA17-F4DE-AD1B-B94B-501D80B27CEC}"/>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3FEE34A4-B7B1-62E6-6D31-3A622C0F41AA}"/>
              </a:ext>
            </a:extLst>
          </p:cNvPr>
          <p:cNvSpPr txBox="1"/>
          <p:nvPr/>
        </p:nvSpPr>
        <p:spPr>
          <a:xfrm>
            <a:off x="5650090" y="2277765"/>
            <a:ext cx="570089" cy="230832"/>
          </a:xfrm>
          <a:prstGeom prst="rect">
            <a:avLst/>
          </a:prstGeom>
          <a:noFill/>
        </p:spPr>
        <p:txBody>
          <a:bodyPr wrap="square" rtlCol="0">
            <a:spAutoFit/>
          </a:bodyPr>
          <a:lstStyle/>
          <a:p>
            <a:pPr algn="ctr"/>
            <a:r>
              <a:rPr lang="en-US" sz="900" dirty="0"/>
              <a:t>57</a:t>
            </a:r>
          </a:p>
        </p:txBody>
      </p:sp>
      <p:sp>
        <p:nvSpPr>
          <p:cNvPr id="30" name="TextBox 29">
            <a:extLst>
              <a:ext uri="{FF2B5EF4-FFF2-40B4-BE49-F238E27FC236}">
                <a16:creationId xmlns:a16="http://schemas.microsoft.com/office/drawing/2014/main" id="{987F7DD9-E824-B039-6FB7-D9469A66510B}"/>
              </a:ext>
            </a:extLst>
          </p:cNvPr>
          <p:cNvSpPr txBox="1"/>
          <p:nvPr/>
        </p:nvSpPr>
        <p:spPr>
          <a:xfrm>
            <a:off x="6152446" y="3032709"/>
            <a:ext cx="570089" cy="230832"/>
          </a:xfrm>
          <a:prstGeom prst="rect">
            <a:avLst/>
          </a:prstGeom>
          <a:noFill/>
        </p:spPr>
        <p:txBody>
          <a:bodyPr wrap="square" rtlCol="0">
            <a:spAutoFit/>
          </a:bodyPr>
          <a:lstStyle/>
          <a:p>
            <a:pPr algn="ctr"/>
            <a:r>
              <a:rPr lang="en-US" sz="900" dirty="0"/>
              <a:t>57</a:t>
            </a:r>
          </a:p>
        </p:txBody>
      </p:sp>
      <p:sp>
        <p:nvSpPr>
          <p:cNvPr id="31" name="TextBox 30">
            <a:extLst>
              <a:ext uri="{FF2B5EF4-FFF2-40B4-BE49-F238E27FC236}">
                <a16:creationId xmlns:a16="http://schemas.microsoft.com/office/drawing/2014/main" id="{F474EB3D-0EC6-81CC-ED69-D0EDECF7C6FF}"/>
              </a:ext>
            </a:extLst>
          </p:cNvPr>
          <p:cNvSpPr txBox="1"/>
          <p:nvPr/>
        </p:nvSpPr>
        <p:spPr>
          <a:xfrm>
            <a:off x="5650090" y="2905709"/>
            <a:ext cx="570089" cy="230832"/>
          </a:xfrm>
          <a:prstGeom prst="rect">
            <a:avLst/>
          </a:prstGeom>
          <a:noFill/>
        </p:spPr>
        <p:txBody>
          <a:bodyPr wrap="square" rtlCol="0">
            <a:spAutoFit/>
          </a:bodyPr>
          <a:lstStyle/>
          <a:p>
            <a:pPr algn="ctr"/>
            <a:r>
              <a:rPr lang="en-US" sz="900" dirty="0"/>
              <a:t>62</a:t>
            </a:r>
          </a:p>
        </p:txBody>
      </p:sp>
      <p:sp>
        <p:nvSpPr>
          <p:cNvPr id="32" name="TextBox 31">
            <a:extLst>
              <a:ext uri="{FF2B5EF4-FFF2-40B4-BE49-F238E27FC236}">
                <a16:creationId xmlns:a16="http://schemas.microsoft.com/office/drawing/2014/main" id="{3E002323-6FDE-7E5E-F710-E678A4A951D3}"/>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D207C61F-EF6B-26EF-9FBF-A1A12D15DC7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28B5C1B4-D9D9-9193-0C5A-2868508B9AD5}"/>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4F03F474-791C-52F8-C5E5-F090FC8F55D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8E06AF31-FCB0-8FF5-C869-B443560E3750}"/>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071DD8A-2CBB-1B88-8A7D-E396D970190B}"/>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7" name="TextBox 36">
            <a:extLst>
              <a:ext uri="{FF2B5EF4-FFF2-40B4-BE49-F238E27FC236}">
                <a16:creationId xmlns:a16="http://schemas.microsoft.com/office/drawing/2014/main" id="{E971CB04-4A59-FC77-BE9B-071F530D9D2D}"/>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A121077A-17AF-57F6-D53D-7737D1CFB422}"/>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00628A6-36EB-CD77-3F59-B1AFB5A2E61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C88D410E-F3E8-CD2E-F6A6-99C92573489A}"/>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AB9B58EE-F60B-8C30-72D5-FD8BCF687EA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9799FCF9-5FCA-936A-09E7-14FB89845344}"/>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7937492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56789-3790-776E-3792-457B875857E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24EBBE0-2A52-FCA3-58C5-6C87C5D91E1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E458038-412C-D824-7F27-9EB6501D3C1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4D13384-566E-DFF5-050E-358AF0174E7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D5A24E1-0A10-D2CE-EAD4-329D6E5ED3E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6AEAED9-B517-41B2-72FF-29AADB387B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1E9DD17-4B20-24A8-C295-82C554E9E992}"/>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06EB827-EED8-46E2-3828-93D892A9461B}"/>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9F2C4F3A-5EA4-C3CD-DD4D-7119963A864D}"/>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6EF6F958-D2FE-3262-CA0E-DFBFB8CCEB4D}"/>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13A823D7-BB6C-359D-53B6-5CBDD3E12890}"/>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8" name="TextBox 17">
            <a:extLst>
              <a:ext uri="{FF2B5EF4-FFF2-40B4-BE49-F238E27FC236}">
                <a16:creationId xmlns:a16="http://schemas.microsoft.com/office/drawing/2014/main" id="{C2436C68-7787-9FC9-E906-3D31DBB763C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6FCCE607-4C60-42CA-6CAA-2AA7827BBEF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B3627EB1-061F-AD6C-4267-26883B6584AF}"/>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C8484FDB-9F15-734A-2D95-5C90FC605C0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F455529-CEDA-E0C1-1583-6972568896B8}"/>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3D1FF64-1AD6-4FF9-33CE-05B8E9E0BFB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2804872-D382-6A0E-909B-61283F364F44}"/>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5C9104B2-0E6F-B64D-4408-5126D3F8763A}"/>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27" name="TextBox 26">
            <a:extLst>
              <a:ext uri="{FF2B5EF4-FFF2-40B4-BE49-F238E27FC236}">
                <a16:creationId xmlns:a16="http://schemas.microsoft.com/office/drawing/2014/main" id="{B5BFDD3B-9AFE-E7DC-71CD-D3356EAC8F5E}"/>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a:t>
            </a:r>
          </a:p>
        </p:txBody>
      </p:sp>
      <p:sp>
        <p:nvSpPr>
          <p:cNvPr id="28" name="TextBox 27">
            <a:extLst>
              <a:ext uri="{FF2B5EF4-FFF2-40B4-BE49-F238E27FC236}">
                <a16:creationId xmlns:a16="http://schemas.microsoft.com/office/drawing/2014/main" id="{25AB892E-5670-7828-B074-58B5732FD00F}"/>
              </a:ext>
            </a:extLst>
          </p:cNvPr>
          <p:cNvSpPr txBox="1"/>
          <p:nvPr/>
        </p:nvSpPr>
        <p:spPr>
          <a:xfrm>
            <a:off x="5650090" y="2277765"/>
            <a:ext cx="570089" cy="230832"/>
          </a:xfrm>
          <a:prstGeom prst="rect">
            <a:avLst/>
          </a:prstGeom>
          <a:noFill/>
        </p:spPr>
        <p:txBody>
          <a:bodyPr wrap="square" rtlCol="0">
            <a:spAutoFit/>
          </a:bodyPr>
          <a:lstStyle/>
          <a:p>
            <a:pPr algn="ctr"/>
            <a:r>
              <a:rPr lang="en-US" sz="900" dirty="0"/>
              <a:t>57</a:t>
            </a:r>
          </a:p>
        </p:txBody>
      </p:sp>
      <p:sp>
        <p:nvSpPr>
          <p:cNvPr id="30" name="TextBox 29">
            <a:extLst>
              <a:ext uri="{FF2B5EF4-FFF2-40B4-BE49-F238E27FC236}">
                <a16:creationId xmlns:a16="http://schemas.microsoft.com/office/drawing/2014/main" id="{DE8979A2-6F2C-E63C-9404-4BDE5F6C2F1E}"/>
              </a:ext>
            </a:extLst>
          </p:cNvPr>
          <p:cNvSpPr txBox="1"/>
          <p:nvPr/>
        </p:nvSpPr>
        <p:spPr>
          <a:xfrm>
            <a:off x="6152446" y="3032709"/>
            <a:ext cx="570089" cy="230832"/>
          </a:xfrm>
          <a:prstGeom prst="rect">
            <a:avLst/>
          </a:prstGeom>
          <a:noFill/>
        </p:spPr>
        <p:txBody>
          <a:bodyPr wrap="square" rtlCol="0">
            <a:spAutoFit/>
          </a:bodyPr>
          <a:lstStyle/>
          <a:p>
            <a:pPr algn="ctr"/>
            <a:r>
              <a:rPr lang="en-US" sz="900" dirty="0"/>
              <a:t>57</a:t>
            </a:r>
          </a:p>
        </p:txBody>
      </p:sp>
      <p:sp>
        <p:nvSpPr>
          <p:cNvPr id="31" name="TextBox 30">
            <a:extLst>
              <a:ext uri="{FF2B5EF4-FFF2-40B4-BE49-F238E27FC236}">
                <a16:creationId xmlns:a16="http://schemas.microsoft.com/office/drawing/2014/main" id="{382B7B2F-6E50-CA3C-A280-DAF977577DC1}"/>
              </a:ext>
            </a:extLst>
          </p:cNvPr>
          <p:cNvSpPr txBox="1"/>
          <p:nvPr/>
        </p:nvSpPr>
        <p:spPr>
          <a:xfrm>
            <a:off x="5650090" y="2905709"/>
            <a:ext cx="570089" cy="230832"/>
          </a:xfrm>
          <a:prstGeom prst="rect">
            <a:avLst/>
          </a:prstGeom>
          <a:noFill/>
        </p:spPr>
        <p:txBody>
          <a:bodyPr wrap="square" rtlCol="0">
            <a:spAutoFit/>
          </a:bodyPr>
          <a:lstStyle/>
          <a:p>
            <a:pPr algn="ctr"/>
            <a:r>
              <a:rPr lang="en-US" sz="900" dirty="0"/>
              <a:t>62</a:t>
            </a:r>
          </a:p>
        </p:txBody>
      </p:sp>
      <p:sp>
        <p:nvSpPr>
          <p:cNvPr id="32" name="TextBox 31">
            <a:extLst>
              <a:ext uri="{FF2B5EF4-FFF2-40B4-BE49-F238E27FC236}">
                <a16:creationId xmlns:a16="http://schemas.microsoft.com/office/drawing/2014/main" id="{EC42C72F-C4DD-C3A5-8545-6FB3278A2A8A}"/>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87D20C71-0945-EA7A-3110-8B0CCC2880B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D83B18E9-EC62-340C-C2E3-89F250A41EC9}"/>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9B1D9DB0-7924-0406-1D1D-1D36AA04C3EB}"/>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DCC3676F-7955-FFE1-DDEA-A809E87C4B3A}"/>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32802B6-9D88-BDCC-E21E-FC03AFE365FA}"/>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7" name="TextBox 36">
            <a:extLst>
              <a:ext uri="{FF2B5EF4-FFF2-40B4-BE49-F238E27FC236}">
                <a16:creationId xmlns:a16="http://schemas.microsoft.com/office/drawing/2014/main" id="{D4B051E7-B526-52DB-4D2A-0C1A28B5F011}"/>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89FB749F-E5E8-52BF-46F4-AA8FB1D6AC1D}"/>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F295E89-D43A-CA18-C572-C38D509CCBA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3C3D223A-A121-3183-9BC5-F04470D5914C}"/>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1" name="TextBox 40">
            <a:extLst>
              <a:ext uri="{FF2B5EF4-FFF2-40B4-BE49-F238E27FC236}">
                <a16:creationId xmlns:a16="http://schemas.microsoft.com/office/drawing/2014/main" id="{A6DC267C-4BC0-D997-9C0C-F5E03B851DE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81EDB0B6-14FA-4F17-49B8-D8F557A09E34}"/>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2763605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E1257-9BD5-28FD-CC9A-007AF714E3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BCE006-D193-9BB1-93BC-76C03016E195}"/>
              </a:ext>
            </a:extLst>
          </p:cNvPr>
          <p:cNvSpPr>
            <a:spLocks noGrp="1"/>
          </p:cNvSpPr>
          <p:nvPr>
            <p:ph sz="half" idx="1"/>
          </p:nvPr>
        </p:nvSpPr>
        <p:spPr/>
        <p:txBody>
          <a:bodyPr>
            <a:normAutofit/>
          </a:bodyPr>
          <a:lstStyle/>
          <a:p>
            <a:r>
              <a:rPr lang="en-US" dirty="0"/>
              <a:t>Last possible 3 in Row 4.</a:t>
            </a:r>
          </a:p>
          <a:p>
            <a:r>
              <a:rPr lang="en-US" dirty="0"/>
              <a:t>Last possible 3 in the right center block.</a:t>
            </a:r>
          </a:p>
        </p:txBody>
      </p:sp>
      <p:pic>
        <p:nvPicPr>
          <p:cNvPr id="4" name="Picture 3" descr="A grid of sudoku puzzle&#10;&#10;Description automatically generated">
            <a:extLst>
              <a:ext uri="{FF2B5EF4-FFF2-40B4-BE49-F238E27FC236}">
                <a16:creationId xmlns:a16="http://schemas.microsoft.com/office/drawing/2014/main" id="{0535A38E-14BC-8215-5129-5E040F3F5B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E860EC2-F2A0-875B-493B-6ACD986B5B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3A6BA96-B9D1-D4C2-ED62-BA2779EA56C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3B8542F-D1DB-CED5-96A8-3F04E9A562A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CC640BE-CACA-0318-DBDD-1D977C279DA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1DFD0FE-8607-96C6-20C6-3E7166EA91AE}"/>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BE023C45-FFC7-0B38-902A-AA10EC23258B}"/>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5249E37A-6A44-AC86-25CE-1F8AF8D6A363}"/>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588111A7-9F49-B398-177A-D0D1CBE83493}"/>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8" name="TextBox 17">
            <a:extLst>
              <a:ext uri="{FF2B5EF4-FFF2-40B4-BE49-F238E27FC236}">
                <a16:creationId xmlns:a16="http://schemas.microsoft.com/office/drawing/2014/main" id="{DEB1754F-23A8-FD9D-CF62-986C4414A86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C0819EAC-51B4-D1C6-CD7E-0544EB156C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B25CFCF-E679-5E3C-9AA6-A3FA5667BEEB}"/>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F739C651-F427-B518-09C0-501ACBC5563B}"/>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1BFD6AA-5816-2F34-7BFD-7FEE449AC7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DA24DBC-5078-7564-1105-EF0BCCBEC78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4DF1E71A-1EE4-6641-45BA-BFF335365173}"/>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756C59FC-CB97-F456-3E16-AD194A8B8009}"/>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28" name="TextBox 27">
            <a:extLst>
              <a:ext uri="{FF2B5EF4-FFF2-40B4-BE49-F238E27FC236}">
                <a16:creationId xmlns:a16="http://schemas.microsoft.com/office/drawing/2014/main" id="{8905EF7A-AD3C-B442-BA9B-7BB64318560C}"/>
              </a:ext>
            </a:extLst>
          </p:cNvPr>
          <p:cNvSpPr txBox="1"/>
          <p:nvPr/>
        </p:nvSpPr>
        <p:spPr>
          <a:xfrm>
            <a:off x="5650090" y="2277765"/>
            <a:ext cx="570089" cy="230832"/>
          </a:xfrm>
          <a:prstGeom prst="rect">
            <a:avLst/>
          </a:prstGeom>
          <a:noFill/>
        </p:spPr>
        <p:txBody>
          <a:bodyPr wrap="square" rtlCol="0">
            <a:spAutoFit/>
          </a:bodyPr>
          <a:lstStyle/>
          <a:p>
            <a:pPr algn="ctr"/>
            <a:r>
              <a:rPr lang="en-US" sz="900" dirty="0"/>
              <a:t>57</a:t>
            </a:r>
          </a:p>
        </p:txBody>
      </p:sp>
      <p:sp>
        <p:nvSpPr>
          <p:cNvPr id="30" name="TextBox 29">
            <a:extLst>
              <a:ext uri="{FF2B5EF4-FFF2-40B4-BE49-F238E27FC236}">
                <a16:creationId xmlns:a16="http://schemas.microsoft.com/office/drawing/2014/main" id="{4E5263BC-40A1-9F2A-EBB1-BFE8D477B26D}"/>
              </a:ext>
            </a:extLst>
          </p:cNvPr>
          <p:cNvSpPr txBox="1"/>
          <p:nvPr/>
        </p:nvSpPr>
        <p:spPr>
          <a:xfrm>
            <a:off x="6152446" y="3032709"/>
            <a:ext cx="570089" cy="230832"/>
          </a:xfrm>
          <a:prstGeom prst="rect">
            <a:avLst/>
          </a:prstGeom>
          <a:noFill/>
        </p:spPr>
        <p:txBody>
          <a:bodyPr wrap="square" rtlCol="0">
            <a:spAutoFit/>
          </a:bodyPr>
          <a:lstStyle/>
          <a:p>
            <a:pPr algn="ctr"/>
            <a:r>
              <a:rPr lang="en-US" sz="900" dirty="0"/>
              <a:t>57</a:t>
            </a:r>
          </a:p>
        </p:txBody>
      </p:sp>
      <p:sp>
        <p:nvSpPr>
          <p:cNvPr id="31" name="TextBox 30">
            <a:extLst>
              <a:ext uri="{FF2B5EF4-FFF2-40B4-BE49-F238E27FC236}">
                <a16:creationId xmlns:a16="http://schemas.microsoft.com/office/drawing/2014/main" id="{2C88BA40-900A-844D-35C8-53068643D668}"/>
              </a:ext>
            </a:extLst>
          </p:cNvPr>
          <p:cNvSpPr txBox="1"/>
          <p:nvPr/>
        </p:nvSpPr>
        <p:spPr>
          <a:xfrm>
            <a:off x="5650090" y="2905709"/>
            <a:ext cx="570089" cy="230832"/>
          </a:xfrm>
          <a:prstGeom prst="rect">
            <a:avLst/>
          </a:prstGeom>
          <a:noFill/>
        </p:spPr>
        <p:txBody>
          <a:bodyPr wrap="square" rtlCol="0">
            <a:spAutoFit/>
          </a:bodyPr>
          <a:lstStyle/>
          <a:p>
            <a:pPr algn="ctr"/>
            <a:r>
              <a:rPr lang="en-US" sz="900" dirty="0"/>
              <a:t>62</a:t>
            </a:r>
          </a:p>
        </p:txBody>
      </p:sp>
      <p:sp>
        <p:nvSpPr>
          <p:cNvPr id="32" name="TextBox 31">
            <a:extLst>
              <a:ext uri="{FF2B5EF4-FFF2-40B4-BE49-F238E27FC236}">
                <a16:creationId xmlns:a16="http://schemas.microsoft.com/office/drawing/2014/main" id="{F92BDC2B-24DF-F01C-B87D-C0A22100BAF2}"/>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16863E45-8E42-98C7-135C-20217AFBFB6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CEBB1E5-78D9-9A6A-3539-5C2EF972C92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DBA05B47-AD92-1D15-3643-D4DA457A59C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4" name="TextBox 33">
            <a:extLst>
              <a:ext uri="{FF2B5EF4-FFF2-40B4-BE49-F238E27FC236}">
                <a16:creationId xmlns:a16="http://schemas.microsoft.com/office/drawing/2014/main" id="{E099DA13-1E1A-ADAB-AD59-403905EE2BD7}"/>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6494374-C59F-07E1-71C7-1EC26402B358}"/>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6" name="TextBox 35">
            <a:extLst>
              <a:ext uri="{FF2B5EF4-FFF2-40B4-BE49-F238E27FC236}">
                <a16:creationId xmlns:a16="http://schemas.microsoft.com/office/drawing/2014/main" id="{29F7989F-B99A-BCA8-916D-16A0C27B0E94}"/>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7" name="TextBox 36">
            <a:extLst>
              <a:ext uri="{FF2B5EF4-FFF2-40B4-BE49-F238E27FC236}">
                <a16:creationId xmlns:a16="http://schemas.microsoft.com/office/drawing/2014/main" id="{560A3884-1064-AB84-7992-A471ED9E1D37}"/>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8" name="TextBox 37">
            <a:extLst>
              <a:ext uri="{FF2B5EF4-FFF2-40B4-BE49-F238E27FC236}">
                <a16:creationId xmlns:a16="http://schemas.microsoft.com/office/drawing/2014/main" id="{0268EA63-F2AD-003B-0E7A-E95783BC181B}"/>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5D1273C3-D85E-4A69-03F8-780ABCFB581D}"/>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B641635F-406B-B26B-5F05-CB485BC7B1B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C2F1D394-BA3C-F86E-6FC8-9B7BC582B1D9}"/>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399C93C1-67E5-D4DC-EEB5-CFE6A9F3069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C8FCF97-AC8B-8118-F1A6-FA5FE64513CD}"/>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7111911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2BEE5-6F31-631F-E9E4-3D6C8D5054C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B7DB48B-475D-903E-3E90-14745014E5EE}"/>
              </a:ext>
            </a:extLst>
          </p:cNvPr>
          <p:cNvSpPr>
            <a:spLocks noGrp="1"/>
          </p:cNvSpPr>
          <p:nvPr>
            <p:ph sz="half" idx="1"/>
          </p:nvPr>
        </p:nvSpPr>
        <p:spPr/>
        <p:txBody>
          <a:bodyPr>
            <a:normAutofit/>
          </a:bodyPr>
          <a:lstStyle/>
          <a:p>
            <a:r>
              <a:rPr lang="en-US" dirty="0"/>
              <a:t>Since this cage sum can’t be 25, it must be 9, without a 1.</a:t>
            </a:r>
          </a:p>
        </p:txBody>
      </p:sp>
      <p:pic>
        <p:nvPicPr>
          <p:cNvPr id="4" name="Picture 3" descr="A grid of sudoku puzzle&#10;&#10;Description automatically generated">
            <a:extLst>
              <a:ext uri="{FF2B5EF4-FFF2-40B4-BE49-F238E27FC236}">
                <a16:creationId xmlns:a16="http://schemas.microsoft.com/office/drawing/2014/main" id="{3CADCD7B-AFF8-91CC-AA33-77978964832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ADD7187-C08F-08A8-1F74-A3444FED6D7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39955F-DC34-BB38-26FF-57C319F66BF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4A563CF-74D1-784C-A7E3-C436B4ACDD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44C1CB-B958-4DA5-C630-762105E43E6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A2D3717-B9C8-3EEF-458E-F2653E53F053}"/>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6928B61A-8FAD-5932-F06E-2BBC1983AACD}"/>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7417075D-B544-EB75-86FE-52D55206EEF7}"/>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C4007BAC-A7AF-F94B-2365-DB4FE10869B3}"/>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8" name="TextBox 17">
            <a:extLst>
              <a:ext uri="{FF2B5EF4-FFF2-40B4-BE49-F238E27FC236}">
                <a16:creationId xmlns:a16="http://schemas.microsoft.com/office/drawing/2014/main" id="{9507DD45-770C-2FBB-2C2B-ABFD64F4B68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C7EDC2C7-5309-D47B-6183-F7AA4D3A693D}"/>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8911936-C2DF-6261-D35F-B7D7F9AEB063}"/>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C727F883-5F1F-668C-F8D6-A2C605F559D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EFA2BAE-E5AB-4C5F-CF41-55FBF3CCAEB6}"/>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08514FE-58BD-C853-7BEA-1B00192A6AA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87B1F9E4-2595-C85F-1C1C-D619DE939F4A}"/>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3C615A78-F7BC-9315-8559-F6B8D010A97B}"/>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28" name="TextBox 27">
            <a:extLst>
              <a:ext uri="{FF2B5EF4-FFF2-40B4-BE49-F238E27FC236}">
                <a16:creationId xmlns:a16="http://schemas.microsoft.com/office/drawing/2014/main" id="{07E09E59-5756-B49C-3590-9B0FF5FB26E5}"/>
              </a:ext>
            </a:extLst>
          </p:cNvPr>
          <p:cNvSpPr txBox="1"/>
          <p:nvPr/>
        </p:nvSpPr>
        <p:spPr>
          <a:xfrm>
            <a:off x="5650090" y="2277765"/>
            <a:ext cx="570089" cy="230832"/>
          </a:xfrm>
          <a:prstGeom prst="rect">
            <a:avLst/>
          </a:prstGeom>
          <a:noFill/>
        </p:spPr>
        <p:txBody>
          <a:bodyPr wrap="square" rtlCol="0">
            <a:spAutoFit/>
          </a:bodyPr>
          <a:lstStyle/>
          <a:p>
            <a:pPr algn="ctr"/>
            <a:r>
              <a:rPr lang="en-US" sz="900" dirty="0"/>
              <a:t>57</a:t>
            </a:r>
          </a:p>
        </p:txBody>
      </p:sp>
      <p:sp>
        <p:nvSpPr>
          <p:cNvPr id="30" name="TextBox 29">
            <a:extLst>
              <a:ext uri="{FF2B5EF4-FFF2-40B4-BE49-F238E27FC236}">
                <a16:creationId xmlns:a16="http://schemas.microsoft.com/office/drawing/2014/main" id="{6300324F-DB4D-9F73-A10C-D75EDC2CE8C0}"/>
              </a:ext>
            </a:extLst>
          </p:cNvPr>
          <p:cNvSpPr txBox="1"/>
          <p:nvPr/>
        </p:nvSpPr>
        <p:spPr>
          <a:xfrm>
            <a:off x="6152446" y="3032709"/>
            <a:ext cx="570089" cy="230832"/>
          </a:xfrm>
          <a:prstGeom prst="rect">
            <a:avLst/>
          </a:prstGeom>
          <a:noFill/>
        </p:spPr>
        <p:txBody>
          <a:bodyPr wrap="square" rtlCol="0">
            <a:spAutoFit/>
          </a:bodyPr>
          <a:lstStyle/>
          <a:p>
            <a:pPr algn="ctr"/>
            <a:r>
              <a:rPr lang="en-US" sz="900" dirty="0"/>
              <a:t>57</a:t>
            </a:r>
          </a:p>
        </p:txBody>
      </p:sp>
      <p:sp>
        <p:nvSpPr>
          <p:cNvPr id="31" name="TextBox 30">
            <a:extLst>
              <a:ext uri="{FF2B5EF4-FFF2-40B4-BE49-F238E27FC236}">
                <a16:creationId xmlns:a16="http://schemas.microsoft.com/office/drawing/2014/main" id="{19CCBC19-4FD6-53DF-CAA7-67A960472B9A}"/>
              </a:ext>
            </a:extLst>
          </p:cNvPr>
          <p:cNvSpPr txBox="1"/>
          <p:nvPr/>
        </p:nvSpPr>
        <p:spPr>
          <a:xfrm>
            <a:off x="5650090" y="2905709"/>
            <a:ext cx="570089" cy="230832"/>
          </a:xfrm>
          <a:prstGeom prst="rect">
            <a:avLst/>
          </a:prstGeom>
          <a:noFill/>
        </p:spPr>
        <p:txBody>
          <a:bodyPr wrap="square" rtlCol="0">
            <a:spAutoFit/>
          </a:bodyPr>
          <a:lstStyle/>
          <a:p>
            <a:pPr algn="ctr"/>
            <a:r>
              <a:rPr lang="en-US" sz="900" dirty="0"/>
              <a:t>62</a:t>
            </a:r>
          </a:p>
        </p:txBody>
      </p:sp>
      <p:sp>
        <p:nvSpPr>
          <p:cNvPr id="32" name="TextBox 31">
            <a:extLst>
              <a:ext uri="{FF2B5EF4-FFF2-40B4-BE49-F238E27FC236}">
                <a16:creationId xmlns:a16="http://schemas.microsoft.com/office/drawing/2014/main" id="{8F1DF103-F3F8-14F3-0AF2-9A73DEB9B1D8}"/>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E68BE59-957F-BFCF-485A-12AD8048541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51A933E4-3434-AA13-665B-6A9E1CB36D9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E2A4E435-547C-5BDA-89A1-F62580FDBA3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C96CF07C-D891-8A32-C3AF-357170A03912}"/>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8AF9B167-3780-67F9-BA2A-62BDE644E72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6E12CB62-C594-3849-35AC-5CE05C253118}"/>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B3FB3B9B-0494-FDF5-2515-472BCBAAC4B7}"/>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0005884-32DD-DBEF-4156-9226615CA662}"/>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0FC1735D-C62A-F717-4226-3830700F1911}"/>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E0F86D05-2BA9-0B56-ED57-842AA6482F9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7C0EB77C-C314-57B0-01E1-58656F1D3CCB}"/>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8C67DEAD-D498-C995-AE6C-034003C08B2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CB0DBA56-767C-0A57-DB27-64601DBBEF5C}"/>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CB79EBE0-1814-A8F2-98A8-D781EF7DF2E1}"/>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48" name="TextBox 47">
            <a:extLst>
              <a:ext uri="{FF2B5EF4-FFF2-40B4-BE49-F238E27FC236}">
                <a16:creationId xmlns:a16="http://schemas.microsoft.com/office/drawing/2014/main" id="{AC816A75-67D0-7B35-E462-67ECAEB623D5}"/>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49" name="TextBox 48">
            <a:extLst>
              <a:ext uri="{FF2B5EF4-FFF2-40B4-BE49-F238E27FC236}">
                <a16:creationId xmlns:a16="http://schemas.microsoft.com/office/drawing/2014/main" id="{4E4AAEBC-717F-B65C-D3FC-792DDDBE5A95}"/>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727854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E071B-062D-67E7-F04E-EEE85D6D20B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D70A30-AE74-BFA1-4FB7-C64F274B2D6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4980ECA-AC98-B8AF-4F83-18D22925CBE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16853D2-A0F3-8D42-E06D-D8A3F8F012B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058AB78-6909-2599-9B74-4D0D7679CF1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93DDDD9-56EE-E717-8AAB-A7156F1EAA0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27C7167-B336-D15D-378A-7F544FC2FFC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ED18254-E61F-C9C1-0350-A76D6D171470}"/>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5B0B8244-AED1-8FE8-8B99-77B6FF97C893}"/>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BB060334-A763-17F3-9036-2880163E58AC}"/>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5E5B26AD-83BC-50DE-E4A1-191ADAEE1C2F}"/>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8" name="TextBox 17">
            <a:extLst>
              <a:ext uri="{FF2B5EF4-FFF2-40B4-BE49-F238E27FC236}">
                <a16:creationId xmlns:a16="http://schemas.microsoft.com/office/drawing/2014/main" id="{4D772BEE-D063-1CC1-D755-FBC1928BBF16}"/>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E999548F-B3DF-714A-76F0-39E11C68AE2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F0565BC1-BAF1-0ACD-BC4B-491DC3780B21}"/>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294AA2A1-7A76-9944-2B67-984E4678B7E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A18810B-BC35-29B2-6B31-C34287F25483}"/>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B73E18E-4616-671F-AC47-F70DFFE47D8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F66EA720-BEB9-F491-BD5F-2B2337E55DFE}"/>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6BE86003-C0AE-B1DC-244B-A48B69BB5EC4}"/>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32" name="TextBox 31">
            <a:extLst>
              <a:ext uri="{FF2B5EF4-FFF2-40B4-BE49-F238E27FC236}">
                <a16:creationId xmlns:a16="http://schemas.microsoft.com/office/drawing/2014/main" id="{8DE0FCEE-145A-A85C-C670-60EE4495EABF}"/>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ED936B43-C125-4B71-1023-2C70B246ACDC}"/>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84CBDFD2-54CF-F7B9-7EBF-1B8DBDB499ED}"/>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CC1BB1F9-958E-9FA2-72B3-EFD71348B3F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5A17FC62-8EEA-9B8E-FB42-AD28E0223C0D}"/>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5CC3DAB1-529D-9829-563B-B05187B3B718}"/>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76AD9E50-0B29-2954-916C-1BAF5B046C98}"/>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3A5446F2-C09F-1050-6492-E765154A009F}"/>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7473552-4645-5A1F-D75C-85B4F159F349}"/>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3E6F1695-C48F-3E0B-24A8-3517C983A5A8}"/>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DEF20AE-B22C-3CE3-B481-36655D12E79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64DC5AEE-491F-E1EF-D4FE-F234128DCE2B}"/>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72B753F5-7813-1833-47F7-4D4671973AE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DF030AD1-D976-6F05-CAF0-7C55D79308D0}"/>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6F11A614-71BD-012D-54F8-ED77F55F2349}"/>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48" name="TextBox 47">
            <a:extLst>
              <a:ext uri="{FF2B5EF4-FFF2-40B4-BE49-F238E27FC236}">
                <a16:creationId xmlns:a16="http://schemas.microsoft.com/office/drawing/2014/main" id="{8BC7425C-ADA5-E9DC-C6FD-2426F8FD28DE}"/>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49" name="TextBox 48">
            <a:extLst>
              <a:ext uri="{FF2B5EF4-FFF2-40B4-BE49-F238E27FC236}">
                <a16:creationId xmlns:a16="http://schemas.microsoft.com/office/drawing/2014/main" id="{C31A8D90-14B9-CF5C-9B97-B578752E3B3D}"/>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F6F6B61B-84E9-215F-2649-EBDF6B9CAE9F}"/>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6F1B3227-C9B3-2BA4-FDA1-4244C7359479}"/>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DF570D8-02BC-98AA-AC8A-66913E7E9EB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0372960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FC35D-0565-21AF-909B-3863825C992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42C5DA-9461-F236-6B51-884BD80E4562}"/>
              </a:ext>
            </a:extLst>
          </p:cNvPr>
          <p:cNvSpPr>
            <a:spLocks noGrp="1"/>
          </p:cNvSpPr>
          <p:nvPr>
            <p:ph sz="half" idx="1"/>
          </p:nvPr>
        </p:nvSpPr>
        <p:spPr/>
        <p:txBody>
          <a:bodyPr>
            <a:normAutofit/>
          </a:bodyPr>
          <a:lstStyle/>
          <a:p>
            <a:r>
              <a:rPr lang="en-US" dirty="0"/>
              <a:t>Reduce.</a:t>
            </a:r>
          </a:p>
          <a:p>
            <a:r>
              <a:rPr lang="en-US" dirty="0"/>
              <a:t>And note that the red line must be 77 (7²).</a:t>
            </a:r>
          </a:p>
        </p:txBody>
      </p:sp>
      <p:pic>
        <p:nvPicPr>
          <p:cNvPr id="4" name="Picture 3" descr="A grid of sudoku puzzle&#10;&#10;Description automatically generated">
            <a:extLst>
              <a:ext uri="{FF2B5EF4-FFF2-40B4-BE49-F238E27FC236}">
                <a16:creationId xmlns:a16="http://schemas.microsoft.com/office/drawing/2014/main" id="{FA4E4EC0-DEFE-FF26-F3C1-DF06C0F711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47E41B9-0EA2-0012-9241-E677937D7A7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B62F56-DECE-A821-10DD-D42EF7B65EC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C36E928-8ABF-8E1D-354A-35BDCE6A3D8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9E4308F-4F7A-847E-F75F-55B4BD1C1726}"/>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E455AB4-A519-EE6B-35CC-91357E392999}"/>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7DE1E3E2-46ED-FB0E-848C-808365953173}"/>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5A4BDC45-F3E0-C046-0565-BECBBFEA4638}"/>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BC624801-B552-83CE-1A27-CA61FE2821D6}"/>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8" name="TextBox 17">
            <a:extLst>
              <a:ext uri="{FF2B5EF4-FFF2-40B4-BE49-F238E27FC236}">
                <a16:creationId xmlns:a16="http://schemas.microsoft.com/office/drawing/2014/main" id="{D44474C6-730B-16E9-CAD6-10DCBFDD206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1663AE2-AFB3-9EEB-2A1E-9B59DE40ED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FF144314-0B20-05DF-5762-E7C8A6A3AF0C}"/>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493AA992-8B53-DB70-FDC1-788613E6E51B}"/>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4A8BDB7-6240-D17F-35FB-2C823B4FA7D1}"/>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60242A4-25B7-C4C9-3245-B67ABCC0B11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9D48BCE6-23BC-6A0A-FB2A-A67E7D695D0C}"/>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948743BC-522E-BA7D-0AE5-A6C046B82C60}"/>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0DFB3EE8-B23D-BF73-E91D-6728D659805F}"/>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789810F0-6CE0-5915-96EF-B57C3E5172D5}"/>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9F9C809B-EFA2-F11A-8E6D-077F78ECD6F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28C64669-0048-9E07-212F-8CC7CB14F70E}"/>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F8F8EAF4-6FAF-3B59-6F0B-773D91C7B5F2}"/>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5B447FD1-0C72-D854-076D-810C3512756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F6C37531-5283-DF84-D6C3-45C7C770CE74}"/>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91D4BB5-9F2B-E6E2-B6BD-A671DBD7A692}"/>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5DB8294B-2623-E118-23B6-3EB5287E4F0A}"/>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D25C7F32-5DD1-5BCA-1C7E-3A1F760E322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F8B42FC8-7693-9FAD-BBF9-2B20BD96C921}"/>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157AAA9F-DE91-3FF6-F87C-07E4B42F430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1AB323B9-1DAC-F00E-CD6C-C8C9C5A67C54}"/>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698B3491-29B8-E6C7-C919-2505496F091F}"/>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48" name="TextBox 47">
            <a:extLst>
              <a:ext uri="{FF2B5EF4-FFF2-40B4-BE49-F238E27FC236}">
                <a16:creationId xmlns:a16="http://schemas.microsoft.com/office/drawing/2014/main" id="{FD3C283B-D4B1-3A5C-7662-A6E77632995E}"/>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49" name="TextBox 48">
            <a:extLst>
              <a:ext uri="{FF2B5EF4-FFF2-40B4-BE49-F238E27FC236}">
                <a16:creationId xmlns:a16="http://schemas.microsoft.com/office/drawing/2014/main" id="{523ABC8F-7A5B-24AE-FCCA-750FF0B86132}"/>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64E720C3-7FAC-B915-FD62-9BA54A625F7D}"/>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64680069-D854-73D7-F081-A26CB2D60355}"/>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F32A14C-56B8-9F4D-E36E-F5A2BCB97BC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DBCCB9E-8560-1ADE-1C40-07DEA2DAA787}"/>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39E2938A-BBB3-836E-670F-B5A6D4A205CB}"/>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511646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95A69-0451-1A39-9A9F-0702427762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D53DB1-F3FB-E6A9-F1C2-F42FF6BB7158}"/>
              </a:ext>
            </a:extLst>
          </p:cNvPr>
          <p:cNvSpPr>
            <a:spLocks noGrp="1"/>
          </p:cNvSpPr>
          <p:nvPr>
            <p:ph sz="half" idx="1"/>
          </p:nvPr>
        </p:nvSpPr>
        <p:spPr/>
        <p:txBody>
          <a:bodyPr>
            <a:normAutofit/>
          </a:bodyPr>
          <a:lstStyle/>
          <a:p>
            <a:r>
              <a:rPr lang="en-US" dirty="0"/>
              <a:t>The last red line must be 88 (8²).</a:t>
            </a:r>
          </a:p>
        </p:txBody>
      </p:sp>
      <p:pic>
        <p:nvPicPr>
          <p:cNvPr id="4" name="Picture 3" descr="A grid of sudoku puzzle&#10;&#10;Description automatically generated">
            <a:extLst>
              <a:ext uri="{FF2B5EF4-FFF2-40B4-BE49-F238E27FC236}">
                <a16:creationId xmlns:a16="http://schemas.microsoft.com/office/drawing/2014/main" id="{9F11076F-710E-F826-B746-C09B2A643E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3653E31-069F-FDA7-4AD2-4EA4593958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7FBE66D-E287-5B81-CB95-9819A6335EC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F17CD59-E890-14D2-2F62-268F18D2DE6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B854A7C-A3A4-EFE6-0D33-72DC7CF7CBD6}"/>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56F2C1AB-5DC4-9AA9-7F76-49BD0E1B0188}"/>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7AD5C1ED-7588-F7C2-F6FC-2A6A1A12E443}"/>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05A20FC9-24F7-61D5-A030-B4DCB8122B8D}"/>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3F08FE09-EF9A-7781-1F34-04539DE538FE}"/>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8" name="TextBox 17">
            <a:extLst>
              <a:ext uri="{FF2B5EF4-FFF2-40B4-BE49-F238E27FC236}">
                <a16:creationId xmlns:a16="http://schemas.microsoft.com/office/drawing/2014/main" id="{68C320FE-5975-C270-E185-AD64D5A7D3F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2B2839A3-F8F6-BEEE-DCF5-E6C9E7BDFC3C}"/>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85B434AD-A423-4CAD-8085-1563689CA5B2}"/>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0F69D704-ECBC-A722-DC29-5BC0351290D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BDAC368-E15A-E89A-6115-AB9F6E6234D8}"/>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C856D37-4C67-8DA9-3323-DAA1CD158C3E}"/>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D1980747-1706-0192-3553-C1B0A05DD8E2}"/>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76C7CAEF-7ECA-BFFE-E1D2-564A73ECCD1F}"/>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4ABC1C29-7BD7-55C0-CB88-491FBC30EE93}"/>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962FA430-82F1-E6CE-6B10-92D4A8C4C876}"/>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BB8D0E68-2580-9119-3A47-37834EA4CE9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52536084-F180-2D73-0DBD-52082745D549}"/>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9DC3AF10-A7E0-45E2-AA1A-A14DFE89C3FA}"/>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F472B042-6DEC-562D-72E3-6ACD04E0A84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1D2EB7CE-3953-095B-A173-88497B96D7A2}"/>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B84E2A4-747A-C592-D123-7D8EA2E25FDF}"/>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8985FBB3-39C3-3FDC-223B-B8E10E36FAE2}"/>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0866D22-2B92-3914-2BC6-ED2392B7518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37D6D838-A395-588A-6BFA-F4C7D7B75CEB}"/>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B3E71B77-9E07-69AB-26FD-F6A569F818F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C2D47485-241A-758C-4AD3-5C17F0FDB3E9}"/>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7682C681-C562-43E2-A3D4-98CF43F41005}"/>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48" name="TextBox 47">
            <a:extLst>
              <a:ext uri="{FF2B5EF4-FFF2-40B4-BE49-F238E27FC236}">
                <a16:creationId xmlns:a16="http://schemas.microsoft.com/office/drawing/2014/main" id="{79C506AE-13A7-3B5A-5688-18A9EA046E1A}"/>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49" name="TextBox 48">
            <a:extLst>
              <a:ext uri="{FF2B5EF4-FFF2-40B4-BE49-F238E27FC236}">
                <a16:creationId xmlns:a16="http://schemas.microsoft.com/office/drawing/2014/main" id="{009AE439-A831-42E0-90BA-CB80B2324800}"/>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0A1528D3-F2BE-2724-CBF1-4675B9899D3F}"/>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4CF7D27B-3061-6347-B4CB-12C1E31BFB0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BBED6DFB-41E9-8A2D-E13C-8EAC7E7DE9B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AFA95716-FE7D-ACB5-D463-2F68A0CDE485}"/>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1EF9D1AB-2066-EF7C-51C5-58285EEFAAAF}"/>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51840132-7CE2-044B-A185-F23DEB5CF4AC}"/>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767883E3-937B-ED44-3D7F-9E5E921B3A48}"/>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1372377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42DB7-E33E-6CC7-DA26-1D55B1B1BDA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C73DBC-5F19-5199-68DB-B9DAFA218D3B}"/>
              </a:ext>
            </a:extLst>
          </p:cNvPr>
          <p:cNvSpPr>
            <a:spLocks noGrp="1"/>
          </p:cNvSpPr>
          <p:nvPr>
            <p:ph sz="half" idx="1"/>
          </p:nvPr>
        </p:nvSpPr>
        <p:spPr/>
        <p:txBody>
          <a:bodyPr>
            <a:normAutofit/>
          </a:bodyPr>
          <a:lstStyle/>
          <a:p>
            <a:r>
              <a:rPr lang="en-US" dirty="0"/>
              <a:t>Complete right center block.</a:t>
            </a:r>
          </a:p>
        </p:txBody>
      </p:sp>
      <p:pic>
        <p:nvPicPr>
          <p:cNvPr id="4" name="Picture 3" descr="A grid of sudoku puzzle&#10;&#10;Description automatically generated">
            <a:extLst>
              <a:ext uri="{FF2B5EF4-FFF2-40B4-BE49-F238E27FC236}">
                <a16:creationId xmlns:a16="http://schemas.microsoft.com/office/drawing/2014/main" id="{5220E22A-4E40-774D-FF6C-14391A644DF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3E5BFBB-4903-31FB-AAF1-4CBE7AE9337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F37BBD1-125C-575A-4D91-13A1D17E77D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2E0F302-8244-3530-9217-C69EE6D889C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F240949-0329-71D1-EECD-B52B8CDE12D6}"/>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BFB59FF-1E35-4580-5B09-832A8EF9E099}"/>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89E590DD-1FCC-10DE-6AC1-3580040F3E32}"/>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a:t>
            </a:r>
          </a:p>
        </p:txBody>
      </p:sp>
      <p:sp>
        <p:nvSpPr>
          <p:cNvPr id="11" name="TextBox 10">
            <a:extLst>
              <a:ext uri="{FF2B5EF4-FFF2-40B4-BE49-F238E27FC236}">
                <a16:creationId xmlns:a16="http://schemas.microsoft.com/office/drawing/2014/main" id="{FEB42BF9-D9B4-911F-4EEF-0C0A4396FEC1}"/>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0C5A5111-400C-BD5F-E84E-6BB20E897AFD}"/>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a:t>
            </a:r>
          </a:p>
        </p:txBody>
      </p:sp>
      <p:sp>
        <p:nvSpPr>
          <p:cNvPr id="18" name="TextBox 17">
            <a:extLst>
              <a:ext uri="{FF2B5EF4-FFF2-40B4-BE49-F238E27FC236}">
                <a16:creationId xmlns:a16="http://schemas.microsoft.com/office/drawing/2014/main" id="{B58AC32F-C8FD-7E98-3AC6-9EC64A9F56EA}"/>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382FAA2-E95B-6A02-73BC-C1B919EBD08E}"/>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46354E9-EC53-D7D2-DE50-82A8801F3B01}"/>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21A2E257-5E78-13A3-7A2C-97B997EDEB6D}"/>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BED8711-64FF-E777-8ECE-A61B59F9189E}"/>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A010E83-38AB-CD9A-252D-9723D5CA80C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B84119C1-BD8C-E3B9-8FCE-1318286802DF}"/>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41EE3CD7-D9DC-12BE-39AA-50E815CC2B3F}"/>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DB132758-14FC-DFF6-AEA3-0BB147ACD6E9}"/>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DCBCDFFD-AB47-346E-801F-A70BA8655125}"/>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7C590999-07CB-0617-E9F6-5C1EE2548D8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DAB9DF14-49D2-EC31-288F-D9F983FF47E4}"/>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F85EE12F-8329-FF29-2ECE-BE68E7F264EB}"/>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584A1865-0E64-783A-ECCF-68CD5405FED8}"/>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209C9EA3-62AC-0BDB-B970-64D6C7A999F3}"/>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877677A-F3B8-FFE6-9FD0-562E7DB98C12}"/>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EBF23BCC-E273-125A-04D4-DF9E9FA589CA}"/>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DE86917D-5872-EE96-0F82-E0D8ED0A59F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23E206B7-D8F3-289C-CFAB-5FA344A5F003}"/>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75E1E807-1CCD-AD81-97F0-1C7E3AE1140D}"/>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891EF8FA-1DDF-AA2E-E4D7-932B6D340E26}"/>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727E0362-E53A-7BE5-90AB-D5048B535DB1}"/>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48" name="TextBox 47">
            <a:extLst>
              <a:ext uri="{FF2B5EF4-FFF2-40B4-BE49-F238E27FC236}">
                <a16:creationId xmlns:a16="http://schemas.microsoft.com/office/drawing/2014/main" id="{FAA89D0B-94FF-65AD-8A06-572538FEF075}"/>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49" name="TextBox 48">
            <a:extLst>
              <a:ext uri="{FF2B5EF4-FFF2-40B4-BE49-F238E27FC236}">
                <a16:creationId xmlns:a16="http://schemas.microsoft.com/office/drawing/2014/main" id="{C611A3FE-85F9-9309-FA3F-7DE06BE36DD9}"/>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F6185D36-401A-308F-850E-AA62F4E7F6BF}"/>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296E5FFE-3E9C-41E7-49C0-8E0AE8DF753D}"/>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079C4B82-3B68-92A4-9334-DD06DBCC76D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91E746AD-B241-3385-C897-E0EF7D01079C}"/>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06E15A2E-0FA9-7D0B-0EEA-EEDBE29D01D5}"/>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FB19474B-58F7-8A8B-19BB-302380AED3F3}"/>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C8560DA6-2977-C69F-6425-70033895168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F3666499-9018-F63A-17DC-ACE1894049E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28" name="TextBox 27">
            <a:extLst>
              <a:ext uri="{FF2B5EF4-FFF2-40B4-BE49-F238E27FC236}">
                <a16:creationId xmlns:a16="http://schemas.microsoft.com/office/drawing/2014/main" id="{C3294A86-2A84-38B1-07A5-F087B5241904}"/>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30" name="TextBox 29">
            <a:extLst>
              <a:ext uri="{FF2B5EF4-FFF2-40B4-BE49-F238E27FC236}">
                <a16:creationId xmlns:a16="http://schemas.microsoft.com/office/drawing/2014/main" id="{A17B871E-470B-FB39-F026-BAE02AF3D2C4}"/>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Tree>
    <p:extLst>
      <p:ext uri="{BB962C8B-B14F-4D97-AF65-F5344CB8AC3E}">
        <p14:creationId xmlns:p14="http://schemas.microsoft.com/office/powerpoint/2010/main" val="7033022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01E81-1597-D6F6-63C3-D36E8B06D16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0F108AF-1EA6-5D32-2E6C-5CAB9E21E5D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A43CAC9-E73C-CF86-A03F-2F2C729F05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0EE35C7-DEE6-A30D-A184-3CB7863114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9B5013E-559C-8B38-280E-803B4AEC936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1992A0-8B5F-76FA-8396-D53F3E8E9B4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CA7CD30-C139-31FA-CFD9-ABD0D9B350CE}"/>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416D5E1-B73C-C0B0-5AA8-F6DDEF53E3C2}"/>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2780B496-228F-D467-1C75-1E7004F0504A}"/>
              </a:ext>
            </a:extLst>
          </p:cNvPr>
          <p:cNvSpPr txBox="1"/>
          <p:nvPr/>
        </p:nvSpPr>
        <p:spPr>
          <a:xfrm>
            <a:off x="3640666" y="3406653"/>
            <a:ext cx="570089" cy="230832"/>
          </a:xfrm>
          <a:prstGeom prst="rect">
            <a:avLst/>
          </a:prstGeom>
          <a:noFill/>
        </p:spPr>
        <p:txBody>
          <a:bodyPr wrap="square" rtlCol="0">
            <a:spAutoFit/>
          </a:bodyPr>
          <a:lstStyle/>
          <a:p>
            <a:pPr algn="ctr"/>
            <a:r>
              <a:rPr lang="en-US" sz="900" dirty="0"/>
              <a:t>59</a:t>
            </a:r>
          </a:p>
        </p:txBody>
      </p:sp>
      <p:sp>
        <p:nvSpPr>
          <p:cNvPr id="18" name="TextBox 17">
            <a:extLst>
              <a:ext uri="{FF2B5EF4-FFF2-40B4-BE49-F238E27FC236}">
                <a16:creationId xmlns:a16="http://schemas.microsoft.com/office/drawing/2014/main" id="{F99FBF5E-E011-A41E-0691-93AC3A01244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2D3373B-0EBA-E4FA-C349-9D4D7489143B}"/>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FB59D5EF-C1E4-26EE-6688-5E76D3E1B5D3}"/>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F13CF379-48DC-EC0E-9DBA-A6B8DA400A9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C2F86A08-F088-3A11-0803-23C94BA727A1}"/>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9028D59-A3C7-8F5D-94A1-2AB18FB77D2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2B51BB4B-DABF-045C-57EB-E5018A1C411F}"/>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8A4F3EE8-9498-898F-A7D3-254B28899B8E}"/>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C4166C18-B8F3-07EC-460F-08E4F4792A5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0C04748A-98FF-90C8-73C7-3FDFF8623711}"/>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4C0B375B-AAA6-12C9-F0A3-566B0E9BABB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622AD58C-11FD-5F6E-ACB4-88CA0658F0A4}"/>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98B82861-6157-F81A-FC42-9CE2990D40D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4B8D367B-0F7C-A157-857B-BF3E689B1A2D}"/>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02120B90-1E8D-B5A0-CDE0-F549E7656367}"/>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02DCA87-638B-139E-1217-7556FC2FAED7}"/>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737019F5-4292-08BD-9356-A79FB480264E}"/>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6BE856AB-33F9-A9B4-992D-317AB612CC9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97357A9A-CACB-6212-8E4C-E85BF34C4C7F}"/>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9D5F59C8-998D-D55D-2A7D-61AFE9BC0E2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FA424D42-68C5-505D-3CA7-3B34F062D24C}"/>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732F243A-7987-9CA1-9A1F-FB6505756012}"/>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48" name="TextBox 47">
            <a:extLst>
              <a:ext uri="{FF2B5EF4-FFF2-40B4-BE49-F238E27FC236}">
                <a16:creationId xmlns:a16="http://schemas.microsoft.com/office/drawing/2014/main" id="{8F5217B9-651F-95C5-1237-A2B5156566FB}"/>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49" name="TextBox 48">
            <a:extLst>
              <a:ext uri="{FF2B5EF4-FFF2-40B4-BE49-F238E27FC236}">
                <a16:creationId xmlns:a16="http://schemas.microsoft.com/office/drawing/2014/main" id="{DC5FD631-4FF5-4E0A-2C21-51AF537579D7}"/>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596CAE0-6948-A51A-BBAF-4C04DCE2032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1E3D8AC4-E7D0-805D-96E7-1669B7822FA7}"/>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09520BD5-83E3-FBA8-32E3-00F35F6D618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2438334-F2FE-44C4-1752-2A9BE4E1E6C2}"/>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32C139DE-B92C-3E99-1ED5-963F5484D5D6}"/>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68EE19FB-BB10-C711-7520-944B496176D3}"/>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F1AD5A7F-5871-2D3F-E377-A7B04DEA59C9}"/>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A269F398-CDEE-90E3-7998-94408D78D648}"/>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28" name="TextBox 27">
            <a:extLst>
              <a:ext uri="{FF2B5EF4-FFF2-40B4-BE49-F238E27FC236}">
                <a16:creationId xmlns:a16="http://schemas.microsoft.com/office/drawing/2014/main" id="{D8FA82DE-A30D-5FB8-48F7-7F55D49B7B7F}"/>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30" name="TextBox 29">
            <a:extLst>
              <a:ext uri="{FF2B5EF4-FFF2-40B4-BE49-F238E27FC236}">
                <a16:creationId xmlns:a16="http://schemas.microsoft.com/office/drawing/2014/main" id="{6EF6D750-7A2A-C22F-3601-1EFE8FF42817}"/>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31" name="TextBox 30">
            <a:extLst>
              <a:ext uri="{FF2B5EF4-FFF2-40B4-BE49-F238E27FC236}">
                <a16:creationId xmlns:a16="http://schemas.microsoft.com/office/drawing/2014/main" id="{B5CE803A-ACF4-2887-46CB-6404D811AE15}"/>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C1B517A6-0CDA-4865-EFA7-C45DA0DB0CB8}"/>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1685824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E1469-B48F-CC4D-6394-764395D9B5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CF07BC-A9BE-5A3A-8F4F-B847F081F970}"/>
              </a:ext>
            </a:extLst>
          </p:cNvPr>
          <p:cNvSpPr>
            <a:spLocks noGrp="1"/>
          </p:cNvSpPr>
          <p:nvPr>
            <p:ph sz="half" idx="1"/>
          </p:nvPr>
        </p:nvSpPr>
        <p:spPr/>
        <p:txBody>
          <a:bodyPr>
            <a:normAutofit/>
          </a:bodyPr>
          <a:lstStyle/>
          <a:p>
            <a:r>
              <a:rPr lang="en-US" dirty="0"/>
              <a:t>Reduce.</a:t>
            </a:r>
          </a:p>
          <a:p>
            <a:r>
              <a:rPr lang="en-US" dirty="0"/>
              <a:t>Then, reduce again.</a:t>
            </a:r>
          </a:p>
        </p:txBody>
      </p:sp>
      <p:pic>
        <p:nvPicPr>
          <p:cNvPr id="4" name="Picture 3" descr="A grid of sudoku puzzle&#10;&#10;Description automatically generated">
            <a:extLst>
              <a:ext uri="{FF2B5EF4-FFF2-40B4-BE49-F238E27FC236}">
                <a16:creationId xmlns:a16="http://schemas.microsoft.com/office/drawing/2014/main" id="{3A5675BB-BF02-F9A4-1871-992F7D5E94F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0D06253-B39E-11F4-5942-08C4EA93028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8BA1F8D-965C-FCCF-C2FC-48A066CD56B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47B942D-EC14-7451-7640-94F5856E520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B7CA096-A3FC-D567-6803-D718C0F9398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5FE1860F-D229-DF31-2C9C-4612DA2EE4D0}"/>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F5DB293E-B025-1CA4-8FF3-F636F70F88A4}"/>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E498DC8-7C1D-85CE-24D4-2EC85D59516A}"/>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0FD728B6-6F9A-DED8-1157-5C668326115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5F8E706-9D48-F611-26BD-E580D3860C2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76A6A6C-524F-293E-120A-68012D2021B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C08628FD-2511-A690-AD18-8ACAD146A29D}"/>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80CF4D0D-2A7A-33AD-3210-BF2C5FC5D5AA}"/>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82F0A0FF-4489-7B89-917B-610BE62748AF}"/>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097CF08D-5119-4AE7-9AB5-C0FFCD8C3970}"/>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E4CB5118-8E85-2A83-EE88-C9B7BB19EC64}"/>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71356A9A-DA27-27A3-E920-6EE44B7F6652}"/>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3FACE37B-8891-87CD-9B73-63112384BEAA}"/>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A23D05D2-E982-345C-5506-3C2877AA8A46}"/>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9D05D531-0EC4-89D6-BE67-23732E565123}"/>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629D497-0F0B-B294-2DD0-91236F0C5DEE}"/>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FD10CD24-D751-9CE3-1D27-5C2A963A8857}"/>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21E060BA-8512-2B8E-F015-A2739D702CD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30658D93-0E71-D1EB-5A50-45665138895C}"/>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7BBB083A-B33D-9678-7397-CAC4C22D3DE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202FD828-E0D9-5EF1-2BBA-40B0B02299E2}"/>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CD07D0B3-A615-3102-8E0A-B274F6622456}"/>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48" name="TextBox 47">
            <a:extLst>
              <a:ext uri="{FF2B5EF4-FFF2-40B4-BE49-F238E27FC236}">
                <a16:creationId xmlns:a16="http://schemas.microsoft.com/office/drawing/2014/main" id="{309C63A7-72EF-4042-C35E-E92FFDF9493B}"/>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49" name="TextBox 48">
            <a:extLst>
              <a:ext uri="{FF2B5EF4-FFF2-40B4-BE49-F238E27FC236}">
                <a16:creationId xmlns:a16="http://schemas.microsoft.com/office/drawing/2014/main" id="{E54BB565-3913-94F0-8785-37BE82F245BA}"/>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154AD82C-14D7-C1D5-C467-813EBB47C843}"/>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F1DD5CE9-B002-2E64-90FC-76138BE839A9}"/>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000B7BD4-26B9-7B88-B734-00D619C897F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98A3812-7C04-8A1C-ED03-EFF0CAFDF0EC}"/>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3F5E7911-B8DC-D921-7B50-74CAB387331D}"/>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057D70C1-784C-3E30-B89D-A0B33CEBA21A}"/>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20AF8B57-AEE4-16FB-4869-3AA11223033A}"/>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D0D15344-A40E-CE30-D5F7-9224F86E0828}"/>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28" name="TextBox 27">
            <a:extLst>
              <a:ext uri="{FF2B5EF4-FFF2-40B4-BE49-F238E27FC236}">
                <a16:creationId xmlns:a16="http://schemas.microsoft.com/office/drawing/2014/main" id="{FDCB3182-1E76-B071-C7AB-42C18CD4725F}"/>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30" name="TextBox 29">
            <a:extLst>
              <a:ext uri="{FF2B5EF4-FFF2-40B4-BE49-F238E27FC236}">
                <a16:creationId xmlns:a16="http://schemas.microsoft.com/office/drawing/2014/main" id="{00C81F29-8E2A-2B5B-7FDD-BFE01B475DE8}"/>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31" name="TextBox 30">
            <a:extLst>
              <a:ext uri="{FF2B5EF4-FFF2-40B4-BE49-F238E27FC236}">
                <a16:creationId xmlns:a16="http://schemas.microsoft.com/office/drawing/2014/main" id="{F45AB103-D3A6-2AF6-2FD9-234E6DEE71C3}"/>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97664FF4-7DF7-D77F-E98E-51F7AA9B49A6}"/>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243BFC5-623B-394E-69B2-64C03790FA90}"/>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56AE955E-DDB1-5ED7-E1C1-CFBEF33238F4}"/>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6320149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AB763-E101-3881-8E61-D1E2E4A823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1D28B8-DC3C-46B6-962F-370B3128A4EB}"/>
              </a:ext>
            </a:extLst>
          </p:cNvPr>
          <p:cNvSpPr>
            <a:spLocks noGrp="1"/>
          </p:cNvSpPr>
          <p:nvPr>
            <p:ph sz="half" idx="1"/>
          </p:nvPr>
        </p:nvSpPr>
        <p:spPr/>
        <p:txBody>
          <a:bodyPr>
            <a:normAutofit lnSpcReduction="10000"/>
          </a:bodyPr>
          <a:lstStyle/>
          <a:p>
            <a:r>
              <a:rPr lang="en-US" dirty="0"/>
              <a:t>In Row 5, remaining 29 fits in only one way.</a:t>
            </a:r>
          </a:p>
          <a:p>
            <a:r>
              <a:rPr lang="en-US" dirty="0"/>
              <a:t>In Row 6, remaining 14 fits in only one way.</a:t>
            </a:r>
          </a:p>
          <a:p>
            <a:r>
              <a:rPr lang="en-US" dirty="0"/>
              <a:t>Then, last possible 2 in lower center block.</a:t>
            </a:r>
          </a:p>
        </p:txBody>
      </p:sp>
      <p:pic>
        <p:nvPicPr>
          <p:cNvPr id="4" name="Picture 3" descr="A grid of sudoku puzzle&#10;&#10;Description automatically generated">
            <a:extLst>
              <a:ext uri="{FF2B5EF4-FFF2-40B4-BE49-F238E27FC236}">
                <a16:creationId xmlns:a16="http://schemas.microsoft.com/office/drawing/2014/main" id="{B5E08636-58E0-8913-B1A9-C7ECF5DB0FD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CD125A7-F8B0-A412-204F-9EA7FCF7925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B5E5B04-6468-BADE-7A10-AC6179E9A10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BF71A03-718C-2FA8-32F1-7375C47DAE4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75E87D0-82E0-BA18-259E-7C9BE511ABAC}"/>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E377A324-DC0C-849E-898D-8563FC47171A}"/>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25C7E044-F133-9B6F-79A3-2DBD9D8169B6}"/>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A7D12912-5F5C-A120-E132-A414B2ED846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8001C40D-211E-CCB7-407B-F4BC2480823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6D7F0A7-0EF9-4186-0DEE-26D757BB0D9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35033A7-DF7B-37C8-B3CB-7DE3C2F4096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F740D6EC-A70B-0947-CD0B-161008FC1915}"/>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FF16E39C-B244-D015-937C-265DE48C12E1}"/>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13E69768-8695-150F-015F-AC4DCD4BF606}"/>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519DA034-FEF4-578E-9BCA-2C749C5A8532}"/>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FAC5B0CA-C5CD-21BC-654A-8414CEE93AC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0576F7C5-FBC3-FECB-7387-F5F5167FCC06}"/>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66A5B40B-5D97-AE3B-DB3A-87E37BE0249B}"/>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69A39201-9701-DE7D-B693-75759070EE7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065E1E68-EC04-6D1D-A9AB-D36BB5D2C11D}"/>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14173A3-42E0-8172-A2BD-D36F1D0F51D0}"/>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265B7079-8EC8-6E3F-AC49-34821BB703D0}"/>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62E093A3-2289-8DB0-3D58-DD616CD9225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46D858A0-459E-4AC8-73A1-377A12762106}"/>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501EA882-3243-F1BB-F972-40132452BD9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7A8AA8F6-FF70-A855-99C2-4DFCD95619A2}"/>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C55ED2CD-6E3F-2804-C65F-406CE3084533}"/>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48" name="TextBox 47">
            <a:extLst>
              <a:ext uri="{FF2B5EF4-FFF2-40B4-BE49-F238E27FC236}">
                <a16:creationId xmlns:a16="http://schemas.microsoft.com/office/drawing/2014/main" id="{1128EF3A-7C5F-D251-C225-0338E53D487C}"/>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49" name="TextBox 48">
            <a:extLst>
              <a:ext uri="{FF2B5EF4-FFF2-40B4-BE49-F238E27FC236}">
                <a16:creationId xmlns:a16="http://schemas.microsoft.com/office/drawing/2014/main" id="{9B49CA1E-2793-EE18-8547-4F1E59BB908F}"/>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D7BEFBB3-CC41-2E5E-AF4B-D162B28B2EE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325D9F0E-57B8-129A-CD01-48B0F27A2642}"/>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8974177-5214-FF85-82B9-67F1D2D59AC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D9710B3A-2CA4-620E-4DE5-AD1F378B4495}"/>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704E423F-5F76-5236-6263-ACDA01A09D87}"/>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9C5F7351-BC8C-A019-7C0F-25A63E8C16D1}"/>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91CFA1F7-31A8-56AE-87B2-1F3D4FD44096}"/>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5C1CBAFB-B53E-E0DA-399A-0DDDB18A06B4}"/>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28" name="TextBox 27">
            <a:extLst>
              <a:ext uri="{FF2B5EF4-FFF2-40B4-BE49-F238E27FC236}">
                <a16:creationId xmlns:a16="http://schemas.microsoft.com/office/drawing/2014/main" id="{D21C660B-BB6C-1BA5-15E5-FC9D9A0E56AF}"/>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30" name="TextBox 29">
            <a:extLst>
              <a:ext uri="{FF2B5EF4-FFF2-40B4-BE49-F238E27FC236}">
                <a16:creationId xmlns:a16="http://schemas.microsoft.com/office/drawing/2014/main" id="{D04D8BF5-2CD1-C33C-5BBD-631C9981A9A1}"/>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31" name="TextBox 30">
            <a:extLst>
              <a:ext uri="{FF2B5EF4-FFF2-40B4-BE49-F238E27FC236}">
                <a16:creationId xmlns:a16="http://schemas.microsoft.com/office/drawing/2014/main" id="{054970A7-7634-867D-170C-9E68C3318B43}"/>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E801A362-3076-2F12-07D1-87635ABAD6AF}"/>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ECD7CC3-7AA4-88A5-2C21-B2E2D89CB2A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386F3D67-A446-EA1C-945A-220FFA4E9CD4}"/>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8" name="TextBox 7">
            <a:extLst>
              <a:ext uri="{FF2B5EF4-FFF2-40B4-BE49-F238E27FC236}">
                <a16:creationId xmlns:a16="http://schemas.microsoft.com/office/drawing/2014/main" id="{EAF8FAA5-AB6E-301A-9CEB-470F35A74C95}"/>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4B17FEE5-BCC1-E25F-EF6F-E61DA4BEE214}"/>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34" name="TextBox 33">
            <a:extLst>
              <a:ext uri="{FF2B5EF4-FFF2-40B4-BE49-F238E27FC236}">
                <a16:creationId xmlns:a16="http://schemas.microsoft.com/office/drawing/2014/main" id="{037F0E8D-8ED4-B275-45F1-4DDDF67D1565}"/>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BA211E30-56C6-AA66-2D69-9E2FB247B354}"/>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A3E3CFD3-CAAB-2C8E-065B-C0DE458F6898}"/>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9449862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1D141-1ECC-BA18-45BF-6455A26D54A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BFCE0BD-3C4E-B78B-6D95-DF599C21FBBA}"/>
              </a:ext>
            </a:extLst>
          </p:cNvPr>
          <p:cNvSpPr>
            <a:spLocks noGrp="1"/>
          </p:cNvSpPr>
          <p:nvPr>
            <p:ph sz="half" idx="1"/>
          </p:nvPr>
        </p:nvSpPr>
        <p:spPr/>
        <p:txBody>
          <a:bodyPr>
            <a:normAutofit lnSpcReduction="10000"/>
          </a:bodyPr>
          <a:lstStyle/>
          <a:p>
            <a:r>
              <a:rPr lang="en-US" dirty="0"/>
              <a:t>Last possible 4 in lower right block.</a:t>
            </a:r>
          </a:p>
          <a:p>
            <a:r>
              <a:rPr lang="en-US" dirty="0"/>
              <a:t>Last possible 1 in upper right block.</a:t>
            </a:r>
          </a:p>
          <a:p>
            <a:r>
              <a:rPr lang="en-US" dirty="0"/>
              <a:t>Then, last possible 1 in upper center block.</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F1DC36FB-BD77-FA23-10BF-36F6B23CE7F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32CEA5-04C5-BA65-8225-1AF984A8522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CF6787-5BE9-54C0-DD44-163CF02CE28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65FBF7-2C25-3228-AC09-205E09A3A2D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F088AEA-6CEE-9C34-BB80-E82161A8EAC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0378847B-6129-ED10-A9E6-BFAC4697647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61C476B7-6E0E-AE38-3855-D0EC0D3F7DF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97BE197C-2339-7AFA-0B7F-1F3F05D02984}"/>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CD5D0115-23B9-994D-23CE-569D2B16960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C5A0CC7-F082-2D45-197B-16EC94000810}"/>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D51868D-E6D1-BFCF-2009-C80E57585E0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963D070F-EB80-0196-E0D1-1DA53735C6F5}"/>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96039937-0B79-531C-E5D3-9DA4DD758802}"/>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9F31211-CBDC-0BFB-46D6-413137E3B88C}"/>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EF105D84-21B9-DBC8-F036-8D227EFA584E}"/>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8E7E478C-60F5-F039-ED32-25AF205B9E72}"/>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61C46B8A-6848-23D5-FDC6-8FCFEBF61E67}"/>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DD7AD113-8286-B973-5658-94798527AA2B}"/>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5AFD1CAC-56BC-CD8E-B6CD-7247C4B8594F}"/>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40" name="TextBox 39">
            <a:extLst>
              <a:ext uri="{FF2B5EF4-FFF2-40B4-BE49-F238E27FC236}">
                <a16:creationId xmlns:a16="http://schemas.microsoft.com/office/drawing/2014/main" id="{99B8C845-E9DB-DA10-49D9-94C5027E5B0A}"/>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48622E6-72B9-8BA5-BFB8-853A8E42114D}"/>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6B66163C-06CC-286E-24D3-BA032A3ACA0B}"/>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CEC6718-E4A4-2C7B-72FC-CCEDB8366C3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936594DF-CAD0-779A-B063-07398562B0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6D4EA339-99BD-B757-44C7-2BE963DA8CA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1DC5AC6D-93E3-3203-3751-71FF564B66BD}"/>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7AB4F1C4-69C1-32C6-99DE-51CE91A0354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48" name="TextBox 47">
            <a:extLst>
              <a:ext uri="{FF2B5EF4-FFF2-40B4-BE49-F238E27FC236}">
                <a16:creationId xmlns:a16="http://schemas.microsoft.com/office/drawing/2014/main" id="{5C38A1C5-F471-EB15-3907-A8AEDDDDE50C}"/>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49" name="TextBox 48">
            <a:extLst>
              <a:ext uri="{FF2B5EF4-FFF2-40B4-BE49-F238E27FC236}">
                <a16:creationId xmlns:a16="http://schemas.microsoft.com/office/drawing/2014/main" id="{6FFB12B7-3C78-55DC-8A6D-DCE6EC429D07}"/>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C4601553-D950-40C2-F6B5-24B514A787E4}"/>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B9F3C030-C224-BECC-2B91-E1E87F8A5DF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C5F7652-BE95-24F4-725D-3533C6995FF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FDD697CF-38CD-D311-D0A8-5EA20E4603A8}"/>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7" name="TextBox 16">
            <a:extLst>
              <a:ext uri="{FF2B5EF4-FFF2-40B4-BE49-F238E27FC236}">
                <a16:creationId xmlns:a16="http://schemas.microsoft.com/office/drawing/2014/main" id="{AF6044F3-6864-564C-D53E-480835A1BF5A}"/>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19C40781-E6AC-C459-32D8-950E7BCC6BA7}"/>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7FB7C046-F4A7-26BB-F353-27DA2B6AD510}"/>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C684A4DD-F856-F977-0E33-256A3AE0A7AB}"/>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28" name="TextBox 27">
            <a:extLst>
              <a:ext uri="{FF2B5EF4-FFF2-40B4-BE49-F238E27FC236}">
                <a16:creationId xmlns:a16="http://schemas.microsoft.com/office/drawing/2014/main" id="{449DA485-643C-57FD-FD9F-891E01204ADE}"/>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30" name="TextBox 29">
            <a:extLst>
              <a:ext uri="{FF2B5EF4-FFF2-40B4-BE49-F238E27FC236}">
                <a16:creationId xmlns:a16="http://schemas.microsoft.com/office/drawing/2014/main" id="{2C9E42C4-16AE-C0E0-31BC-4769DCC91F14}"/>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31" name="TextBox 30">
            <a:extLst>
              <a:ext uri="{FF2B5EF4-FFF2-40B4-BE49-F238E27FC236}">
                <a16:creationId xmlns:a16="http://schemas.microsoft.com/office/drawing/2014/main" id="{EF8F523A-A223-DEF1-B27B-3EEB26F7B652}"/>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681F1412-F64E-1116-5A4E-303835145D37}"/>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CF0C4FAE-2D82-84C0-9EFA-097EC19C111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9680069A-DC8F-1F23-9732-72F3730C1CCF}"/>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8" name="TextBox 7">
            <a:extLst>
              <a:ext uri="{FF2B5EF4-FFF2-40B4-BE49-F238E27FC236}">
                <a16:creationId xmlns:a16="http://schemas.microsoft.com/office/drawing/2014/main" id="{BA4A959E-B0E7-B1DC-97B3-A99A48B609D8}"/>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FBA8CC8E-5935-F724-3BB3-27F20517BAD0}"/>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34" name="TextBox 33">
            <a:extLst>
              <a:ext uri="{FF2B5EF4-FFF2-40B4-BE49-F238E27FC236}">
                <a16:creationId xmlns:a16="http://schemas.microsoft.com/office/drawing/2014/main" id="{925DC400-D9F7-22AA-AF16-A426593BA62D}"/>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98C36780-C383-7E3A-F249-A92436894ADE}"/>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50" name="TextBox 49">
            <a:extLst>
              <a:ext uri="{FF2B5EF4-FFF2-40B4-BE49-F238E27FC236}">
                <a16:creationId xmlns:a16="http://schemas.microsoft.com/office/drawing/2014/main" id="{F3FC8660-CC76-FE55-5BE5-951BE0D2838E}"/>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3E996B08-3BB4-4430-FFE2-1D625AE919D2}"/>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6876AE63-AE4B-CF50-A08B-821DC5922B51}"/>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06516E37-0E87-329E-61AD-1C791DB74A6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8368771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30669-DA4D-2FA8-1480-E628AAFCA6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C73F5A-4F1A-03A4-459C-C9D838F8118B}"/>
              </a:ext>
            </a:extLst>
          </p:cNvPr>
          <p:cNvSpPr>
            <a:spLocks noGrp="1"/>
          </p:cNvSpPr>
          <p:nvPr>
            <p:ph sz="half" idx="1"/>
          </p:nvPr>
        </p:nvSpPr>
        <p:spPr/>
        <p:txBody>
          <a:bodyPr>
            <a:normAutofit/>
          </a:bodyPr>
          <a:lstStyle/>
          <a:p>
            <a:r>
              <a:rPr lang="en-US" dirty="0"/>
              <a:t>Complete Column 6.</a:t>
            </a:r>
          </a:p>
        </p:txBody>
      </p:sp>
      <p:pic>
        <p:nvPicPr>
          <p:cNvPr id="4" name="Picture 3" descr="A grid of sudoku puzzle&#10;&#10;Description automatically generated">
            <a:extLst>
              <a:ext uri="{FF2B5EF4-FFF2-40B4-BE49-F238E27FC236}">
                <a16:creationId xmlns:a16="http://schemas.microsoft.com/office/drawing/2014/main" id="{F48E026C-1A8C-D597-C148-045B2FE522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5E0AADE-CBBE-4A32-DA3C-FAE90E7C312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68C75BD-75C0-06D4-C0C4-287B6A55758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12892C2-7CB2-58EA-644A-4AF9C92CAE7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649EF11-D4CE-320E-A2F5-D798286A7C8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444160C8-F381-8C76-4E6B-0B0A9B89B37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ACB803C-DAAD-C09F-7515-5024895D79EE}"/>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1541036D-B8C6-1AD8-79D1-7BB7ACB62E3B}"/>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DD951E05-C8F6-FDCE-30D5-D041A29BC35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DA96848-0EE3-DE98-BA60-33849ABEB5A2}"/>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8188258-4E70-1F88-F4E8-BFC312A0E9E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25645668-D839-FD53-17E2-D9E85039ADA7}"/>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28F8CE86-29A5-98D1-C49D-DFF0C1202689}"/>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A53EE954-41B9-C5B3-5ADC-F40F79B94E91}"/>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1C210AF-126B-DD44-C5CD-94AB2FF0076B}"/>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7C540FD1-6C6F-D73E-BE2D-B4B0BD6887D1}"/>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2B98D1A9-5C2B-94F8-66B6-2A65D61E513C}"/>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0712E407-1824-829A-6D2E-21190CBD0668}"/>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86F9262-3780-BAEF-C3BA-8B50320D1FF2}"/>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735A217C-9AA8-1B1D-363E-2A1B1E3E97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FE6BFE9B-063E-63FB-5A76-9E678C824345}"/>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D643265-634E-335F-2C4F-56CFD7DE852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E163049A-850F-A210-4843-8A90D6E6A9F3}"/>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0A0D0B8-5C2D-E81B-384C-769704E515F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B54CE14E-B283-FB37-FCC0-F4A9717360E3}"/>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2323AC0-599F-4BE4-D1DD-823E2E4F595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31754E06-FE19-4C6F-A114-CCD0F193D053}"/>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010E5C67-D582-3490-F1F2-BC78B6857BDB}"/>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2F87059-A131-4A3C-4672-4736EF0D821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16" name="TextBox 15">
            <a:extLst>
              <a:ext uri="{FF2B5EF4-FFF2-40B4-BE49-F238E27FC236}">
                <a16:creationId xmlns:a16="http://schemas.microsoft.com/office/drawing/2014/main" id="{8CA26CAF-D852-5EF9-B076-456DC4B1CE15}"/>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B70E03CB-8F83-22B7-1607-413A7DB22275}"/>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34824678-D19D-5443-3A1D-47C955007D7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F9E8B6D9-9E57-C5A2-766A-553EB2D68CA4}"/>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615747C-6239-627F-1A26-5F5626255D31}"/>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FA2A08B-81A1-1A38-FE0F-424AA155733E}"/>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E090D5C1-A4BD-F01D-9F4D-6118C799C27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1B1165FD-0B46-1361-BDCF-37ABDC205B61}"/>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808A64EA-7EFA-402E-2837-D124D05918B1}"/>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5C2BD07A-6598-8D8E-52EC-FADD926CA20B}"/>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A554B03-4308-6BB0-F89D-0D8A63478CC2}"/>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E0085AD4-FE5F-CEAE-4538-C68477E0EE4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204A3CB1-F686-CD3D-B21E-3BAB152A5C83}"/>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5DCD5B8B-679D-F80D-4BA7-6446D1F185B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4038037A-E7D8-2C26-4019-EBF2505CB500}"/>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86557CED-B98A-5A7B-7F51-07C1A34F71FE}"/>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DF4EA8A-C241-6A48-77A7-871E6B9E9C01}"/>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6BFAD2D6-FAEA-FD01-5FCB-3550AC12AEB3}"/>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77D61DC3-BB67-B452-06E5-E4151C3A3722}"/>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2DA301E1-47FE-1526-3802-CC5C2E0431BE}"/>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9EABFB8F-9630-A3F7-0E9C-3B62DC3EDD01}"/>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2CDA991-345C-E266-19E6-6295912BFEE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F88D37FB-73BD-E687-C955-FDECE8161CB7}"/>
              </a:ext>
            </a:extLst>
          </p:cNvPr>
          <p:cNvSpPr txBox="1"/>
          <p:nvPr/>
        </p:nvSpPr>
        <p:spPr>
          <a:xfrm>
            <a:off x="5638801" y="3907597"/>
            <a:ext cx="570089" cy="230832"/>
          </a:xfrm>
          <a:prstGeom prst="rect">
            <a:avLst/>
          </a:prstGeom>
          <a:noFill/>
        </p:spPr>
        <p:txBody>
          <a:bodyPr wrap="square" rtlCol="0">
            <a:spAutoFit/>
          </a:bodyPr>
          <a:lstStyle/>
          <a:p>
            <a:pPr algn="ctr"/>
            <a:r>
              <a:rPr lang="en-US" sz="900" dirty="0"/>
              <a:t>79</a:t>
            </a:r>
          </a:p>
        </p:txBody>
      </p:sp>
      <p:sp>
        <p:nvSpPr>
          <p:cNvPr id="55" name="TextBox 54">
            <a:extLst>
              <a:ext uri="{FF2B5EF4-FFF2-40B4-BE49-F238E27FC236}">
                <a16:creationId xmlns:a16="http://schemas.microsoft.com/office/drawing/2014/main" id="{2B6E8C43-BF1C-9364-6339-25D4FC6508BC}"/>
              </a:ext>
            </a:extLst>
          </p:cNvPr>
          <p:cNvSpPr txBox="1"/>
          <p:nvPr/>
        </p:nvSpPr>
        <p:spPr>
          <a:xfrm>
            <a:off x="5650090" y="4909484"/>
            <a:ext cx="570089" cy="230832"/>
          </a:xfrm>
          <a:prstGeom prst="rect">
            <a:avLst/>
          </a:prstGeom>
          <a:noFill/>
        </p:spPr>
        <p:txBody>
          <a:bodyPr wrap="square" rtlCol="0">
            <a:spAutoFit/>
          </a:bodyPr>
          <a:lstStyle/>
          <a:p>
            <a:pPr algn="ctr"/>
            <a:r>
              <a:rPr lang="en-US" sz="900" dirty="0"/>
              <a:t>97</a:t>
            </a:r>
          </a:p>
        </p:txBody>
      </p:sp>
    </p:spTree>
    <p:extLst>
      <p:ext uri="{BB962C8B-B14F-4D97-AF65-F5344CB8AC3E}">
        <p14:creationId xmlns:p14="http://schemas.microsoft.com/office/powerpoint/2010/main" val="503418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CF071-02FB-CEBC-A864-A9197F09CD6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1E5619B-4B97-1038-BE8C-82A4B4DEC364}"/>
              </a:ext>
            </a:extLst>
          </p:cNvPr>
          <p:cNvSpPr>
            <a:spLocks noGrp="1"/>
          </p:cNvSpPr>
          <p:nvPr>
            <p:ph sz="half" idx="1"/>
          </p:nvPr>
        </p:nvSpPr>
        <p:spPr/>
        <p:txBody>
          <a:bodyPr>
            <a:normAutofit/>
          </a:bodyPr>
          <a:lstStyle/>
          <a:p>
            <a:r>
              <a:rPr lang="en-US" dirty="0"/>
              <a:t>The only combination that sums to 25.</a:t>
            </a:r>
          </a:p>
        </p:txBody>
      </p:sp>
      <p:pic>
        <p:nvPicPr>
          <p:cNvPr id="4" name="Picture 3" descr="A grid of sudoku puzzle&#10;&#10;Description automatically generated">
            <a:extLst>
              <a:ext uri="{FF2B5EF4-FFF2-40B4-BE49-F238E27FC236}">
                <a16:creationId xmlns:a16="http://schemas.microsoft.com/office/drawing/2014/main" id="{C59418D3-B28A-9F20-BE7D-197129874E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9DB9E7F-DAB9-8A27-26FF-68A4FADC489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B702612-56D8-7763-D69A-ECA02FB1D4D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BEBE8B-CD54-F936-EB2E-90D02178D6D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BF220C5-C842-3ECD-BF3D-643E6EED942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225853F3-9C6E-21EA-94A8-CF8D025E847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CC713CA-5ECB-50E5-203B-CAFEEAB3BA5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54200E9-E552-1149-A35F-E6F9333F02BA}"/>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240941A0-72B1-E8C2-15D7-F94676527D3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45E2139-2D6A-9683-D3A2-5C72AE904DD3}"/>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7B37D59-0B8E-F140-E134-613C361273D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4FD29DE6-66C8-53F5-B325-81050891B911}"/>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5EEC776A-E2A6-3DAF-2DBA-A1872821D2C0}"/>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C8F87B5B-E123-352B-19C4-2D04E33F2589}"/>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F8D9203-6EDE-51E2-69FD-7B9AF82E055B}"/>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9C49236B-2887-9B73-98B2-B347EDA98EE1}"/>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11132BA5-15AA-5305-0A25-65AF344E2CDA}"/>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05273FFA-7C1A-EA7F-9DAE-07256809BE02}"/>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9FBFD10E-B21D-D22B-CED1-8928E2F6934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32E57E38-07EC-73FF-09C7-2BF3B9A5048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DD8E2BEC-1FCB-8715-4D00-59BFA0BEB43B}"/>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3490D7D-0562-11EE-8178-A758837116B6}"/>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26357307-D820-5361-2387-BC415BA58376}"/>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44C0528-DF66-9885-00DA-1EBFE21B68E6}"/>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EED9A320-985B-5AF2-B6FD-CAAA3E55C447}"/>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A04243B-80EF-5A45-5ED6-00C56573FD2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A582C47F-4F43-674F-3408-3B66595B5741}"/>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C1FB1041-1050-D4CB-EC8D-A0DB06C0C4EC}"/>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5D316D0F-2842-BF7A-F105-F0A04670CF18}"/>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955D3E16-A13A-854C-E52E-FF54B1B926AB}"/>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A2C70448-D0F7-8EF9-2F06-BEB38A9E0E4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13490C48-5067-59EC-125D-68195C4ED4D7}"/>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B4164C22-9B24-60BA-0D2C-B9DD1FF37A07}"/>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D6D3B98-6CA2-4C0D-42DE-74911E0047FD}"/>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14A4A10D-0743-148D-DDD0-6470681DCDF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F1DBDD2-A220-2F8A-F116-0BC7B2B59FE6}"/>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30262A4B-5689-BD46-1DC3-76C718956FEF}"/>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61D09D41-C332-E92B-CDFB-0A4289CA8CBC}"/>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C96D63B7-F1C3-F624-7CD6-E109D45DBB51}"/>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B7267296-0C9E-4ACF-EAB9-0E07EB78E223}"/>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C260CBCA-004A-EB9F-6E34-9677B7B1710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6762A968-7263-1E6B-FE3A-3B5E1300581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1FA8CEF8-12BE-77C4-2170-8CAC95A07B60}"/>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768E5B01-3D99-879D-B50F-AE4BDE965299}"/>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9E9BFDC-B39B-E788-724F-68AB0597D715}"/>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9CAEBF6E-31A2-128C-ACA2-4479712E2BE7}"/>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6BC6CA3A-5F72-A48D-48C8-3704EE33E1B4}"/>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282CFCA5-8DDA-1B26-6B35-6F4605D1EDCC}"/>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13DCC50B-EF26-73C8-FB98-A2D21F0EB00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0FBD7B9A-0108-61B3-B3B4-1817733BCC6E}"/>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1F6EAA44-709E-830A-68DA-827960A267C3}"/>
              </a:ext>
            </a:extLst>
          </p:cNvPr>
          <p:cNvSpPr txBox="1"/>
          <p:nvPr/>
        </p:nvSpPr>
        <p:spPr>
          <a:xfrm>
            <a:off x="5650090" y="4909484"/>
            <a:ext cx="570089" cy="230832"/>
          </a:xfrm>
          <a:prstGeom prst="rect">
            <a:avLst/>
          </a:prstGeom>
          <a:noFill/>
        </p:spPr>
        <p:txBody>
          <a:bodyPr wrap="square" rtlCol="0">
            <a:spAutoFit/>
          </a:bodyPr>
          <a:lstStyle/>
          <a:p>
            <a:pPr algn="ctr"/>
            <a:r>
              <a:rPr lang="en-US" sz="900" dirty="0"/>
              <a:t>97</a:t>
            </a:r>
          </a:p>
        </p:txBody>
      </p:sp>
      <p:sp>
        <p:nvSpPr>
          <p:cNvPr id="56" name="TextBox 55">
            <a:extLst>
              <a:ext uri="{FF2B5EF4-FFF2-40B4-BE49-F238E27FC236}">
                <a16:creationId xmlns:a16="http://schemas.microsoft.com/office/drawing/2014/main" id="{DBA9D426-5807-ECE7-5DB0-C8C050A08DDA}"/>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47CDA95-6D6A-56B0-72F2-F0843165F005}"/>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2050961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1AD02-599D-5454-AC4F-70AA9E93EF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6914A7-244D-A1C5-9FB6-4B78BB99DF9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B742AE5-0B52-51F4-04E9-64C90BB3C6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B9FC4C9-C67E-9B80-DE5F-5D630A43C88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B74929-60B2-5901-93D3-371D97E12C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22114A-55AE-5679-1D14-90BDC18651B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1309AB9-9E78-98FC-C4CD-DA68CAC87A0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CD1AAE15-C137-3C24-2AC3-7FF5602906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7F0420A-7131-5281-F741-032D0A0808FF}"/>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358783B-B677-256A-3233-95273D97B43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0D705BAE-5A26-EFC8-2431-C48EC743321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DA6743A-733B-77D0-A013-BE139BA98FB7}"/>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2AC7EAF-6DA5-604C-1B57-B7A6AD1BF1B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8480918E-F267-5FE5-7D81-BD7567886EF6}"/>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96759C93-2718-6F20-32B5-1EFF6DFDE8A2}"/>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2D7FE635-F609-0691-9737-D4CF0AA2079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E7E2332-2E7B-9225-B8FA-62DD3BD2CC9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0732E774-492C-BDEB-9BEE-4C902853764A}"/>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6F219599-9119-7833-24E9-B18A2E85AFF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F5F69325-F5FE-9A90-1832-B6CDDE7F0F4B}"/>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ACD4995C-9427-C654-BF3B-7F6CF29446EE}"/>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2A74E17C-EB03-E885-1892-01DA01E59D7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74D8BC91-3EC1-3198-F593-E74C02EBE4D2}"/>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E612EDA-D0C2-AECA-B9C9-79E8CCD4F03F}"/>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65C8060D-55CD-6F89-AB3A-EF38056FAFAD}"/>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8E19296-2EB6-CB46-9EB5-C3A4A8FBEF3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EE752C4A-FA5E-2AF5-3D83-241F81CA03FF}"/>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0A9CE66-E6EB-31CD-8D08-D9661262B80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90829CFB-8956-3499-BD53-BB9987066E5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A84965BC-4C54-E502-6546-AFAE96A4AA9D}"/>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1CC929A6-6396-AB8F-C46F-AB3AF3982BF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FCC228B9-A6E8-0CFA-5135-5D870FC89662}"/>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5573D97-7CCC-4872-E6C8-DB5DEC0D75B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E85A8E64-6728-9E60-71DE-EADD674B28B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08FB6AA-97D0-DB15-6793-2685EEAA03FB}"/>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8364529-3DE5-299C-6230-FADED0DA3C38}"/>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752643A5-0831-3B3F-D73D-C6EE3E2BAD8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A585DCD-19D6-8BF4-4962-6EC11A43B6E4}"/>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C4A2A90E-E38B-862F-8649-B994E4752F9D}"/>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76647E55-2B38-772A-CCF5-B4D4F61518EB}"/>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CEEE5C1-55D4-7A75-6841-0F54FA5FA5F2}"/>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52CF3C59-4E3D-24B7-C7C6-50291517A297}"/>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4634F268-CFE7-27E5-9485-0937696D98BA}"/>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DCB4200B-C419-D4A6-B767-FF324D2187D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78BC1DFC-0A94-B256-2527-06FF3DC9D6F8}"/>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58587B14-9F21-B0C4-A86B-9F989DA49651}"/>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03FD60B3-ABA8-AFF4-5AB8-156E565A72AF}"/>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F4C4059B-DBD6-F35E-2AB0-47D24F442550}"/>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BE42BCDE-77A1-8275-5B71-36CBCCEA26E6}"/>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46A5E81C-7BF9-300E-77FE-3847CC7B0E3E}"/>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B9755367-A43F-5CBB-70A1-E8329EECB6B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A9321343-9266-FBC9-C404-0F0AF634575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78C09E10-93AF-10E5-E575-5DBA8DBD0A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3A92806-585B-443E-1F9C-0769F1FD4C4D}"/>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E7E5EDCE-6426-8F8E-875A-86A2B04CDBAF}"/>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40527755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777D5-B7DB-9B0C-2BBE-CDF70BB0A9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3C819B-B357-6B9D-2C12-78A5B2021175}"/>
              </a:ext>
            </a:extLst>
          </p:cNvPr>
          <p:cNvSpPr>
            <a:spLocks noGrp="1"/>
          </p:cNvSpPr>
          <p:nvPr>
            <p:ph sz="half" idx="1"/>
          </p:nvPr>
        </p:nvSpPr>
        <p:spPr/>
        <p:txBody>
          <a:bodyPr>
            <a:normAutofit lnSpcReduction="10000"/>
          </a:bodyPr>
          <a:lstStyle/>
          <a:p>
            <a:r>
              <a:rPr lang="en-US" dirty="0"/>
              <a:t>Remaining 38 in lower center block fits in only one way.</a:t>
            </a:r>
          </a:p>
          <a:p>
            <a:r>
              <a:rPr lang="en-US" dirty="0"/>
              <a:t>Then, last possible 8 in lower left block.</a:t>
            </a:r>
          </a:p>
          <a:p>
            <a:r>
              <a:rPr lang="en-US" dirty="0"/>
              <a:t>Then, complete Column 4.</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E2B2CA06-A149-B427-A490-C2ADB90BBDC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AC71996-836C-1DFA-A304-D6CECD0CB70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95F5D6-4A0B-F556-C31D-1278C7D972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339AEB1-BE51-13D7-7824-66B38690BE0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03139B5-6A7A-4C23-C88C-036C54ADCC5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E5E5924A-FBCE-C77F-29D9-3F1FF7CCC22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F6B02358-EA52-7526-9D64-E4F9F938E7CC}"/>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C4CC12AA-E16E-31AA-CC58-13169B9289C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BC1DE150-875F-1E76-5BD3-0141129747B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8CAEAFE-D16B-447E-B9B7-AE2F9CE512E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3C72FF5-83F1-684E-E679-72A301D2F54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B45FEDB-23E3-5C67-08DA-4818785800D5}"/>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C2D9CDD1-D3A4-9963-A3E0-6C472CEC45D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33809AA5-0B63-D3B7-9C78-0E5D3D355A9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F672B74-06B0-48D5-CD83-842812D4CAD8}"/>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20A1BFFB-0322-732E-8DE8-F3C2D42715B3}"/>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0089C0AC-589E-93E8-4811-CA684A58830A}"/>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7959065E-08D3-7958-3AC9-8DFC21039EF6}"/>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9B8F4F7D-64B3-7A7D-71DE-52D04A0D0C08}"/>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F32C8F7A-9AED-61FF-CB03-CE2FBBB799B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A87240C7-1099-BC08-D2C0-2D7F9195655D}"/>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29E29E6-615A-1143-F440-B43565AE75FF}"/>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FA666D27-A1F5-AA21-CFA8-D7835EB270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B2DDFC14-5F61-A295-E5B7-70732F052FB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AF53E5E9-F37A-D0F8-8770-D4C9DEBFC625}"/>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474855A-17BF-8C62-CE9A-809A1D62ED8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C19BC0D4-A2CE-B6C0-A970-38D22D9FEA9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A02EFB8F-1C19-DFDF-0006-D57E3DACA569}"/>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AB7B1D67-DFB6-D00E-F975-0C99A9CEB05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D84AA662-5F76-8E25-240C-CF620F8F1E3E}"/>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7733A5A-BE11-0568-89A4-6909824CA68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3C8A9F7-8043-6665-FD9B-8F823CDFA21A}"/>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8FA7E672-0722-7513-D39A-4FEA30301A56}"/>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AD3A8A9-4ECD-9B68-FA69-394CA7FB1188}"/>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CAACC530-7402-592A-61A8-61A2AB320E7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FB5A9582-0A45-4F49-7BE0-33A7CEFF92EB}"/>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8003AAA8-6784-EF6F-3AF7-D13AD9911DD9}"/>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1AD1D731-63BB-D7AF-D477-D1F8C5C8E238}"/>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A46FC61-0751-9740-D4C5-BEEF479A025C}"/>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48AC9262-8A28-0D32-5A06-EB0EE8958D1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98A21A24-2EA5-5E06-E9C3-DE3650B3A23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43A3B658-5184-3790-E8F5-96407BA2A17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F61DC44D-5BC6-4F6C-202B-6701451FA2F3}"/>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5D6B57A1-8E0C-9C26-549E-39BB37C21F26}"/>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86EFF0E-E00B-CA0B-35CE-C64B91447849}"/>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1E277C92-7045-3C3E-F6C8-B9C17BE67545}"/>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324A7445-65CA-45ED-E48B-FF31F1BBF81C}"/>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31043219-73A7-A500-72F8-912105378274}"/>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2709CDF2-6F58-E5C6-0BC6-C13785584282}"/>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1A135BA2-B9CE-F4A4-A7AA-8D69BAB467D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D75B94A4-FFA3-2409-DD24-DF1B7279B766}"/>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48DDDA3-EBF2-1C58-4467-D195834077FD}"/>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8F9F5999-91E5-948A-401A-308EC33756B2}"/>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F2EC934B-1193-AD42-80F8-930A6EA33E8D}"/>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38B3B927-EF92-057B-E7C9-30084120014F}"/>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7F65F93B-95E9-E490-8AD1-866E0234B1E4}"/>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ABA60701-77E0-B860-5697-DE7699566CE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374718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D7D2F-1297-58F1-A169-78BBC5261AD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1F34DA7-26D7-2209-4826-22F4B768A9B1}"/>
              </a:ext>
            </a:extLst>
          </p:cNvPr>
          <p:cNvSpPr>
            <a:spLocks noGrp="1"/>
          </p:cNvSpPr>
          <p:nvPr>
            <p:ph sz="half" idx="1"/>
          </p:nvPr>
        </p:nvSpPr>
        <p:spPr/>
        <p:txBody>
          <a:bodyPr>
            <a:normAutofit/>
          </a:bodyPr>
          <a:lstStyle/>
          <a:p>
            <a:r>
              <a:rPr lang="en-US" dirty="0"/>
              <a:t>In cage, the only way to reach a square.</a:t>
            </a:r>
          </a:p>
          <a:p>
            <a:r>
              <a:rPr lang="en-US" dirty="0"/>
              <a:t>Then, reduce.</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F26A2F01-2756-2EEE-6025-8838ABE190B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839491C-FB0B-F799-44AF-E1990704A50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CC608C3-E178-65C9-584A-1FE6B71383A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FF9299-30D8-010B-0688-EE2CE568B3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C5DC892-8790-F74E-D892-4BF351D6B73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B4EFA7DF-6F94-913C-E585-AA3EB078A493}"/>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5B8A8E6-E574-F294-2458-005B202E536B}"/>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A632520-2268-F77F-AEA3-C274C84730D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6A3CB24E-B010-BA4F-4071-59A014DEFAD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EFC4C4F-C802-38C8-DB8A-A5F56D4D1B72}"/>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1679FE0-E06A-BD4F-C2F8-CF74885C451C}"/>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42D6E1BA-ED5A-9CE8-55F9-5AFA88A7F233}"/>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A7E73168-0695-47F2-60E6-34DBA4F6F9FC}"/>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5EE997BF-E392-7A8C-B5AE-645A9790A3DC}"/>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52502C54-7F2A-8A57-0375-DB85CF532C1E}"/>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E20BB1B2-9C98-619D-63A7-552C4F1D0727}"/>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71E815E5-83C7-E1BA-F712-178F7C2292D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F054D19E-B3ED-BD1F-02E6-9B4D4922880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59BA966B-1855-0A75-EB86-5AB593F91A71}"/>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2849509-EBC1-C57D-596F-3296C6BA2E4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C19BECB2-8D03-2FFF-05DE-6FB03FFA366C}"/>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6CDD5ABF-1EF9-EB63-EB14-163FB15066C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708A1D20-E7A0-9870-1C76-947A1D00CF19}"/>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5457BA8-6FFF-BD16-3A17-D70C6083DC4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0550ACBB-51B8-E2E4-5693-AE52BE65D389}"/>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C02ECF50-B52C-62DC-B1CB-B294AB957560}"/>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CC6EF463-6A8A-276C-8CDC-A5D5A6E7D276}"/>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5140A933-FB53-B85C-A3BF-2B6DE9BA1541}"/>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25F38350-4807-6FBD-BC48-52D0D01EF3B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0F8D12EC-EAD6-3C50-18AB-764068D392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5D6F4107-D949-B611-DF1B-60B4417FAC78}"/>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EB661BF-1CE2-E202-0F58-160B70286553}"/>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5127792B-4C95-DC24-15F9-31780F42EA3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3269CF9C-6431-515E-B0DF-4DD32E7090E2}"/>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B4A9D254-0BAC-CB34-1C01-9904C2419820}"/>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C6093186-B2CA-5EEA-FE35-0A06AAABD0DB}"/>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E26BD33E-3392-37B8-4CE3-908C63B9D302}"/>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43287FB7-24AB-99C9-4C1F-4AB6280D25A9}"/>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ACD94BFD-3872-271B-4B5D-F9391762348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8F911484-AB52-55D3-2B4F-C57C511F8BE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7F5A924E-F896-40D4-2AAC-E6BFE8919A40}"/>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4B348CA8-DBF2-F1AE-9007-A770B3F18DF3}"/>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BB9AC559-F486-D225-4990-FCC19F9203B9}"/>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3600D823-0B0B-5BF8-9099-9F4134E8E463}"/>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89E996A1-FCE2-AB84-F419-9219AD090B90}"/>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9FCD62FC-0149-2260-0A60-88E1AB906FB8}"/>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B1841AAF-1977-9D51-7C94-596C7716222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D8F65D9-17D5-9799-6E00-5D195B81344D}"/>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14547092-B43C-48DC-A837-45D03637A2C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4BA0271-C41C-A246-4EC8-67A70F51EE7D}"/>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AD7E59C7-C353-3A19-AB6B-A067F976B2F0}"/>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76C6257B-E475-CA74-7F6A-24CA0FA6FBB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470F5E9B-781A-B1E2-5325-828650C7A937}"/>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852F01E6-4BB5-0750-CBDF-F9317532C929}"/>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5691745D-8FF4-7D8C-FBE9-CB7BCAE159E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698ACBE-AD55-3FB3-4861-C6004C3E65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4E407F40-8368-BC52-C87F-1A3345D66C48}"/>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3FC5F2AF-0D18-6FDF-5CF0-E639D4705F3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2855747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B0862-AC2D-AA06-24CB-811BAA53696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8BE01D2-1651-4B7E-E956-F294AA0F6A17}"/>
              </a:ext>
            </a:extLst>
          </p:cNvPr>
          <p:cNvSpPr>
            <a:spLocks noGrp="1"/>
          </p:cNvSpPr>
          <p:nvPr>
            <p:ph sz="half" idx="1"/>
          </p:nvPr>
        </p:nvSpPr>
        <p:spPr/>
        <p:txBody>
          <a:bodyPr>
            <a:normAutofit lnSpcReduction="10000"/>
          </a:bodyPr>
          <a:lstStyle/>
          <a:p>
            <a:r>
              <a:rPr lang="en-US" dirty="0"/>
              <a:t>In Column 3, the only way to fit remaining 36.</a:t>
            </a:r>
          </a:p>
          <a:p>
            <a:r>
              <a:rPr lang="en-US" dirty="0"/>
              <a:t>In Row 3, the only way to fit remaining 356.</a:t>
            </a:r>
          </a:p>
          <a:p>
            <a:r>
              <a:rPr lang="en-US" dirty="0"/>
              <a:t>Then, in upper left block, the only way to fit remaining 36.</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9E06E202-2E9E-4808-E60A-4EAB1C3E40A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F70D4D8-F8BA-B70C-C35D-0FF58BAF7F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75E1458-A9B1-FF03-540C-FBC2720B84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BB1F66D-D201-579A-19A6-E4104D8DE69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EDC017A-3D06-CA7F-0567-781213B1C4D8}"/>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6BA36169-DA1E-8F33-3D83-2F47040DAEEC}"/>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EAF13F35-7312-A304-3653-E5E8A57757E8}"/>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8C8412A8-8E5D-F142-FF31-15186F64BF1D}"/>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7FA23348-5B7B-E284-0536-A1F30B38D71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65F8B75-2F26-8CA9-21A6-E850EB90031A}"/>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0022028-B70C-9277-3BF7-29F5A3C7D70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151B6D5D-683E-4005-CC18-DDC8552F9BBD}"/>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A7CDECC9-2F10-73C0-C6B8-42B832FC1E57}"/>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51A45031-938A-90A6-BF8B-1EFEFF5A5B8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63E208B8-1472-0697-8ED3-144BC03718DB}"/>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7DA328F6-CC18-4B8B-EB24-EDADD93852A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7E13DAB2-C1A0-4D03-7721-C11FDCFFD755}"/>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022C99D2-7830-2A11-BD5E-1AD38037B60F}"/>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A480E1B7-D28A-477E-BBC3-3E37F809D219}"/>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BADC199-6C89-BBBC-BC86-258AE0165B2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A9E8C91A-D06C-49DC-A191-AC8725C5787E}"/>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590FADF-5C7E-5A4E-C27E-9A1D473ECC0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CFEEA2E6-6926-7020-1A6C-0A3E5FDAA437}"/>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FEAEBFC-0BD9-EDFD-C8BD-C4D4D6AA0A96}"/>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C2906D48-89CD-7103-D850-56E442D5866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95AC422F-1A2E-2A88-7041-CBB766A2481F}"/>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A1A6F37-D0A1-BE9A-8A8D-8FFCF07ED94B}"/>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44748E35-F778-F109-DBCC-E62F3E74FA86}"/>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4B61DE4C-AF50-9C11-5613-B8699F113BF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4664FCE-5116-673C-1F59-0A1BDE7464E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ECA2DD3D-CD72-225A-3337-962BC0A681A0}"/>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B86E802-C170-7438-6565-C8183BC36515}"/>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02C6B340-43AF-D376-D296-98D5317F5A0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18325F22-3F20-128E-D365-8CD40F6C5BE4}"/>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AC4EBB06-957F-E7E7-4EE9-E2E0E0B2738D}"/>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1D596520-5102-6E73-CB3C-1BCDD75361C9}"/>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038E073-A019-DAD3-4ADD-B9EF61CC9217}"/>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F6C7A3A9-13DB-A465-4264-42AC2F09FD11}"/>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C2241371-141D-8044-FD05-4D98158F3882}"/>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0E9597CF-FA40-0106-AE92-D85BE001638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CF84A156-DB12-381C-613E-A4DE14640DDD}"/>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B0A6EEC2-AF77-74BB-17BA-7E0DC275318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77FD33E-AE4E-02A1-50AA-CC7ED4A68C9A}"/>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A377FAC8-A3FF-8389-1AB6-9E5B465E807A}"/>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E5EEAE18-3D93-C7E3-B92D-C72B346B3EF7}"/>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B585E04A-252A-F1AE-D902-0DC7D80F0A6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2E3FA38E-F6EF-7284-FE3C-1F67F0772F7B}"/>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19C6854-A535-8EDD-DB29-4A32314C681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A2E0D68F-9CF0-C3AC-E43E-E3AD31EDC89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EB9527D-548F-8AE5-3A56-3300AA03DA17}"/>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30633681-C536-401A-8C9A-D2D86B461E97}"/>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24AF1C21-CD82-883A-A100-BF4E45BB0F8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8B076520-3210-474A-63DD-97EAD84C63C1}"/>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7504A88D-A81E-6D2B-4454-44D9B7649F53}"/>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9117D0A0-CB82-A744-03CB-7619E4520F4A}"/>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1FDBEB9-9BE9-F780-8872-C7FB7C9D13BF}"/>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9F9783C1-FF0E-4E68-CFBF-AC83159E17E9}"/>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1D10272C-548A-313F-FCD7-95FE2E347D4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8FF88D0-2FEF-B452-A79C-D2314F45BD8C}"/>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21481CE-8AFC-93DB-4E10-FAED33D41B80}"/>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E1323D70-F7A9-55D2-036D-FD7B1F591C92}"/>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90653DF2-6BCE-DB3B-4144-5116D8893042}"/>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DB57C85C-5AC6-6BB6-C520-88883523AAB9}"/>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13595607-F165-C7E7-F598-DE2A9AE3C158}"/>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84A06ABC-4B75-B485-1E93-1A1332BC383E}"/>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368385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5224A-F4A6-1480-08ED-0BF71C495DD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D8F6F1-7B47-D8BA-4713-664763158897}"/>
              </a:ext>
            </a:extLst>
          </p:cNvPr>
          <p:cNvSpPr>
            <a:spLocks noGrp="1"/>
          </p:cNvSpPr>
          <p:nvPr>
            <p:ph sz="half" idx="1"/>
          </p:nvPr>
        </p:nvSpPr>
        <p:spPr/>
        <p:txBody>
          <a:bodyPr>
            <a:normAutofit lnSpcReduction="10000"/>
          </a:bodyPr>
          <a:lstStyle/>
          <a:p>
            <a:r>
              <a:rPr lang="en-US" dirty="0"/>
              <a:t>Complete Column 2.</a:t>
            </a:r>
          </a:p>
          <a:p>
            <a:r>
              <a:rPr lang="en-US" dirty="0"/>
              <a:t>In Column 1, the only way to fit remaining 579.</a:t>
            </a:r>
          </a:p>
          <a:p>
            <a:r>
              <a:rPr lang="en-US" dirty="0"/>
              <a:t>Then, complete Row 7.</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4FEC8262-1FBB-7534-AEE5-F9E604CA74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06FA08-299D-775A-5D71-70AEA0C8B9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A29F8EE-9F64-8E18-E878-F5E48BD1448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17EC56F-AE4B-BD47-2135-CCE61CA5F4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4B2E0B9-DC5F-B15C-F90A-7C583051FF98}"/>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3126320C-85BB-33D0-D9F4-3B8207C71D8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6963C954-1603-92E7-0422-281341D876BE}"/>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46524C2F-E1E5-8A36-2FEF-390B512C1288}"/>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17365BD0-C7EF-D112-7036-CDB58508B5F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DFA65E1-1D01-BAA3-09EC-2836FAD6C7D5}"/>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0B43328-A050-97DB-3B0F-5D94EB359A39}"/>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8A503F59-CC98-3485-B17D-13DB0D3F29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C6BAF8EF-3F43-E690-B2D0-9FFE9FFAEE08}"/>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CDC2806A-F59E-3220-E9EA-CC641FDF9945}"/>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5E91871E-8FE4-1B7E-A3F1-A1E3EF097E5D}"/>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02676EDE-1D0B-54F6-7F55-46C88E51F846}"/>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6C5C0783-E605-B39B-C554-DBD4127D036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276A6250-9991-1CB3-C107-D3BC041834C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80DAF067-064E-53DF-7856-6FD5937056E7}"/>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8F222BE-8316-8451-D6A6-1797B5ABBDE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30EEC392-82E2-1E17-9C4C-4B7077B035DD}"/>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473FFE0B-80C7-6DDC-AEF9-C4001F41A49A}"/>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BA61EC65-9AA4-31C7-3434-96E03389ECE1}"/>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E2E9925-F7CF-4864-CF20-B0C68C8A6B14}"/>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9FF54CB2-40F5-18F4-D24D-030E1383ED3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A461C2ED-29C1-723C-1C6B-C7699A41C37C}"/>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9EA3664-49A6-693E-FC5A-80725BE14E9A}"/>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9B850C96-F61C-7910-7089-5B628E5E0BA1}"/>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972607B6-7C43-10A8-BB94-43A0E1EA75DE}"/>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A953B41B-1D96-3498-C58E-48A14002DCDE}"/>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EA01F695-60FB-BC3B-EA74-DBF8C68CE338}"/>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CD9CE12-222F-8682-AEA0-0ABF6B9BE94E}"/>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595757DA-C7BF-6903-B44E-937BEBC777E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191B35C2-EF33-C73E-8381-D55AEA66A305}"/>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53271553-7D44-04E1-0BD0-0A2814674D3D}"/>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122A4E53-E994-7AFB-629F-468A3F9F6724}"/>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F407D96-2DBC-AC10-4CE2-24913A361424}"/>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F4568BDF-D747-E02E-3FAF-AF405C9E4FFC}"/>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E1629894-EDEC-9D6C-84B4-62D437B73AD7}"/>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98E8BC0B-F8B9-FB9E-C1B6-364C729204E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ECC25862-DE5E-2D1B-FFF5-CE13C6FE0B0B}"/>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3AC26122-1DD0-449B-FCD3-B1C59826EB46}"/>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D0505B5-2AB4-B181-5090-190FCF174152}"/>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A1A7AFCE-5698-02C6-9322-F2A0949BB1E6}"/>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B125AD6C-C2C0-D7F1-4E88-4540B9D654C8}"/>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5A658492-8E70-440E-0E28-AC351B4CD0F9}"/>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5FD587E3-EE30-00DF-70D9-BD41E5663083}"/>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D5D2CE7E-5506-C7FE-89AF-BF02184719E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4E035565-4817-E38B-2D91-504295D994C6}"/>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C59EC73-3A9D-D869-FA18-5B80C284A0F8}"/>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D7ED319C-C61A-FDB7-0BDC-65A4034FFDD4}"/>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8B5E6AD8-F284-E21A-4581-71B56977F546}"/>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EFC5D365-1347-BED8-F813-21BA5D8CF926}"/>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4F273032-C673-CA8F-BDDE-ED680DC77A84}"/>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896A73A3-DFDA-1CD8-B6FC-79DDBB97B10A}"/>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6C7DF41-B179-9C18-0054-010660E92253}"/>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E25CD471-A5FE-7F55-A850-ABF9A54ABE3A}"/>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0F205E92-6FD3-3C00-0EBC-16DB5559F00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685F3926-AD95-5D63-5397-5EB54811C86B}"/>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84E3C9E-82BF-D2FE-EE51-6C0C7CD2852D}"/>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AC81D934-7E38-F82F-7ADA-040F64A6E74F}"/>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4A20E132-8266-44E0-6358-F7CAE05C008F}"/>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7343015F-2406-9CB5-4183-F22CB4701BBE}"/>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50E955A9-CFAD-6136-4672-67E385624289}"/>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16474371-E793-CF65-6013-D709D0FBB4B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9E2B4AE-5AA3-9898-E512-6A8976690711}"/>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C51021B1-3FEC-9F8A-0259-F23077ED7D86}"/>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563CB696-3F79-6E52-06EB-0951FDF141C2}"/>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305C9256-2A80-8DAF-A8C7-36014D43DF52}"/>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96D52220-ED57-C5CC-BEF6-85E37CE67CAF}"/>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878955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6F7DFA-5A17-1286-C3D0-F205C718BF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7DCA074-51C2-4036-67B7-2609E109D0AB}"/>
              </a:ext>
            </a:extLst>
          </p:cNvPr>
          <p:cNvSpPr>
            <a:spLocks noGrp="1"/>
          </p:cNvSpPr>
          <p:nvPr>
            <p:ph sz="half" idx="1"/>
          </p:nvPr>
        </p:nvSpPr>
        <p:spPr/>
        <p:txBody>
          <a:bodyPr>
            <a:normAutofit lnSpcReduction="10000"/>
          </a:bodyPr>
          <a:lstStyle/>
          <a:p>
            <a:r>
              <a:rPr lang="en-US" dirty="0"/>
              <a:t>Last possible 3 in lower right block.</a:t>
            </a:r>
          </a:p>
          <a:p>
            <a:r>
              <a:rPr lang="en-US" dirty="0"/>
              <a:t>Last possible 9 in lower right block.</a:t>
            </a:r>
          </a:p>
          <a:p>
            <a:r>
              <a:rPr lang="en-US" dirty="0"/>
              <a:t>Then, only way to fit remaining 27 in lower right block.</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37FE09F0-9284-BAAB-CC29-6920A54B146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51EEA1D-E821-4860-F267-33FA165659D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BEB6C12-FDAC-0ED6-1E40-5FDE20A5BA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D7DB5E-C385-2153-95F8-EDAF700D45B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82F46B2-4FCC-AEED-D0F2-973C5F2B64D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04690D05-8170-930D-4090-8413BC8EFC7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0C2149A2-5FCC-95F1-AF87-4505DBDE03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3719D973-0B13-7577-B1D8-D6F06846E274}"/>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A973AF57-69CF-6E9C-A3AB-45B70DE5EBE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B107AF1-6B92-A41E-05E6-66520A4EB295}"/>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B81DFD3-5B08-031C-ABC5-7795E876FD6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9B6B1A40-A4C1-956A-6518-7C8F5B405373}"/>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91D39DD0-F7CF-24C0-719B-C6696DD11CE2}"/>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2BF87EA-FEDF-97AA-7868-2C5EE0199D4C}"/>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7625C4AA-2140-4054-6639-00D50CE30FD6}"/>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BC0AE527-D703-517E-3518-F9D5006EDD8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D42FD4A6-85C9-0AEA-2FFD-43FF6E73242D}"/>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737B269E-803F-E90E-39B2-7C7CCDB50600}"/>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2477183A-CD34-ECC0-B6D7-25F0171014C7}"/>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BA269FC-C853-A01C-2475-48FD30AAC9F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C9DCCF0A-3CFE-B124-48B9-1F374AFA6F1A}"/>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2F78395-81CE-5BF1-C43D-91FECCE1920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5BB432C1-A708-8435-6522-0583F0435F72}"/>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858FF0B-9D1C-4142-9219-10805553925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A3980EF8-C83B-F487-D338-699CAD2D4F1B}"/>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A8C12DA0-A92A-F86F-825F-4A39B79D58D9}"/>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FE51EAD0-E11B-64C0-F096-763898A18656}"/>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42F3BA3E-1675-87CB-3342-06E74574FF99}"/>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E3C5252-3DBE-B283-0F33-B21D7EE8E48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F1799747-A8BC-CFC7-7B1A-A96CFD011A9D}"/>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8AD7B86-68D7-1CDF-E388-9799E967704F}"/>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C20E4CE-999D-FF86-F217-645438D536B1}"/>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444A585E-7076-9FD9-D9C9-CBDD6F3D475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1DF5625-FBFD-33D8-0DE2-CF9684AB5D36}"/>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ACF073E5-4074-33B0-A832-27B5A2E29A6C}"/>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BD25B0DC-78DE-18C0-403B-1A37310AF29F}"/>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D7364DD0-D4AB-2DBA-6B90-90FF1A888000}"/>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BFF280D5-42C4-BDBD-B1F0-080D0DB7630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92A3A94E-9210-B428-7326-2A257C7C825A}"/>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D36CBE4E-FD95-516D-175C-01A510B7EF5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D24A955E-ED59-3291-7066-47AAB198CE36}"/>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9851667C-0430-91BE-C55D-62C03C071A9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D012172-3CA4-64E3-38AF-00984FE4A58D}"/>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8667C14-316A-4680-5A4B-2F6318F93E52}"/>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1747227A-07B0-4221-609B-293A27CC8F79}"/>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5A025E95-0018-37CB-BA2E-B461584EAF61}"/>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E1AA8719-D1CB-00C3-D212-00F51039204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C976CBF-C094-4282-028E-CC7D0180F66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5F86CABC-25C1-740E-B2A4-65E778D64D22}"/>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B6D9857A-CE81-BADE-7D85-2CD0494DB999}"/>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1CA26EB7-E72E-DE73-BFB2-D06B83953B2D}"/>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7ECF6473-F5B0-4AB3-2421-F8F488EF986A}"/>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DB3B31FA-DC2F-FF05-FAEC-17C59A9F6BA1}"/>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3E1CDC0A-3EA7-4DA6-6100-4E5A3B66A4D3}"/>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E10A5C15-98F4-B638-87CD-718EF78BA5C9}"/>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BE0FA9E-EB15-645D-FF25-0398C29AF4DA}"/>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E5798EDD-741A-8B6C-86DE-89C8C12FA25E}"/>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C0B262AA-E318-A0BF-959F-D4DE537C4E5F}"/>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2983664-168C-6F0D-D9B5-0F982F60B6BC}"/>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6C01031-256D-011F-0561-53CA45AAD487}"/>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75377301-6239-206F-E34F-504A60B2BB95}"/>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235CC4D1-0058-EDAE-C9F5-D7298E49EFBC}"/>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00A65161-83D4-3282-B99C-286569656C26}"/>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20732739-1473-EC29-40F7-D80DD378478C}"/>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14363610-D4C6-F836-99ED-F9702548FAC8}"/>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99DEE851-26CC-64FD-CFCC-120F15223E4C}"/>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FC7C7891-F62A-E5D7-9766-BFDCEFBF16AC}"/>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BDEF89EC-034B-4979-F8BE-E6DE28561803}"/>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510E7526-A9B4-0756-8B00-1BC525335762}"/>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2ADE0BC1-93FE-2EEC-5FFB-1D7E3DB02F8B}"/>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23CE6213-B347-D0E3-06F4-A0F16A53AC13}"/>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2530B57F-ED01-0371-EA08-97BA4A77E778}"/>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19B7A029-2F2C-65AB-12FD-111C6B987551}"/>
              </a:ext>
            </a:extLst>
          </p:cNvPr>
          <p:cNvSpPr txBox="1"/>
          <p:nvPr/>
        </p:nvSpPr>
        <p:spPr>
          <a:xfrm>
            <a:off x="6714071" y="4747898"/>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0A9A7621-55E9-C8C0-2CB0-982D2879E71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6327546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78194-5142-724F-3E23-336A59ECA2D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A256F7-2A13-AEC6-51D3-5DDDE1204BA1}"/>
              </a:ext>
            </a:extLst>
          </p:cNvPr>
          <p:cNvSpPr>
            <a:spLocks noGrp="1"/>
          </p:cNvSpPr>
          <p:nvPr>
            <p:ph sz="half" idx="1"/>
          </p:nvPr>
        </p:nvSpPr>
        <p:spPr/>
        <p:txBody>
          <a:bodyPr>
            <a:normAutofit/>
          </a:bodyPr>
          <a:lstStyle/>
          <a:p>
            <a:r>
              <a:rPr lang="en-US" dirty="0"/>
              <a:t>Reduce.</a:t>
            </a:r>
          </a:p>
          <a:p>
            <a:r>
              <a:rPr lang="en-US" dirty="0"/>
              <a:t>Then, complete Column 9.</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20D65094-C414-8A55-6757-CC4405F4D9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42C99BC-1AFF-AD6D-1603-1DC81C53E6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A22220A-2626-55C9-BBE3-4FE3036F2B8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B33FFE-A87A-9732-9A88-48991843EFB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8AF881C-2139-34BF-67EF-C7D31A3978F7}"/>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67D8916A-41E9-5C35-9C89-59573A9ABCD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13789A1-0CD1-50C2-5254-6FACD99F1885}"/>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5845EB6-17BD-3977-E62D-DA0A934C98A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96447A9F-4E08-142B-B6B4-F8E3989DD23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0A8182F-91E5-2948-0012-3A3AD081B6A9}"/>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A6302A4-4888-28D5-61DA-7A57DD2F3E9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96ECDF74-93AF-57F6-86F1-DDCD046933D0}"/>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FEA93BA5-B973-001C-6928-FA2CC6C9C3E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71D9E5DB-26D3-1FBF-EFB1-36B7196F985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B3A08B47-5202-F591-94E5-79A868741637}"/>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003FEC33-E269-18D2-D377-0895319191CD}"/>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F5FDAD2-FB8C-8333-4EF8-D68E4559C2C8}"/>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4EB82801-4220-C6BD-C522-5DDD2A0CBC1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939CE79B-901F-9375-7411-2F19A49809D1}"/>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626BC56-B488-7F5D-E186-0CCD0FA04E30}"/>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FFF6E623-4ED1-F1C2-785F-26A75CE63B36}"/>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0BBFD4C-3770-55E3-7E33-4C0FF8B51903}"/>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AA06B397-F155-5D20-8D5F-C4378A16EF58}"/>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7FAF86A-E92D-F10F-DBFA-C2D40F478756}"/>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12D6C9E2-CC44-53FC-1010-565CC4777843}"/>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25F677DB-0B67-AF9A-5C57-690D666BAE6A}"/>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43E907BE-678A-3D88-27E5-A8E0514001CF}"/>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7A26C69A-47A0-BEDB-DF85-DEB697D7330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501C5B3-478F-38A0-126C-CE49BE390891}"/>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821FCE8-6C97-F2BF-EC25-73863EBBB076}"/>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71082078-3BCF-F046-B392-3F9D2649330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9ED1A83-080E-F352-514B-7C42C1782C1F}"/>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6C51BE62-6335-9139-4D97-554595A5FC30}"/>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F16D97A7-964F-CA37-4EAE-2307601A4FBE}"/>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53D52595-93FB-51DE-4BE5-BE45C257C0DD}"/>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48659D6E-7B05-756A-6F89-0EC9D42D8250}"/>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1E0C78BD-9AC4-64C6-3B45-3374F6B7B35E}"/>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383AB73D-D29A-FFC1-C8BF-3AC57671123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5D548226-C28B-C10D-1A0A-150CAF04EB23}"/>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5EE6DF58-8ECF-7B96-F397-652B6D09EA6B}"/>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E011CFE-511C-DDA8-91A7-A3D535FD58A4}"/>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A7CB78A-C18F-457C-E768-F22F97D4C980}"/>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35B9E809-8181-5E07-5A45-68F468EAAA99}"/>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6AC2B13F-8270-9328-A291-135307868041}"/>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CCBB8804-850C-AD8F-5F50-C993E641EF0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310A1AA-F500-EB58-4649-08601086E10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7014FBA4-3AA9-0F1A-8571-761A1BE7D0F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34C842E-7DB6-DE75-7121-60E945F5412A}"/>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C439DC36-CF3A-FEE8-49E7-1427322E5E28}"/>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C1B53D24-F996-7EC6-1413-47AAEE6A673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1F445AD1-4644-D31B-38E5-9AB46BA5206B}"/>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5999FC1F-F35C-07EE-BC67-37CA63A26B08}"/>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DA95FFDA-504F-DE54-BE7F-5898390C5470}"/>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39C66AC-4F4D-3019-227D-E20122C359FD}"/>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9FFFB742-69D8-E4C6-FF09-1C751D3D523C}"/>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5C7073FF-4507-605C-1123-EAEC446D3511}"/>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1E3F3BC-7DAB-AF88-0E84-21B25CF95AF6}"/>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7004B63-2A10-945C-0D3F-D94C3B632559}"/>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73A1AFEA-4EE9-4E62-A52C-415E1DC746DF}"/>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B5D74BDB-8257-FFFA-400E-5BED77FF2247}"/>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BE58F2DE-C432-2503-C95F-C358C2C4432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146A83EA-2A1D-2BF7-0F92-86141E6CEE5F}"/>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C88B76FA-1EC4-26CE-98E2-F387034BD524}"/>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DB1C63D2-6F53-1EED-8E1E-F1C6047DC814}"/>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249DB54C-B274-E48B-7C59-D472A86B9701}"/>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32874956-3B2D-9B2E-1592-CC4823EFC4A4}"/>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3D058383-EA4D-5953-02C3-ABD484F81C7D}"/>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303616E2-0632-DE7C-3052-249407EABC9F}"/>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465CBC18-E24E-AE10-2FE5-13854CCA5B9B}"/>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0879E20D-9746-ECB3-4D5A-BC965E1CEE5F}"/>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C1D25C71-53FA-556C-A0EB-C87E113E0B5C}"/>
              </a:ext>
            </a:extLst>
          </p:cNvPr>
          <p:cNvSpPr txBox="1"/>
          <p:nvPr/>
        </p:nvSpPr>
        <p:spPr>
          <a:xfrm>
            <a:off x="6714071" y="4747898"/>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3F9AB729-3C40-CFDE-B551-76BDD1B3EDCB}"/>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77" name="TextBox 76">
            <a:extLst>
              <a:ext uri="{FF2B5EF4-FFF2-40B4-BE49-F238E27FC236}">
                <a16:creationId xmlns:a16="http://schemas.microsoft.com/office/drawing/2014/main" id="{DEE3A150-B8D9-708A-E492-6DA867671DA7}"/>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78" name="TextBox 77">
            <a:extLst>
              <a:ext uri="{FF2B5EF4-FFF2-40B4-BE49-F238E27FC236}">
                <a16:creationId xmlns:a16="http://schemas.microsoft.com/office/drawing/2014/main" id="{68CCD3AC-0E3A-5F25-4BAB-68E9CA55FC88}"/>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79" name="TextBox 78">
            <a:extLst>
              <a:ext uri="{FF2B5EF4-FFF2-40B4-BE49-F238E27FC236}">
                <a16:creationId xmlns:a16="http://schemas.microsoft.com/office/drawing/2014/main" id="{76F46699-598D-9733-4006-80DDA1F66694}"/>
              </a:ext>
            </a:extLst>
          </p:cNvPr>
          <p:cNvSpPr txBox="1"/>
          <p:nvPr/>
        </p:nvSpPr>
        <p:spPr>
          <a:xfrm>
            <a:off x="7213604"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3637918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90241-4558-56CC-E5A3-DDCA0B691C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6FBA9E-0F18-E561-A09D-2FDB77093408}"/>
              </a:ext>
            </a:extLst>
          </p:cNvPr>
          <p:cNvSpPr>
            <a:spLocks noGrp="1"/>
          </p:cNvSpPr>
          <p:nvPr>
            <p:ph sz="half" idx="1"/>
          </p:nvPr>
        </p:nvSpPr>
        <p:spPr/>
        <p:txBody>
          <a:bodyPr>
            <a:normAutofit/>
          </a:bodyPr>
          <a:lstStyle/>
          <a:p>
            <a:r>
              <a:rPr lang="en-US" dirty="0"/>
              <a:t>Only way to fit remaining 78 in Column 5.</a:t>
            </a:r>
          </a:p>
          <a:p>
            <a:r>
              <a:rPr lang="en-US" dirty="0"/>
              <a:t>Then, finish puzzle.</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28DA129C-20DB-8650-18DE-C4D3EEB7DB6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75FB0B0-91D0-BB9A-9FC3-A3267256D53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99396C5-D1E8-D143-00F5-AF2121C8085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1B8E7A-2EA3-A6C1-8424-E7CD6C26CB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4E5D77-9725-4232-E7F9-22C09027481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56A3915C-1955-5920-2CDE-B664CED2F63A}"/>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70DCB1F-9124-453E-B32C-25E5418AF753}"/>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EC98967-6B46-2E86-EE0B-B54880812D2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102E03F1-96D3-3C3F-183B-31A34D7E727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5D4BD65-8EF2-AE22-033F-CEEBA4F7D1B1}"/>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34A53AA-76B8-2C96-53E1-4A8A65C5FB5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EA4DD21-E27E-DAA0-E05B-3A375D613F94}"/>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349E7CB4-C197-61CF-73DE-86EBC8ECE867}"/>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689FAC1A-1679-DC9F-3EC9-2D839B9BB34D}"/>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A93F9458-470C-66B7-BCB7-A7B650B1A190}"/>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B69A1939-EB61-7907-4ABE-37B31D2939B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A2FB0ACE-875F-5A12-28D9-D1532080868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CC54F0AC-76A7-35A6-FA1D-3B70082F04A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F9BC0E9F-130D-1B03-9C6E-37875DC307EE}"/>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975F4CD-0CC4-D8FF-4009-CBD3AF403A03}"/>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D7329D3F-DF24-E3A4-B318-EAA573522CAE}"/>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CFFFD3C-D158-0B0E-FC53-7FC227F38BD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ABE2A18E-40E8-995D-EE43-6FC02894F695}"/>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537B9BC-70F0-DA94-B81F-0E79B33EF35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B837C1EC-FEE4-C716-5D5D-3A4F3775B8DC}"/>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85152FFD-7EBE-3996-763C-0CD51863802B}"/>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38FD2CAC-F329-8A1B-8FA3-B97A190F6B4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E8C6DD18-740D-B8CE-1497-31D04CFC4835}"/>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C7999F3F-3429-509F-D259-AC74D8670ED2}"/>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32C8B5B-CF0C-5A32-C6B6-B28623E2F0EE}"/>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58560953-55F9-9CCE-B38D-D2D4445C665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E986FCED-7CFC-EE89-B569-3DCC6F83558B}"/>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E8B8D788-E51B-FD90-F73C-F94BCA9F82F1}"/>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6AA78EEB-2A94-0EAA-1815-9FC47D5D0C2E}"/>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BBDAD6A0-5C29-2715-16DC-E0BAC8E0CC96}"/>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AC388E2B-D884-2A2A-706A-494878A9D378}"/>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2F4AB893-0B0D-E8F4-D272-473DC4C7259E}"/>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B9682E07-D06F-4D4D-63D8-EE438296A87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0FF35911-665A-532C-21FE-C83C7615BB95}"/>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51F047F7-20B8-15AA-0BD9-0C80B306F2C2}"/>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F7EEB06-A1C7-0A9E-77C4-27C8F1AAD323}"/>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FA1EF66-57B9-6B69-7A9A-EA80C2F24EBA}"/>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17E6E2A0-6EAF-C859-488A-D334F52DE04E}"/>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487372CE-4B43-43FB-F338-9C6CE8F078CC}"/>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A3712C5D-96B7-C3F2-B7B9-E5245CA603DE}"/>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E6EAC7F7-EE79-50EF-F5C0-47CB4BF4B24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8FFED8B4-67FF-E48D-13D8-8F44D8614381}"/>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91C2CFD-361E-6A65-082F-B8BD22ABDCA4}"/>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CDDA00E1-BB74-DD1B-430B-AEF09830E60F}"/>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6D918D2A-60EE-2A23-2AEC-14487DE51555}"/>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1C3DD382-D97B-766D-803C-D8647831B7DA}"/>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750E8588-7059-7D34-5E30-3E3499CAC588}"/>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7791752F-98AB-05F1-12F5-39DB0015C48E}"/>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819B228-0722-4261-30B6-B0F0C494E5E0}"/>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0ABA4933-68DA-EC74-0A51-4C26E2CEDCB2}"/>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0A68DD40-42E4-B26A-76F2-5284A34E115B}"/>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AE20952-3A40-C1E2-F25D-21025FD12FDB}"/>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DF76D3E-F5C6-3D76-5735-5CB004008A88}"/>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F91C0555-92A8-00CB-8AE7-105D17E9B557}"/>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96AC1475-C96C-0BD0-99C8-B86ACB8B0F5A}"/>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7A77385E-F522-FDDD-1FC7-B972DBC6E9D9}"/>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22EF2662-E4C9-6038-C016-97F95CD8767B}"/>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91C3EF3D-BA32-D90F-9759-90D318C96AFD}"/>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949FA154-98AA-46F1-8CEF-86552B5DF038}"/>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0C594E7E-A353-0E61-D9F9-DED0ACA18D58}"/>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6097F846-22DF-2950-EB7E-5C21F9DF04D0}"/>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FA444B15-A54D-1C87-8E8F-B77AA9E9EF14}"/>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436B2860-7D75-37BA-385A-3AA66E93C081}"/>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40B5023E-5DBE-7FC7-9080-59C4AEAD1730}"/>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5AFDD040-7758-1493-7902-34691851F1D4}"/>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228CF622-DDEA-B45F-4584-5FCB7B2E12C1}"/>
              </a:ext>
            </a:extLst>
          </p:cNvPr>
          <p:cNvSpPr txBox="1"/>
          <p:nvPr/>
        </p:nvSpPr>
        <p:spPr>
          <a:xfrm>
            <a:off x="6714071" y="4747898"/>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8F57099A-7EBF-0801-7ECD-392F1864805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77" name="TextBox 76">
            <a:extLst>
              <a:ext uri="{FF2B5EF4-FFF2-40B4-BE49-F238E27FC236}">
                <a16:creationId xmlns:a16="http://schemas.microsoft.com/office/drawing/2014/main" id="{AC39A55D-DFCB-904F-8BA3-F5C5453EFFB6}"/>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78" name="TextBox 77">
            <a:extLst>
              <a:ext uri="{FF2B5EF4-FFF2-40B4-BE49-F238E27FC236}">
                <a16:creationId xmlns:a16="http://schemas.microsoft.com/office/drawing/2014/main" id="{C4861AE4-CB48-3923-4AF7-FFAE3A845225}"/>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79" name="TextBox 78">
            <a:extLst>
              <a:ext uri="{FF2B5EF4-FFF2-40B4-BE49-F238E27FC236}">
                <a16:creationId xmlns:a16="http://schemas.microsoft.com/office/drawing/2014/main" id="{663E7456-4D87-47F4-19DE-9FEE16E805FF}"/>
              </a:ext>
            </a:extLst>
          </p:cNvPr>
          <p:cNvSpPr txBox="1"/>
          <p:nvPr/>
        </p:nvSpPr>
        <p:spPr>
          <a:xfrm>
            <a:off x="7213604" y="3237891"/>
            <a:ext cx="462845" cy="584775"/>
          </a:xfrm>
          <a:prstGeom prst="rect">
            <a:avLst/>
          </a:prstGeom>
          <a:noFill/>
        </p:spPr>
        <p:txBody>
          <a:bodyPr wrap="square" rtlCol="0">
            <a:spAutoFit/>
          </a:bodyPr>
          <a:lstStyle/>
          <a:p>
            <a:pPr algn="ctr"/>
            <a:r>
              <a:rPr lang="en-US" sz="3200" dirty="0"/>
              <a:t>6</a:t>
            </a:r>
          </a:p>
        </p:txBody>
      </p:sp>
      <p:sp>
        <p:nvSpPr>
          <p:cNvPr id="16" name="TextBox 15">
            <a:extLst>
              <a:ext uri="{FF2B5EF4-FFF2-40B4-BE49-F238E27FC236}">
                <a16:creationId xmlns:a16="http://schemas.microsoft.com/office/drawing/2014/main" id="{4FC589F0-8CD9-7C4B-2DCE-ABD361B23D79}"/>
              </a:ext>
            </a:extLst>
          </p:cNvPr>
          <p:cNvSpPr txBox="1"/>
          <p:nvPr/>
        </p:nvSpPr>
        <p:spPr>
          <a:xfrm>
            <a:off x="5215469" y="122455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F2F470F9-A7B1-59B4-DFAB-03E78A6ABB4C}"/>
              </a:ext>
            </a:extLst>
          </p:cNvPr>
          <p:cNvSpPr txBox="1"/>
          <p:nvPr/>
        </p:nvSpPr>
        <p:spPr>
          <a:xfrm>
            <a:off x="5215469" y="721216"/>
            <a:ext cx="462845" cy="584775"/>
          </a:xfrm>
          <a:prstGeom prst="rect">
            <a:avLst/>
          </a:prstGeom>
          <a:noFill/>
        </p:spPr>
        <p:txBody>
          <a:bodyPr wrap="square" rtlCol="0">
            <a:spAutoFit/>
          </a:bodyPr>
          <a:lstStyle/>
          <a:p>
            <a:pPr algn="ctr"/>
            <a:r>
              <a:rPr lang="en-US" sz="3200" dirty="0"/>
              <a:t>7</a:t>
            </a:r>
          </a:p>
        </p:txBody>
      </p:sp>
      <p:sp>
        <p:nvSpPr>
          <p:cNvPr id="80" name="TextBox 79">
            <a:extLst>
              <a:ext uri="{FF2B5EF4-FFF2-40B4-BE49-F238E27FC236}">
                <a16:creationId xmlns:a16="http://schemas.microsoft.com/office/drawing/2014/main" id="{5B29C3F6-1DAC-43A8-6510-D340856BDDFD}"/>
              </a:ext>
            </a:extLst>
          </p:cNvPr>
          <p:cNvSpPr txBox="1"/>
          <p:nvPr/>
        </p:nvSpPr>
        <p:spPr>
          <a:xfrm>
            <a:off x="6214537" y="1224551"/>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0454FAA5-1CEB-A960-39F1-B56D0A2F89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46A84E57-EFA4-25E4-F96F-E8CFE5433F18}"/>
              </a:ext>
            </a:extLst>
          </p:cNvPr>
          <p:cNvSpPr txBox="1"/>
          <p:nvPr/>
        </p:nvSpPr>
        <p:spPr>
          <a:xfrm>
            <a:off x="6214537" y="72121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5D9E5D00-2955-F7F4-5C59-056A782074E8}"/>
              </a:ext>
            </a:extLst>
          </p:cNvPr>
          <p:cNvSpPr txBox="1"/>
          <p:nvPr/>
        </p:nvSpPr>
        <p:spPr>
          <a:xfrm>
            <a:off x="6714071"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8598889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12011</TotalTime>
  <Words>2349</Words>
  <Application>Microsoft Macintosh PowerPoint</Application>
  <PresentationFormat>Widescreen</PresentationFormat>
  <Paragraphs>1443</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449</cp:revision>
  <cp:lastPrinted>2026-08-22T10:11:11Z</cp:lastPrinted>
  <dcterms:created xsi:type="dcterms:W3CDTF">2024-03-19T02:13:08Z</dcterms:created>
  <dcterms:modified xsi:type="dcterms:W3CDTF">2026-08-26T00:13:20Z</dcterms:modified>
</cp:coreProperties>
</file>